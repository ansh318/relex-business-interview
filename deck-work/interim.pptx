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8" r:id="rId4"/>
  </p:sldMasterIdLst>
  <p:notesMasterIdLst>
    <p:notesMasterId r:id="rId33"/>
  </p:notesMasterIdLst>
  <p:handoutMasterIdLst>
    <p:handoutMasterId r:id="rId34"/>
  </p:handoutMasterIdLst>
  <p:sldIdLst>
    <p:sldId id="298" r:id="rId42"/>
    <p:sldId id="299" r:id="rId43"/>
    <p:sldId id="300" r:id="rId44"/>
    <p:sldId id="301" r:id="rId45"/>
    <p:sldId id="302" r:id="rId46"/>
    <p:sldId id="303" r:id="rId47"/>
  </p:sldIdLst>
  <p:sldSz cx="12192000" cy="6858000"/>
  <p:notesSz cx="6858000" cy="9144000"/>
  <p:custDataLst>
    <p:tags r:id="rId35"/>
  </p:custDataLst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2D7505-253C-BD89-72DB-4FAD75C4001C}" name="Cley Saunders" initials="CS" userId="S::cley.saunders@relexsolutions.com::f0dd6b33-a9e8-46a0-aeb6-bb1122a12b1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ja Karenko" initials="DK" lastIdx="14" clrIdx="0">
    <p:extLst>
      <p:ext uri="{19B8F6BF-5375-455C-9EA6-DF929625EA0E}">
        <p15:presenceInfo xmlns:p15="http://schemas.microsoft.com/office/powerpoint/2012/main" userId="S-1-12-1-1300926972-1323311966-2035803021-256980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5"/>
    <a:srgbClr val="87BEEB"/>
    <a:srgbClr val="003359"/>
    <a:srgbClr val="FFFFFF"/>
    <a:srgbClr val="FF0000"/>
    <a:srgbClr val="82B94B"/>
    <a:srgbClr val="E6F2FF"/>
    <a:srgbClr val="E5F2FF"/>
    <a:srgbClr val="0A3256"/>
    <a:srgbClr val="006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01" autoAdjust="0"/>
    <p:restoredTop sz="97013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3856" y="-392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theme" Target="theme/theme1.xml"/><Relationship Id="rId34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35" Type="http://schemas.openxmlformats.org/officeDocument/2006/relationships/tags" Target="tags/tag1.xml"/><Relationship Id="rId3" Type="http://schemas.openxmlformats.org/officeDocument/2006/relationships/customXml" Target="../customXml/item3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  <Relationship Id="rId42" Type="http://schemas.openxmlformats.org/officeDocument/2006/relationships/slide" Target="slides/slide29.xml"/>
  <Relationship Id="rId43" Type="http://schemas.openxmlformats.org/officeDocument/2006/relationships/slide" Target="slides/slide30.xml"/>
  <Relationship Id="rId44" Type="http://schemas.openxmlformats.org/officeDocument/2006/relationships/slide" Target="slides/slide31.xml"/>
  <Relationship Id="rId45" Type="http://schemas.openxmlformats.org/officeDocument/2006/relationships/slide" Target="slides/slide32.xml"/>
  <Relationship Id="rId46" Type="http://schemas.openxmlformats.org/officeDocument/2006/relationships/slide" Target="slides/slide33.xml"/>
  <Relationship Id="rId47" Type="http://schemas.openxmlformats.org/officeDocument/2006/relationships/slide" Target="slides/slide3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A50EE-A3C0-43EB-8461-DF65AC1CD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949" y="609447"/>
            <a:ext cx="5919020" cy="458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endParaRPr lang="en-US" b="1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4A82-1D8B-4010-89D4-7D2CD447B6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914901" y="150659"/>
            <a:ext cx="147606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68E8C-71E1-4D87-AB44-930C7206B268}" type="datetimeFigureOut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2/24/2026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B97E2-1CD2-4E72-BF5E-4C3245F214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69492" y="8226428"/>
            <a:ext cx="59190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A0AE5-3677-43AC-A7F0-9B72F016AE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15000" y="8685213"/>
            <a:ext cx="673509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FEFF3-739D-4FC0-8AB0-7D31D79B85EA}" type="slidenum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2955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571501"/>
            <a:ext cx="5520455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14901" y="85603"/>
            <a:ext cx="129135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36D5FA-7338-D747-8F34-216057B09BFF}" type="datetimeFigureOut">
              <a:rPr lang="fi-FI" smtClean="0"/>
              <a:pPr/>
              <a:t>24.2.2026</a:t>
            </a:fld>
            <a:endParaRPr lang="fi-FI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179108"/>
            <a:ext cx="5486399" cy="4587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1600" y="8685213"/>
            <a:ext cx="99059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9E86C6-91D3-3749-8606-8DDA903D7182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835039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10.sv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F1047F97-D900-2E1F-C420-3F1B2145B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5FA681F-ABFB-D760-0F7F-67EF1587C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9BDC19CE-4F62-D87A-297E-5782200D6AA6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8951F68-B8B0-BE3C-6AC2-417BE48AA8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855DFB-DF8C-EB74-F14F-4A3D5D025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4521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blue background&#10;&#10;Description automatically generated">
            <a:extLst>
              <a:ext uri="{FF2B5EF4-FFF2-40B4-BE49-F238E27FC236}">
                <a16:creationId xmlns:a16="http://schemas.microsoft.com/office/drawing/2014/main" id="{411D1789-F993-B41D-82D4-9E8F6B9113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1A6E614D-5B04-706F-17B6-D19CAC3D53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103B6723-5BA3-C8FC-D779-A6326455E85D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3DD1C50-1B36-5CBA-AB38-C5DF5217F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A4EF1E-DB86-7E48-3BDB-AA4F883EEE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867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9A38AEE-9C40-6B77-DA41-C9541CCA99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tx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A76CE3-4BC6-ED4E-02A2-93B3F0B95D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4D8D72-0C91-4918-E89F-2E8ECAFE6E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49EE2452-4341-232C-523B-91ACBA6F32C9}"/>
              </a:ext>
            </a:extLst>
          </p:cNvPr>
          <p:cNvSpPr/>
          <p:nvPr/>
        </p:nvSpPr>
        <p:spPr>
          <a:xfrm>
            <a:off x="4419600" y="0"/>
            <a:ext cx="7772400" cy="4371975"/>
          </a:xfrm>
          <a:custGeom>
            <a:avLst/>
            <a:gdLst>
              <a:gd name="connsiteX0" fmla="*/ 0 w 7772400"/>
              <a:gd name="connsiteY0" fmla="*/ 0 h 4371975"/>
              <a:gd name="connsiteX1" fmla="*/ 7772400 w 7772400"/>
              <a:gd name="connsiteY1" fmla="*/ 0 h 4371975"/>
              <a:gd name="connsiteX2" fmla="*/ 7772400 w 7772400"/>
              <a:gd name="connsiteY2" fmla="*/ 4371975 h 4371975"/>
              <a:gd name="connsiteX3" fmla="*/ 0 w 7772400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4371975">
                <a:moveTo>
                  <a:pt x="0" y="0"/>
                </a:moveTo>
                <a:lnTo>
                  <a:pt x="7772400" y="0"/>
                </a:lnTo>
                <a:lnTo>
                  <a:pt x="7772400" y="4371975"/>
                </a:lnTo>
                <a:lnTo>
                  <a:pt x="0" y="4371975"/>
                </a:lnTo>
                <a:close/>
              </a:path>
            </a:pathLst>
          </a:custGeom>
          <a:noFill/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B416D8C-8889-7379-413C-C7865A6CF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49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D1B259-2DD2-6EAC-3411-E6D93E13B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93E1E72-D726-C855-8E9F-2A41A6886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30D8F71-4395-40F2-AF92-55FE13CEC7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C4387B-181A-7A75-E8BD-7F1A7A69B2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95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16CA4-E554-F8DC-FA57-BD2175739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6916" y="3102657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007CC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7575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B89B2-C4A9-DD89-400A-982053681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8301" y="3095000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87BE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13620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A7B16E-F6CB-585C-D8D8-FA3ECDEDF5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87EC07-A7C2-3F9C-C409-CFF890C4C8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5E0C-C4D4-693B-5A61-FE15AB320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44813" y="2095927"/>
            <a:ext cx="6199187" cy="1128285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0"/>
            <a:endParaRPr lang="en-I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55A153-7683-4BBA-E6D3-78EB80083A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4813" y="3292635"/>
            <a:ext cx="6199187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ctr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877FBC-BC6E-C2B8-0F98-AEC10227960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6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C449800-B0E2-5925-6BC8-3895040B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8A5346B-F3D2-A639-36F3-8CADCC7B4B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DBBA9-34DA-9C66-B822-1AFDF2EBD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B63F8F-1A16-CA51-E81B-0F27F9EB1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0669F79-BDA5-91F6-E541-AF3B67289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8009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705196-D90D-DC38-D14B-593304AF21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814C0-C0F7-C6CA-2C77-F0F14C4C6A0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4408" y="1490870"/>
            <a:ext cx="4151867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7ADCC53-1AEF-9BB7-80EC-15DB5929B3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7" y="1490870"/>
            <a:ext cx="1410388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6813768-B5FC-9898-F6D7-1C5E7E2102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26973" y="1490870"/>
            <a:ext cx="4283766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AC3AC75-2BE9-BB82-D43A-D4B5643012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6242000-07A1-CCD9-3549-6F743D95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3373B20-2C18-EC2E-C6BF-2EC8369BE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1588496-DAD5-0E03-4C74-236CA449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29A796-C403-3989-72ED-96BECA29C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33930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8C41C92-ADCF-9090-5014-4005A70191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AF211B3-E9F2-677A-2166-05151CE7DC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9F9ACE8-B130-C5E2-1BEA-BF3F5DB52B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BDCD63-B020-F00A-38C9-B85431C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63516-56B1-E3D4-5872-3E2357001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24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C3085B-B9A2-8CE3-A50A-92BB5BA90D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DDAE424-1085-B65F-590E-976C0032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5"/>
            <a:ext cx="11018837" cy="437040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E032A99-FDF3-0C76-F7C0-7F5181FB8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2D778C6-EF30-85C3-DD56-66FA5E2DF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FD8E70-2EB1-5916-731A-4ED0A92B16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34DFE8-C6A3-F38E-E763-3AE8FEFF3D9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1317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86C73D9-7C94-FC86-F950-1A1CF2D373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50EDD99-9470-6DA2-1ADC-E588DE31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C13C3FD-7C9F-C6F9-5B68-9C5CF4C8B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5332FD7-C911-9C06-75B6-ABA88A5BC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EACB7BF-C82A-7E67-2763-8C7C7AC04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D755F7-8F08-6996-221F-190E1969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4A9888-14D3-9494-156F-9F08D04B1B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0FD3D8F4-0E4F-A3AA-2F06-5FA9D4B4F0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01579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7900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DE69C7-4C8E-6C2E-C1E6-4167EFDC59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F4B88FD2-B8CF-4224-73E5-54AA74866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lIns="0" rIns="90000" anchor="t">
            <a:normAutofit/>
          </a:bodyPr>
          <a:lstStyle>
            <a:lvl1pPr marL="0" indent="0">
              <a:lnSpc>
                <a:spcPct val="90000"/>
              </a:lnSpc>
              <a:buNone/>
              <a:defRPr sz="2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95EA2BF-A4D2-005E-876A-40CDDBA8B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BA99A8C-5E4A-1B63-6462-48E1DB7C24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663AD84-B774-ECB2-78D0-9687F69EA9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B2CACF0-7282-20E9-D445-50AD18250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ED08278-C4A4-F0EA-0A45-28CC779AD6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77AFBFF-3C27-1275-B87B-1F1B0C1E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912884" cy="436512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67F5AA-181A-B5B4-4DFC-0179CFA99BE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508920" y="1587621"/>
            <a:ext cx="3044010" cy="421728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60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0BDEB9-BB14-B105-6790-587CB18696C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387563 w 4561539"/>
              <a:gd name="connsiteY723" fmla="*/ 1591158 h 6858000"/>
              <a:gd name="connsiteX724" fmla="*/ 228513 w 4561539"/>
              <a:gd name="connsiteY724" fmla="*/ 403711 h 6858000"/>
              <a:gd name="connsiteX725" fmla="*/ 213576 w 4561539"/>
              <a:gd name="connsiteY72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453834" y="2896046"/>
                  <a:pt x="467087" y="2230554"/>
                  <a:pt x="387563" y="1591158"/>
                </a:cubicBezTo>
                <a:cubicBezTo>
                  <a:pt x="347800" y="1199691"/>
                  <a:pt x="255020" y="808226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D011F81-2E91-2892-9C2E-B57610837A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60F6751-E2D2-531F-E07C-90AD676BD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81D8FAF-8706-BE46-2CE9-D7BEEDA515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6913680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91B2BC8-07C0-1FFE-3C1C-D269BC09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F400930-AE8F-62F8-A7CF-A454AF337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6BBF540-FCCE-3F26-C9C8-8293CF4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8845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E8639-DF87-F80E-0719-6B7714A519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5233EBA-76F7-8BA4-039E-E945895F4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tIns="0" rIns="0" bIns="0" anchor="t">
            <a:noAutofit/>
          </a:bodyPr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IT" dirty="0"/>
              <a:t>Key features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DDBDE56-D953-DA62-A091-17909C39C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16681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5CD19E9-C600-E723-2282-2F7C65E47F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21587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5E9E2F8-B7B0-6987-D415-9545EAD789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0185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D79FAE8-3A52-25AD-4310-829034CD75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35091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198782-36D6-D35A-059D-F287FDBDD0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442099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21CD220-D4E6-74F9-772C-5A1F6A696F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08920" y="491164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73762F4-57A4-77F7-D88C-CFC4BD2E9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45ECD2-8CCA-3340-56EB-50D3D9E30E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EA2414-C893-6F3A-F16A-62810B389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E99AA4B-0E9A-14F0-81CB-38502BA16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E9C18C-13C5-C880-1D2D-65358030E5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5BF72B-EAAB-810B-10F2-6CCF04C7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6459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1B79D2-21B2-0F67-8F6A-700B8137B5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8C82CE-4F95-9C7E-F8FF-E1B6F0CE74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20102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07DA296-7843-8B47-9257-8325AB75C8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25009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1427727-DA0E-D93F-ECE9-7A475B27F6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33606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2E49121-3885-70FE-9974-C134E38469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8513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2319BA1-0059-364B-ED87-69DBA2DF06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476314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62E7A7D-99EF-02D0-2C35-9774DB02AA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525379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745CC2-99FB-1645-6107-D6DE27256D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92144" y="0"/>
            <a:ext cx="4092782" cy="2053850"/>
          </a:xfrm>
          <a:custGeom>
            <a:avLst/>
            <a:gdLst>
              <a:gd name="connsiteX0" fmla="*/ 383858 w 4092782"/>
              <a:gd name="connsiteY0" fmla="*/ 0 h 2053850"/>
              <a:gd name="connsiteX1" fmla="*/ 4091493 w 4092782"/>
              <a:gd name="connsiteY1" fmla="*/ 0 h 2053850"/>
              <a:gd name="connsiteX2" fmla="*/ 4092782 w 4092782"/>
              <a:gd name="connsiteY2" fmla="*/ 47448 h 2053850"/>
              <a:gd name="connsiteX3" fmla="*/ 3418500 w 4092782"/>
              <a:gd name="connsiteY3" fmla="*/ 1173072 h 2053850"/>
              <a:gd name="connsiteX4" fmla="*/ 2957838 w 4092782"/>
              <a:gd name="connsiteY4" fmla="*/ 1373355 h 2053850"/>
              <a:gd name="connsiteX5" fmla="*/ 2503058 w 4092782"/>
              <a:gd name="connsiteY5" fmla="*/ 1594438 h 2053850"/>
              <a:gd name="connsiteX6" fmla="*/ 1209189 w 4092782"/>
              <a:gd name="connsiteY6" fmla="*/ 2019289 h 2053850"/>
              <a:gd name="connsiteX7" fmla="*/ 1034 w 4092782"/>
              <a:gd name="connsiteY7" fmla="*/ 860372 h 2053850"/>
              <a:gd name="connsiteX8" fmla="*/ 381685 w 4092782"/>
              <a:gd name="connsiteY8" fmla="*/ 3713 h 20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2782" h="2053850">
                <a:moveTo>
                  <a:pt x="383858" y="0"/>
                </a:moveTo>
                <a:lnTo>
                  <a:pt x="4091493" y="0"/>
                </a:lnTo>
                <a:lnTo>
                  <a:pt x="4092782" y="47448"/>
                </a:lnTo>
                <a:cubicBezTo>
                  <a:pt x="4083223" y="494491"/>
                  <a:pt x="3796521" y="945211"/>
                  <a:pt x="3418500" y="1173072"/>
                </a:cubicBezTo>
                <a:cubicBezTo>
                  <a:pt x="3274705" y="1262397"/>
                  <a:pt x="3117850" y="1322079"/>
                  <a:pt x="2957838" y="1373355"/>
                </a:cubicBezTo>
                <a:cubicBezTo>
                  <a:pt x="2800553" y="1437024"/>
                  <a:pt x="2646855" y="1505114"/>
                  <a:pt x="2503058" y="1594438"/>
                </a:cubicBezTo>
                <a:cubicBezTo>
                  <a:pt x="2053013" y="1884593"/>
                  <a:pt x="1792541" y="2150864"/>
                  <a:pt x="1209189" y="2019289"/>
                </a:cubicBezTo>
                <a:cubicBezTo>
                  <a:pt x="662000" y="1891619"/>
                  <a:pt x="-30411" y="1490153"/>
                  <a:pt x="1034" y="860372"/>
                </a:cubicBezTo>
                <a:cubicBezTo>
                  <a:pt x="35592" y="540460"/>
                  <a:pt x="217467" y="275025"/>
                  <a:pt x="381685" y="371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28B83C-D088-8D35-F084-8CF1EC0B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7862" y="0"/>
            <a:ext cx="1464030" cy="824948"/>
          </a:xfrm>
          <a:custGeom>
            <a:avLst/>
            <a:gdLst>
              <a:gd name="connsiteX0" fmla="*/ 535957 w 2259901"/>
              <a:gd name="connsiteY0" fmla="*/ 1215504 h 1273403"/>
              <a:gd name="connsiteX1" fmla="*/ 552713 w 2259901"/>
              <a:gd name="connsiteY1" fmla="*/ 1223426 h 1273403"/>
              <a:gd name="connsiteX2" fmla="*/ 564037 w 2259901"/>
              <a:gd name="connsiteY2" fmla="*/ 1239740 h 1273403"/>
              <a:gd name="connsiteX3" fmla="*/ 571622 w 2259901"/>
              <a:gd name="connsiteY3" fmla="*/ 1258383 h 1273403"/>
              <a:gd name="connsiteX4" fmla="*/ 571601 w 2259901"/>
              <a:gd name="connsiteY4" fmla="*/ 1258431 h 1273403"/>
              <a:gd name="connsiteX5" fmla="*/ 567916 w 2259901"/>
              <a:gd name="connsiteY5" fmla="*/ 1269247 h 1273403"/>
              <a:gd name="connsiteX6" fmla="*/ 544727 w 2259901"/>
              <a:gd name="connsiteY6" fmla="*/ 1271838 h 1273403"/>
              <a:gd name="connsiteX7" fmla="*/ 535867 w 2259901"/>
              <a:gd name="connsiteY7" fmla="*/ 1251928 h 1273403"/>
              <a:gd name="connsiteX8" fmla="*/ 525482 w 2259901"/>
              <a:gd name="connsiteY8" fmla="*/ 1233241 h 1273403"/>
              <a:gd name="connsiteX9" fmla="*/ 535957 w 2259901"/>
              <a:gd name="connsiteY9" fmla="*/ 1215504 h 1273403"/>
              <a:gd name="connsiteX10" fmla="*/ 261824 w 2259901"/>
              <a:gd name="connsiteY10" fmla="*/ 1182173 h 1273403"/>
              <a:gd name="connsiteX11" fmla="*/ 261872 w 2259901"/>
              <a:gd name="connsiteY11" fmla="*/ 1182193 h 1273403"/>
              <a:gd name="connsiteX12" fmla="*/ 276153 w 2259901"/>
              <a:gd name="connsiteY12" fmla="*/ 1201946 h 1273403"/>
              <a:gd name="connsiteX13" fmla="*/ 290418 w 2259901"/>
              <a:gd name="connsiteY13" fmla="*/ 1221468 h 1273403"/>
              <a:gd name="connsiteX14" fmla="*/ 288729 w 2259901"/>
              <a:gd name="connsiteY14" fmla="*/ 1245425 h 1273403"/>
              <a:gd name="connsiteX15" fmla="*/ 290855 w 2259901"/>
              <a:gd name="connsiteY15" fmla="*/ 1264239 h 1273403"/>
              <a:gd name="connsiteX16" fmla="*/ 285421 w 2259901"/>
              <a:gd name="connsiteY16" fmla="*/ 1267859 h 1273403"/>
              <a:gd name="connsiteX17" fmla="*/ 273867 w 2259901"/>
              <a:gd name="connsiteY17" fmla="*/ 1259633 h 1273403"/>
              <a:gd name="connsiteX18" fmla="*/ 263589 w 2259901"/>
              <a:gd name="connsiteY18" fmla="*/ 1250248 h 1273403"/>
              <a:gd name="connsiteX19" fmla="*/ 256022 w 2259901"/>
              <a:gd name="connsiteY19" fmla="*/ 1225234 h 1273403"/>
              <a:gd name="connsiteX20" fmla="*/ 255850 w 2259901"/>
              <a:gd name="connsiteY20" fmla="*/ 1199933 h 1273403"/>
              <a:gd name="connsiteX21" fmla="*/ 261824 w 2259901"/>
              <a:gd name="connsiteY21" fmla="*/ 1182173 h 1273403"/>
              <a:gd name="connsiteX22" fmla="*/ 710151 w 2259901"/>
              <a:gd name="connsiteY22" fmla="*/ 1178369 h 1273403"/>
              <a:gd name="connsiteX23" fmla="*/ 717748 w 2259901"/>
              <a:gd name="connsiteY23" fmla="*/ 1181199 h 1273403"/>
              <a:gd name="connsiteX24" fmla="*/ 727412 w 2259901"/>
              <a:gd name="connsiteY24" fmla="*/ 1189762 h 1273403"/>
              <a:gd name="connsiteX25" fmla="*/ 740461 w 2259901"/>
              <a:gd name="connsiteY25" fmla="*/ 1209226 h 1273403"/>
              <a:gd name="connsiteX26" fmla="*/ 744963 w 2259901"/>
              <a:gd name="connsiteY26" fmla="*/ 1223247 h 1273403"/>
              <a:gd name="connsiteX27" fmla="*/ 749670 w 2259901"/>
              <a:gd name="connsiteY27" fmla="*/ 1237185 h 1273403"/>
              <a:gd name="connsiteX28" fmla="*/ 748342 w 2259901"/>
              <a:gd name="connsiteY28" fmla="*/ 1247726 h 1273403"/>
              <a:gd name="connsiteX29" fmla="*/ 742405 w 2259901"/>
              <a:gd name="connsiteY29" fmla="*/ 1256549 h 1273403"/>
              <a:gd name="connsiteX30" fmla="*/ 722949 w 2259901"/>
              <a:gd name="connsiteY30" fmla="*/ 1249414 h 1273403"/>
              <a:gd name="connsiteX31" fmla="*/ 716069 w 2259901"/>
              <a:gd name="connsiteY31" fmla="*/ 1236090 h 1273403"/>
              <a:gd name="connsiteX32" fmla="*/ 706044 w 2259901"/>
              <a:gd name="connsiteY32" fmla="*/ 1224215 h 1273403"/>
              <a:gd name="connsiteX33" fmla="*/ 697673 w 2259901"/>
              <a:gd name="connsiteY33" fmla="*/ 1199373 h 1273403"/>
              <a:gd name="connsiteX34" fmla="*/ 697644 w 2259901"/>
              <a:gd name="connsiteY34" fmla="*/ 1199305 h 1273403"/>
              <a:gd name="connsiteX35" fmla="*/ 703500 w 2259901"/>
              <a:gd name="connsiteY35" fmla="*/ 1178730 h 1273403"/>
              <a:gd name="connsiteX36" fmla="*/ 710151 w 2259901"/>
              <a:gd name="connsiteY36" fmla="*/ 1178369 h 1273403"/>
              <a:gd name="connsiteX37" fmla="*/ 888977 w 2259901"/>
              <a:gd name="connsiteY37" fmla="*/ 1149356 h 1273403"/>
              <a:gd name="connsiteX38" fmla="*/ 901195 w 2259901"/>
              <a:gd name="connsiteY38" fmla="*/ 1159498 h 1273403"/>
              <a:gd name="connsiteX39" fmla="*/ 907982 w 2259901"/>
              <a:gd name="connsiteY39" fmla="*/ 1184353 h 1273403"/>
              <a:gd name="connsiteX40" fmla="*/ 919121 w 2259901"/>
              <a:gd name="connsiteY40" fmla="*/ 1197203 h 1273403"/>
              <a:gd name="connsiteX41" fmla="*/ 920973 w 2259901"/>
              <a:gd name="connsiteY41" fmla="*/ 1213783 h 1273403"/>
              <a:gd name="connsiteX42" fmla="*/ 913391 w 2259901"/>
              <a:gd name="connsiteY42" fmla="*/ 1229459 h 1273403"/>
              <a:gd name="connsiteX43" fmla="*/ 889454 w 2259901"/>
              <a:gd name="connsiteY43" fmla="*/ 1229930 h 1273403"/>
              <a:gd name="connsiteX44" fmla="*/ 883380 w 2259901"/>
              <a:gd name="connsiteY44" fmla="*/ 1213331 h 1273403"/>
              <a:gd name="connsiteX45" fmla="*/ 883651 w 2259901"/>
              <a:gd name="connsiteY45" fmla="*/ 1196399 h 1273403"/>
              <a:gd name="connsiteX46" fmla="*/ 871665 w 2259901"/>
              <a:gd name="connsiteY46" fmla="*/ 1186242 h 1273403"/>
              <a:gd name="connsiteX47" fmla="*/ 868656 w 2259901"/>
              <a:gd name="connsiteY47" fmla="*/ 1171887 h 1273403"/>
              <a:gd name="connsiteX48" fmla="*/ 868704 w 2259901"/>
              <a:gd name="connsiteY48" fmla="*/ 1171907 h 1273403"/>
              <a:gd name="connsiteX49" fmla="*/ 874706 w 2259901"/>
              <a:gd name="connsiteY49" fmla="*/ 1154215 h 1273403"/>
              <a:gd name="connsiteX50" fmla="*/ 888977 w 2259901"/>
              <a:gd name="connsiteY50" fmla="*/ 1149356 h 1273403"/>
              <a:gd name="connsiteX51" fmla="*/ 420753 w 2259901"/>
              <a:gd name="connsiteY51" fmla="*/ 1139983 h 1273403"/>
              <a:gd name="connsiteX52" fmla="*/ 435137 w 2259901"/>
              <a:gd name="connsiteY52" fmla="*/ 1145895 h 1273403"/>
              <a:gd name="connsiteX53" fmla="*/ 443875 w 2259901"/>
              <a:gd name="connsiteY53" fmla="*/ 1159094 h 1273403"/>
              <a:gd name="connsiteX54" fmla="*/ 452915 w 2259901"/>
              <a:gd name="connsiteY54" fmla="*/ 1177895 h 1273403"/>
              <a:gd name="connsiteX55" fmla="*/ 460074 w 2259901"/>
              <a:gd name="connsiteY55" fmla="*/ 1197826 h 1273403"/>
              <a:gd name="connsiteX56" fmla="*/ 461082 w 2259901"/>
              <a:gd name="connsiteY56" fmla="*/ 1219245 h 1273403"/>
              <a:gd name="connsiteX57" fmla="*/ 451369 w 2259901"/>
              <a:gd name="connsiteY57" fmla="*/ 1236512 h 1273403"/>
              <a:gd name="connsiteX58" fmla="*/ 431400 w 2259901"/>
              <a:gd name="connsiteY58" fmla="*/ 1226566 h 1273403"/>
              <a:gd name="connsiteX59" fmla="*/ 422985 w 2259901"/>
              <a:gd name="connsiteY59" fmla="*/ 1203173 h 1273403"/>
              <a:gd name="connsiteX60" fmla="*/ 421140 w 2259901"/>
              <a:gd name="connsiteY60" fmla="*/ 1177961 h 1273403"/>
              <a:gd name="connsiteX61" fmla="*/ 410493 w 2259901"/>
              <a:gd name="connsiteY61" fmla="*/ 1166898 h 1273403"/>
              <a:gd name="connsiteX62" fmla="*/ 409840 w 2259901"/>
              <a:gd name="connsiteY62" fmla="*/ 1151497 h 1273403"/>
              <a:gd name="connsiteX63" fmla="*/ 420753 w 2259901"/>
              <a:gd name="connsiteY63" fmla="*/ 1139983 h 1273403"/>
              <a:gd name="connsiteX64" fmla="*/ 1052133 w 2259901"/>
              <a:gd name="connsiteY64" fmla="*/ 1124908 h 1273403"/>
              <a:gd name="connsiteX65" fmla="*/ 1060283 w 2259901"/>
              <a:gd name="connsiteY65" fmla="*/ 1127514 h 1273403"/>
              <a:gd name="connsiteX66" fmla="*/ 1067483 w 2259901"/>
              <a:gd name="connsiteY66" fmla="*/ 1135010 h 1273403"/>
              <a:gd name="connsiteX67" fmla="*/ 1077352 w 2259901"/>
              <a:gd name="connsiteY67" fmla="*/ 1150489 h 1273403"/>
              <a:gd name="connsiteX68" fmla="*/ 1084805 w 2259901"/>
              <a:gd name="connsiteY68" fmla="*/ 1173083 h 1273403"/>
              <a:gd name="connsiteX69" fmla="*/ 1080028 w 2259901"/>
              <a:gd name="connsiteY69" fmla="*/ 1193773 h 1273403"/>
              <a:gd name="connsiteX70" fmla="*/ 1066542 w 2259901"/>
              <a:gd name="connsiteY70" fmla="*/ 1183833 h 1273403"/>
              <a:gd name="connsiteX71" fmla="*/ 1053767 w 2259901"/>
              <a:gd name="connsiteY71" fmla="*/ 1167080 h 1273403"/>
              <a:gd name="connsiteX72" fmla="*/ 1045560 w 2259901"/>
              <a:gd name="connsiteY72" fmla="*/ 1147500 h 1273403"/>
              <a:gd name="connsiteX73" fmla="*/ 1044837 w 2259901"/>
              <a:gd name="connsiteY73" fmla="*/ 1134033 h 1273403"/>
              <a:gd name="connsiteX74" fmla="*/ 1052165 w 2259901"/>
              <a:gd name="connsiteY74" fmla="*/ 1124868 h 1273403"/>
              <a:gd name="connsiteX75" fmla="*/ 1052133 w 2259901"/>
              <a:gd name="connsiteY75" fmla="*/ 1124908 h 1273403"/>
              <a:gd name="connsiteX76" fmla="*/ 1052097 w 2259901"/>
              <a:gd name="connsiteY76" fmla="*/ 1124896 h 1273403"/>
              <a:gd name="connsiteX77" fmla="*/ 598765 w 2259901"/>
              <a:gd name="connsiteY77" fmla="*/ 1094104 h 1273403"/>
              <a:gd name="connsiteX78" fmla="*/ 611770 w 2259901"/>
              <a:gd name="connsiteY78" fmla="*/ 1099270 h 1273403"/>
              <a:gd name="connsiteX79" fmla="*/ 621615 w 2259901"/>
              <a:gd name="connsiteY79" fmla="*/ 1112651 h 1273403"/>
              <a:gd name="connsiteX80" fmla="*/ 625290 w 2259901"/>
              <a:gd name="connsiteY80" fmla="*/ 1128244 h 1273403"/>
              <a:gd name="connsiteX81" fmla="*/ 623805 w 2259901"/>
              <a:gd name="connsiteY81" fmla="*/ 1144442 h 1273403"/>
              <a:gd name="connsiteX82" fmla="*/ 623904 w 2259901"/>
              <a:gd name="connsiteY82" fmla="*/ 1166553 h 1273403"/>
              <a:gd name="connsiteX83" fmla="*/ 635114 w 2259901"/>
              <a:gd name="connsiteY83" fmla="*/ 1185697 h 1273403"/>
              <a:gd name="connsiteX84" fmla="*/ 619423 w 2259901"/>
              <a:gd name="connsiteY84" fmla="*/ 1202153 h 1273403"/>
              <a:gd name="connsiteX85" fmla="*/ 606454 w 2259901"/>
              <a:gd name="connsiteY85" fmla="*/ 1202421 h 1273403"/>
              <a:gd name="connsiteX86" fmla="*/ 597112 w 2259901"/>
              <a:gd name="connsiteY86" fmla="*/ 1191340 h 1273403"/>
              <a:gd name="connsiteX87" fmla="*/ 597601 w 2259901"/>
              <a:gd name="connsiteY87" fmla="*/ 1171056 h 1273403"/>
              <a:gd name="connsiteX88" fmla="*/ 596547 w 2259901"/>
              <a:gd name="connsiteY88" fmla="*/ 1150013 h 1273403"/>
              <a:gd name="connsiteX89" fmla="*/ 588591 w 2259901"/>
              <a:gd name="connsiteY89" fmla="*/ 1132795 h 1273403"/>
              <a:gd name="connsiteX90" fmla="*/ 593141 w 2259901"/>
              <a:gd name="connsiteY90" fmla="*/ 1114664 h 1273403"/>
              <a:gd name="connsiteX91" fmla="*/ 598765 w 2259901"/>
              <a:gd name="connsiteY91" fmla="*/ 1094104 h 1273403"/>
              <a:gd name="connsiteX92" fmla="*/ 42335 w 2259901"/>
              <a:gd name="connsiteY92" fmla="*/ 1084357 h 1273403"/>
              <a:gd name="connsiteX93" fmla="*/ 59354 w 2259901"/>
              <a:gd name="connsiteY93" fmla="*/ 1090979 h 1273403"/>
              <a:gd name="connsiteX94" fmla="*/ 59382 w 2259901"/>
              <a:gd name="connsiteY94" fmla="*/ 1091047 h 1273403"/>
              <a:gd name="connsiteX95" fmla="*/ 67204 w 2259901"/>
              <a:gd name="connsiteY95" fmla="*/ 1116393 h 1273403"/>
              <a:gd name="connsiteX96" fmla="*/ 77423 w 2259901"/>
              <a:gd name="connsiteY96" fmla="*/ 1138170 h 1273403"/>
              <a:gd name="connsiteX97" fmla="*/ 80662 w 2259901"/>
              <a:gd name="connsiteY97" fmla="*/ 1160185 h 1273403"/>
              <a:gd name="connsiteX98" fmla="*/ 58257 w 2259901"/>
              <a:gd name="connsiteY98" fmla="*/ 1152154 h 1273403"/>
              <a:gd name="connsiteX99" fmla="*/ 45979 w 2259901"/>
              <a:gd name="connsiteY99" fmla="*/ 1131658 h 1273403"/>
              <a:gd name="connsiteX100" fmla="*/ 36768 w 2259901"/>
              <a:gd name="connsiteY100" fmla="*/ 1109626 h 1273403"/>
              <a:gd name="connsiteX101" fmla="*/ 42335 w 2259901"/>
              <a:gd name="connsiteY101" fmla="*/ 1084357 h 1273403"/>
              <a:gd name="connsiteX102" fmla="*/ 1229408 w 2259901"/>
              <a:gd name="connsiteY102" fmla="*/ 1081482 h 1273403"/>
              <a:gd name="connsiteX103" fmla="*/ 1238039 w 2259901"/>
              <a:gd name="connsiteY103" fmla="*/ 1086741 h 1273403"/>
              <a:gd name="connsiteX104" fmla="*/ 1237943 w 2259901"/>
              <a:gd name="connsiteY104" fmla="*/ 1086701 h 1273403"/>
              <a:gd name="connsiteX105" fmla="*/ 1244597 w 2259901"/>
              <a:gd name="connsiteY105" fmla="*/ 1099084 h 1273403"/>
              <a:gd name="connsiteX106" fmla="*/ 1247651 w 2259901"/>
              <a:gd name="connsiteY106" fmla="*/ 1113062 h 1273403"/>
              <a:gd name="connsiteX107" fmla="*/ 1254393 w 2259901"/>
              <a:gd name="connsiteY107" fmla="*/ 1138295 h 1273403"/>
              <a:gd name="connsiteX108" fmla="*/ 1259004 w 2259901"/>
              <a:gd name="connsiteY108" fmla="*/ 1160941 h 1273403"/>
              <a:gd name="connsiteX109" fmla="*/ 1232411 w 2259901"/>
              <a:gd name="connsiteY109" fmla="*/ 1155502 h 1273403"/>
              <a:gd name="connsiteX110" fmla="*/ 1219359 w 2259901"/>
              <a:gd name="connsiteY110" fmla="*/ 1132142 h 1273403"/>
              <a:gd name="connsiteX111" fmla="*/ 1214885 w 2259901"/>
              <a:gd name="connsiteY111" fmla="*/ 1107013 h 1273403"/>
              <a:gd name="connsiteX112" fmla="*/ 1210117 w 2259901"/>
              <a:gd name="connsiteY112" fmla="*/ 1092147 h 1273403"/>
              <a:gd name="connsiteX113" fmla="*/ 1219879 w 2259901"/>
              <a:gd name="connsiteY113" fmla="*/ 1081900 h 1273403"/>
              <a:gd name="connsiteX114" fmla="*/ 1229408 w 2259901"/>
              <a:gd name="connsiteY114" fmla="*/ 1081482 h 1273403"/>
              <a:gd name="connsiteX115" fmla="*/ 126373 w 2259901"/>
              <a:gd name="connsiteY115" fmla="*/ 1058604 h 1273403"/>
              <a:gd name="connsiteX116" fmla="*/ 126401 w 2259901"/>
              <a:gd name="connsiteY116" fmla="*/ 1058672 h 1273403"/>
              <a:gd name="connsiteX117" fmla="*/ 137310 w 2259901"/>
              <a:gd name="connsiteY117" fmla="*/ 1065612 h 1273403"/>
              <a:gd name="connsiteX118" fmla="*/ 144536 w 2259901"/>
              <a:gd name="connsiteY118" fmla="*/ 1077840 h 1273403"/>
              <a:gd name="connsiteX119" fmla="*/ 158129 w 2259901"/>
              <a:gd name="connsiteY119" fmla="*/ 1094257 h 1273403"/>
              <a:gd name="connsiteX120" fmla="*/ 171763 w 2259901"/>
              <a:gd name="connsiteY120" fmla="*/ 1111652 h 1273403"/>
              <a:gd name="connsiteX121" fmla="*/ 175888 w 2259901"/>
              <a:gd name="connsiteY121" fmla="*/ 1133304 h 1273403"/>
              <a:gd name="connsiteX122" fmla="*/ 177875 w 2259901"/>
              <a:gd name="connsiteY122" fmla="*/ 1148078 h 1273403"/>
              <a:gd name="connsiteX123" fmla="*/ 179210 w 2259901"/>
              <a:gd name="connsiteY123" fmla="*/ 1155778 h 1273403"/>
              <a:gd name="connsiteX124" fmla="*/ 174958 w 2259901"/>
              <a:gd name="connsiteY124" fmla="*/ 1160967 h 1273403"/>
              <a:gd name="connsiteX125" fmla="*/ 158966 w 2259901"/>
              <a:gd name="connsiteY125" fmla="*/ 1154719 h 1273403"/>
              <a:gd name="connsiteX126" fmla="*/ 148702 w 2259901"/>
              <a:gd name="connsiteY126" fmla="*/ 1140317 h 1273403"/>
              <a:gd name="connsiteX127" fmla="*/ 137151 w 2259901"/>
              <a:gd name="connsiteY127" fmla="*/ 1120239 h 1273403"/>
              <a:gd name="connsiteX128" fmla="*/ 127615 w 2259901"/>
              <a:gd name="connsiteY128" fmla="*/ 1099255 h 1273403"/>
              <a:gd name="connsiteX129" fmla="*/ 119911 w 2259901"/>
              <a:gd name="connsiteY129" fmla="*/ 1076725 h 1273403"/>
              <a:gd name="connsiteX130" fmla="*/ 126373 w 2259901"/>
              <a:gd name="connsiteY130" fmla="*/ 1058604 h 1273403"/>
              <a:gd name="connsiteX131" fmla="*/ 773494 w 2259901"/>
              <a:gd name="connsiteY131" fmla="*/ 1041659 h 1273403"/>
              <a:gd name="connsiteX132" fmla="*/ 784099 w 2259901"/>
              <a:gd name="connsiteY132" fmla="*/ 1053496 h 1273403"/>
              <a:gd name="connsiteX133" fmla="*/ 792310 w 2259901"/>
              <a:gd name="connsiteY133" fmla="*/ 1068223 h 1273403"/>
              <a:gd name="connsiteX134" fmla="*/ 800003 w 2259901"/>
              <a:gd name="connsiteY134" fmla="*/ 1090241 h 1273403"/>
              <a:gd name="connsiteX135" fmla="*/ 797406 w 2259901"/>
              <a:gd name="connsiteY135" fmla="*/ 1113536 h 1273403"/>
              <a:gd name="connsiteX136" fmla="*/ 798753 w 2259901"/>
              <a:gd name="connsiteY136" fmla="*/ 1137242 h 1273403"/>
              <a:gd name="connsiteX137" fmla="*/ 785082 w 2259901"/>
              <a:gd name="connsiteY137" fmla="*/ 1158438 h 1273403"/>
              <a:gd name="connsiteX138" fmla="*/ 770808 w 2259901"/>
              <a:gd name="connsiteY138" fmla="*/ 1151724 h 1273403"/>
              <a:gd name="connsiteX139" fmla="*/ 762433 w 2259901"/>
              <a:gd name="connsiteY139" fmla="*/ 1139411 h 1273403"/>
              <a:gd name="connsiteX140" fmla="*/ 760389 w 2259901"/>
              <a:gd name="connsiteY140" fmla="*/ 1124501 h 1273403"/>
              <a:gd name="connsiteX141" fmla="*/ 766316 w 2259901"/>
              <a:gd name="connsiteY141" fmla="*/ 1111293 h 1273403"/>
              <a:gd name="connsiteX142" fmla="*/ 766936 w 2259901"/>
              <a:gd name="connsiteY142" fmla="*/ 1097160 h 1273403"/>
              <a:gd name="connsiteX143" fmla="*/ 767732 w 2259901"/>
              <a:gd name="connsiteY143" fmla="*/ 1082875 h 1273403"/>
              <a:gd name="connsiteX144" fmla="*/ 763541 w 2259901"/>
              <a:gd name="connsiteY144" fmla="*/ 1065823 h 1273403"/>
              <a:gd name="connsiteX145" fmla="*/ 756413 w 2259901"/>
              <a:gd name="connsiteY145" fmla="*/ 1050533 h 1273403"/>
              <a:gd name="connsiteX146" fmla="*/ 773378 w 2259901"/>
              <a:gd name="connsiteY146" fmla="*/ 1041667 h 1273403"/>
              <a:gd name="connsiteX147" fmla="*/ 1390083 w 2259901"/>
              <a:gd name="connsiteY147" fmla="*/ 1038508 h 1273403"/>
              <a:gd name="connsiteX148" fmla="*/ 1402992 w 2259901"/>
              <a:gd name="connsiteY148" fmla="*/ 1048882 h 1273403"/>
              <a:gd name="connsiteX149" fmla="*/ 1411403 w 2259901"/>
              <a:gd name="connsiteY149" fmla="*/ 1064880 h 1273403"/>
              <a:gd name="connsiteX150" fmla="*/ 1416918 w 2259901"/>
              <a:gd name="connsiteY150" fmla="*/ 1087792 h 1273403"/>
              <a:gd name="connsiteX151" fmla="*/ 1411152 w 2259901"/>
              <a:gd name="connsiteY151" fmla="*/ 1107614 h 1273403"/>
              <a:gd name="connsiteX152" fmla="*/ 1395338 w 2259901"/>
              <a:gd name="connsiteY152" fmla="*/ 1098789 h 1273403"/>
              <a:gd name="connsiteX153" fmla="*/ 1388661 w 2259901"/>
              <a:gd name="connsiteY153" fmla="*/ 1078381 h 1273403"/>
              <a:gd name="connsiteX154" fmla="*/ 1381912 w 2259901"/>
              <a:gd name="connsiteY154" fmla="*/ 1058283 h 1273403"/>
              <a:gd name="connsiteX155" fmla="*/ 1390083 w 2259901"/>
              <a:gd name="connsiteY155" fmla="*/ 1038508 h 1273403"/>
              <a:gd name="connsiteX156" fmla="*/ 289774 w 2259901"/>
              <a:gd name="connsiteY156" fmla="*/ 1015297 h 1273403"/>
              <a:gd name="connsiteX157" fmla="*/ 305734 w 2259901"/>
              <a:gd name="connsiteY157" fmla="*/ 1017580 h 1273403"/>
              <a:gd name="connsiteX158" fmla="*/ 316904 w 2259901"/>
              <a:gd name="connsiteY158" fmla="*/ 1030895 h 1273403"/>
              <a:gd name="connsiteX159" fmla="*/ 336670 w 2259901"/>
              <a:gd name="connsiteY159" fmla="*/ 1045497 h 1273403"/>
              <a:gd name="connsiteX160" fmla="*/ 342211 w 2259901"/>
              <a:gd name="connsiteY160" fmla="*/ 1069153 h 1273403"/>
              <a:gd name="connsiteX161" fmla="*/ 346311 w 2259901"/>
              <a:gd name="connsiteY161" fmla="*/ 1091810 h 1273403"/>
              <a:gd name="connsiteX162" fmla="*/ 346873 w 2259901"/>
              <a:gd name="connsiteY162" fmla="*/ 1115639 h 1273403"/>
              <a:gd name="connsiteX163" fmla="*/ 321529 w 2259901"/>
              <a:gd name="connsiteY163" fmla="*/ 1104797 h 1273403"/>
              <a:gd name="connsiteX164" fmla="*/ 312264 w 2259901"/>
              <a:gd name="connsiteY164" fmla="*/ 1080201 h 1273403"/>
              <a:gd name="connsiteX165" fmla="*/ 305498 w 2259901"/>
              <a:gd name="connsiteY165" fmla="*/ 1067546 h 1273403"/>
              <a:gd name="connsiteX166" fmla="*/ 296263 w 2259901"/>
              <a:gd name="connsiteY166" fmla="*/ 1057017 h 1273403"/>
              <a:gd name="connsiteX167" fmla="*/ 287502 w 2259901"/>
              <a:gd name="connsiteY167" fmla="*/ 1043470 h 1273403"/>
              <a:gd name="connsiteX168" fmla="*/ 281089 w 2259901"/>
              <a:gd name="connsiteY168" fmla="*/ 1028761 h 1273403"/>
              <a:gd name="connsiteX169" fmla="*/ 289753 w 2259901"/>
              <a:gd name="connsiteY169" fmla="*/ 1015345 h 1273403"/>
              <a:gd name="connsiteX170" fmla="*/ 940888 w 2259901"/>
              <a:gd name="connsiteY170" fmla="*/ 993534 h 1273403"/>
              <a:gd name="connsiteX171" fmla="*/ 954631 w 2259901"/>
              <a:gd name="connsiteY171" fmla="*/ 1008379 h 1273403"/>
              <a:gd name="connsiteX172" fmla="*/ 959959 w 2259901"/>
              <a:gd name="connsiteY172" fmla="*/ 1028503 h 1273403"/>
              <a:gd name="connsiteX173" fmla="*/ 969398 w 2259901"/>
              <a:gd name="connsiteY173" fmla="*/ 1047300 h 1273403"/>
              <a:gd name="connsiteX174" fmla="*/ 972545 w 2259901"/>
              <a:gd name="connsiteY174" fmla="*/ 1067922 h 1273403"/>
              <a:gd name="connsiteX175" fmla="*/ 979890 w 2259901"/>
              <a:gd name="connsiteY175" fmla="*/ 1088214 h 1273403"/>
              <a:gd name="connsiteX176" fmla="*/ 979958 w 2259901"/>
              <a:gd name="connsiteY176" fmla="*/ 1088186 h 1273403"/>
              <a:gd name="connsiteX177" fmla="*/ 969775 w 2259901"/>
              <a:gd name="connsiteY177" fmla="*/ 1100515 h 1273403"/>
              <a:gd name="connsiteX178" fmla="*/ 949501 w 2259901"/>
              <a:gd name="connsiteY178" fmla="*/ 1090892 h 1273403"/>
              <a:gd name="connsiteX179" fmla="*/ 938538 w 2259901"/>
              <a:gd name="connsiteY179" fmla="*/ 1072641 h 1273403"/>
              <a:gd name="connsiteX180" fmla="*/ 934903 w 2259901"/>
              <a:gd name="connsiteY180" fmla="*/ 1051703 h 1273403"/>
              <a:gd name="connsiteX181" fmla="*/ 928534 w 2259901"/>
              <a:gd name="connsiteY181" fmla="*/ 1031368 h 1273403"/>
              <a:gd name="connsiteX182" fmla="*/ 929487 w 2259901"/>
              <a:gd name="connsiteY182" fmla="*/ 1009980 h 1273403"/>
              <a:gd name="connsiteX183" fmla="*/ 940888 w 2259901"/>
              <a:gd name="connsiteY183" fmla="*/ 993534 h 1273403"/>
              <a:gd name="connsiteX184" fmla="*/ 1541454 w 2259901"/>
              <a:gd name="connsiteY184" fmla="*/ 970746 h 1273403"/>
              <a:gd name="connsiteX185" fmla="*/ 1557494 w 2259901"/>
              <a:gd name="connsiteY185" fmla="*/ 977013 h 1273403"/>
              <a:gd name="connsiteX186" fmla="*/ 1566428 w 2259901"/>
              <a:gd name="connsiteY186" fmla="*/ 993513 h 1273403"/>
              <a:gd name="connsiteX187" fmla="*/ 1573536 w 2259901"/>
              <a:gd name="connsiteY187" fmla="*/ 1010600 h 1273403"/>
              <a:gd name="connsiteX188" fmla="*/ 1573468 w 2259901"/>
              <a:gd name="connsiteY188" fmla="*/ 1010628 h 1273403"/>
              <a:gd name="connsiteX189" fmla="*/ 1572046 w 2259901"/>
              <a:gd name="connsiteY189" fmla="*/ 1021829 h 1273403"/>
              <a:gd name="connsiteX190" fmla="*/ 1550392 w 2259901"/>
              <a:gd name="connsiteY190" fmla="*/ 1021563 h 1273403"/>
              <a:gd name="connsiteX191" fmla="*/ 1540042 w 2259901"/>
              <a:gd name="connsiteY191" fmla="*/ 1004810 h 1273403"/>
              <a:gd name="connsiteX192" fmla="*/ 1532380 w 2259901"/>
              <a:gd name="connsiteY192" fmla="*/ 986756 h 1273403"/>
              <a:gd name="connsiteX193" fmla="*/ 1541454 w 2259901"/>
              <a:gd name="connsiteY193" fmla="*/ 970746 h 1273403"/>
              <a:gd name="connsiteX194" fmla="*/ 461595 w 2259901"/>
              <a:gd name="connsiteY194" fmla="*/ 963989 h 1273403"/>
              <a:gd name="connsiteX195" fmla="*/ 471125 w 2259901"/>
              <a:gd name="connsiteY195" fmla="*/ 968447 h 1273403"/>
              <a:gd name="connsiteX196" fmla="*/ 482788 w 2259901"/>
              <a:gd name="connsiteY196" fmla="*/ 980049 h 1273403"/>
              <a:gd name="connsiteX197" fmla="*/ 491064 w 2259901"/>
              <a:gd name="connsiteY197" fmla="*/ 995425 h 1273403"/>
              <a:gd name="connsiteX198" fmla="*/ 490671 w 2259901"/>
              <a:gd name="connsiteY198" fmla="*/ 1012250 h 1273403"/>
              <a:gd name="connsiteX199" fmla="*/ 499161 w 2259901"/>
              <a:gd name="connsiteY199" fmla="*/ 1032231 h 1273403"/>
              <a:gd name="connsiteX200" fmla="*/ 514082 w 2259901"/>
              <a:gd name="connsiteY200" fmla="*/ 1046553 h 1273403"/>
              <a:gd name="connsiteX201" fmla="*/ 514065 w 2259901"/>
              <a:gd name="connsiteY201" fmla="*/ 1058758 h 1273403"/>
              <a:gd name="connsiteX202" fmla="*/ 508740 w 2259901"/>
              <a:gd name="connsiteY202" fmla="*/ 1068190 h 1273403"/>
              <a:gd name="connsiteX203" fmla="*/ 495548 w 2259901"/>
              <a:gd name="connsiteY203" fmla="*/ 1067913 h 1273403"/>
              <a:gd name="connsiteX204" fmla="*/ 483343 w 2259901"/>
              <a:gd name="connsiteY204" fmla="*/ 1061107 h 1273403"/>
              <a:gd name="connsiteX205" fmla="*/ 472427 w 2259901"/>
              <a:gd name="connsiteY205" fmla="*/ 1043552 h 1273403"/>
              <a:gd name="connsiteX206" fmla="*/ 467128 w 2259901"/>
              <a:gd name="connsiteY206" fmla="*/ 1023893 h 1273403"/>
              <a:gd name="connsiteX207" fmla="*/ 461339 w 2259901"/>
              <a:gd name="connsiteY207" fmla="*/ 1005945 h 1273403"/>
              <a:gd name="connsiteX208" fmla="*/ 453940 w 2259901"/>
              <a:gd name="connsiteY208" fmla="*/ 990090 h 1273403"/>
              <a:gd name="connsiteX209" fmla="*/ 454056 w 2259901"/>
              <a:gd name="connsiteY209" fmla="*/ 990082 h 1273403"/>
              <a:gd name="connsiteX210" fmla="*/ 453633 w 2259901"/>
              <a:gd name="connsiteY210" fmla="*/ 964167 h 1273403"/>
              <a:gd name="connsiteX211" fmla="*/ 461595 w 2259901"/>
              <a:gd name="connsiteY211" fmla="*/ 963989 h 1273403"/>
              <a:gd name="connsiteX212" fmla="*/ 1102165 w 2259901"/>
              <a:gd name="connsiteY212" fmla="*/ 950183 h 1273403"/>
              <a:gd name="connsiteX213" fmla="*/ 1124608 w 2259901"/>
              <a:gd name="connsiteY213" fmla="*/ 959472 h 1273403"/>
              <a:gd name="connsiteX214" fmla="*/ 1125196 w 2259901"/>
              <a:gd name="connsiteY214" fmla="*/ 979473 h 1273403"/>
              <a:gd name="connsiteX215" fmla="*/ 1126850 w 2259901"/>
              <a:gd name="connsiteY215" fmla="*/ 998002 h 1273403"/>
              <a:gd name="connsiteX216" fmla="*/ 1133146 w 2259901"/>
              <a:gd name="connsiteY216" fmla="*/ 1018645 h 1273403"/>
              <a:gd name="connsiteX217" fmla="*/ 1137478 w 2259901"/>
              <a:gd name="connsiteY217" fmla="*/ 1039537 h 1273403"/>
              <a:gd name="connsiteX218" fmla="*/ 1138377 w 2259901"/>
              <a:gd name="connsiteY218" fmla="*/ 1051223 h 1273403"/>
              <a:gd name="connsiteX219" fmla="*/ 1131670 w 2259901"/>
              <a:gd name="connsiteY219" fmla="*/ 1056632 h 1273403"/>
              <a:gd name="connsiteX220" fmla="*/ 1112492 w 2259901"/>
              <a:gd name="connsiteY220" fmla="*/ 1047357 h 1273403"/>
              <a:gd name="connsiteX221" fmla="*/ 1099884 w 2259901"/>
              <a:gd name="connsiteY221" fmla="*/ 1026837 h 1273403"/>
              <a:gd name="connsiteX222" fmla="*/ 1089668 w 2259901"/>
              <a:gd name="connsiteY222" fmla="*/ 1004382 h 1273403"/>
              <a:gd name="connsiteX223" fmla="*/ 1095149 w 2259901"/>
              <a:gd name="connsiteY223" fmla="*/ 979586 h 1273403"/>
              <a:gd name="connsiteX224" fmla="*/ 1095434 w 2259901"/>
              <a:gd name="connsiteY224" fmla="*/ 962886 h 1273403"/>
              <a:gd name="connsiteX225" fmla="*/ 1102165 w 2259901"/>
              <a:gd name="connsiteY225" fmla="*/ 950183 h 1273403"/>
              <a:gd name="connsiteX226" fmla="*/ 14860 w 2259901"/>
              <a:gd name="connsiteY226" fmla="*/ 926889 h 1273403"/>
              <a:gd name="connsiteX227" fmla="*/ 36439 w 2259901"/>
              <a:gd name="connsiteY227" fmla="*/ 938243 h 1273403"/>
              <a:gd name="connsiteX228" fmla="*/ 36390 w 2259901"/>
              <a:gd name="connsiteY228" fmla="*/ 938222 h 1273403"/>
              <a:gd name="connsiteX229" fmla="*/ 41574 w 2259901"/>
              <a:gd name="connsiteY229" fmla="*/ 953714 h 1273403"/>
              <a:gd name="connsiteX230" fmla="*/ 39099 w 2259901"/>
              <a:gd name="connsiteY230" fmla="*/ 969045 h 1273403"/>
              <a:gd name="connsiteX231" fmla="*/ 41247 w 2259901"/>
              <a:gd name="connsiteY231" fmla="*/ 996360 h 1273403"/>
              <a:gd name="connsiteX232" fmla="*/ 48200 w 2259901"/>
              <a:gd name="connsiteY232" fmla="*/ 1009375 h 1273403"/>
              <a:gd name="connsiteX233" fmla="*/ 47538 w 2259901"/>
              <a:gd name="connsiteY233" fmla="*/ 1017720 h 1273403"/>
              <a:gd name="connsiteX234" fmla="*/ 41403 w 2259901"/>
              <a:gd name="connsiteY234" fmla="*/ 1023179 h 1273403"/>
              <a:gd name="connsiteX235" fmla="*/ 22558 w 2259901"/>
              <a:gd name="connsiteY235" fmla="*/ 1011898 h 1273403"/>
              <a:gd name="connsiteX236" fmla="*/ 6756 w 2259901"/>
              <a:gd name="connsiteY236" fmla="*/ 997659 h 1273403"/>
              <a:gd name="connsiteX237" fmla="*/ 271 w 2259901"/>
              <a:gd name="connsiteY237" fmla="*/ 977333 h 1273403"/>
              <a:gd name="connsiteX238" fmla="*/ 2879 w 2259901"/>
              <a:gd name="connsiteY238" fmla="*/ 956300 h 1273403"/>
              <a:gd name="connsiteX239" fmla="*/ 7511 w 2259901"/>
              <a:gd name="connsiteY239" fmla="*/ 940799 h 1273403"/>
              <a:gd name="connsiteX240" fmla="*/ 14860 w 2259901"/>
              <a:gd name="connsiteY240" fmla="*/ 926889 h 1273403"/>
              <a:gd name="connsiteX241" fmla="*/ 623138 w 2259901"/>
              <a:gd name="connsiteY241" fmla="*/ 914500 h 1273403"/>
              <a:gd name="connsiteX242" fmla="*/ 637589 w 2259901"/>
              <a:gd name="connsiteY242" fmla="*/ 922811 h 1273403"/>
              <a:gd name="connsiteX243" fmla="*/ 650739 w 2259901"/>
              <a:gd name="connsiteY243" fmla="*/ 933286 h 1273403"/>
              <a:gd name="connsiteX244" fmla="*/ 665360 w 2259901"/>
              <a:gd name="connsiteY244" fmla="*/ 951150 h 1273403"/>
              <a:gd name="connsiteX245" fmla="*/ 675184 w 2259901"/>
              <a:gd name="connsiteY245" fmla="*/ 972255 h 1273403"/>
              <a:gd name="connsiteX246" fmla="*/ 679754 w 2259901"/>
              <a:gd name="connsiteY246" fmla="*/ 994997 h 1273403"/>
              <a:gd name="connsiteX247" fmla="*/ 680286 w 2259901"/>
              <a:gd name="connsiteY247" fmla="*/ 1009006 h 1273403"/>
              <a:gd name="connsiteX248" fmla="*/ 676623 w 2259901"/>
              <a:gd name="connsiteY248" fmla="*/ 1017279 h 1273403"/>
              <a:gd name="connsiteX249" fmla="*/ 663217 w 2259901"/>
              <a:gd name="connsiteY249" fmla="*/ 1016573 h 1273403"/>
              <a:gd name="connsiteX250" fmla="*/ 653082 w 2259901"/>
              <a:gd name="connsiteY250" fmla="*/ 1007248 h 1273403"/>
              <a:gd name="connsiteX251" fmla="*/ 647480 w 2259901"/>
              <a:gd name="connsiteY251" fmla="*/ 996660 h 1273403"/>
              <a:gd name="connsiteX252" fmla="*/ 641151 w 2259901"/>
              <a:gd name="connsiteY252" fmla="*/ 983229 h 1273403"/>
              <a:gd name="connsiteX253" fmla="*/ 637768 w 2259901"/>
              <a:gd name="connsiteY253" fmla="*/ 969902 h 1273403"/>
              <a:gd name="connsiteX254" fmla="*/ 631814 w 2259901"/>
              <a:gd name="connsiteY254" fmla="*/ 957193 h 1273403"/>
              <a:gd name="connsiteX255" fmla="*/ 622318 w 2259901"/>
              <a:gd name="connsiteY255" fmla="*/ 943111 h 1273403"/>
              <a:gd name="connsiteX256" fmla="*/ 615229 w 2259901"/>
              <a:gd name="connsiteY256" fmla="*/ 930151 h 1273403"/>
              <a:gd name="connsiteX257" fmla="*/ 623138 w 2259901"/>
              <a:gd name="connsiteY257" fmla="*/ 914500 h 1273403"/>
              <a:gd name="connsiteX258" fmla="*/ 1272788 w 2259901"/>
              <a:gd name="connsiteY258" fmla="*/ 906664 h 1273403"/>
              <a:gd name="connsiteX259" fmla="*/ 1277960 w 2259901"/>
              <a:gd name="connsiteY259" fmla="*/ 909867 h 1273403"/>
              <a:gd name="connsiteX260" fmla="*/ 1281633 w 2259901"/>
              <a:gd name="connsiteY260" fmla="*/ 923711 h 1273403"/>
              <a:gd name="connsiteX261" fmla="*/ 1290205 w 2259901"/>
              <a:gd name="connsiteY261" fmla="*/ 943500 h 1273403"/>
              <a:gd name="connsiteX262" fmla="*/ 1295176 w 2259901"/>
              <a:gd name="connsiteY262" fmla="*/ 964209 h 1273403"/>
              <a:gd name="connsiteX263" fmla="*/ 1299182 w 2259901"/>
              <a:gd name="connsiteY263" fmla="*/ 985472 h 1273403"/>
              <a:gd name="connsiteX264" fmla="*/ 1301339 w 2259901"/>
              <a:gd name="connsiteY264" fmla="*/ 1001051 h 1273403"/>
              <a:gd name="connsiteX265" fmla="*/ 1300647 w 2259901"/>
              <a:gd name="connsiteY265" fmla="*/ 1009687 h 1273403"/>
              <a:gd name="connsiteX266" fmla="*/ 1294751 w 2259901"/>
              <a:gd name="connsiteY266" fmla="*/ 1014491 h 1273403"/>
              <a:gd name="connsiteX267" fmla="*/ 1279137 w 2259901"/>
              <a:gd name="connsiteY267" fmla="*/ 1004112 h 1273403"/>
              <a:gd name="connsiteX268" fmla="*/ 1271519 w 2259901"/>
              <a:gd name="connsiteY268" fmla="*/ 988108 h 1273403"/>
              <a:gd name="connsiteX269" fmla="*/ 1266632 w 2259901"/>
              <a:gd name="connsiteY269" fmla="*/ 965177 h 1273403"/>
              <a:gd name="connsiteX270" fmla="*/ 1256335 w 2259901"/>
              <a:gd name="connsiteY270" fmla="*/ 943988 h 1273403"/>
              <a:gd name="connsiteX271" fmla="*/ 1258468 w 2259901"/>
              <a:gd name="connsiteY271" fmla="*/ 920723 h 1273403"/>
              <a:gd name="connsiteX272" fmla="*/ 1264416 w 2259901"/>
              <a:gd name="connsiteY272" fmla="*/ 907468 h 1273403"/>
              <a:gd name="connsiteX273" fmla="*/ 1264376 w 2259901"/>
              <a:gd name="connsiteY273" fmla="*/ 907564 h 1273403"/>
              <a:gd name="connsiteX274" fmla="*/ 1272788 w 2259901"/>
              <a:gd name="connsiteY274" fmla="*/ 906664 h 1273403"/>
              <a:gd name="connsiteX275" fmla="*/ 800515 w 2259901"/>
              <a:gd name="connsiteY275" fmla="*/ 862599 h 1273403"/>
              <a:gd name="connsiteX276" fmla="*/ 816566 w 2259901"/>
              <a:gd name="connsiteY276" fmla="*/ 876377 h 1273403"/>
              <a:gd name="connsiteX277" fmla="*/ 824518 w 2259901"/>
              <a:gd name="connsiteY277" fmla="*/ 895625 h 1273403"/>
              <a:gd name="connsiteX278" fmla="*/ 835671 w 2259901"/>
              <a:gd name="connsiteY278" fmla="*/ 912884 h 1273403"/>
              <a:gd name="connsiteX279" fmla="*/ 848305 w 2259901"/>
              <a:gd name="connsiteY279" fmla="*/ 929973 h 1273403"/>
              <a:gd name="connsiteX280" fmla="*/ 852449 w 2259901"/>
              <a:gd name="connsiteY280" fmla="*/ 950504 h 1273403"/>
              <a:gd name="connsiteX281" fmla="*/ 852497 w 2259901"/>
              <a:gd name="connsiteY281" fmla="*/ 950524 h 1273403"/>
              <a:gd name="connsiteX282" fmla="*/ 853628 w 2259901"/>
              <a:gd name="connsiteY282" fmla="*/ 966802 h 1273403"/>
              <a:gd name="connsiteX283" fmla="*/ 827471 w 2259901"/>
              <a:gd name="connsiteY283" fmla="*/ 958441 h 1273403"/>
              <a:gd name="connsiteX284" fmla="*/ 814375 w 2259901"/>
              <a:gd name="connsiteY284" fmla="*/ 941780 h 1273403"/>
              <a:gd name="connsiteX285" fmla="*/ 805563 w 2259901"/>
              <a:gd name="connsiteY285" fmla="*/ 922566 h 1273403"/>
              <a:gd name="connsiteX286" fmla="*/ 797500 w 2259901"/>
              <a:gd name="connsiteY286" fmla="*/ 903047 h 1273403"/>
              <a:gd name="connsiteX287" fmla="*/ 798876 w 2259901"/>
              <a:gd name="connsiteY287" fmla="*/ 881724 h 1273403"/>
              <a:gd name="connsiteX288" fmla="*/ 800515 w 2259901"/>
              <a:gd name="connsiteY288" fmla="*/ 862599 h 1273403"/>
              <a:gd name="connsiteX289" fmla="*/ 174061 w 2259901"/>
              <a:gd name="connsiteY289" fmla="*/ 861843 h 1273403"/>
              <a:gd name="connsiteX290" fmla="*/ 174089 w 2259901"/>
              <a:gd name="connsiteY290" fmla="*/ 861911 h 1273403"/>
              <a:gd name="connsiteX291" fmla="*/ 187020 w 2259901"/>
              <a:gd name="connsiteY291" fmla="*/ 883809 h 1273403"/>
              <a:gd name="connsiteX292" fmla="*/ 203057 w 2259901"/>
              <a:gd name="connsiteY292" fmla="*/ 906104 h 1273403"/>
              <a:gd name="connsiteX293" fmla="*/ 201106 w 2259901"/>
              <a:gd name="connsiteY293" fmla="*/ 930009 h 1273403"/>
              <a:gd name="connsiteX294" fmla="*/ 203549 w 2259901"/>
              <a:gd name="connsiteY294" fmla="*/ 952312 h 1273403"/>
              <a:gd name="connsiteX295" fmla="*/ 202463 w 2259901"/>
              <a:gd name="connsiteY295" fmla="*/ 976577 h 1273403"/>
              <a:gd name="connsiteX296" fmla="*/ 183575 w 2259901"/>
              <a:gd name="connsiteY296" fmla="*/ 959070 h 1273403"/>
              <a:gd name="connsiteX297" fmla="*/ 176859 w 2259901"/>
              <a:gd name="connsiteY297" fmla="*/ 936334 h 1273403"/>
              <a:gd name="connsiteX298" fmla="*/ 173431 w 2259901"/>
              <a:gd name="connsiteY298" fmla="*/ 912884 h 1273403"/>
              <a:gd name="connsiteX299" fmla="*/ 161498 w 2259901"/>
              <a:gd name="connsiteY299" fmla="*/ 891969 h 1273403"/>
              <a:gd name="connsiteX300" fmla="*/ 166340 w 2259901"/>
              <a:gd name="connsiteY300" fmla="*/ 875427 h 1273403"/>
              <a:gd name="connsiteX301" fmla="*/ 174061 w 2259901"/>
              <a:gd name="connsiteY301" fmla="*/ 861843 h 1273403"/>
              <a:gd name="connsiteX302" fmla="*/ 1427788 w 2259901"/>
              <a:gd name="connsiteY302" fmla="*/ 854271 h 1273403"/>
              <a:gd name="connsiteX303" fmla="*/ 1427835 w 2259901"/>
              <a:gd name="connsiteY303" fmla="*/ 854291 h 1273403"/>
              <a:gd name="connsiteX304" fmla="*/ 1444273 w 2259901"/>
              <a:gd name="connsiteY304" fmla="*/ 863379 h 1273403"/>
              <a:gd name="connsiteX305" fmla="*/ 1452488 w 2259901"/>
              <a:gd name="connsiteY305" fmla="*/ 878898 h 1273403"/>
              <a:gd name="connsiteX306" fmla="*/ 1461541 w 2259901"/>
              <a:gd name="connsiteY306" fmla="*/ 899962 h 1273403"/>
              <a:gd name="connsiteX307" fmla="*/ 1470563 w 2259901"/>
              <a:gd name="connsiteY307" fmla="*/ 921633 h 1273403"/>
              <a:gd name="connsiteX308" fmla="*/ 1466190 w 2259901"/>
              <a:gd name="connsiteY308" fmla="*/ 944862 h 1273403"/>
              <a:gd name="connsiteX309" fmla="*/ 1463223 w 2259901"/>
              <a:gd name="connsiteY309" fmla="*/ 967155 h 1273403"/>
              <a:gd name="connsiteX310" fmla="*/ 1440150 w 2259901"/>
              <a:gd name="connsiteY310" fmla="*/ 953314 h 1273403"/>
              <a:gd name="connsiteX311" fmla="*/ 1437891 w 2259901"/>
              <a:gd name="connsiteY311" fmla="*/ 939725 h 1273403"/>
              <a:gd name="connsiteX312" fmla="*/ 1431478 w 2259901"/>
              <a:gd name="connsiteY312" fmla="*/ 926766 h 1273403"/>
              <a:gd name="connsiteX313" fmla="*/ 1429624 w 2259901"/>
              <a:gd name="connsiteY313" fmla="*/ 913289 h 1273403"/>
              <a:gd name="connsiteX314" fmla="*/ 1428642 w 2259901"/>
              <a:gd name="connsiteY314" fmla="*/ 899614 h 1273403"/>
              <a:gd name="connsiteX315" fmla="*/ 1421588 w 2259901"/>
              <a:gd name="connsiteY315" fmla="*/ 885088 h 1273403"/>
              <a:gd name="connsiteX316" fmla="*/ 1419736 w 2259901"/>
              <a:gd name="connsiteY316" fmla="*/ 870259 h 1273403"/>
              <a:gd name="connsiteX317" fmla="*/ 1427788 w 2259901"/>
              <a:gd name="connsiteY317" fmla="*/ 854271 h 1273403"/>
              <a:gd name="connsiteX318" fmla="*/ 961047 w 2259901"/>
              <a:gd name="connsiteY318" fmla="*/ 817526 h 1273403"/>
              <a:gd name="connsiteX319" fmla="*/ 985339 w 2259901"/>
              <a:gd name="connsiteY319" fmla="*/ 826573 h 1273403"/>
              <a:gd name="connsiteX320" fmla="*/ 985359 w 2259901"/>
              <a:gd name="connsiteY320" fmla="*/ 826525 h 1273403"/>
              <a:gd name="connsiteX321" fmla="*/ 991153 w 2259901"/>
              <a:gd name="connsiteY321" fmla="*/ 844869 h 1273403"/>
              <a:gd name="connsiteX322" fmla="*/ 996422 w 2259901"/>
              <a:gd name="connsiteY322" fmla="*/ 862710 h 1273403"/>
              <a:gd name="connsiteX323" fmla="*/ 1002787 w 2259901"/>
              <a:gd name="connsiteY323" fmla="*/ 883325 h 1273403"/>
              <a:gd name="connsiteX324" fmla="*/ 1014406 w 2259901"/>
              <a:gd name="connsiteY324" fmla="*/ 901626 h 1273403"/>
              <a:gd name="connsiteX325" fmla="*/ 1017764 w 2259901"/>
              <a:gd name="connsiteY325" fmla="*/ 912656 h 1273403"/>
              <a:gd name="connsiteX326" fmla="*/ 1012419 w 2259901"/>
              <a:gd name="connsiteY326" fmla="*/ 919024 h 1273403"/>
              <a:gd name="connsiteX327" fmla="*/ 993214 w 2259901"/>
              <a:gd name="connsiteY327" fmla="*/ 912503 h 1273403"/>
              <a:gd name="connsiteX328" fmla="*/ 978413 w 2259901"/>
              <a:gd name="connsiteY328" fmla="*/ 894394 h 1273403"/>
              <a:gd name="connsiteX329" fmla="*/ 964973 w 2259901"/>
              <a:gd name="connsiteY329" fmla="*/ 874653 h 1273403"/>
              <a:gd name="connsiteX330" fmla="*/ 959851 w 2259901"/>
              <a:gd name="connsiteY330" fmla="*/ 851341 h 1273403"/>
              <a:gd name="connsiteX331" fmla="*/ 955347 w 2259901"/>
              <a:gd name="connsiteY331" fmla="*/ 834497 h 1273403"/>
              <a:gd name="connsiteX332" fmla="*/ 961047 w 2259901"/>
              <a:gd name="connsiteY332" fmla="*/ 817526 h 1273403"/>
              <a:gd name="connsiteX333" fmla="*/ 341430 w 2259901"/>
              <a:gd name="connsiteY333" fmla="*/ 812295 h 1273403"/>
              <a:gd name="connsiteX334" fmla="*/ 357154 w 2259901"/>
              <a:gd name="connsiteY334" fmla="*/ 828873 h 1273403"/>
              <a:gd name="connsiteX335" fmla="*/ 364869 w 2259901"/>
              <a:gd name="connsiteY335" fmla="*/ 848417 h 1273403"/>
              <a:gd name="connsiteX336" fmla="*/ 370798 w 2259901"/>
              <a:gd name="connsiteY336" fmla="*/ 868455 h 1273403"/>
              <a:gd name="connsiteX337" fmla="*/ 370174 w 2259901"/>
              <a:gd name="connsiteY337" fmla="*/ 889866 h 1273403"/>
              <a:gd name="connsiteX338" fmla="*/ 379141 w 2259901"/>
              <a:gd name="connsiteY338" fmla="*/ 909652 h 1273403"/>
              <a:gd name="connsiteX339" fmla="*/ 379258 w 2259901"/>
              <a:gd name="connsiteY339" fmla="*/ 909645 h 1273403"/>
              <a:gd name="connsiteX340" fmla="*/ 372781 w 2259901"/>
              <a:gd name="connsiteY340" fmla="*/ 925106 h 1273403"/>
              <a:gd name="connsiteX341" fmla="*/ 358294 w 2259901"/>
              <a:gd name="connsiteY341" fmla="*/ 924286 h 1273403"/>
              <a:gd name="connsiteX342" fmla="*/ 350581 w 2259901"/>
              <a:gd name="connsiteY342" fmla="*/ 912138 h 1273403"/>
              <a:gd name="connsiteX343" fmla="*/ 342493 w 2259901"/>
              <a:gd name="connsiteY343" fmla="*/ 892946 h 1273403"/>
              <a:gd name="connsiteX344" fmla="*/ 337962 w 2259901"/>
              <a:gd name="connsiteY344" fmla="*/ 872534 h 1273403"/>
              <a:gd name="connsiteX345" fmla="*/ 336072 w 2259901"/>
              <a:gd name="connsiteY345" fmla="*/ 851875 h 1273403"/>
              <a:gd name="connsiteX346" fmla="*/ 334424 w 2259901"/>
              <a:gd name="connsiteY346" fmla="*/ 831712 h 1273403"/>
              <a:gd name="connsiteX347" fmla="*/ 341430 w 2259901"/>
              <a:gd name="connsiteY347" fmla="*/ 812295 h 1273403"/>
              <a:gd name="connsiteX348" fmla="*/ 1598764 w 2259901"/>
              <a:gd name="connsiteY348" fmla="*/ 808494 h 1273403"/>
              <a:gd name="connsiteX349" fmla="*/ 1611507 w 2259901"/>
              <a:gd name="connsiteY349" fmla="*/ 817783 h 1273403"/>
              <a:gd name="connsiteX350" fmla="*/ 1622136 w 2259901"/>
              <a:gd name="connsiteY350" fmla="*/ 829968 h 1273403"/>
              <a:gd name="connsiteX351" fmla="*/ 1618657 w 2259901"/>
              <a:gd name="connsiteY351" fmla="*/ 845275 h 1273403"/>
              <a:gd name="connsiteX352" fmla="*/ 1621222 w 2259901"/>
              <a:gd name="connsiteY352" fmla="*/ 863112 h 1273403"/>
              <a:gd name="connsiteX353" fmla="*/ 1624112 w 2259901"/>
              <a:gd name="connsiteY353" fmla="*/ 884078 h 1273403"/>
              <a:gd name="connsiteX354" fmla="*/ 1633985 w 2259901"/>
              <a:gd name="connsiteY354" fmla="*/ 902775 h 1273403"/>
              <a:gd name="connsiteX355" fmla="*/ 1630423 w 2259901"/>
              <a:gd name="connsiteY355" fmla="*/ 915790 h 1273403"/>
              <a:gd name="connsiteX356" fmla="*/ 1622525 w 2259901"/>
              <a:gd name="connsiteY356" fmla="*/ 924616 h 1273403"/>
              <a:gd name="connsiteX357" fmla="*/ 1606251 w 2259901"/>
              <a:gd name="connsiteY357" fmla="*/ 921467 h 1273403"/>
              <a:gd name="connsiteX358" fmla="*/ 1598946 w 2259901"/>
              <a:gd name="connsiteY358" fmla="*/ 908078 h 1273403"/>
              <a:gd name="connsiteX359" fmla="*/ 1594157 w 2259901"/>
              <a:gd name="connsiteY359" fmla="*/ 888010 h 1273403"/>
              <a:gd name="connsiteX360" fmla="*/ 1599742 w 2259901"/>
              <a:gd name="connsiteY360" fmla="*/ 866870 h 1273403"/>
              <a:gd name="connsiteX361" fmla="*/ 1594877 w 2259901"/>
              <a:gd name="connsiteY361" fmla="*/ 848465 h 1273403"/>
              <a:gd name="connsiteX362" fmla="*/ 1586490 w 2259901"/>
              <a:gd name="connsiteY362" fmla="*/ 831066 h 1273403"/>
              <a:gd name="connsiteX363" fmla="*/ 1598764 w 2259901"/>
              <a:gd name="connsiteY363" fmla="*/ 808494 h 1273403"/>
              <a:gd name="connsiteX364" fmla="*/ 1129060 w 2259901"/>
              <a:gd name="connsiteY364" fmla="*/ 780425 h 1273403"/>
              <a:gd name="connsiteX365" fmla="*/ 1140530 w 2259901"/>
              <a:gd name="connsiteY365" fmla="*/ 781464 h 1273403"/>
              <a:gd name="connsiteX366" fmla="*/ 1145140 w 2259901"/>
              <a:gd name="connsiteY366" fmla="*/ 795361 h 1273403"/>
              <a:gd name="connsiteX367" fmla="*/ 1161438 w 2259901"/>
              <a:gd name="connsiteY367" fmla="*/ 810033 h 1273403"/>
              <a:gd name="connsiteX368" fmla="*/ 1170853 w 2259901"/>
              <a:gd name="connsiteY368" fmla="*/ 829556 h 1273403"/>
              <a:gd name="connsiteX369" fmla="*/ 1174811 w 2259901"/>
              <a:gd name="connsiteY369" fmla="*/ 850799 h 1273403"/>
              <a:gd name="connsiteX370" fmla="*/ 1183433 w 2259901"/>
              <a:gd name="connsiteY370" fmla="*/ 864005 h 1273403"/>
              <a:gd name="connsiteX371" fmla="*/ 1175363 w 2259901"/>
              <a:gd name="connsiteY371" fmla="*/ 875864 h 1273403"/>
              <a:gd name="connsiteX372" fmla="*/ 1160215 w 2259901"/>
              <a:gd name="connsiteY372" fmla="*/ 871777 h 1273403"/>
              <a:gd name="connsiteX373" fmla="*/ 1148629 w 2259901"/>
              <a:gd name="connsiteY373" fmla="*/ 858514 h 1273403"/>
              <a:gd name="connsiteX374" fmla="*/ 1135300 w 2259901"/>
              <a:gd name="connsiteY374" fmla="*/ 839045 h 1273403"/>
              <a:gd name="connsiteX375" fmla="*/ 1129144 w 2259901"/>
              <a:gd name="connsiteY375" fmla="*/ 816317 h 1273403"/>
              <a:gd name="connsiteX376" fmla="*/ 1120868 w 2259901"/>
              <a:gd name="connsiteY376" fmla="*/ 793941 h 1273403"/>
              <a:gd name="connsiteX377" fmla="*/ 1129080 w 2259901"/>
              <a:gd name="connsiteY377" fmla="*/ 780393 h 1273403"/>
              <a:gd name="connsiteX378" fmla="*/ 1129060 w 2259901"/>
              <a:gd name="connsiteY378" fmla="*/ 780425 h 1273403"/>
              <a:gd name="connsiteX379" fmla="*/ 1129012 w 2259901"/>
              <a:gd name="connsiteY379" fmla="*/ 780421 h 1273403"/>
              <a:gd name="connsiteX380" fmla="*/ 502034 w 2259901"/>
              <a:gd name="connsiteY380" fmla="*/ 763414 h 1273403"/>
              <a:gd name="connsiteX381" fmla="*/ 512336 w 2259901"/>
              <a:gd name="connsiteY381" fmla="*/ 776648 h 1273403"/>
              <a:gd name="connsiteX382" fmla="*/ 513961 w 2259901"/>
              <a:gd name="connsiteY382" fmla="*/ 792286 h 1273403"/>
              <a:gd name="connsiteX383" fmla="*/ 518373 w 2259901"/>
              <a:gd name="connsiteY383" fmla="*/ 812986 h 1273403"/>
              <a:gd name="connsiteX384" fmla="*/ 529128 w 2259901"/>
              <a:gd name="connsiteY384" fmla="*/ 832674 h 1273403"/>
              <a:gd name="connsiteX385" fmla="*/ 524659 w 2259901"/>
              <a:gd name="connsiteY385" fmla="*/ 854112 h 1273403"/>
              <a:gd name="connsiteX386" fmla="*/ 528530 w 2259901"/>
              <a:gd name="connsiteY386" fmla="*/ 869506 h 1273403"/>
              <a:gd name="connsiteX387" fmla="*/ 518757 w 2259901"/>
              <a:gd name="connsiteY387" fmla="*/ 880990 h 1273403"/>
              <a:gd name="connsiteX388" fmla="*/ 501759 w 2259901"/>
              <a:gd name="connsiteY388" fmla="*/ 871894 h 1273403"/>
              <a:gd name="connsiteX389" fmla="*/ 499592 w 2259901"/>
              <a:gd name="connsiteY389" fmla="*/ 853377 h 1273403"/>
              <a:gd name="connsiteX390" fmla="*/ 490446 w 2259901"/>
              <a:gd name="connsiteY390" fmla="*/ 831597 h 1273403"/>
              <a:gd name="connsiteX391" fmla="*/ 485301 w 2259901"/>
              <a:gd name="connsiteY391" fmla="*/ 807936 h 1273403"/>
              <a:gd name="connsiteX392" fmla="*/ 491371 w 2259901"/>
              <a:gd name="connsiteY392" fmla="*/ 784291 h 1273403"/>
              <a:gd name="connsiteX393" fmla="*/ 502014 w 2259901"/>
              <a:gd name="connsiteY393" fmla="*/ 763462 h 1273403"/>
              <a:gd name="connsiteX394" fmla="*/ 1774730 w 2259901"/>
              <a:gd name="connsiteY394" fmla="*/ 757807 h 1273403"/>
              <a:gd name="connsiteX395" fmla="*/ 1788218 w 2259901"/>
              <a:gd name="connsiteY395" fmla="*/ 768820 h 1273403"/>
              <a:gd name="connsiteX396" fmla="*/ 1793198 w 2259901"/>
              <a:gd name="connsiteY396" fmla="*/ 785468 h 1273403"/>
              <a:gd name="connsiteX397" fmla="*/ 1800080 w 2259901"/>
              <a:gd name="connsiteY397" fmla="*/ 807541 h 1273403"/>
              <a:gd name="connsiteX398" fmla="*/ 1797796 w 2259901"/>
              <a:gd name="connsiteY398" fmla="*/ 830628 h 1273403"/>
              <a:gd name="connsiteX399" fmla="*/ 1798183 w 2259901"/>
              <a:gd name="connsiteY399" fmla="*/ 853933 h 1273403"/>
              <a:gd name="connsiteX400" fmla="*/ 1785275 w 2259901"/>
              <a:gd name="connsiteY400" fmla="*/ 871554 h 1273403"/>
              <a:gd name="connsiteX401" fmla="*/ 1775597 w 2259901"/>
              <a:gd name="connsiteY401" fmla="*/ 865581 h 1273403"/>
              <a:gd name="connsiteX402" fmla="*/ 1768544 w 2259901"/>
              <a:gd name="connsiteY402" fmla="*/ 854554 h 1273403"/>
              <a:gd name="connsiteX403" fmla="*/ 1761886 w 2259901"/>
              <a:gd name="connsiteY403" fmla="*/ 841776 h 1273403"/>
              <a:gd name="connsiteX404" fmla="*/ 1766589 w 2259901"/>
              <a:gd name="connsiteY404" fmla="*/ 828393 h 1273403"/>
              <a:gd name="connsiteX405" fmla="*/ 1772506 w 2259901"/>
              <a:gd name="connsiteY405" fmla="*/ 814673 h 1273403"/>
              <a:gd name="connsiteX406" fmla="*/ 1770587 w 2259901"/>
              <a:gd name="connsiteY406" fmla="*/ 799871 h 1273403"/>
              <a:gd name="connsiteX407" fmla="*/ 1762907 w 2259901"/>
              <a:gd name="connsiteY407" fmla="*/ 784011 h 1273403"/>
              <a:gd name="connsiteX408" fmla="*/ 1760068 w 2259901"/>
              <a:gd name="connsiteY408" fmla="*/ 768711 h 1273403"/>
              <a:gd name="connsiteX409" fmla="*/ 1774785 w 2259901"/>
              <a:gd name="connsiteY409" fmla="*/ 757943 h 1273403"/>
              <a:gd name="connsiteX410" fmla="*/ 51791 w 2259901"/>
              <a:gd name="connsiteY410" fmla="*/ 750286 h 1273403"/>
              <a:gd name="connsiteX411" fmla="*/ 51771 w 2259901"/>
              <a:gd name="connsiteY411" fmla="*/ 750334 h 1273403"/>
              <a:gd name="connsiteX412" fmla="*/ 65834 w 2259901"/>
              <a:gd name="connsiteY412" fmla="*/ 761588 h 1273403"/>
              <a:gd name="connsiteX413" fmla="*/ 75576 w 2259901"/>
              <a:gd name="connsiteY413" fmla="*/ 777239 h 1273403"/>
              <a:gd name="connsiteX414" fmla="*/ 79776 w 2259901"/>
              <a:gd name="connsiteY414" fmla="*/ 800729 h 1273403"/>
              <a:gd name="connsiteX415" fmla="*/ 80640 w 2259901"/>
              <a:gd name="connsiteY415" fmla="*/ 814566 h 1273403"/>
              <a:gd name="connsiteX416" fmla="*/ 76687 w 2259901"/>
              <a:gd name="connsiteY416" fmla="*/ 822237 h 1273403"/>
              <a:gd name="connsiteX417" fmla="*/ 61499 w 2259901"/>
              <a:gd name="connsiteY417" fmla="*/ 811247 h 1273403"/>
              <a:gd name="connsiteX418" fmla="*/ 49847 w 2259901"/>
              <a:gd name="connsiteY418" fmla="*/ 793158 h 1273403"/>
              <a:gd name="connsiteX419" fmla="*/ 44912 w 2259901"/>
              <a:gd name="connsiteY419" fmla="*/ 771957 h 1273403"/>
              <a:gd name="connsiteX420" fmla="*/ 51791 w 2259901"/>
              <a:gd name="connsiteY420" fmla="*/ 750286 h 1273403"/>
              <a:gd name="connsiteX421" fmla="*/ 1291022 w 2259901"/>
              <a:gd name="connsiteY421" fmla="*/ 733032 h 1273403"/>
              <a:gd name="connsiteX422" fmla="*/ 1305531 w 2259901"/>
              <a:gd name="connsiteY422" fmla="*/ 736626 h 1273403"/>
              <a:gd name="connsiteX423" fmla="*/ 1318811 w 2259901"/>
              <a:gd name="connsiteY423" fmla="*/ 747326 h 1273403"/>
              <a:gd name="connsiteX424" fmla="*/ 1334944 w 2259901"/>
              <a:gd name="connsiteY424" fmla="*/ 764412 h 1273403"/>
              <a:gd name="connsiteX425" fmla="*/ 1343217 w 2259901"/>
              <a:gd name="connsiteY425" fmla="*/ 786391 h 1273403"/>
              <a:gd name="connsiteX426" fmla="*/ 1350822 w 2259901"/>
              <a:gd name="connsiteY426" fmla="*/ 808485 h 1273403"/>
              <a:gd name="connsiteX427" fmla="*/ 1346898 w 2259901"/>
              <a:gd name="connsiteY427" fmla="*/ 831449 h 1273403"/>
              <a:gd name="connsiteX428" fmla="*/ 1323645 w 2259901"/>
              <a:gd name="connsiteY428" fmla="*/ 820862 h 1273403"/>
              <a:gd name="connsiteX429" fmla="*/ 1307529 w 2259901"/>
              <a:gd name="connsiteY429" fmla="*/ 798759 h 1273403"/>
              <a:gd name="connsiteX430" fmla="*/ 1304638 w 2259901"/>
              <a:gd name="connsiteY430" fmla="*/ 785470 h 1273403"/>
              <a:gd name="connsiteX431" fmla="*/ 1300571 w 2259901"/>
              <a:gd name="connsiteY431" fmla="*/ 772025 h 1273403"/>
              <a:gd name="connsiteX432" fmla="*/ 1290488 w 2259901"/>
              <a:gd name="connsiteY432" fmla="*/ 758940 h 1273403"/>
              <a:gd name="connsiteX433" fmla="*/ 1278024 w 2259901"/>
              <a:gd name="connsiteY433" fmla="*/ 746156 h 1273403"/>
              <a:gd name="connsiteX434" fmla="*/ 1291050 w 2259901"/>
              <a:gd name="connsiteY434" fmla="*/ 733100 h 1273403"/>
              <a:gd name="connsiteX435" fmla="*/ 672511 w 2259901"/>
              <a:gd name="connsiteY435" fmla="*/ 722733 h 1273403"/>
              <a:gd name="connsiteX436" fmla="*/ 685435 w 2259901"/>
              <a:gd name="connsiteY436" fmla="*/ 724591 h 1273403"/>
              <a:gd name="connsiteX437" fmla="*/ 694897 w 2259901"/>
              <a:gd name="connsiteY437" fmla="*/ 737812 h 1273403"/>
              <a:gd name="connsiteX438" fmla="*/ 695529 w 2259901"/>
              <a:gd name="connsiteY438" fmla="*/ 753936 h 1273403"/>
              <a:gd name="connsiteX439" fmla="*/ 697097 w 2259901"/>
              <a:gd name="connsiteY439" fmla="*/ 770792 h 1273403"/>
              <a:gd name="connsiteX440" fmla="*/ 701931 w 2259901"/>
              <a:gd name="connsiteY440" fmla="*/ 791556 h 1273403"/>
              <a:gd name="connsiteX441" fmla="*/ 707598 w 2259901"/>
              <a:gd name="connsiteY441" fmla="*/ 809395 h 1273403"/>
              <a:gd name="connsiteX442" fmla="*/ 700806 w 2259901"/>
              <a:gd name="connsiteY442" fmla="*/ 824667 h 1273403"/>
              <a:gd name="connsiteX443" fmla="*/ 689294 w 2259901"/>
              <a:gd name="connsiteY443" fmla="*/ 826167 h 1273403"/>
              <a:gd name="connsiteX444" fmla="*/ 675776 w 2259901"/>
              <a:gd name="connsiteY444" fmla="*/ 819939 h 1273403"/>
              <a:gd name="connsiteX445" fmla="*/ 673676 w 2259901"/>
              <a:gd name="connsiteY445" fmla="*/ 797894 h 1273403"/>
              <a:gd name="connsiteX446" fmla="*/ 672810 w 2259901"/>
              <a:gd name="connsiteY446" fmla="*/ 777213 h 1273403"/>
              <a:gd name="connsiteX447" fmla="*/ 664904 w 2259901"/>
              <a:gd name="connsiteY447" fmla="*/ 760411 h 1273403"/>
              <a:gd name="connsiteX448" fmla="*/ 661781 w 2259901"/>
              <a:gd name="connsiteY448" fmla="*/ 741887 h 1273403"/>
              <a:gd name="connsiteX449" fmla="*/ 672511 w 2259901"/>
              <a:gd name="connsiteY449" fmla="*/ 722733 h 1273403"/>
              <a:gd name="connsiteX450" fmla="*/ 1926750 w 2259901"/>
              <a:gd name="connsiteY450" fmla="*/ 689979 h 1273403"/>
              <a:gd name="connsiteX451" fmla="*/ 1945247 w 2259901"/>
              <a:gd name="connsiteY451" fmla="*/ 699534 h 1273403"/>
              <a:gd name="connsiteX452" fmla="*/ 1957309 w 2259901"/>
              <a:gd name="connsiteY452" fmla="*/ 718527 h 1273403"/>
              <a:gd name="connsiteX453" fmla="*/ 1965608 w 2259901"/>
              <a:gd name="connsiteY453" fmla="*/ 739502 h 1273403"/>
              <a:gd name="connsiteX454" fmla="*/ 1965588 w 2259901"/>
              <a:gd name="connsiteY454" fmla="*/ 739550 h 1273403"/>
              <a:gd name="connsiteX455" fmla="*/ 1962198 w 2259901"/>
              <a:gd name="connsiteY455" fmla="*/ 750603 h 1273403"/>
              <a:gd name="connsiteX456" fmla="*/ 1940146 w 2259901"/>
              <a:gd name="connsiteY456" fmla="*/ 751017 h 1273403"/>
              <a:gd name="connsiteX457" fmla="*/ 1926368 w 2259901"/>
              <a:gd name="connsiteY457" fmla="*/ 731812 h 1273403"/>
              <a:gd name="connsiteX458" fmla="*/ 1919123 w 2259901"/>
              <a:gd name="connsiteY458" fmla="*/ 709531 h 1273403"/>
              <a:gd name="connsiteX459" fmla="*/ 1926750 w 2259901"/>
              <a:gd name="connsiteY459" fmla="*/ 689979 h 1273403"/>
              <a:gd name="connsiteX460" fmla="*/ 1455273 w 2259901"/>
              <a:gd name="connsiteY460" fmla="*/ 682178 h 1273403"/>
              <a:gd name="connsiteX461" fmla="*/ 1472857 w 2259901"/>
              <a:gd name="connsiteY461" fmla="*/ 684352 h 1273403"/>
              <a:gd name="connsiteX462" fmla="*/ 1488335 w 2259901"/>
              <a:gd name="connsiteY462" fmla="*/ 694787 h 1273403"/>
              <a:gd name="connsiteX463" fmla="*/ 1487408 w 2259901"/>
              <a:gd name="connsiteY463" fmla="*/ 712347 h 1273403"/>
              <a:gd name="connsiteX464" fmla="*/ 1494038 w 2259901"/>
              <a:gd name="connsiteY464" fmla="*/ 728558 h 1273403"/>
              <a:gd name="connsiteX465" fmla="*/ 1505825 w 2259901"/>
              <a:gd name="connsiteY465" fmla="*/ 744841 h 1273403"/>
              <a:gd name="connsiteX466" fmla="*/ 1514718 w 2259901"/>
              <a:gd name="connsiteY466" fmla="*/ 763861 h 1273403"/>
              <a:gd name="connsiteX467" fmla="*/ 1508859 w 2259901"/>
              <a:gd name="connsiteY467" fmla="*/ 784041 h 1273403"/>
              <a:gd name="connsiteX468" fmla="*/ 1496468 w 2259901"/>
              <a:gd name="connsiteY468" fmla="*/ 785623 h 1273403"/>
              <a:gd name="connsiteX469" fmla="*/ 1482038 w 2259901"/>
              <a:gd name="connsiteY469" fmla="*/ 780763 h 1273403"/>
              <a:gd name="connsiteX470" fmla="*/ 1476294 w 2259901"/>
              <a:gd name="connsiteY470" fmla="*/ 760014 h 1273403"/>
              <a:gd name="connsiteX471" fmla="*/ 1470596 w 2259901"/>
              <a:gd name="connsiteY471" fmla="*/ 739960 h 1273403"/>
              <a:gd name="connsiteX472" fmla="*/ 1464667 w 2259901"/>
              <a:gd name="connsiteY472" fmla="*/ 721673 h 1273403"/>
              <a:gd name="connsiteX473" fmla="*/ 1456641 w 2259901"/>
              <a:gd name="connsiteY473" fmla="*/ 706910 h 1273403"/>
              <a:gd name="connsiteX474" fmla="*/ 1456669 w 2259901"/>
              <a:gd name="connsiteY474" fmla="*/ 706978 h 1273403"/>
              <a:gd name="connsiteX475" fmla="*/ 1455273 w 2259901"/>
              <a:gd name="connsiteY475" fmla="*/ 682178 h 1273403"/>
              <a:gd name="connsiteX476" fmla="*/ 211933 w 2259901"/>
              <a:gd name="connsiteY476" fmla="*/ 671904 h 1273403"/>
              <a:gd name="connsiteX477" fmla="*/ 222606 w 2259901"/>
              <a:gd name="connsiteY477" fmla="*/ 678647 h 1273403"/>
              <a:gd name="connsiteX478" fmla="*/ 222627 w 2259901"/>
              <a:gd name="connsiteY478" fmla="*/ 678599 h 1273403"/>
              <a:gd name="connsiteX479" fmla="*/ 230127 w 2259901"/>
              <a:gd name="connsiteY479" fmla="*/ 695964 h 1273403"/>
              <a:gd name="connsiteX480" fmla="*/ 234483 w 2259901"/>
              <a:gd name="connsiteY480" fmla="*/ 714101 h 1273403"/>
              <a:gd name="connsiteX481" fmla="*/ 243720 w 2259901"/>
              <a:gd name="connsiteY481" fmla="*/ 733379 h 1273403"/>
              <a:gd name="connsiteX482" fmla="*/ 249138 w 2259901"/>
              <a:gd name="connsiteY482" fmla="*/ 754500 h 1273403"/>
              <a:gd name="connsiteX483" fmla="*/ 253503 w 2259901"/>
              <a:gd name="connsiteY483" fmla="*/ 764745 h 1273403"/>
              <a:gd name="connsiteX484" fmla="*/ 249207 w 2259901"/>
              <a:gd name="connsiteY484" fmla="*/ 770220 h 1273403"/>
              <a:gd name="connsiteX485" fmla="*/ 231097 w 2259901"/>
              <a:gd name="connsiteY485" fmla="*/ 762973 h 1273403"/>
              <a:gd name="connsiteX486" fmla="*/ 212345 w 2259901"/>
              <a:gd name="connsiteY486" fmla="*/ 747836 h 1273403"/>
              <a:gd name="connsiteX487" fmla="*/ 203772 w 2259901"/>
              <a:gd name="connsiteY487" fmla="*/ 725224 h 1273403"/>
              <a:gd name="connsiteX488" fmla="*/ 200275 w 2259901"/>
              <a:gd name="connsiteY488" fmla="*/ 701803 h 1273403"/>
              <a:gd name="connsiteX489" fmla="*/ 194081 w 2259901"/>
              <a:gd name="connsiteY489" fmla="*/ 685493 h 1273403"/>
              <a:gd name="connsiteX490" fmla="*/ 200950 w 2259901"/>
              <a:gd name="connsiteY490" fmla="*/ 672059 h 1273403"/>
              <a:gd name="connsiteX491" fmla="*/ 211933 w 2259901"/>
              <a:gd name="connsiteY491" fmla="*/ 671904 h 1273403"/>
              <a:gd name="connsiteX492" fmla="*/ 842128 w 2259901"/>
              <a:gd name="connsiteY492" fmla="*/ 671589 h 1273403"/>
              <a:gd name="connsiteX493" fmla="*/ 859947 w 2259901"/>
              <a:gd name="connsiteY493" fmla="*/ 689495 h 1273403"/>
              <a:gd name="connsiteX494" fmla="*/ 866575 w 2259901"/>
              <a:gd name="connsiteY494" fmla="*/ 715131 h 1273403"/>
              <a:gd name="connsiteX495" fmla="*/ 871484 w 2259901"/>
              <a:gd name="connsiteY495" fmla="*/ 737337 h 1273403"/>
              <a:gd name="connsiteX496" fmla="*/ 878640 w 2259901"/>
              <a:gd name="connsiteY496" fmla="*/ 759695 h 1273403"/>
              <a:gd name="connsiteX497" fmla="*/ 875501 w 2259901"/>
              <a:gd name="connsiteY497" fmla="*/ 773380 h 1273403"/>
              <a:gd name="connsiteX498" fmla="*/ 868976 w 2259901"/>
              <a:gd name="connsiteY498" fmla="*/ 779804 h 1273403"/>
              <a:gd name="connsiteX499" fmla="*/ 855656 w 2259901"/>
              <a:gd name="connsiteY499" fmla="*/ 765024 h 1273403"/>
              <a:gd name="connsiteX500" fmla="*/ 842617 w 2259901"/>
              <a:gd name="connsiteY500" fmla="*/ 744999 h 1273403"/>
              <a:gd name="connsiteX501" fmla="*/ 837646 w 2259901"/>
              <a:gd name="connsiteY501" fmla="*/ 721864 h 1273403"/>
              <a:gd name="connsiteX502" fmla="*/ 831703 w 2259901"/>
              <a:gd name="connsiteY502" fmla="*/ 699168 h 1273403"/>
              <a:gd name="connsiteX503" fmla="*/ 835248 w 2259901"/>
              <a:gd name="connsiteY503" fmla="*/ 683439 h 1273403"/>
              <a:gd name="connsiteX504" fmla="*/ 842128 w 2259901"/>
              <a:gd name="connsiteY504" fmla="*/ 671589 h 1273403"/>
              <a:gd name="connsiteX505" fmla="*/ 1625666 w 2259901"/>
              <a:gd name="connsiteY505" fmla="*/ 636044 h 1273403"/>
              <a:gd name="connsiteX506" fmla="*/ 1625762 w 2259901"/>
              <a:gd name="connsiteY506" fmla="*/ 636084 h 1273403"/>
              <a:gd name="connsiteX507" fmla="*/ 1639480 w 2259901"/>
              <a:gd name="connsiteY507" fmla="*/ 639008 h 1273403"/>
              <a:gd name="connsiteX508" fmla="*/ 1652692 w 2259901"/>
              <a:gd name="connsiteY508" fmla="*/ 649736 h 1273403"/>
              <a:gd name="connsiteX509" fmla="*/ 1669757 w 2259901"/>
              <a:gd name="connsiteY509" fmla="*/ 666480 h 1273403"/>
              <a:gd name="connsiteX510" fmla="*/ 1673361 w 2259901"/>
              <a:gd name="connsiteY510" fmla="*/ 690453 h 1273403"/>
              <a:gd name="connsiteX511" fmla="*/ 1679851 w 2259901"/>
              <a:gd name="connsiteY511" fmla="*/ 712249 h 1273403"/>
              <a:gd name="connsiteX512" fmla="*/ 1679994 w 2259901"/>
              <a:gd name="connsiteY512" fmla="*/ 737483 h 1273403"/>
              <a:gd name="connsiteX513" fmla="*/ 1662960 w 2259901"/>
              <a:gd name="connsiteY513" fmla="*/ 737628 h 1273403"/>
              <a:gd name="connsiteX514" fmla="*/ 1651423 w 2259901"/>
              <a:gd name="connsiteY514" fmla="*/ 727207 h 1273403"/>
              <a:gd name="connsiteX515" fmla="*/ 1648572 w 2259901"/>
              <a:gd name="connsiteY515" fmla="*/ 713822 h 1273403"/>
              <a:gd name="connsiteX516" fmla="*/ 1640402 w 2259901"/>
              <a:gd name="connsiteY516" fmla="*/ 700748 h 1273403"/>
              <a:gd name="connsiteX517" fmla="*/ 1641392 w 2259901"/>
              <a:gd name="connsiteY517" fmla="*/ 685866 h 1273403"/>
              <a:gd name="connsiteX518" fmla="*/ 1633865 w 2259901"/>
              <a:gd name="connsiteY518" fmla="*/ 673682 h 1273403"/>
              <a:gd name="connsiteX519" fmla="*/ 1623384 w 2259901"/>
              <a:gd name="connsiteY519" fmla="*/ 660204 h 1273403"/>
              <a:gd name="connsiteX520" fmla="*/ 1613897 w 2259901"/>
              <a:gd name="connsiteY520" fmla="*/ 647312 h 1273403"/>
              <a:gd name="connsiteX521" fmla="*/ 1625666 w 2259901"/>
              <a:gd name="connsiteY521" fmla="*/ 636044 h 1273403"/>
              <a:gd name="connsiteX522" fmla="*/ 1011339 w 2259901"/>
              <a:gd name="connsiteY522" fmla="*/ 623434 h 1273403"/>
              <a:gd name="connsiteX523" fmla="*/ 1035125 w 2259901"/>
              <a:gd name="connsiteY523" fmla="*/ 636785 h 1273403"/>
              <a:gd name="connsiteX524" fmla="*/ 1035173 w 2259901"/>
              <a:gd name="connsiteY524" fmla="*/ 636805 h 1273403"/>
              <a:gd name="connsiteX525" fmla="*/ 1035420 w 2259901"/>
              <a:gd name="connsiteY525" fmla="*/ 656946 h 1273403"/>
              <a:gd name="connsiteX526" fmla="*/ 1040673 w 2259901"/>
              <a:gd name="connsiteY526" fmla="*/ 675232 h 1273403"/>
              <a:gd name="connsiteX527" fmla="*/ 1040889 w 2259901"/>
              <a:gd name="connsiteY527" fmla="*/ 696658 h 1273403"/>
              <a:gd name="connsiteX528" fmla="*/ 1046926 w 2259901"/>
              <a:gd name="connsiteY528" fmla="*/ 717248 h 1273403"/>
              <a:gd name="connsiteX529" fmla="*/ 1048927 w 2259901"/>
              <a:gd name="connsiteY529" fmla="*/ 731146 h 1273403"/>
              <a:gd name="connsiteX530" fmla="*/ 1043324 w 2259901"/>
              <a:gd name="connsiteY530" fmla="*/ 738768 h 1273403"/>
              <a:gd name="connsiteX531" fmla="*/ 1021189 w 2259901"/>
              <a:gd name="connsiteY531" fmla="*/ 726052 h 1273403"/>
              <a:gd name="connsiteX532" fmla="*/ 1010110 w 2259901"/>
              <a:gd name="connsiteY532" fmla="*/ 704309 h 1273403"/>
              <a:gd name="connsiteX533" fmla="*/ 1007754 w 2259901"/>
              <a:gd name="connsiteY533" fmla="*/ 680181 h 1273403"/>
              <a:gd name="connsiteX534" fmla="*/ 1001460 w 2259901"/>
              <a:gd name="connsiteY534" fmla="*/ 657113 h 1273403"/>
              <a:gd name="connsiteX535" fmla="*/ 1001704 w 2259901"/>
              <a:gd name="connsiteY535" fmla="*/ 639435 h 1273403"/>
              <a:gd name="connsiteX536" fmla="*/ 1011339 w 2259901"/>
              <a:gd name="connsiteY536" fmla="*/ 623434 h 1273403"/>
              <a:gd name="connsiteX537" fmla="*/ 363981 w 2259901"/>
              <a:gd name="connsiteY537" fmla="*/ 622501 h 1273403"/>
              <a:gd name="connsiteX538" fmla="*/ 375358 w 2259901"/>
              <a:gd name="connsiteY538" fmla="*/ 629129 h 1273403"/>
              <a:gd name="connsiteX539" fmla="*/ 384012 w 2259901"/>
              <a:gd name="connsiteY539" fmla="*/ 642124 h 1273403"/>
              <a:gd name="connsiteX540" fmla="*/ 403198 w 2259901"/>
              <a:gd name="connsiteY540" fmla="*/ 655015 h 1273403"/>
              <a:gd name="connsiteX541" fmla="*/ 408970 w 2259901"/>
              <a:gd name="connsiteY541" fmla="*/ 676906 h 1273403"/>
              <a:gd name="connsiteX542" fmla="*/ 417629 w 2259901"/>
              <a:gd name="connsiteY542" fmla="*/ 697296 h 1273403"/>
              <a:gd name="connsiteX543" fmla="*/ 419439 w 2259901"/>
              <a:gd name="connsiteY543" fmla="*/ 712222 h 1273403"/>
              <a:gd name="connsiteX544" fmla="*/ 420327 w 2259901"/>
              <a:gd name="connsiteY544" fmla="*/ 720319 h 1273403"/>
              <a:gd name="connsiteX545" fmla="*/ 415784 w 2259901"/>
              <a:gd name="connsiteY545" fmla="*/ 725930 h 1273403"/>
              <a:gd name="connsiteX546" fmla="*/ 401955 w 2259901"/>
              <a:gd name="connsiteY546" fmla="*/ 716807 h 1273403"/>
              <a:gd name="connsiteX547" fmla="*/ 388452 w 2259901"/>
              <a:gd name="connsiteY547" fmla="*/ 705563 h 1273403"/>
              <a:gd name="connsiteX548" fmla="*/ 376356 w 2259901"/>
              <a:gd name="connsiteY548" fmla="*/ 685708 h 1273403"/>
              <a:gd name="connsiteX549" fmla="*/ 365538 w 2259901"/>
              <a:gd name="connsiteY549" fmla="*/ 665090 h 1273403"/>
              <a:gd name="connsiteX550" fmla="*/ 361048 w 2259901"/>
              <a:gd name="connsiteY550" fmla="*/ 642156 h 1273403"/>
              <a:gd name="connsiteX551" fmla="*/ 364029 w 2259901"/>
              <a:gd name="connsiteY551" fmla="*/ 622521 h 1273403"/>
              <a:gd name="connsiteX552" fmla="*/ 1803540 w 2259901"/>
              <a:gd name="connsiteY552" fmla="*/ 585648 h 1273403"/>
              <a:gd name="connsiteX553" fmla="*/ 1816377 w 2259901"/>
              <a:gd name="connsiteY553" fmla="*/ 594582 h 1273403"/>
              <a:gd name="connsiteX554" fmla="*/ 1831093 w 2259901"/>
              <a:gd name="connsiteY554" fmla="*/ 609664 h 1273403"/>
              <a:gd name="connsiteX555" fmla="*/ 1840562 w 2259901"/>
              <a:gd name="connsiteY555" fmla="*/ 628249 h 1273403"/>
              <a:gd name="connsiteX556" fmla="*/ 1851537 w 2259901"/>
              <a:gd name="connsiteY556" fmla="*/ 646337 h 1273403"/>
              <a:gd name="connsiteX557" fmla="*/ 1852697 w 2259901"/>
              <a:gd name="connsiteY557" fmla="*/ 667932 h 1273403"/>
              <a:gd name="connsiteX558" fmla="*/ 1852765 w 2259901"/>
              <a:gd name="connsiteY558" fmla="*/ 667904 h 1273403"/>
              <a:gd name="connsiteX559" fmla="*/ 1851864 w 2259901"/>
              <a:gd name="connsiteY559" fmla="*/ 680960 h 1273403"/>
              <a:gd name="connsiteX560" fmla="*/ 1829679 w 2259901"/>
              <a:gd name="connsiteY560" fmla="*/ 674827 h 1273403"/>
              <a:gd name="connsiteX561" fmla="*/ 1817897 w 2259901"/>
              <a:gd name="connsiteY561" fmla="*/ 657587 h 1273403"/>
              <a:gd name="connsiteX562" fmla="*/ 1808331 w 2259901"/>
              <a:gd name="connsiteY562" fmla="*/ 638962 h 1273403"/>
              <a:gd name="connsiteX563" fmla="*/ 1800100 w 2259901"/>
              <a:gd name="connsiteY563" fmla="*/ 619709 h 1273403"/>
              <a:gd name="connsiteX564" fmla="*/ 1795983 w 2259901"/>
              <a:gd name="connsiteY564" fmla="*/ 599247 h 1273403"/>
              <a:gd name="connsiteX565" fmla="*/ 1803540 w 2259901"/>
              <a:gd name="connsiteY565" fmla="*/ 585648 h 1273403"/>
              <a:gd name="connsiteX566" fmla="*/ 542496 w 2259901"/>
              <a:gd name="connsiteY566" fmla="*/ 578921 h 1273403"/>
              <a:gd name="connsiteX567" fmla="*/ 564233 w 2259901"/>
              <a:gd name="connsiteY567" fmla="*/ 587068 h 1273403"/>
              <a:gd name="connsiteX568" fmla="*/ 564281 w 2259901"/>
              <a:gd name="connsiteY568" fmla="*/ 587088 h 1273403"/>
              <a:gd name="connsiteX569" fmla="*/ 570267 w 2259901"/>
              <a:gd name="connsiteY569" fmla="*/ 604835 h 1273403"/>
              <a:gd name="connsiteX570" fmla="*/ 577583 w 2259901"/>
              <a:gd name="connsiteY570" fmla="*/ 622236 h 1273403"/>
              <a:gd name="connsiteX571" fmla="*/ 581758 w 2259901"/>
              <a:gd name="connsiteY571" fmla="*/ 643232 h 1273403"/>
              <a:gd name="connsiteX572" fmla="*/ 589396 w 2259901"/>
              <a:gd name="connsiteY572" fmla="*/ 663364 h 1273403"/>
              <a:gd name="connsiteX573" fmla="*/ 591918 w 2259901"/>
              <a:gd name="connsiteY573" fmla="*/ 686151 h 1273403"/>
              <a:gd name="connsiteX574" fmla="*/ 570494 w 2259901"/>
              <a:gd name="connsiteY574" fmla="*/ 671870 h 1273403"/>
              <a:gd name="connsiteX575" fmla="*/ 553397 w 2259901"/>
              <a:gd name="connsiteY575" fmla="*/ 655340 h 1273403"/>
              <a:gd name="connsiteX576" fmla="*/ 543091 w 2259901"/>
              <a:gd name="connsiteY576" fmla="*/ 633637 h 1273403"/>
              <a:gd name="connsiteX577" fmla="*/ 533405 w 2259901"/>
              <a:gd name="connsiteY577" fmla="*/ 611124 h 1273403"/>
              <a:gd name="connsiteX578" fmla="*/ 537970 w 2259901"/>
              <a:gd name="connsiteY578" fmla="*/ 593225 h 1273403"/>
              <a:gd name="connsiteX579" fmla="*/ 542496 w 2259901"/>
              <a:gd name="connsiteY579" fmla="*/ 578921 h 1273403"/>
              <a:gd name="connsiteX580" fmla="*/ 1175168 w 2259901"/>
              <a:gd name="connsiteY580" fmla="*/ 578163 h 1273403"/>
              <a:gd name="connsiteX581" fmla="*/ 1175148 w 2259901"/>
              <a:gd name="connsiteY581" fmla="*/ 578211 h 1273403"/>
              <a:gd name="connsiteX582" fmla="*/ 1191919 w 2259901"/>
              <a:gd name="connsiteY582" fmla="*/ 599290 h 1273403"/>
              <a:gd name="connsiteX583" fmla="*/ 1203849 w 2259901"/>
              <a:gd name="connsiteY583" fmla="*/ 623309 h 1273403"/>
              <a:gd name="connsiteX584" fmla="*/ 1206114 w 2259901"/>
              <a:gd name="connsiteY584" fmla="*/ 646439 h 1273403"/>
              <a:gd name="connsiteX585" fmla="*/ 1204827 w 2259901"/>
              <a:gd name="connsiteY585" fmla="*/ 669436 h 1273403"/>
              <a:gd name="connsiteX586" fmla="*/ 1203559 w 2259901"/>
              <a:gd name="connsiteY586" fmla="*/ 694135 h 1273403"/>
              <a:gd name="connsiteX587" fmla="*/ 1189860 w 2259901"/>
              <a:gd name="connsiteY587" fmla="*/ 673664 h 1273403"/>
              <a:gd name="connsiteX588" fmla="*/ 1179294 w 2259901"/>
              <a:gd name="connsiteY588" fmla="*/ 652983 h 1273403"/>
              <a:gd name="connsiteX589" fmla="*/ 1172738 w 2259901"/>
              <a:gd name="connsiteY589" fmla="*/ 630539 h 1273403"/>
              <a:gd name="connsiteX590" fmla="*/ 1164833 w 2259901"/>
              <a:gd name="connsiteY590" fmla="*/ 608488 h 1273403"/>
              <a:gd name="connsiteX591" fmla="*/ 1167865 w 2259901"/>
              <a:gd name="connsiteY591" fmla="*/ 592769 h 1273403"/>
              <a:gd name="connsiteX592" fmla="*/ 1175168 w 2259901"/>
              <a:gd name="connsiteY592" fmla="*/ 578163 h 1273403"/>
              <a:gd name="connsiteX593" fmla="*/ 2078659 w 2259901"/>
              <a:gd name="connsiteY593" fmla="*/ 562782 h 1273403"/>
              <a:gd name="connsiteX594" fmla="*/ 2097320 w 2259901"/>
              <a:gd name="connsiteY594" fmla="*/ 568849 h 1273403"/>
              <a:gd name="connsiteX595" fmla="*/ 2097340 w 2259901"/>
              <a:gd name="connsiteY595" fmla="*/ 568801 h 1273403"/>
              <a:gd name="connsiteX596" fmla="*/ 2106915 w 2259901"/>
              <a:gd name="connsiteY596" fmla="*/ 579868 h 1273403"/>
              <a:gd name="connsiteX597" fmla="*/ 2106826 w 2259901"/>
              <a:gd name="connsiteY597" fmla="*/ 594618 h 1273403"/>
              <a:gd name="connsiteX598" fmla="*/ 2115907 w 2259901"/>
              <a:gd name="connsiteY598" fmla="*/ 615073 h 1273403"/>
              <a:gd name="connsiteX599" fmla="*/ 2116812 w 2259901"/>
              <a:gd name="connsiteY599" fmla="*/ 627467 h 1273403"/>
              <a:gd name="connsiteX600" fmla="*/ 2108799 w 2259901"/>
              <a:gd name="connsiteY600" fmla="*/ 635405 h 1273403"/>
              <a:gd name="connsiteX601" fmla="*/ 2089350 w 2259901"/>
              <a:gd name="connsiteY601" fmla="*/ 629065 h 1273403"/>
              <a:gd name="connsiteX602" fmla="*/ 2077011 w 2259901"/>
              <a:gd name="connsiteY602" fmla="*/ 611140 h 1273403"/>
              <a:gd name="connsiteX603" fmla="*/ 2071773 w 2259901"/>
              <a:gd name="connsiteY603" fmla="*/ 589586 h 1273403"/>
              <a:gd name="connsiteX604" fmla="*/ 2072994 w 2259901"/>
              <a:gd name="connsiteY604" fmla="*/ 574689 h 1273403"/>
              <a:gd name="connsiteX605" fmla="*/ 2078659 w 2259901"/>
              <a:gd name="connsiteY605" fmla="*/ 562782 h 1273403"/>
              <a:gd name="connsiteX606" fmla="*/ 1962528 w 2259901"/>
              <a:gd name="connsiteY606" fmla="*/ 535245 h 1273403"/>
              <a:gd name="connsiteX607" fmla="*/ 1982459 w 2259901"/>
              <a:gd name="connsiteY607" fmla="*/ 547432 h 1273403"/>
              <a:gd name="connsiteX608" fmla="*/ 1982555 w 2259901"/>
              <a:gd name="connsiteY608" fmla="*/ 547472 h 1273403"/>
              <a:gd name="connsiteX609" fmla="*/ 1996002 w 2259901"/>
              <a:gd name="connsiteY609" fmla="*/ 561006 h 1273403"/>
              <a:gd name="connsiteX610" fmla="*/ 1999698 w 2259901"/>
              <a:gd name="connsiteY610" fmla="*/ 579374 h 1273403"/>
              <a:gd name="connsiteX611" fmla="*/ 2008578 w 2259901"/>
              <a:gd name="connsiteY611" fmla="*/ 598560 h 1273403"/>
              <a:gd name="connsiteX612" fmla="*/ 2012215 w 2259901"/>
              <a:gd name="connsiteY612" fmla="*/ 620571 h 1273403"/>
              <a:gd name="connsiteX613" fmla="*/ 2015258 w 2259901"/>
              <a:gd name="connsiteY613" fmla="*/ 639286 h 1273403"/>
              <a:gd name="connsiteX614" fmla="*/ 1994709 w 2259901"/>
              <a:gd name="connsiteY614" fmla="*/ 629381 h 1273403"/>
              <a:gd name="connsiteX615" fmla="*/ 1978021 w 2259901"/>
              <a:gd name="connsiteY615" fmla="*/ 612682 h 1273403"/>
              <a:gd name="connsiteX616" fmla="*/ 1969947 w 2259901"/>
              <a:gd name="connsiteY616" fmla="*/ 590223 h 1273403"/>
              <a:gd name="connsiteX617" fmla="*/ 1960188 w 2259901"/>
              <a:gd name="connsiteY617" fmla="*/ 568694 h 1273403"/>
              <a:gd name="connsiteX618" fmla="*/ 1957070 w 2259901"/>
              <a:gd name="connsiteY618" fmla="*/ 551640 h 1273403"/>
              <a:gd name="connsiteX619" fmla="*/ 1962528 w 2259901"/>
              <a:gd name="connsiteY619" fmla="*/ 535245 h 1273403"/>
              <a:gd name="connsiteX620" fmla="*/ 705757 w 2259901"/>
              <a:gd name="connsiteY620" fmla="*/ 530025 h 1273403"/>
              <a:gd name="connsiteX621" fmla="*/ 705697 w 2259901"/>
              <a:gd name="connsiteY621" fmla="*/ 530169 h 1273403"/>
              <a:gd name="connsiteX622" fmla="*/ 719033 w 2259901"/>
              <a:gd name="connsiteY622" fmla="*/ 535755 h 1273403"/>
              <a:gd name="connsiteX623" fmla="*/ 723187 w 2259901"/>
              <a:gd name="connsiteY623" fmla="*/ 549800 h 1273403"/>
              <a:gd name="connsiteX624" fmla="*/ 736329 w 2259901"/>
              <a:gd name="connsiteY624" fmla="*/ 572407 h 1273403"/>
              <a:gd name="connsiteX625" fmla="*/ 743023 w 2259901"/>
              <a:gd name="connsiteY625" fmla="*/ 594120 h 1273403"/>
              <a:gd name="connsiteX626" fmla="*/ 751987 w 2259901"/>
              <a:gd name="connsiteY626" fmla="*/ 615258 h 1273403"/>
              <a:gd name="connsiteX627" fmla="*/ 751660 w 2259901"/>
              <a:gd name="connsiteY627" fmla="*/ 627836 h 1273403"/>
              <a:gd name="connsiteX628" fmla="*/ 746900 w 2259901"/>
              <a:gd name="connsiteY628" fmla="*/ 633729 h 1273403"/>
              <a:gd name="connsiteX629" fmla="*/ 733623 w 2259901"/>
              <a:gd name="connsiteY629" fmla="*/ 622749 h 1273403"/>
              <a:gd name="connsiteX630" fmla="*/ 720903 w 2259901"/>
              <a:gd name="connsiteY630" fmla="*/ 603309 h 1273403"/>
              <a:gd name="connsiteX631" fmla="*/ 707049 w 2259901"/>
              <a:gd name="connsiteY631" fmla="*/ 584017 h 1273403"/>
              <a:gd name="connsiteX632" fmla="*/ 703554 w 2259901"/>
              <a:gd name="connsiteY632" fmla="*/ 559920 h 1273403"/>
              <a:gd name="connsiteX633" fmla="*/ 695958 w 2259901"/>
              <a:gd name="connsiteY633" fmla="*/ 544263 h 1273403"/>
              <a:gd name="connsiteX634" fmla="*/ 705757 w 2259901"/>
              <a:gd name="connsiteY634" fmla="*/ 530025 h 1273403"/>
              <a:gd name="connsiteX635" fmla="*/ 1342467 w 2259901"/>
              <a:gd name="connsiteY635" fmla="*/ 529320 h 1273403"/>
              <a:gd name="connsiteX636" fmla="*/ 1357410 w 2259901"/>
              <a:gd name="connsiteY636" fmla="*/ 546417 h 1273403"/>
              <a:gd name="connsiteX637" fmla="*/ 1361813 w 2259901"/>
              <a:gd name="connsiteY637" fmla="*/ 567000 h 1273403"/>
              <a:gd name="connsiteX638" fmla="*/ 1368660 w 2259901"/>
              <a:gd name="connsiteY638" fmla="*/ 586463 h 1273403"/>
              <a:gd name="connsiteX639" fmla="*/ 1374582 w 2259901"/>
              <a:gd name="connsiteY639" fmla="*/ 606384 h 1273403"/>
              <a:gd name="connsiteX640" fmla="*/ 1380651 w 2259901"/>
              <a:gd name="connsiteY640" fmla="*/ 626762 h 1273403"/>
              <a:gd name="connsiteX641" fmla="*/ 1380631 w 2259901"/>
              <a:gd name="connsiteY641" fmla="*/ 626810 h 1273403"/>
              <a:gd name="connsiteX642" fmla="*/ 1378116 w 2259901"/>
              <a:gd name="connsiteY642" fmla="*/ 635471 h 1273403"/>
              <a:gd name="connsiteX643" fmla="*/ 1372844 w 2259901"/>
              <a:gd name="connsiteY643" fmla="*/ 640820 h 1273403"/>
              <a:gd name="connsiteX644" fmla="*/ 1361322 w 2259901"/>
              <a:gd name="connsiteY644" fmla="*/ 638307 h 1273403"/>
              <a:gd name="connsiteX645" fmla="*/ 1352124 w 2259901"/>
              <a:gd name="connsiteY645" fmla="*/ 629036 h 1273403"/>
              <a:gd name="connsiteX646" fmla="*/ 1345133 w 2259901"/>
              <a:gd name="connsiteY646" fmla="*/ 609513 h 1273403"/>
              <a:gd name="connsiteX647" fmla="*/ 1341093 w 2259901"/>
              <a:gd name="connsiteY647" fmla="*/ 589138 h 1273403"/>
              <a:gd name="connsiteX648" fmla="*/ 1332470 w 2259901"/>
              <a:gd name="connsiteY648" fmla="*/ 569609 h 1273403"/>
              <a:gd name="connsiteX649" fmla="*/ 1329932 w 2259901"/>
              <a:gd name="connsiteY649" fmla="*/ 548340 h 1273403"/>
              <a:gd name="connsiteX650" fmla="*/ 1342467 w 2259901"/>
              <a:gd name="connsiteY650" fmla="*/ 529320 h 1273403"/>
              <a:gd name="connsiteX651" fmla="*/ 247634 w 2259901"/>
              <a:gd name="connsiteY651" fmla="*/ 496268 h 1273403"/>
              <a:gd name="connsiteX652" fmla="*/ 262692 w 2259901"/>
              <a:gd name="connsiteY652" fmla="*/ 497609 h 1273403"/>
              <a:gd name="connsiteX653" fmla="*/ 270042 w 2259901"/>
              <a:gd name="connsiteY653" fmla="*/ 510621 h 1273403"/>
              <a:gd name="connsiteX654" fmla="*/ 272779 w 2259901"/>
              <a:gd name="connsiteY654" fmla="*/ 537336 h 1273403"/>
              <a:gd name="connsiteX655" fmla="*/ 279724 w 2259901"/>
              <a:gd name="connsiteY655" fmla="*/ 552663 h 1273403"/>
              <a:gd name="connsiteX656" fmla="*/ 283618 w 2259901"/>
              <a:gd name="connsiteY656" fmla="*/ 568405 h 1273403"/>
              <a:gd name="connsiteX657" fmla="*/ 281991 w 2259901"/>
              <a:gd name="connsiteY657" fmla="*/ 577890 h 1273403"/>
              <a:gd name="connsiteX658" fmla="*/ 275855 w 2259901"/>
              <a:gd name="connsiteY658" fmla="*/ 584513 h 1273403"/>
              <a:gd name="connsiteX659" fmla="*/ 254771 w 2259901"/>
              <a:gd name="connsiteY659" fmla="*/ 576018 h 1273403"/>
              <a:gd name="connsiteX660" fmla="*/ 249014 w 2259901"/>
              <a:gd name="connsiteY660" fmla="*/ 561359 h 1273403"/>
              <a:gd name="connsiteX661" fmla="*/ 249764 w 2259901"/>
              <a:gd name="connsiteY661" fmla="*/ 543951 h 1273403"/>
              <a:gd name="connsiteX662" fmla="*/ 243070 w 2259901"/>
              <a:gd name="connsiteY662" fmla="*/ 529914 h 1273403"/>
              <a:gd name="connsiteX663" fmla="*/ 240965 w 2259901"/>
              <a:gd name="connsiteY663" fmla="*/ 515825 h 1273403"/>
              <a:gd name="connsiteX664" fmla="*/ 240897 w 2259901"/>
              <a:gd name="connsiteY664" fmla="*/ 515853 h 1273403"/>
              <a:gd name="connsiteX665" fmla="*/ 247634 w 2259901"/>
              <a:gd name="connsiteY665" fmla="*/ 496268 h 1273403"/>
              <a:gd name="connsiteX666" fmla="*/ 1503275 w 2259901"/>
              <a:gd name="connsiteY666" fmla="*/ 488032 h 1273403"/>
              <a:gd name="connsiteX667" fmla="*/ 1509646 w 2259901"/>
              <a:gd name="connsiteY667" fmla="*/ 494765 h 1273403"/>
              <a:gd name="connsiteX668" fmla="*/ 1514354 w 2259901"/>
              <a:gd name="connsiteY668" fmla="*/ 509775 h 1273403"/>
              <a:gd name="connsiteX669" fmla="*/ 1522561 w 2259901"/>
              <a:gd name="connsiteY669" fmla="*/ 529356 h 1273403"/>
              <a:gd name="connsiteX670" fmla="*/ 1530154 w 2259901"/>
              <a:gd name="connsiteY670" fmla="*/ 549864 h 1273403"/>
              <a:gd name="connsiteX671" fmla="*/ 1530137 w 2259901"/>
              <a:gd name="connsiteY671" fmla="*/ 571982 h 1273403"/>
              <a:gd name="connsiteX672" fmla="*/ 1525874 w 2259901"/>
              <a:gd name="connsiteY672" fmla="*/ 586734 h 1273403"/>
              <a:gd name="connsiteX673" fmla="*/ 1525227 w 2259901"/>
              <a:gd name="connsiteY673" fmla="*/ 595516 h 1273403"/>
              <a:gd name="connsiteX674" fmla="*/ 1519838 w 2259901"/>
              <a:gd name="connsiteY674" fmla="*/ 600066 h 1273403"/>
              <a:gd name="connsiteX675" fmla="*/ 1504703 w 2259901"/>
              <a:gd name="connsiteY675" fmla="*/ 588138 h 1273403"/>
              <a:gd name="connsiteX676" fmla="*/ 1504410 w 2259901"/>
              <a:gd name="connsiteY676" fmla="*/ 569050 h 1273403"/>
              <a:gd name="connsiteX677" fmla="*/ 1491954 w 2259901"/>
              <a:gd name="connsiteY677" fmla="*/ 548707 h 1273403"/>
              <a:gd name="connsiteX678" fmla="*/ 1488655 w 2259901"/>
              <a:gd name="connsiteY678" fmla="*/ 525086 h 1273403"/>
              <a:gd name="connsiteX679" fmla="*/ 1494052 w 2259901"/>
              <a:gd name="connsiteY679" fmla="*/ 501836 h 1273403"/>
              <a:gd name="connsiteX680" fmla="*/ 1503275 w 2259901"/>
              <a:gd name="connsiteY680" fmla="*/ 488032 h 1273403"/>
              <a:gd name="connsiteX681" fmla="*/ 865561 w 2259901"/>
              <a:gd name="connsiteY681" fmla="*/ 483461 h 1273403"/>
              <a:gd name="connsiteX682" fmla="*/ 882000 w 2259901"/>
              <a:gd name="connsiteY682" fmla="*/ 498870 h 1273403"/>
              <a:gd name="connsiteX683" fmla="*/ 894817 w 2259901"/>
              <a:gd name="connsiteY683" fmla="*/ 514850 h 1273403"/>
              <a:gd name="connsiteX684" fmla="*/ 905325 w 2259901"/>
              <a:gd name="connsiteY684" fmla="*/ 532573 h 1273403"/>
              <a:gd name="connsiteX685" fmla="*/ 917799 w 2259901"/>
              <a:gd name="connsiteY685" fmla="*/ 549370 h 1273403"/>
              <a:gd name="connsiteX686" fmla="*/ 924082 w 2259901"/>
              <a:gd name="connsiteY686" fmla="*/ 569103 h 1273403"/>
              <a:gd name="connsiteX687" fmla="*/ 924054 w 2259901"/>
              <a:gd name="connsiteY687" fmla="*/ 569035 h 1273403"/>
              <a:gd name="connsiteX688" fmla="*/ 927639 w 2259901"/>
              <a:gd name="connsiteY688" fmla="*/ 585381 h 1273403"/>
              <a:gd name="connsiteX689" fmla="*/ 913054 w 2259901"/>
              <a:gd name="connsiteY689" fmla="*/ 586948 h 1273403"/>
              <a:gd name="connsiteX690" fmla="*/ 899939 w 2259901"/>
              <a:gd name="connsiteY690" fmla="*/ 579083 h 1273403"/>
              <a:gd name="connsiteX691" fmla="*/ 886294 w 2259901"/>
              <a:gd name="connsiteY691" fmla="*/ 562926 h 1273403"/>
              <a:gd name="connsiteX692" fmla="*/ 875006 w 2259901"/>
              <a:gd name="connsiteY692" fmla="*/ 545046 h 1273403"/>
              <a:gd name="connsiteX693" fmla="*/ 862654 w 2259901"/>
              <a:gd name="connsiteY693" fmla="*/ 527285 h 1273403"/>
              <a:gd name="connsiteX694" fmla="*/ 864225 w 2259901"/>
              <a:gd name="connsiteY694" fmla="*/ 504688 h 1273403"/>
              <a:gd name="connsiteX695" fmla="*/ 865561 w 2259901"/>
              <a:gd name="connsiteY695" fmla="*/ 483461 h 1273403"/>
              <a:gd name="connsiteX696" fmla="*/ 2127813 w 2259901"/>
              <a:gd name="connsiteY696" fmla="*/ 443961 h 1273403"/>
              <a:gd name="connsiteX697" fmla="*/ 2139305 w 2259901"/>
              <a:gd name="connsiteY697" fmla="*/ 447082 h 1273403"/>
              <a:gd name="connsiteX698" fmla="*/ 2146463 w 2259901"/>
              <a:gd name="connsiteY698" fmla="*/ 460015 h 1273403"/>
              <a:gd name="connsiteX699" fmla="*/ 2165892 w 2259901"/>
              <a:gd name="connsiteY699" fmla="*/ 478652 h 1273403"/>
              <a:gd name="connsiteX700" fmla="*/ 2170724 w 2259901"/>
              <a:gd name="connsiteY700" fmla="*/ 504945 h 1273403"/>
              <a:gd name="connsiteX701" fmla="*/ 2174762 w 2259901"/>
              <a:gd name="connsiteY701" fmla="*/ 518998 h 1273403"/>
              <a:gd name="connsiteX702" fmla="*/ 2176354 w 2259901"/>
              <a:gd name="connsiteY702" fmla="*/ 526502 h 1273403"/>
              <a:gd name="connsiteX703" fmla="*/ 2172176 w 2259901"/>
              <a:gd name="connsiteY703" fmla="*/ 531630 h 1273403"/>
              <a:gd name="connsiteX704" fmla="*/ 2156977 w 2259901"/>
              <a:gd name="connsiteY704" fmla="*/ 525376 h 1273403"/>
              <a:gd name="connsiteX705" fmla="*/ 2145351 w 2259901"/>
              <a:gd name="connsiteY705" fmla="*/ 512209 h 1273403"/>
              <a:gd name="connsiteX706" fmla="*/ 2133713 w 2259901"/>
              <a:gd name="connsiteY706" fmla="*/ 496779 h 1273403"/>
              <a:gd name="connsiteX707" fmla="*/ 2125201 w 2259901"/>
              <a:gd name="connsiteY707" fmla="*/ 479272 h 1273403"/>
              <a:gd name="connsiteX708" fmla="*/ 2120999 w 2259901"/>
              <a:gd name="connsiteY708" fmla="*/ 459959 h 1273403"/>
              <a:gd name="connsiteX709" fmla="*/ 2127841 w 2259901"/>
              <a:gd name="connsiteY709" fmla="*/ 444029 h 1273403"/>
              <a:gd name="connsiteX710" fmla="*/ 1038562 w 2259901"/>
              <a:gd name="connsiteY710" fmla="*/ 436218 h 1273403"/>
              <a:gd name="connsiteX711" fmla="*/ 1057192 w 2259901"/>
              <a:gd name="connsiteY711" fmla="*/ 450570 h 1273403"/>
              <a:gd name="connsiteX712" fmla="*/ 1066845 w 2259901"/>
              <a:gd name="connsiteY712" fmla="*/ 475045 h 1273403"/>
              <a:gd name="connsiteX713" fmla="*/ 1075132 w 2259901"/>
              <a:gd name="connsiteY713" fmla="*/ 496183 h 1273403"/>
              <a:gd name="connsiteX714" fmla="*/ 1079256 w 2259901"/>
              <a:gd name="connsiteY714" fmla="*/ 518512 h 1273403"/>
              <a:gd name="connsiteX715" fmla="*/ 1077768 w 2259901"/>
              <a:gd name="connsiteY715" fmla="*/ 539563 h 1273403"/>
              <a:gd name="connsiteX716" fmla="*/ 1062555 w 2259901"/>
              <a:gd name="connsiteY716" fmla="*/ 525401 h 1273403"/>
              <a:gd name="connsiteX717" fmla="*/ 1050996 w 2259901"/>
              <a:gd name="connsiteY717" fmla="*/ 505206 h 1273403"/>
              <a:gd name="connsiteX718" fmla="*/ 1041640 w 2259901"/>
              <a:gd name="connsiteY718" fmla="*/ 483791 h 1273403"/>
              <a:gd name="connsiteX719" fmla="*/ 1033307 w 2259901"/>
              <a:gd name="connsiteY719" fmla="*/ 461955 h 1273403"/>
              <a:gd name="connsiteX720" fmla="*/ 1027787 w 2259901"/>
              <a:gd name="connsiteY720" fmla="*/ 446323 h 1273403"/>
              <a:gd name="connsiteX721" fmla="*/ 1038590 w 2259901"/>
              <a:gd name="connsiteY721" fmla="*/ 436286 h 1273403"/>
              <a:gd name="connsiteX722" fmla="*/ 1671402 w 2259901"/>
              <a:gd name="connsiteY722" fmla="*/ 435190 h 1273403"/>
              <a:gd name="connsiteX723" fmla="*/ 1687172 w 2259901"/>
              <a:gd name="connsiteY723" fmla="*/ 440893 h 1273403"/>
              <a:gd name="connsiteX724" fmla="*/ 1698886 w 2259901"/>
              <a:gd name="connsiteY724" fmla="*/ 453985 h 1273403"/>
              <a:gd name="connsiteX725" fmla="*/ 1695815 w 2259901"/>
              <a:gd name="connsiteY725" fmla="*/ 470873 h 1273403"/>
              <a:gd name="connsiteX726" fmla="*/ 1694015 w 2259901"/>
              <a:gd name="connsiteY726" fmla="*/ 488631 h 1273403"/>
              <a:gd name="connsiteX727" fmla="*/ 1705249 w 2259901"/>
              <a:gd name="connsiteY727" fmla="*/ 507448 h 1273403"/>
              <a:gd name="connsiteX728" fmla="*/ 1713034 w 2259901"/>
              <a:gd name="connsiteY728" fmla="*/ 526288 h 1273403"/>
              <a:gd name="connsiteX729" fmla="*/ 1711081 w 2259901"/>
              <a:gd name="connsiteY729" fmla="*/ 538571 h 1273403"/>
              <a:gd name="connsiteX730" fmla="*/ 1704489 w 2259901"/>
              <a:gd name="connsiteY730" fmla="*/ 547091 h 1273403"/>
              <a:gd name="connsiteX731" fmla="*/ 1691449 w 2259901"/>
              <a:gd name="connsiteY731" fmla="*/ 541065 h 1273403"/>
              <a:gd name="connsiteX732" fmla="*/ 1678092 w 2259901"/>
              <a:gd name="connsiteY732" fmla="*/ 536202 h 1273403"/>
              <a:gd name="connsiteX733" fmla="*/ 1674277 w 2259901"/>
              <a:gd name="connsiteY733" fmla="*/ 515019 h 1273403"/>
              <a:gd name="connsiteX734" fmla="*/ 1668571 w 2259901"/>
              <a:gd name="connsiteY734" fmla="*/ 495527 h 1273403"/>
              <a:gd name="connsiteX735" fmla="*/ 1664083 w 2259901"/>
              <a:gd name="connsiteY735" fmla="*/ 478238 h 1273403"/>
              <a:gd name="connsiteX736" fmla="*/ 1666439 w 2259901"/>
              <a:gd name="connsiteY736" fmla="*/ 459019 h 1273403"/>
              <a:gd name="connsiteX737" fmla="*/ 1666487 w 2259901"/>
              <a:gd name="connsiteY737" fmla="*/ 459039 h 1273403"/>
              <a:gd name="connsiteX738" fmla="*/ 1671402 w 2259901"/>
              <a:gd name="connsiteY738" fmla="*/ 435190 h 1273403"/>
              <a:gd name="connsiteX739" fmla="*/ 412066 w 2259901"/>
              <a:gd name="connsiteY739" fmla="*/ 426809 h 1273403"/>
              <a:gd name="connsiteX740" fmla="*/ 412046 w 2259901"/>
              <a:gd name="connsiteY740" fmla="*/ 426857 h 1273403"/>
              <a:gd name="connsiteX741" fmla="*/ 425596 w 2259901"/>
              <a:gd name="connsiteY741" fmla="*/ 437048 h 1273403"/>
              <a:gd name="connsiteX742" fmla="*/ 433801 w 2259901"/>
              <a:gd name="connsiteY742" fmla="*/ 452056 h 1273403"/>
              <a:gd name="connsiteX743" fmla="*/ 439474 w 2259901"/>
              <a:gd name="connsiteY743" fmla="*/ 474187 h 1273403"/>
              <a:gd name="connsiteX744" fmla="*/ 447455 w 2259901"/>
              <a:gd name="connsiteY744" fmla="*/ 496326 h 1273403"/>
              <a:gd name="connsiteX745" fmla="*/ 444858 w 2259901"/>
              <a:gd name="connsiteY745" fmla="*/ 519621 h 1273403"/>
              <a:gd name="connsiteX746" fmla="*/ 433984 w 2259901"/>
              <a:gd name="connsiteY746" fmla="*/ 536965 h 1273403"/>
              <a:gd name="connsiteX747" fmla="*/ 411521 w 2259901"/>
              <a:gd name="connsiteY747" fmla="*/ 525975 h 1273403"/>
              <a:gd name="connsiteX748" fmla="*/ 412665 w 2259901"/>
              <a:gd name="connsiteY748" fmla="*/ 511667 h 1273403"/>
              <a:gd name="connsiteX749" fmla="*/ 412383 w 2259901"/>
              <a:gd name="connsiteY749" fmla="*/ 497664 h 1273403"/>
              <a:gd name="connsiteX750" fmla="*/ 410138 w 2259901"/>
              <a:gd name="connsiteY750" fmla="*/ 483911 h 1273403"/>
              <a:gd name="connsiteX751" fmla="*/ 410358 w 2259901"/>
              <a:gd name="connsiteY751" fmla="*/ 469385 h 1273403"/>
              <a:gd name="connsiteX752" fmla="*/ 402922 w 2259901"/>
              <a:gd name="connsiteY752" fmla="*/ 454022 h 1273403"/>
              <a:gd name="connsiteX753" fmla="*/ 395043 w 2259901"/>
              <a:gd name="connsiteY753" fmla="*/ 437965 h 1273403"/>
              <a:gd name="connsiteX754" fmla="*/ 412066 w 2259901"/>
              <a:gd name="connsiteY754" fmla="*/ 426809 h 1273403"/>
              <a:gd name="connsiteX755" fmla="*/ 1201967 w 2259901"/>
              <a:gd name="connsiteY755" fmla="*/ 389132 h 1273403"/>
              <a:gd name="connsiteX756" fmla="*/ 1219718 w 2259901"/>
              <a:gd name="connsiteY756" fmla="*/ 399390 h 1273403"/>
              <a:gd name="connsiteX757" fmla="*/ 1219650 w 2259901"/>
              <a:gd name="connsiteY757" fmla="*/ 399418 h 1273403"/>
              <a:gd name="connsiteX758" fmla="*/ 1232180 w 2259901"/>
              <a:gd name="connsiteY758" fmla="*/ 412851 h 1273403"/>
              <a:gd name="connsiteX759" fmla="*/ 1236081 w 2259901"/>
              <a:gd name="connsiteY759" fmla="*/ 431135 h 1273403"/>
              <a:gd name="connsiteX760" fmla="*/ 1245766 w 2259901"/>
              <a:gd name="connsiteY760" fmla="*/ 450150 h 1273403"/>
              <a:gd name="connsiteX761" fmla="*/ 1250075 w 2259901"/>
              <a:gd name="connsiteY761" fmla="*/ 471765 h 1273403"/>
              <a:gd name="connsiteX762" fmla="*/ 1252343 w 2259901"/>
              <a:gd name="connsiteY762" fmla="*/ 491793 h 1273403"/>
              <a:gd name="connsiteX763" fmla="*/ 1229434 w 2259901"/>
              <a:gd name="connsiteY763" fmla="*/ 483212 h 1273403"/>
              <a:gd name="connsiteX764" fmla="*/ 1214600 w 2259901"/>
              <a:gd name="connsiteY764" fmla="*/ 464242 h 1273403"/>
              <a:gd name="connsiteX765" fmla="*/ 1206363 w 2259901"/>
              <a:gd name="connsiteY765" fmla="*/ 441771 h 1273403"/>
              <a:gd name="connsiteX766" fmla="*/ 1195716 w 2259901"/>
              <a:gd name="connsiteY766" fmla="*/ 420208 h 1273403"/>
              <a:gd name="connsiteX767" fmla="*/ 1192818 w 2259901"/>
              <a:gd name="connsiteY767" fmla="*/ 402626 h 1273403"/>
              <a:gd name="connsiteX768" fmla="*/ 1201967 w 2259901"/>
              <a:gd name="connsiteY768" fmla="*/ 389132 h 1273403"/>
              <a:gd name="connsiteX769" fmla="*/ 1843600 w 2259901"/>
              <a:gd name="connsiteY769" fmla="*/ 385692 h 1273403"/>
              <a:gd name="connsiteX770" fmla="*/ 1857995 w 2259901"/>
              <a:gd name="connsiteY770" fmla="*/ 407864 h 1273403"/>
              <a:gd name="connsiteX771" fmla="*/ 1871096 w 2259901"/>
              <a:gd name="connsiteY771" fmla="*/ 431245 h 1273403"/>
              <a:gd name="connsiteX772" fmla="*/ 1874254 w 2259901"/>
              <a:gd name="connsiteY772" fmla="*/ 454128 h 1273403"/>
              <a:gd name="connsiteX773" fmla="*/ 1876660 w 2259901"/>
              <a:gd name="connsiteY773" fmla="*/ 476923 h 1273403"/>
              <a:gd name="connsiteX774" fmla="*/ 1874865 w 2259901"/>
              <a:gd name="connsiteY774" fmla="*/ 489873 h 1273403"/>
              <a:gd name="connsiteX775" fmla="*/ 1869647 w 2259901"/>
              <a:gd name="connsiteY775" fmla="*/ 495546 h 1273403"/>
              <a:gd name="connsiteX776" fmla="*/ 1853605 w 2259901"/>
              <a:gd name="connsiteY776" fmla="*/ 483633 h 1273403"/>
              <a:gd name="connsiteX777" fmla="*/ 1846781 w 2259901"/>
              <a:gd name="connsiteY777" fmla="*/ 461020 h 1273403"/>
              <a:gd name="connsiteX778" fmla="*/ 1841342 w 2259901"/>
              <a:gd name="connsiteY778" fmla="*/ 438196 h 1273403"/>
              <a:gd name="connsiteX779" fmla="*/ 1838201 w 2259901"/>
              <a:gd name="connsiteY779" fmla="*/ 414868 h 1273403"/>
              <a:gd name="connsiteX780" fmla="*/ 1834377 w 2259901"/>
              <a:gd name="connsiteY780" fmla="*/ 400171 h 1273403"/>
              <a:gd name="connsiteX781" fmla="*/ 1843628 w 2259901"/>
              <a:gd name="connsiteY781" fmla="*/ 385760 h 1273403"/>
              <a:gd name="connsiteX782" fmla="*/ 588893 w 2259901"/>
              <a:gd name="connsiteY782" fmla="*/ 381337 h 1273403"/>
              <a:gd name="connsiteX783" fmla="*/ 588853 w 2259901"/>
              <a:gd name="connsiteY783" fmla="*/ 381433 h 1273403"/>
              <a:gd name="connsiteX784" fmla="*/ 598302 w 2259901"/>
              <a:gd name="connsiteY784" fmla="*/ 393068 h 1273403"/>
              <a:gd name="connsiteX785" fmla="*/ 604268 w 2259901"/>
              <a:gd name="connsiteY785" fmla="*/ 405614 h 1273403"/>
              <a:gd name="connsiteX786" fmla="*/ 613074 w 2259901"/>
              <a:gd name="connsiteY786" fmla="*/ 425784 h 1273403"/>
              <a:gd name="connsiteX787" fmla="*/ 607150 w 2259901"/>
              <a:gd name="connsiteY787" fmla="*/ 448137 h 1273403"/>
              <a:gd name="connsiteX788" fmla="*/ 610159 w 2259901"/>
              <a:gd name="connsiteY788" fmla="*/ 469491 h 1273403"/>
              <a:gd name="connsiteX789" fmla="*/ 611107 w 2259901"/>
              <a:gd name="connsiteY789" fmla="*/ 484055 h 1273403"/>
              <a:gd name="connsiteX790" fmla="*/ 602380 w 2259901"/>
              <a:gd name="connsiteY790" fmla="*/ 489543 h 1273403"/>
              <a:gd name="connsiteX791" fmla="*/ 590499 w 2259901"/>
              <a:gd name="connsiteY791" fmla="*/ 484114 h 1273403"/>
              <a:gd name="connsiteX792" fmla="*/ 586348 w 2259901"/>
              <a:gd name="connsiteY792" fmla="*/ 466967 h 1273403"/>
              <a:gd name="connsiteX793" fmla="*/ 575609 w 2259901"/>
              <a:gd name="connsiteY793" fmla="*/ 445761 h 1273403"/>
              <a:gd name="connsiteX794" fmla="*/ 578858 w 2259901"/>
              <a:gd name="connsiteY794" fmla="*/ 422118 h 1273403"/>
              <a:gd name="connsiteX795" fmla="*/ 581694 w 2259901"/>
              <a:gd name="connsiteY795" fmla="*/ 399600 h 1273403"/>
              <a:gd name="connsiteX796" fmla="*/ 588893 w 2259901"/>
              <a:gd name="connsiteY796" fmla="*/ 381337 h 1273403"/>
              <a:gd name="connsiteX797" fmla="*/ 299311 w 2259901"/>
              <a:gd name="connsiteY797" fmla="*/ 362135 h 1273403"/>
              <a:gd name="connsiteX798" fmla="*/ 319026 w 2259901"/>
              <a:gd name="connsiteY798" fmla="*/ 364072 h 1273403"/>
              <a:gd name="connsiteX799" fmla="*/ 319006 w 2259901"/>
              <a:gd name="connsiteY799" fmla="*/ 364120 h 1273403"/>
              <a:gd name="connsiteX800" fmla="*/ 322708 w 2259901"/>
              <a:gd name="connsiteY800" fmla="*/ 386780 h 1273403"/>
              <a:gd name="connsiteX801" fmla="*/ 330380 w 2259901"/>
              <a:gd name="connsiteY801" fmla="*/ 406023 h 1273403"/>
              <a:gd name="connsiteX802" fmla="*/ 334544 w 2259901"/>
              <a:gd name="connsiteY802" fmla="*/ 415550 h 1273403"/>
              <a:gd name="connsiteX803" fmla="*/ 329248 w 2259901"/>
              <a:gd name="connsiteY803" fmla="*/ 421917 h 1273403"/>
              <a:gd name="connsiteX804" fmla="*/ 309413 w 2259901"/>
              <a:gd name="connsiteY804" fmla="*/ 422019 h 1273403"/>
              <a:gd name="connsiteX805" fmla="*/ 297258 w 2259901"/>
              <a:gd name="connsiteY805" fmla="*/ 405131 h 1273403"/>
              <a:gd name="connsiteX806" fmla="*/ 293853 w 2259901"/>
              <a:gd name="connsiteY806" fmla="*/ 385530 h 1273403"/>
              <a:gd name="connsiteX807" fmla="*/ 299311 w 2259901"/>
              <a:gd name="connsiteY807" fmla="*/ 362135 h 1273403"/>
              <a:gd name="connsiteX808" fmla="*/ 2013274 w 2259901"/>
              <a:gd name="connsiteY808" fmla="*/ 343432 h 1273403"/>
              <a:gd name="connsiteX809" fmla="*/ 2029923 w 2259901"/>
              <a:gd name="connsiteY809" fmla="*/ 357800 h 1273403"/>
              <a:gd name="connsiteX810" fmla="*/ 2029951 w 2259901"/>
              <a:gd name="connsiteY810" fmla="*/ 357868 h 1273403"/>
              <a:gd name="connsiteX811" fmla="*/ 2039154 w 2259901"/>
              <a:gd name="connsiteY811" fmla="*/ 373859 h 1273403"/>
              <a:gd name="connsiteX812" fmla="*/ 2038400 w 2259901"/>
              <a:gd name="connsiteY812" fmla="*/ 392621 h 1273403"/>
              <a:gd name="connsiteX813" fmla="*/ 2039868 w 2259901"/>
              <a:gd name="connsiteY813" fmla="*/ 414288 h 1273403"/>
              <a:gd name="connsiteX814" fmla="*/ 2051085 w 2259901"/>
              <a:gd name="connsiteY814" fmla="*/ 433549 h 1273403"/>
              <a:gd name="connsiteX815" fmla="*/ 2051802 w 2259901"/>
              <a:gd name="connsiteY815" fmla="*/ 448630 h 1273403"/>
              <a:gd name="connsiteX816" fmla="*/ 2044914 w 2259901"/>
              <a:gd name="connsiteY816" fmla="*/ 457436 h 1273403"/>
              <a:gd name="connsiteX817" fmla="*/ 2025677 w 2259901"/>
              <a:gd name="connsiteY817" fmla="*/ 440629 h 1273403"/>
              <a:gd name="connsiteX818" fmla="*/ 2010726 w 2259901"/>
              <a:gd name="connsiteY818" fmla="*/ 421666 h 1273403"/>
              <a:gd name="connsiteX819" fmla="*/ 2003167 w 2259901"/>
              <a:gd name="connsiteY819" fmla="*/ 398519 h 1273403"/>
              <a:gd name="connsiteX820" fmla="*/ 2005414 w 2259901"/>
              <a:gd name="connsiteY820" fmla="*/ 374174 h 1273403"/>
              <a:gd name="connsiteX821" fmla="*/ 2001160 w 2259901"/>
              <a:gd name="connsiteY821" fmla="*/ 356193 h 1273403"/>
              <a:gd name="connsiteX822" fmla="*/ 2013274 w 2259901"/>
              <a:gd name="connsiteY822" fmla="*/ 343432 h 1273403"/>
              <a:gd name="connsiteX823" fmla="*/ 1373945 w 2259901"/>
              <a:gd name="connsiteY823" fmla="*/ 340310 h 1273403"/>
              <a:gd name="connsiteX824" fmla="*/ 1379748 w 2259901"/>
              <a:gd name="connsiteY824" fmla="*/ 344343 h 1273403"/>
              <a:gd name="connsiteX825" fmla="*/ 1383401 w 2259901"/>
              <a:gd name="connsiteY825" fmla="*/ 360660 h 1273403"/>
              <a:gd name="connsiteX826" fmla="*/ 1403236 w 2259901"/>
              <a:gd name="connsiteY826" fmla="*/ 372807 h 1273403"/>
              <a:gd name="connsiteX827" fmla="*/ 1409587 w 2259901"/>
              <a:gd name="connsiteY827" fmla="*/ 394263 h 1273403"/>
              <a:gd name="connsiteX828" fmla="*/ 1419506 w 2259901"/>
              <a:gd name="connsiteY828" fmla="*/ 414335 h 1273403"/>
              <a:gd name="connsiteX829" fmla="*/ 1422462 w 2259901"/>
              <a:gd name="connsiteY829" fmla="*/ 428951 h 1273403"/>
              <a:gd name="connsiteX830" fmla="*/ 1416139 w 2259901"/>
              <a:gd name="connsiteY830" fmla="*/ 441485 h 1273403"/>
              <a:gd name="connsiteX831" fmla="*/ 1402519 w 2259901"/>
              <a:gd name="connsiteY831" fmla="*/ 434424 h 1273403"/>
              <a:gd name="connsiteX832" fmla="*/ 1393201 w 2259901"/>
              <a:gd name="connsiteY832" fmla="*/ 419515 h 1273403"/>
              <a:gd name="connsiteX833" fmla="*/ 1374299 w 2259901"/>
              <a:gd name="connsiteY833" fmla="*/ 404598 h 1273403"/>
              <a:gd name="connsiteX834" fmla="*/ 1367447 w 2259901"/>
              <a:gd name="connsiteY834" fmla="*/ 381917 h 1273403"/>
              <a:gd name="connsiteX835" fmla="*/ 1363602 w 2259901"/>
              <a:gd name="connsiteY835" fmla="*/ 359196 h 1273403"/>
              <a:gd name="connsiteX836" fmla="*/ 1365677 w 2259901"/>
              <a:gd name="connsiteY836" fmla="*/ 341722 h 1273403"/>
              <a:gd name="connsiteX837" fmla="*/ 1365725 w 2259901"/>
              <a:gd name="connsiteY837" fmla="*/ 341742 h 1273403"/>
              <a:gd name="connsiteX838" fmla="*/ 1373945 w 2259901"/>
              <a:gd name="connsiteY838" fmla="*/ 340310 h 1273403"/>
              <a:gd name="connsiteX839" fmla="*/ 744201 w 2259901"/>
              <a:gd name="connsiteY839" fmla="*/ 333794 h 1273403"/>
              <a:gd name="connsiteX840" fmla="*/ 755974 w 2259901"/>
              <a:gd name="connsiteY840" fmla="*/ 349167 h 1273403"/>
              <a:gd name="connsiteX841" fmla="*/ 768814 w 2259901"/>
              <a:gd name="connsiteY841" fmla="*/ 360246 h 1273403"/>
              <a:gd name="connsiteX842" fmla="*/ 782192 w 2259901"/>
              <a:gd name="connsiteY842" fmla="*/ 379735 h 1273403"/>
              <a:gd name="connsiteX843" fmla="*/ 781969 w 2259901"/>
              <a:gd name="connsiteY843" fmla="*/ 403686 h 1273403"/>
              <a:gd name="connsiteX844" fmla="*/ 782760 w 2259901"/>
              <a:gd name="connsiteY844" fmla="*/ 426030 h 1273403"/>
              <a:gd name="connsiteX845" fmla="*/ 780403 w 2259901"/>
              <a:gd name="connsiteY845" fmla="*/ 449426 h 1273403"/>
              <a:gd name="connsiteX846" fmla="*/ 764318 w 2259901"/>
              <a:gd name="connsiteY846" fmla="*/ 447711 h 1273403"/>
              <a:gd name="connsiteX847" fmla="*/ 756151 w 2259901"/>
              <a:gd name="connsiteY847" fmla="*/ 435034 h 1273403"/>
              <a:gd name="connsiteX848" fmla="*/ 748628 w 2259901"/>
              <a:gd name="connsiteY848" fmla="*/ 422569 h 1273403"/>
              <a:gd name="connsiteX849" fmla="*/ 752290 w 2259901"/>
              <a:gd name="connsiteY849" fmla="*/ 407904 h 1273403"/>
              <a:gd name="connsiteX850" fmla="*/ 743633 w 2259901"/>
              <a:gd name="connsiteY850" fmla="*/ 381588 h 1273403"/>
              <a:gd name="connsiteX851" fmla="*/ 737893 w 2259901"/>
              <a:gd name="connsiteY851" fmla="*/ 366484 h 1273403"/>
              <a:gd name="connsiteX852" fmla="*/ 732259 w 2259901"/>
              <a:gd name="connsiteY852" fmla="*/ 350860 h 1273403"/>
              <a:gd name="connsiteX853" fmla="*/ 744277 w 2259901"/>
              <a:gd name="connsiteY853" fmla="*/ 333882 h 1273403"/>
              <a:gd name="connsiteX854" fmla="*/ 2176180 w 2259901"/>
              <a:gd name="connsiteY854" fmla="*/ 297266 h 1273403"/>
              <a:gd name="connsiteX855" fmla="*/ 2190308 w 2259901"/>
              <a:gd name="connsiteY855" fmla="*/ 317520 h 1273403"/>
              <a:gd name="connsiteX856" fmla="*/ 2205187 w 2259901"/>
              <a:gd name="connsiteY856" fmla="*/ 340290 h 1273403"/>
              <a:gd name="connsiteX857" fmla="*/ 2206831 w 2259901"/>
              <a:gd name="connsiteY857" fmla="*/ 363556 h 1273403"/>
              <a:gd name="connsiteX858" fmla="*/ 2207912 w 2259901"/>
              <a:gd name="connsiteY858" fmla="*/ 386417 h 1273403"/>
              <a:gd name="connsiteX859" fmla="*/ 2203141 w 2259901"/>
              <a:gd name="connsiteY859" fmla="*/ 406826 h 1273403"/>
              <a:gd name="connsiteX860" fmla="*/ 2190075 w 2259901"/>
              <a:gd name="connsiteY860" fmla="*/ 391306 h 1273403"/>
              <a:gd name="connsiteX861" fmla="*/ 2183603 w 2259901"/>
              <a:gd name="connsiteY861" fmla="*/ 369066 h 1273403"/>
              <a:gd name="connsiteX862" fmla="*/ 2172005 w 2259901"/>
              <a:gd name="connsiteY862" fmla="*/ 348290 h 1273403"/>
              <a:gd name="connsiteX863" fmla="*/ 2162675 w 2259901"/>
              <a:gd name="connsiteY863" fmla="*/ 326547 h 1273403"/>
              <a:gd name="connsiteX864" fmla="*/ 2168834 w 2259901"/>
              <a:gd name="connsiteY864" fmla="*/ 309824 h 1273403"/>
              <a:gd name="connsiteX865" fmla="*/ 2176092 w 2259901"/>
              <a:gd name="connsiteY865" fmla="*/ 297342 h 1273403"/>
              <a:gd name="connsiteX866" fmla="*/ 1543004 w 2259901"/>
              <a:gd name="connsiteY866" fmla="*/ 294653 h 1273403"/>
              <a:gd name="connsiteX867" fmla="*/ 1562416 w 2259901"/>
              <a:gd name="connsiteY867" fmla="*/ 306736 h 1273403"/>
              <a:gd name="connsiteX868" fmla="*/ 1562512 w 2259901"/>
              <a:gd name="connsiteY868" fmla="*/ 306776 h 1273403"/>
              <a:gd name="connsiteX869" fmla="*/ 1572438 w 2259901"/>
              <a:gd name="connsiteY869" fmla="*/ 321714 h 1273403"/>
              <a:gd name="connsiteX870" fmla="*/ 1578056 w 2259901"/>
              <a:gd name="connsiteY870" fmla="*/ 339532 h 1273403"/>
              <a:gd name="connsiteX871" fmla="*/ 1586780 w 2259901"/>
              <a:gd name="connsiteY871" fmla="*/ 358822 h 1273403"/>
              <a:gd name="connsiteX872" fmla="*/ 1592523 w 2259901"/>
              <a:gd name="connsiteY872" fmla="*/ 379572 h 1273403"/>
              <a:gd name="connsiteX873" fmla="*/ 1596821 w 2259901"/>
              <a:gd name="connsiteY873" fmla="*/ 393359 h 1273403"/>
              <a:gd name="connsiteX874" fmla="*/ 1592585 w 2259901"/>
              <a:gd name="connsiteY874" fmla="*/ 402175 h 1273403"/>
              <a:gd name="connsiteX875" fmla="*/ 1571283 w 2259901"/>
              <a:gd name="connsiteY875" fmla="*/ 389356 h 1273403"/>
              <a:gd name="connsiteX876" fmla="*/ 1554823 w 2259901"/>
              <a:gd name="connsiteY876" fmla="*/ 372245 h 1273403"/>
              <a:gd name="connsiteX877" fmla="*/ 1545020 w 2259901"/>
              <a:gd name="connsiteY877" fmla="*/ 350416 h 1273403"/>
              <a:gd name="connsiteX878" fmla="*/ 1539974 w 2259901"/>
              <a:gd name="connsiteY878" fmla="*/ 327193 h 1273403"/>
              <a:gd name="connsiteX879" fmla="*/ 1539152 w 2259901"/>
              <a:gd name="connsiteY879" fmla="*/ 310311 h 1273403"/>
              <a:gd name="connsiteX880" fmla="*/ 1543004 w 2259901"/>
              <a:gd name="connsiteY880" fmla="*/ 294653 h 1273403"/>
              <a:gd name="connsiteX881" fmla="*/ 907587 w 2259901"/>
              <a:gd name="connsiteY881" fmla="*/ 287829 h 1273403"/>
              <a:gd name="connsiteX882" fmla="*/ 927908 w 2259901"/>
              <a:gd name="connsiteY882" fmla="*/ 292898 h 1273403"/>
              <a:gd name="connsiteX883" fmla="*/ 938075 w 2259901"/>
              <a:gd name="connsiteY883" fmla="*/ 309010 h 1273403"/>
              <a:gd name="connsiteX884" fmla="*/ 940857 w 2259901"/>
              <a:gd name="connsiteY884" fmla="*/ 326600 h 1273403"/>
              <a:gd name="connsiteX885" fmla="*/ 935641 w 2259901"/>
              <a:gd name="connsiteY885" fmla="*/ 343493 h 1273403"/>
              <a:gd name="connsiteX886" fmla="*/ 949037 w 2259901"/>
              <a:gd name="connsiteY886" fmla="*/ 360110 h 1273403"/>
              <a:gd name="connsiteX887" fmla="*/ 951690 w 2259901"/>
              <a:gd name="connsiteY887" fmla="*/ 381371 h 1273403"/>
              <a:gd name="connsiteX888" fmla="*/ 949372 w 2259901"/>
              <a:gd name="connsiteY888" fmla="*/ 391548 h 1273403"/>
              <a:gd name="connsiteX889" fmla="*/ 942334 w 2259901"/>
              <a:gd name="connsiteY889" fmla="*/ 398054 h 1273403"/>
              <a:gd name="connsiteX890" fmla="*/ 923938 w 2259901"/>
              <a:gd name="connsiteY890" fmla="*/ 387582 h 1273403"/>
              <a:gd name="connsiteX891" fmla="*/ 916791 w 2259901"/>
              <a:gd name="connsiteY891" fmla="*/ 370590 h 1273403"/>
              <a:gd name="connsiteX892" fmla="*/ 910132 w 2259901"/>
              <a:gd name="connsiteY892" fmla="*/ 350812 h 1273403"/>
              <a:gd name="connsiteX893" fmla="*/ 903687 w 2259901"/>
              <a:gd name="connsiteY893" fmla="*/ 333889 h 1273403"/>
              <a:gd name="connsiteX894" fmla="*/ 900657 w 2259901"/>
              <a:gd name="connsiteY894" fmla="*/ 315009 h 1273403"/>
              <a:gd name="connsiteX895" fmla="*/ 900609 w 2259901"/>
              <a:gd name="connsiteY895" fmla="*/ 314989 h 1273403"/>
              <a:gd name="connsiteX896" fmla="*/ 907587 w 2259901"/>
              <a:gd name="connsiteY896" fmla="*/ 287829 h 1273403"/>
              <a:gd name="connsiteX897" fmla="*/ 446186 w 2259901"/>
              <a:gd name="connsiteY897" fmla="*/ 270647 h 1273403"/>
              <a:gd name="connsiteX898" fmla="*/ 461160 w 2259901"/>
              <a:gd name="connsiteY898" fmla="*/ 286458 h 1273403"/>
              <a:gd name="connsiteX899" fmla="*/ 476662 w 2259901"/>
              <a:gd name="connsiteY899" fmla="*/ 302491 h 1273403"/>
              <a:gd name="connsiteX900" fmla="*/ 476896 w 2259901"/>
              <a:gd name="connsiteY900" fmla="*/ 317546 h 1273403"/>
              <a:gd name="connsiteX901" fmla="*/ 485673 w 2259901"/>
              <a:gd name="connsiteY901" fmla="*/ 329575 h 1273403"/>
              <a:gd name="connsiteX902" fmla="*/ 486398 w 2259901"/>
              <a:gd name="connsiteY902" fmla="*/ 346050 h 1273403"/>
              <a:gd name="connsiteX903" fmla="*/ 481174 w 2259901"/>
              <a:gd name="connsiteY903" fmla="*/ 355122 h 1273403"/>
              <a:gd name="connsiteX904" fmla="*/ 466044 w 2259901"/>
              <a:gd name="connsiteY904" fmla="*/ 341164 h 1273403"/>
              <a:gd name="connsiteX905" fmla="*/ 447083 w 2259901"/>
              <a:gd name="connsiteY905" fmla="*/ 322892 h 1273403"/>
              <a:gd name="connsiteX906" fmla="*/ 440552 w 2259901"/>
              <a:gd name="connsiteY906" fmla="*/ 297693 h 1273403"/>
              <a:gd name="connsiteX907" fmla="*/ 438595 w 2259901"/>
              <a:gd name="connsiteY907" fmla="*/ 283384 h 1273403"/>
              <a:gd name="connsiteX908" fmla="*/ 446166 w 2259901"/>
              <a:gd name="connsiteY908" fmla="*/ 270695 h 1273403"/>
              <a:gd name="connsiteX909" fmla="*/ 1706983 w 2259901"/>
              <a:gd name="connsiteY909" fmla="*/ 248484 h 1273403"/>
              <a:gd name="connsiteX910" fmla="*/ 1707011 w 2259901"/>
              <a:gd name="connsiteY910" fmla="*/ 248552 h 1273403"/>
              <a:gd name="connsiteX911" fmla="*/ 1720038 w 2259901"/>
              <a:gd name="connsiteY911" fmla="*/ 252993 h 1273403"/>
              <a:gd name="connsiteX912" fmla="*/ 1727101 w 2259901"/>
              <a:gd name="connsiteY912" fmla="*/ 265208 h 1273403"/>
              <a:gd name="connsiteX913" fmla="*/ 1737715 w 2259901"/>
              <a:gd name="connsiteY913" fmla="*/ 289408 h 1273403"/>
              <a:gd name="connsiteX914" fmla="*/ 1742174 w 2259901"/>
              <a:gd name="connsiteY914" fmla="*/ 311879 h 1273403"/>
              <a:gd name="connsiteX915" fmla="*/ 1749533 w 2259901"/>
              <a:gd name="connsiteY915" fmla="*/ 333079 h 1273403"/>
              <a:gd name="connsiteX916" fmla="*/ 1750851 w 2259901"/>
              <a:gd name="connsiteY916" fmla="*/ 355644 h 1273403"/>
              <a:gd name="connsiteX917" fmla="*/ 1736280 w 2259901"/>
              <a:gd name="connsiteY917" fmla="*/ 338872 h 1273403"/>
              <a:gd name="connsiteX918" fmla="*/ 1721342 w 2259901"/>
              <a:gd name="connsiteY918" fmla="*/ 320819 h 1273403"/>
              <a:gd name="connsiteX919" fmla="*/ 1712797 w 2259901"/>
              <a:gd name="connsiteY919" fmla="*/ 298951 h 1273403"/>
              <a:gd name="connsiteX920" fmla="*/ 1700609 w 2259901"/>
              <a:gd name="connsiteY920" fmla="*/ 278776 h 1273403"/>
              <a:gd name="connsiteX921" fmla="*/ 1699688 w 2259901"/>
              <a:gd name="connsiteY921" fmla="*/ 261458 h 1273403"/>
              <a:gd name="connsiteX922" fmla="*/ 1706983 w 2259901"/>
              <a:gd name="connsiteY922" fmla="*/ 248484 h 1273403"/>
              <a:gd name="connsiteX923" fmla="*/ 1082443 w 2259901"/>
              <a:gd name="connsiteY923" fmla="*/ 241814 h 1273403"/>
              <a:gd name="connsiteX924" fmla="*/ 1096700 w 2259901"/>
              <a:gd name="connsiteY924" fmla="*/ 252470 h 1273403"/>
              <a:gd name="connsiteX925" fmla="*/ 1101308 w 2259901"/>
              <a:gd name="connsiteY925" fmla="*/ 272970 h 1273403"/>
              <a:gd name="connsiteX926" fmla="*/ 1111958 w 2259901"/>
              <a:gd name="connsiteY926" fmla="*/ 291429 h 1273403"/>
              <a:gd name="connsiteX927" fmla="*/ 1114444 w 2259901"/>
              <a:gd name="connsiteY927" fmla="*/ 312281 h 1273403"/>
              <a:gd name="connsiteX928" fmla="*/ 1119729 w 2259901"/>
              <a:gd name="connsiteY928" fmla="*/ 332782 h 1273403"/>
              <a:gd name="connsiteX929" fmla="*/ 1119592 w 2259901"/>
              <a:gd name="connsiteY929" fmla="*/ 332839 h 1273403"/>
              <a:gd name="connsiteX930" fmla="*/ 1112322 w 2259901"/>
              <a:gd name="connsiteY930" fmla="*/ 347234 h 1273403"/>
              <a:gd name="connsiteX931" fmla="*/ 1091931 w 2259901"/>
              <a:gd name="connsiteY931" fmla="*/ 334797 h 1273403"/>
              <a:gd name="connsiteX932" fmla="*/ 1085948 w 2259901"/>
              <a:gd name="connsiteY932" fmla="*/ 315020 h 1273403"/>
              <a:gd name="connsiteX933" fmla="*/ 1079627 w 2259901"/>
              <a:gd name="connsiteY933" fmla="*/ 295382 h 1273403"/>
              <a:gd name="connsiteX934" fmla="*/ 1071991 w 2259901"/>
              <a:gd name="connsiteY934" fmla="*/ 275647 h 1273403"/>
              <a:gd name="connsiteX935" fmla="*/ 1071663 w 2259901"/>
              <a:gd name="connsiteY935" fmla="*/ 254625 h 1273403"/>
              <a:gd name="connsiteX936" fmla="*/ 1082443 w 2259901"/>
              <a:gd name="connsiteY936" fmla="*/ 241814 h 1273403"/>
              <a:gd name="connsiteX937" fmla="*/ 610807 w 2259901"/>
              <a:gd name="connsiteY937" fmla="*/ 208929 h 1273403"/>
              <a:gd name="connsiteX938" fmla="*/ 621130 w 2259901"/>
              <a:gd name="connsiteY938" fmla="*/ 215130 h 1273403"/>
              <a:gd name="connsiteX939" fmla="*/ 621150 w 2259901"/>
              <a:gd name="connsiteY939" fmla="*/ 215082 h 1273403"/>
              <a:gd name="connsiteX940" fmla="*/ 633426 w 2259901"/>
              <a:gd name="connsiteY940" fmla="*/ 229932 h 1273403"/>
              <a:gd name="connsiteX941" fmla="*/ 636741 w 2259901"/>
              <a:gd name="connsiteY941" fmla="*/ 248535 h 1273403"/>
              <a:gd name="connsiteX942" fmla="*/ 641254 w 2259901"/>
              <a:gd name="connsiteY942" fmla="*/ 270068 h 1273403"/>
              <a:gd name="connsiteX943" fmla="*/ 652629 w 2259901"/>
              <a:gd name="connsiteY943" fmla="*/ 288548 h 1273403"/>
              <a:gd name="connsiteX944" fmla="*/ 658469 w 2259901"/>
              <a:gd name="connsiteY944" fmla="*/ 299292 h 1273403"/>
              <a:gd name="connsiteX945" fmla="*/ 655388 w 2259901"/>
              <a:gd name="connsiteY945" fmla="*/ 305790 h 1273403"/>
              <a:gd name="connsiteX946" fmla="*/ 635201 w 2259901"/>
              <a:gd name="connsiteY946" fmla="*/ 298519 h 1273403"/>
              <a:gd name="connsiteX947" fmla="*/ 618860 w 2259901"/>
              <a:gd name="connsiteY947" fmla="*/ 281797 h 1273403"/>
              <a:gd name="connsiteX948" fmla="*/ 601113 w 2259901"/>
              <a:gd name="connsiteY948" fmla="*/ 264259 h 1273403"/>
              <a:gd name="connsiteX949" fmla="*/ 597123 w 2259901"/>
              <a:gd name="connsiteY949" fmla="*/ 239729 h 1273403"/>
              <a:gd name="connsiteX950" fmla="*/ 596141 w 2259901"/>
              <a:gd name="connsiteY950" fmla="*/ 222554 h 1273403"/>
              <a:gd name="connsiteX951" fmla="*/ 600595 w 2259901"/>
              <a:gd name="connsiteY951" fmla="*/ 209632 h 1273403"/>
              <a:gd name="connsiteX952" fmla="*/ 610807 w 2259901"/>
              <a:gd name="connsiteY952" fmla="*/ 208929 h 1273403"/>
              <a:gd name="connsiteX953" fmla="*/ 1868631 w 2259901"/>
              <a:gd name="connsiteY953" fmla="*/ 205459 h 1273403"/>
              <a:gd name="connsiteX954" fmla="*/ 1881397 w 2259901"/>
              <a:gd name="connsiteY954" fmla="*/ 217523 h 1273403"/>
              <a:gd name="connsiteX955" fmla="*/ 1900073 w 2259901"/>
              <a:gd name="connsiteY955" fmla="*/ 229072 h 1273403"/>
              <a:gd name="connsiteX956" fmla="*/ 1905472 w 2259901"/>
              <a:gd name="connsiteY956" fmla="*/ 250241 h 1273403"/>
              <a:gd name="connsiteX957" fmla="*/ 1920423 w 2259901"/>
              <a:gd name="connsiteY957" fmla="*/ 265705 h 1273403"/>
              <a:gd name="connsiteX958" fmla="*/ 1927701 w 2259901"/>
              <a:gd name="connsiteY958" fmla="*/ 285347 h 1273403"/>
              <a:gd name="connsiteX959" fmla="*/ 1927749 w 2259901"/>
              <a:gd name="connsiteY959" fmla="*/ 285368 h 1273403"/>
              <a:gd name="connsiteX960" fmla="*/ 1927685 w 2259901"/>
              <a:gd name="connsiteY960" fmla="*/ 301540 h 1273403"/>
              <a:gd name="connsiteX961" fmla="*/ 1915374 w 2259901"/>
              <a:gd name="connsiteY961" fmla="*/ 301180 h 1273403"/>
              <a:gd name="connsiteX962" fmla="*/ 1904383 w 2259901"/>
              <a:gd name="connsiteY962" fmla="*/ 293359 h 1273403"/>
              <a:gd name="connsiteX963" fmla="*/ 1892361 w 2259901"/>
              <a:gd name="connsiteY963" fmla="*/ 276695 h 1273403"/>
              <a:gd name="connsiteX964" fmla="*/ 1876684 w 2259901"/>
              <a:gd name="connsiteY964" fmla="*/ 261888 h 1273403"/>
              <a:gd name="connsiteX965" fmla="*/ 1865673 w 2259901"/>
              <a:gd name="connsiteY965" fmla="*/ 243616 h 1273403"/>
              <a:gd name="connsiteX966" fmla="*/ 1860338 w 2259901"/>
              <a:gd name="connsiteY966" fmla="*/ 222699 h 1273403"/>
              <a:gd name="connsiteX967" fmla="*/ 1868631 w 2259901"/>
              <a:gd name="connsiteY967" fmla="*/ 205459 h 1273403"/>
              <a:gd name="connsiteX968" fmla="*/ 1241150 w 2259901"/>
              <a:gd name="connsiteY968" fmla="*/ 189654 h 1273403"/>
              <a:gd name="connsiteX969" fmla="*/ 1261388 w 2259901"/>
              <a:gd name="connsiteY969" fmla="*/ 193841 h 1273403"/>
              <a:gd name="connsiteX970" fmla="*/ 1267094 w 2259901"/>
              <a:gd name="connsiteY970" fmla="*/ 211584 h 1273403"/>
              <a:gd name="connsiteX971" fmla="*/ 1273613 w 2259901"/>
              <a:gd name="connsiteY971" fmla="*/ 227522 h 1273403"/>
              <a:gd name="connsiteX972" fmla="*/ 1269961 w 2259901"/>
              <a:gd name="connsiteY972" fmla="*/ 244450 h 1273403"/>
              <a:gd name="connsiteX973" fmla="*/ 1278702 w 2259901"/>
              <a:gd name="connsiteY973" fmla="*/ 263295 h 1273403"/>
              <a:gd name="connsiteX974" fmla="*/ 1287623 w 2259901"/>
              <a:gd name="connsiteY974" fmla="*/ 282384 h 1273403"/>
              <a:gd name="connsiteX975" fmla="*/ 1285813 w 2259901"/>
              <a:gd name="connsiteY975" fmla="*/ 296195 h 1273403"/>
              <a:gd name="connsiteX976" fmla="*/ 1279267 w 2259901"/>
              <a:gd name="connsiteY976" fmla="*/ 306370 h 1273403"/>
              <a:gd name="connsiteX977" fmla="*/ 1266155 w 2259901"/>
              <a:gd name="connsiteY977" fmla="*/ 298902 h 1273403"/>
              <a:gd name="connsiteX978" fmla="*/ 1257495 w 2259901"/>
              <a:gd name="connsiteY978" fmla="*/ 288614 h 1273403"/>
              <a:gd name="connsiteX979" fmla="*/ 1245644 w 2259901"/>
              <a:gd name="connsiteY979" fmla="*/ 272079 h 1273403"/>
              <a:gd name="connsiteX980" fmla="*/ 1243832 w 2259901"/>
              <a:gd name="connsiteY980" fmla="*/ 251904 h 1273403"/>
              <a:gd name="connsiteX981" fmla="*/ 1236250 w 2259901"/>
              <a:gd name="connsiteY981" fmla="*/ 235408 h 1273403"/>
              <a:gd name="connsiteX982" fmla="*/ 1239118 w 2259901"/>
              <a:gd name="connsiteY982" fmla="*/ 216177 h 1273403"/>
              <a:gd name="connsiteX983" fmla="*/ 1239050 w 2259901"/>
              <a:gd name="connsiteY983" fmla="*/ 216205 h 1273403"/>
              <a:gd name="connsiteX984" fmla="*/ 1241150 w 2259901"/>
              <a:gd name="connsiteY984" fmla="*/ 189654 h 1273403"/>
              <a:gd name="connsiteX985" fmla="*/ 773699 w 2259901"/>
              <a:gd name="connsiteY985" fmla="*/ 152723 h 1273403"/>
              <a:gd name="connsiteX986" fmla="*/ 773686 w 2259901"/>
              <a:gd name="connsiteY986" fmla="*/ 152887 h 1273403"/>
              <a:gd name="connsiteX987" fmla="*/ 788231 w 2259901"/>
              <a:gd name="connsiteY987" fmla="*/ 161915 h 1273403"/>
              <a:gd name="connsiteX988" fmla="*/ 792489 w 2259901"/>
              <a:gd name="connsiteY988" fmla="*/ 176116 h 1273403"/>
              <a:gd name="connsiteX989" fmla="*/ 801325 w 2259901"/>
              <a:gd name="connsiteY989" fmla="*/ 195678 h 1273403"/>
              <a:gd name="connsiteX990" fmla="*/ 807193 w 2259901"/>
              <a:gd name="connsiteY990" fmla="*/ 215859 h 1273403"/>
              <a:gd name="connsiteX991" fmla="*/ 813701 w 2259901"/>
              <a:gd name="connsiteY991" fmla="*/ 236534 h 1273403"/>
              <a:gd name="connsiteX992" fmla="*/ 812227 w 2259901"/>
              <a:gd name="connsiteY992" fmla="*/ 251495 h 1273403"/>
              <a:gd name="connsiteX993" fmla="*/ 813744 w 2259901"/>
              <a:gd name="connsiteY993" fmla="*/ 258035 h 1273403"/>
              <a:gd name="connsiteX994" fmla="*/ 809648 w 2259901"/>
              <a:gd name="connsiteY994" fmla="*/ 261420 h 1273403"/>
              <a:gd name="connsiteX995" fmla="*/ 798992 w 2259901"/>
              <a:gd name="connsiteY995" fmla="*/ 252667 h 1273403"/>
              <a:gd name="connsiteX996" fmla="*/ 788066 w 2259901"/>
              <a:gd name="connsiteY996" fmla="*/ 239172 h 1273403"/>
              <a:gd name="connsiteX997" fmla="*/ 778314 w 2259901"/>
              <a:gd name="connsiteY997" fmla="*/ 218436 h 1273403"/>
              <a:gd name="connsiteX998" fmla="*/ 771400 w 2259901"/>
              <a:gd name="connsiteY998" fmla="*/ 196576 h 1273403"/>
              <a:gd name="connsiteX999" fmla="*/ 772055 w 2259901"/>
              <a:gd name="connsiteY999" fmla="*/ 173878 h 1273403"/>
              <a:gd name="connsiteX1000" fmla="*/ 773699 w 2259901"/>
              <a:gd name="connsiteY1000" fmla="*/ 152723 h 1273403"/>
              <a:gd name="connsiteX1001" fmla="*/ 2039737 w 2259901"/>
              <a:gd name="connsiteY1001" fmla="*/ 150761 h 1273403"/>
              <a:gd name="connsiteX1002" fmla="*/ 2039765 w 2259901"/>
              <a:gd name="connsiteY1002" fmla="*/ 150829 h 1273403"/>
              <a:gd name="connsiteX1003" fmla="*/ 2057981 w 2259901"/>
              <a:gd name="connsiteY1003" fmla="*/ 168055 h 1273403"/>
              <a:gd name="connsiteX1004" fmla="*/ 2070193 w 2259901"/>
              <a:gd name="connsiteY1004" fmla="*/ 191402 h 1273403"/>
              <a:gd name="connsiteX1005" fmla="*/ 2077923 w 2259901"/>
              <a:gd name="connsiteY1005" fmla="*/ 212927 h 1273403"/>
              <a:gd name="connsiteX1006" fmla="*/ 2083720 w 2259901"/>
              <a:gd name="connsiteY1006" fmla="*/ 235166 h 1273403"/>
              <a:gd name="connsiteX1007" fmla="*/ 2081205 w 2259901"/>
              <a:gd name="connsiteY1007" fmla="*/ 261092 h 1273403"/>
              <a:gd name="connsiteX1008" fmla="*/ 2062778 w 2259901"/>
              <a:gd name="connsiteY1008" fmla="*/ 243157 h 1273403"/>
              <a:gd name="connsiteX1009" fmla="*/ 2049109 w 2259901"/>
              <a:gd name="connsiteY1009" fmla="*/ 223828 h 1273403"/>
              <a:gd name="connsiteX1010" fmla="*/ 2043346 w 2259901"/>
              <a:gd name="connsiteY1010" fmla="*/ 200700 h 1273403"/>
              <a:gd name="connsiteX1011" fmla="*/ 2029401 w 2259901"/>
              <a:gd name="connsiteY1011" fmla="*/ 181087 h 1273403"/>
              <a:gd name="connsiteX1012" fmla="*/ 2030365 w 2259901"/>
              <a:gd name="connsiteY1012" fmla="*/ 163711 h 1273403"/>
              <a:gd name="connsiteX1013" fmla="*/ 2039737 w 2259901"/>
              <a:gd name="connsiteY1013" fmla="*/ 150761 h 1273403"/>
              <a:gd name="connsiteX1014" fmla="*/ 1413007 w 2259901"/>
              <a:gd name="connsiteY1014" fmla="*/ 142044 h 1273403"/>
              <a:gd name="connsiteX1015" fmla="*/ 1413015 w 2259901"/>
              <a:gd name="connsiteY1015" fmla="*/ 142160 h 1273403"/>
              <a:gd name="connsiteX1016" fmla="*/ 1426662 w 2259901"/>
              <a:gd name="connsiteY1016" fmla="*/ 154141 h 1273403"/>
              <a:gd name="connsiteX1017" fmla="*/ 1435568 w 2259901"/>
              <a:gd name="connsiteY1017" fmla="*/ 168823 h 1273403"/>
              <a:gd name="connsiteX1018" fmla="*/ 1439394 w 2259901"/>
              <a:gd name="connsiteY1018" fmla="*/ 191591 h 1273403"/>
              <a:gd name="connsiteX1019" fmla="*/ 1449245 w 2259901"/>
              <a:gd name="connsiteY1019" fmla="*/ 213440 h 1273403"/>
              <a:gd name="connsiteX1020" fmla="*/ 1449980 w 2259901"/>
              <a:gd name="connsiteY1020" fmla="*/ 237397 h 1273403"/>
              <a:gd name="connsiteX1021" fmla="*/ 1435502 w 2259901"/>
              <a:gd name="connsiteY1021" fmla="*/ 255264 h 1273403"/>
              <a:gd name="connsiteX1022" fmla="*/ 1416056 w 2259901"/>
              <a:gd name="connsiteY1022" fmla="*/ 241248 h 1273403"/>
              <a:gd name="connsiteX1023" fmla="*/ 1409957 w 2259901"/>
              <a:gd name="connsiteY1023" fmla="*/ 228477 h 1273403"/>
              <a:gd name="connsiteX1024" fmla="*/ 1415397 w 2259901"/>
              <a:gd name="connsiteY1024" fmla="*/ 214952 h 1273403"/>
              <a:gd name="connsiteX1025" fmla="*/ 1412200 w 2259901"/>
              <a:gd name="connsiteY1025" fmla="*/ 200914 h 1273403"/>
              <a:gd name="connsiteX1026" fmla="*/ 1411996 w 2259901"/>
              <a:gd name="connsiteY1026" fmla="*/ 186322 h 1273403"/>
              <a:gd name="connsiteX1027" fmla="*/ 1402974 w 2259901"/>
              <a:gd name="connsiteY1027" fmla="*/ 171650 h 1273403"/>
              <a:gd name="connsiteX1028" fmla="*/ 1397368 w 2259901"/>
              <a:gd name="connsiteY1028" fmla="*/ 155416 h 1273403"/>
              <a:gd name="connsiteX1029" fmla="*/ 1413007 w 2259901"/>
              <a:gd name="connsiteY1029" fmla="*/ 142044 h 1273403"/>
              <a:gd name="connsiteX1030" fmla="*/ 930883 w 2259901"/>
              <a:gd name="connsiteY1030" fmla="*/ 106756 h 1273403"/>
              <a:gd name="connsiteX1031" fmla="*/ 930931 w 2259901"/>
              <a:gd name="connsiteY1031" fmla="*/ 106776 h 1273403"/>
              <a:gd name="connsiteX1032" fmla="*/ 946717 w 2259901"/>
              <a:gd name="connsiteY1032" fmla="*/ 119033 h 1273403"/>
              <a:gd name="connsiteX1033" fmla="*/ 962786 w 2259901"/>
              <a:gd name="connsiteY1033" fmla="*/ 126441 h 1273403"/>
              <a:gd name="connsiteX1034" fmla="*/ 976665 w 2259901"/>
              <a:gd name="connsiteY1034" fmla="*/ 145406 h 1273403"/>
              <a:gd name="connsiteX1035" fmla="*/ 988587 w 2259901"/>
              <a:gd name="connsiteY1035" fmla="*/ 165809 h 1273403"/>
              <a:gd name="connsiteX1036" fmla="*/ 993353 w 2259901"/>
              <a:gd name="connsiteY1036" fmla="*/ 189028 h 1273403"/>
              <a:gd name="connsiteX1037" fmla="*/ 990437 w 2259901"/>
              <a:gd name="connsiteY1037" fmla="*/ 213488 h 1273403"/>
              <a:gd name="connsiteX1038" fmla="*/ 976236 w 2259901"/>
              <a:gd name="connsiteY1038" fmla="*/ 209966 h 1273403"/>
              <a:gd name="connsiteX1039" fmla="*/ 965980 w 2259901"/>
              <a:gd name="connsiteY1039" fmla="*/ 201606 h 1273403"/>
              <a:gd name="connsiteX1040" fmla="*/ 958495 w 2259901"/>
              <a:gd name="connsiteY1040" fmla="*/ 191471 h 1273403"/>
              <a:gd name="connsiteX1041" fmla="*/ 952105 w 2259901"/>
              <a:gd name="connsiteY1041" fmla="*/ 178861 h 1273403"/>
              <a:gd name="connsiteX1042" fmla="*/ 937768 w 2259901"/>
              <a:gd name="connsiteY1042" fmla="*/ 156148 h 1273403"/>
              <a:gd name="connsiteX1043" fmla="*/ 932779 w 2259901"/>
              <a:gd name="connsiteY1043" fmla="*/ 139383 h 1273403"/>
              <a:gd name="connsiteX1044" fmla="*/ 925813 w 2259901"/>
              <a:gd name="connsiteY1044" fmla="*/ 126532 h 1273403"/>
              <a:gd name="connsiteX1045" fmla="*/ 930883 w 2259901"/>
              <a:gd name="connsiteY1045" fmla="*/ 106756 h 1273403"/>
              <a:gd name="connsiteX1046" fmla="*/ 2202746 w 2259901"/>
              <a:gd name="connsiteY1046" fmla="*/ 105428 h 1273403"/>
              <a:gd name="connsiteX1047" fmla="*/ 2223184 w 2259901"/>
              <a:gd name="connsiteY1047" fmla="*/ 114385 h 1273403"/>
              <a:gd name="connsiteX1048" fmla="*/ 2223280 w 2259901"/>
              <a:gd name="connsiteY1048" fmla="*/ 114425 h 1273403"/>
              <a:gd name="connsiteX1049" fmla="*/ 2231011 w 2259901"/>
              <a:gd name="connsiteY1049" fmla="*/ 130701 h 1273403"/>
              <a:gd name="connsiteX1050" fmla="*/ 2237931 w 2259901"/>
              <a:gd name="connsiteY1050" fmla="*/ 148105 h 1273403"/>
              <a:gd name="connsiteX1051" fmla="*/ 2244231 w 2259901"/>
              <a:gd name="connsiteY1051" fmla="*/ 168468 h 1273403"/>
              <a:gd name="connsiteX1052" fmla="*/ 2256972 w 2259901"/>
              <a:gd name="connsiteY1052" fmla="*/ 186110 h 1273403"/>
              <a:gd name="connsiteX1053" fmla="*/ 2259766 w 2259901"/>
              <a:gd name="connsiteY1053" fmla="*/ 200190 h 1273403"/>
              <a:gd name="connsiteX1054" fmla="*/ 2253919 w 2259901"/>
              <a:gd name="connsiteY1054" fmla="*/ 209553 h 1273403"/>
              <a:gd name="connsiteX1055" fmla="*/ 2230250 w 2259901"/>
              <a:gd name="connsiteY1055" fmla="*/ 200766 h 1273403"/>
              <a:gd name="connsiteX1056" fmla="*/ 2218309 w 2259901"/>
              <a:gd name="connsiteY1056" fmla="*/ 179734 h 1273403"/>
              <a:gd name="connsiteX1057" fmla="*/ 2204937 w 2259901"/>
              <a:gd name="connsiteY1057" fmla="*/ 159965 h 1273403"/>
              <a:gd name="connsiteX1058" fmla="*/ 2201404 w 2259901"/>
              <a:gd name="connsiteY1058" fmla="*/ 136361 h 1273403"/>
              <a:gd name="connsiteX1059" fmla="*/ 2193043 w 2259901"/>
              <a:gd name="connsiteY1059" fmla="*/ 119706 h 1273403"/>
              <a:gd name="connsiteX1060" fmla="*/ 2202746 w 2259901"/>
              <a:gd name="connsiteY1060" fmla="*/ 105428 h 1273403"/>
              <a:gd name="connsiteX1061" fmla="*/ 1590048 w 2259901"/>
              <a:gd name="connsiteY1061" fmla="*/ 104678 h 1273403"/>
              <a:gd name="connsiteX1062" fmla="*/ 1602270 w 2259901"/>
              <a:gd name="connsiteY1062" fmla="*/ 109289 h 1273403"/>
              <a:gd name="connsiteX1063" fmla="*/ 1602786 w 2259901"/>
              <a:gd name="connsiteY1063" fmla="*/ 123673 h 1273403"/>
              <a:gd name="connsiteX1064" fmla="*/ 1608426 w 2259901"/>
              <a:gd name="connsiteY1064" fmla="*/ 144266 h 1273403"/>
              <a:gd name="connsiteX1065" fmla="*/ 1610380 w 2259901"/>
              <a:gd name="connsiteY1065" fmla="*/ 165178 h 1273403"/>
              <a:gd name="connsiteX1066" fmla="*/ 1613393 w 2259901"/>
              <a:gd name="connsiteY1066" fmla="*/ 186928 h 1273403"/>
              <a:gd name="connsiteX1067" fmla="*/ 1615797 w 2259901"/>
              <a:gd name="connsiteY1067" fmla="*/ 201651 h 1273403"/>
              <a:gd name="connsiteX1068" fmla="*/ 1603532 w 2259901"/>
              <a:gd name="connsiteY1068" fmla="*/ 207237 h 1273403"/>
              <a:gd name="connsiteX1069" fmla="*/ 1591817 w 2259901"/>
              <a:gd name="connsiteY1069" fmla="*/ 201145 h 1273403"/>
              <a:gd name="connsiteX1070" fmla="*/ 1589805 w 2259901"/>
              <a:gd name="connsiteY1070" fmla="*/ 183200 h 1273403"/>
              <a:gd name="connsiteX1071" fmla="*/ 1579764 w 2259901"/>
              <a:gd name="connsiteY1071" fmla="*/ 162343 h 1273403"/>
              <a:gd name="connsiteX1072" fmla="*/ 1574042 w 2259901"/>
              <a:gd name="connsiteY1072" fmla="*/ 139119 h 1273403"/>
              <a:gd name="connsiteX1073" fmla="*/ 1583451 w 2259901"/>
              <a:gd name="connsiteY1073" fmla="*/ 116927 h 1273403"/>
              <a:gd name="connsiteX1074" fmla="*/ 1590048 w 2259901"/>
              <a:gd name="connsiteY1074" fmla="*/ 104678 h 1273403"/>
              <a:gd name="connsiteX1075" fmla="*/ 664875 w 2259901"/>
              <a:gd name="connsiteY1075" fmla="*/ 85801 h 1273403"/>
              <a:gd name="connsiteX1076" fmla="*/ 688737 w 2259901"/>
              <a:gd name="connsiteY1076" fmla="*/ 95741 h 1273403"/>
              <a:gd name="connsiteX1077" fmla="*/ 687384 w 2259901"/>
              <a:gd name="connsiteY1077" fmla="*/ 115663 h 1273403"/>
              <a:gd name="connsiteX1078" fmla="*/ 696946 w 2259901"/>
              <a:gd name="connsiteY1078" fmla="*/ 137391 h 1273403"/>
              <a:gd name="connsiteX1079" fmla="*/ 686671 w 2259901"/>
              <a:gd name="connsiteY1079" fmla="*/ 150076 h 1273403"/>
              <a:gd name="connsiteX1080" fmla="*/ 666660 w 2259901"/>
              <a:gd name="connsiteY1080" fmla="*/ 144403 h 1273403"/>
              <a:gd name="connsiteX1081" fmla="*/ 653627 w 2259901"/>
              <a:gd name="connsiteY1081" fmla="*/ 125171 h 1273403"/>
              <a:gd name="connsiteX1082" fmla="*/ 653542 w 2259901"/>
              <a:gd name="connsiteY1082" fmla="*/ 102219 h 1273403"/>
              <a:gd name="connsiteX1083" fmla="*/ 653562 w 2259901"/>
              <a:gd name="connsiteY1083" fmla="*/ 102171 h 1273403"/>
              <a:gd name="connsiteX1084" fmla="*/ 664875 w 2259901"/>
              <a:gd name="connsiteY1084" fmla="*/ 85801 h 1273403"/>
              <a:gd name="connsiteX1085" fmla="*/ 1116706 w 2259901"/>
              <a:gd name="connsiteY1085" fmla="*/ 59465 h 1273403"/>
              <a:gd name="connsiteX1086" fmla="*/ 1133493 w 2259901"/>
              <a:gd name="connsiteY1086" fmla="*/ 69601 h 1273403"/>
              <a:gd name="connsiteX1087" fmla="*/ 1143339 w 2259901"/>
              <a:gd name="connsiteY1087" fmla="*/ 88231 h 1273403"/>
              <a:gd name="connsiteX1088" fmla="*/ 1150229 w 2259901"/>
              <a:gd name="connsiteY1088" fmla="*/ 107994 h 1273403"/>
              <a:gd name="connsiteX1089" fmla="*/ 1159353 w 2259901"/>
              <a:gd name="connsiteY1089" fmla="*/ 126999 h 1273403"/>
              <a:gd name="connsiteX1090" fmla="*/ 1161111 w 2259901"/>
              <a:gd name="connsiteY1090" fmla="*/ 148111 h 1273403"/>
              <a:gd name="connsiteX1091" fmla="*/ 1161179 w 2259901"/>
              <a:gd name="connsiteY1091" fmla="*/ 148083 h 1273403"/>
              <a:gd name="connsiteX1092" fmla="*/ 1159176 w 2259901"/>
              <a:gd name="connsiteY1092" fmla="*/ 163499 h 1273403"/>
              <a:gd name="connsiteX1093" fmla="*/ 1145736 w 2259901"/>
              <a:gd name="connsiteY1093" fmla="*/ 163683 h 1273403"/>
              <a:gd name="connsiteX1094" fmla="*/ 1137999 w 2259901"/>
              <a:gd name="connsiteY1094" fmla="*/ 151862 h 1273403"/>
              <a:gd name="connsiteX1095" fmla="*/ 1125076 w 2259901"/>
              <a:gd name="connsiteY1095" fmla="*/ 135330 h 1273403"/>
              <a:gd name="connsiteX1096" fmla="*/ 1119731 w 2259901"/>
              <a:gd name="connsiteY1096" fmla="*/ 114974 h 1273403"/>
              <a:gd name="connsiteX1097" fmla="*/ 1111043 w 2259901"/>
              <a:gd name="connsiteY1097" fmla="*/ 95868 h 1273403"/>
              <a:gd name="connsiteX1098" fmla="*/ 1109637 w 2259901"/>
              <a:gd name="connsiteY1098" fmla="*/ 75129 h 1273403"/>
              <a:gd name="connsiteX1099" fmla="*/ 1116706 w 2259901"/>
              <a:gd name="connsiteY1099" fmla="*/ 59465 h 1273403"/>
              <a:gd name="connsiteX1100" fmla="*/ 1745412 w 2259901"/>
              <a:gd name="connsiteY1100" fmla="*/ 51345 h 1273403"/>
              <a:gd name="connsiteX1101" fmla="*/ 1760227 w 2259901"/>
              <a:gd name="connsiteY1101" fmla="*/ 63364 h 1273403"/>
              <a:gd name="connsiteX1102" fmla="*/ 1773645 w 2259901"/>
              <a:gd name="connsiteY1102" fmla="*/ 75080 h 1273403"/>
              <a:gd name="connsiteX1103" fmla="*/ 1777338 w 2259901"/>
              <a:gd name="connsiteY1103" fmla="*/ 98977 h 1273403"/>
              <a:gd name="connsiteX1104" fmla="*/ 1784168 w 2259901"/>
              <a:gd name="connsiteY1104" fmla="*/ 120634 h 1273403"/>
              <a:gd name="connsiteX1105" fmla="*/ 1783593 w 2259901"/>
              <a:gd name="connsiteY1105" fmla="*/ 143140 h 1273403"/>
              <a:gd name="connsiteX1106" fmla="*/ 1783309 w 2259901"/>
              <a:gd name="connsiteY1106" fmla="*/ 156404 h 1273403"/>
              <a:gd name="connsiteX1107" fmla="*/ 1779927 w 2259901"/>
              <a:gd name="connsiteY1107" fmla="*/ 163335 h 1273403"/>
              <a:gd name="connsiteX1108" fmla="*/ 1767917 w 2259901"/>
              <a:gd name="connsiteY1108" fmla="*/ 160505 h 1273403"/>
              <a:gd name="connsiteX1109" fmla="*/ 1758330 w 2259901"/>
              <a:gd name="connsiteY1109" fmla="*/ 151353 h 1273403"/>
              <a:gd name="connsiteX1110" fmla="*/ 1753724 w 2259901"/>
              <a:gd name="connsiteY1110" fmla="*/ 138925 h 1273403"/>
              <a:gd name="connsiteX1111" fmla="*/ 1748630 w 2259901"/>
              <a:gd name="connsiteY1111" fmla="*/ 125107 h 1273403"/>
              <a:gd name="connsiteX1112" fmla="*/ 1744719 w 2259901"/>
              <a:gd name="connsiteY1112" fmla="*/ 98634 h 1273403"/>
              <a:gd name="connsiteX1113" fmla="*/ 1740681 w 2259901"/>
              <a:gd name="connsiteY1113" fmla="*/ 82833 h 1273403"/>
              <a:gd name="connsiteX1114" fmla="*/ 1736128 w 2259901"/>
              <a:gd name="connsiteY1114" fmla="*/ 68394 h 1273403"/>
              <a:gd name="connsiteX1115" fmla="*/ 1745344 w 2259901"/>
              <a:gd name="connsiteY1115" fmla="*/ 51372 h 1273403"/>
              <a:gd name="connsiteX1116" fmla="*/ 1271155 w 2259901"/>
              <a:gd name="connsiteY1116" fmla="*/ 11279 h 1273403"/>
              <a:gd name="connsiteX1117" fmla="*/ 1293409 w 2259901"/>
              <a:gd name="connsiteY1117" fmla="*/ 24383 h 1273403"/>
              <a:gd name="connsiteX1118" fmla="*/ 1293361 w 2259901"/>
              <a:gd name="connsiteY1118" fmla="*/ 24363 h 1273403"/>
              <a:gd name="connsiteX1119" fmla="*/ 1307066 w 2259901"/>
              <a:gd name="connsiteY1119" fmla="*/ 38627 h 1273403"/>
              <a:gd name="connsiteX1120" fmla="*/ 1308500 w 2259901"/>
              <a:gd name="connsiteY1120" fmla="*/ 57684 h 1273403"/>
              <a:gd name="connsiteX1121" fmla="*/ 1314283 w 2259901"/>
              <a:gd name="connsiteY1121" fmla="*/ 78337 h 1273403"/>
              <a:gd name="connsiteX1122" fmla="*/ 1322923 w 2259901"/>
              <a:gd name="connsiteY1122" fmla="*/ 98099 h 1273403"/>
              <a:gd name="connsiteX1123" fmla="*/ 1327560 w 2259901"/>
              <a:gd name="connsiteY1123" fmla="*/ 108902 h 1273403"/>
              <a:gd name="connsiteX1124" fmla="*/ 1323493 w 2259901"/>
              <a:gd name="connsiteY1124" fmla="*/ 115045 h 1273403"/>
              <a:gd name="connsiteX1125" fmla="*/ 1301402 w 2259901"/>
              <a:gd name="connsiteY1125" fmla="*/ 110701 h 1273403"/>
              <a:gd name="connsiteX1126" fmla="*/ 1285030 w 2259901"/>
              <a:gd name="connsiteY1126" fmla="*/ 92442 h 1273403"/>
              <a:gd name="connsiteX1127" fmla="*/ 1276762 w 2259901"/>
              <a:gd name="connsiteY1127" fmla="*/ 69505 h 1273403"/>
              <a:gd name="connsiteX1128" fmla="*/ 1266460 w 2259901"/>
              <a:gd name="connsiteY1128" fmla="*/ 47524 h 1273403"/>
              <a:gd name="connsiteX1129" fmla="*/ 1269217 w 2259901"/>
              <a:gd name="connsiteY1129" fmla="*/ 29770 h 1273403"/>
              <a:gd name="connsiteX1130" fmla="*/ 1271155 w 2259901"/>
              <a:gd name="connsiteY1130" fmla="*/ 11279 h 1273403"/>
              <a:gd name="connsiteX1131" fmla="*/ 1909095 w 2259901"/>
              <a:gd name="connsiteY1131" fmla="*/ 5615 h 1273403"/>
              <a:gd name="connsiteX1132" fmla="*/ 1926328 w 2259901"/>
              <a:gd name="connsiteY1132" fmla="*/ 13342 h 1273403"/>
              <a:gd name="connsiteX1133" fmla="*/ 1936489 w 2259901"/>
              <a:gd name="connsiteY1133" fmla="*/ 26911 h 1273403"/>
              <a:gd name="connsiteX1134" fmla="*/ 1935845 w 2259901"/>
              <a:gd name="connsiteY1134" fmla="*/ 43122 h 1273403"/>
              <a:gd name="connsiteX1135" fmla="*/ 1940913 w 2259901"/>
              <a:gd name="connsiteY1135" fmla="*/ 59695 h 1273403"/>
              <a:gd name="connsiteX1136" fmla="*/ 1949740 w 2259901"/>
              <a:gd name="connsiteY1136" fmla="*/ 77390 h 1273403"/>
              <a:gd name="connsiteX1137" fmla="*/ 1951382 w 2259901"/>
              <a:gd name="connsiteY1137" fmla="*/ 98510 h 1273403"/>
              <a:gd name="connsiteX1138" fmla="*/ 1943722 w 2259901"/>
              <a:gd name="connsiteY1138" fmla="*/ 115451 h 1273403"/>
              <a:gd name="connsiteX1139" fmla="*/ 1924739 w 2259901"/>
              <a:gd name="connsiteY1139" fmla="*/ 104903 h 1273403"/>
              <a:gd name="connsiteX1140" fmla="*/ 1914742 w 2259901"/>
              <a:gd name="connsiteY1140" fmla="*/ 87846 h 1273403"/>
              <a:gd name="connsiteX1141" fmla="*/ 1911701 w 2259901"/>
              <a:gd name="connsiteY1141" fmla="*/ 67777 h 1273403"/>
              <a:gd name="connsiteX1142" fmla="*/ 1906843 w 2259901"/>
              <a:gd name="connsiteY1142" fmla="*/ 50164 h 1273403"/>
              <a:gd name="connsiteX1143" fmla="*/ 1901161 w 2259901"/>
              <a:gd name="connsiteY1143" fmla="*/ 32093 h 1273403"/>
              <a:gd name="connsiteX1144" fmla="*/ 1901045 w 2259901"/>
              <a:gd name="connsiteY1144" fmla="*/ 32101 h 1273403"/>
              <a:gd name="connsiteX1145" fmla="*/ 1909095 w 2259901"/>
              <a:gd name="connsiteY1145" fmla="*/ 5615 h 1273403"/>
              <a:gd name="connsiteX1146" fmla="*/ 820012 w 2259901"/>
              <a:gd name="connsiteY1146" fmla="*/ 5280 h 1273403"/>
              <a:gd name="connsiteX1147" fmla="*/ 820040 w 2259901"/>
              <a:gd name="connsiteY1147" fmla="*/ 5349 h 1273403"/>
              <a:gd name="connsiteX1148" fmla="*/ 840165 w 2259901"/>
              <a:gd name="connsiteY1148" fmla="*/ 18689 h 1273403"/>
              <a:gd name="connsiteX1149" fmla="*/ 852985 w 2259901"/>
              <a:gd name="connsiteY1149" fmla="*/ 35065 h 1273403"/>
              <a:gd name="connsiteX1150" fmla="*/ 854546 w 2259901"/>
              <a:gd name="connsiteY1150" fmla="*/ 56378 h 1273403"/>
              <a:gd name="connsiteX1151" fmla="*/ 843334 w 2259901"/>
              <a:gd name="connsiteY1151" fmla="*/ 74258 h 1273403"/>
              <a:gd name="connsiteX1152" fmla="*/ 820257 w 2259901"/>
              <a:gd name="connsiteY1152" fmla="*/ 69445 h 1273403"/>
              <a:gd name="connsiteX1153" fmla="*/ 820170 w 2259901"/>
              <a:gd name="connsiteY1153" fmla="*/ 50669 h 1273403"/>
              <a:gd name="connsiteX1154" fmla="*/ 816052 w 2259901"/>
              <a:gd name="connsiteY1154" fmla="*/ 33310 h 1273403"/>
              <a:gd name="connsiteX1155" fmla="*/ 809806 w 2259901"/>
              <a:gd name="connsiteY1155" fmla="*/ 15511 h 1273403"/>
              <a:gd name="connsiteX1156" fmla="*/ 820012 w 2259901"/>
              <a:gd name="connsiteY1156" fmla="*/ 5280 h 1273403"/>
              <a:gd name="connsiteX1157" fmla="*/ 2064397 w 2259901"/>
              <a:gd name="connsiteY1157" fmla="*/ 0 h 1273403"/>
              <a:gd name="connsiteX1158" fmla="*/ 2096633 w 2259901"/>
              <a:gd name="connsiteY1158" fmla="*/ 0 h 1273403"/>
              <a:gd name="connsiteX1159" fmla="*/ 2099313 w 2259901"/>
              <a:gd name="connsiteY1159" fmla="*/ 12712 h 1273403"/>
              <a:gd name="connsiteX1160" fmla="*/ 2108073 w 2259901"/>
              <a:gd name="connsiteY1160" fmla="*/ 32186 h 1273403"/>
              <a:gd name="connsiteX1161" fmla="*/ 2110602 w 2259901"/>
              <a:gd name="connsiteY1161" fmla="*/ 53339 h 1273403"/>
              <a:gd name="connsiteX1162" fmla="*/ 2108670 w 2259901"/>
              <a:gd name="connsiteY1162" fmla="*/ 62950 h 1273403"/>
              <a:gd name="connsiteX1163" fmla="*/ 2104088 w 2259901"/>
              <a:gd name="connsiteY1163" fmla="*/ 69292 h 1273403"/>
              <a:gd name="connsiteX1164" fmla="*/ 2080914 w 2259901"/>
              <a:gd name="connsiteY1164" fmla="*/ 56367 h 1273403"/>
              <a:gd name="connsiteX1165" fmla="*/ 2075457 w 2259901"/>
              <a:gd name="connsiteY1165" fmla="*/ 35738 h 1273403"/>
              <a:gd name="connsiteX1166" fmla="*/ 2066526 w 2259901"/>
              <a:gd name="connsiteY1166" fmla="*/ 16136 h 1273403"/>
              <a:gd name="connsiteX1167" fmla="*/ 1618771 w 2259901"/>
              <a:gd name="connsiteY1167" fmla="*/ 0 h 1273403"/>
              <a:gd name="connsiteX1168" fmla="*/ 1650177 w 2259901"/>
              <a:gd name="connsiteY1168" fmla="*/ 0 h 1273403"/>
              <a:gd name="connsiteX1169" fmla="*/ 1652689 w 2259901"/>
              <a:gd name="connsiteY1169" fmla="*/ 6293 h 1273403"/>
              <a:gd name="connsiteX1170" fmla="*/ 1658562 w 2259901"/>
              <a:gd name="connsiteY1170" fmla="*/ 26194 h 1273403"/>
              <a:gd name="connsiteX1171" fmla="*/ 1634990 w 2259901"/>
              <a:gd name="connsiteY1171" fmla="*/ 17448 h 1273403"/>
              <a:gd name="connsiteX1172" fmla="*/ 1436711 w 2259901"/>
              <a:gd name="connsiteY1172" fmla="*/ 0 h 1273403"/>
              <a:gd name="connsiteX1173" fmla="*/ 1461797 w 2259901"/>
              <a:gd name="connsiteY1173" fmla="*/ 0 h 1273403"/>
              <a:gd name="connsiteX1174" fmla="*/ 1462198 w 2259901"/>
              <a:gd name="connsiteY1174" fmla="*/ 1042 h 1273403"/>
              <a:gd name="connsiteX1175" fmla="*/ 1464740 w 2259901"/>
              <a:gd name="connsiteY1175" fmla="*/ 11547 h 1273403"/>
              <a:gd name="connsiteX1176" fmla="*/ 1476865 w 2259901"/>
              <a:gd name="connsiteY1176" fmla="*/ 30794 h 1273403"/>
              <a:gd name="connsiteX1177" fmla="*/ 1480866 w 2259901"/>
              <a:gd name="connsiteY1177" fmla="*/ 53014 h 1273403"/>
              <a:gd name="connsiteX1178" fmla="*/ 1482024 w 2259901"/>
              <a:gd name="connsiteY1178" fmla="*/ 71786 h 1273403"/>
              <a:gd name="connsiteX1179" fmla="*/ 1465120 w 2259901"/>
              <a:gd name="connsiteY1179" fmla="*/ 61658 h 1273403"/>
              <a:gd name="connsiteX1180" fmla="*/ 1454179 w 2259901"/>
              <a:gd name="connsiteY1180" fmla="*/ 40932 h 1273403"/>
              <a:gd name="connsiteX1181" fmla="*/ 1440305 w 2259901"/>
              <a:gd name="connsiteY1181" fmla="*/ 21687 h 1273403"/>
              <a:gd name="connsiteX1182" fmla="*/ 987557 w 2259901"/>
              <a:gd name="connsiteY1182" fmla="*/ 0 h 1273403"/>
              <a:gd name="connsiteX1183" fmla="*/ 1024240 w 2259901"/>
              <a:gd name="connsiteY1183" fmla="*/ 0 h 1273403"/>
              <a:gd name="connsiteX1184" fmla="*/ 1024358 w 2259901"/>
              <a:gd name="connsiteY1184" fmla="*/ 9209 h 1273403"/>
              <a:gd name="connsiteX1185" fmla="*/ 1013161 w 2259901"/>
              <a:gd name="connsiteY1185" fmla="*/ 20323 h 1273403"/>
              <a:gd name="connsiteX1186" fmla="*/ 992250 w 2259901"/>
              <a:gd name="connsiteY1186" fmla="*/ 18280 h 1273403"/>
              <a:gd name="connsiteX1187" fmla="*/ 988449 w 2259901"/>
              <a:gd name="connsiteY1187" fmla="*/ 8291 h 127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</a:cxnLst>
            <a:rect l="l" t="t" r="r" b="b"/>
            <a:pathLst>
              <a:path w="2259901" h="1273403">
                <a:moveTo>
                  <a:pt x="535957" y="1215504"/>
                </a:moveTo>
                <a:cubicBezTo>
                  <a:pt x="540611" y="1213277"/>
                  <a:pt x="546890" y="1216867"/>
                  <a:pt x="552713" y="1223426"/>
                </a:cubicBezTo>
                <a:cubicBezTo>
                  <a:pt x="556773" y="1228005"/>
                  <a:pt x="560909" y="1233745"/>
                  <a:pt x="564037" y="1239740"/>
                </a:cubicBezTo>
                <a:cubicBezTo>
                  <a:pt x="567407" y="1246232"/>
                  <a:pt x="570861" y="1252928"/>
                  <a:pt x="571622" y="1258383"/>
                </a:cubicBezTo>
                <a:lnTo>
                  <a:pt x="571601" y="1258431"/>
                </a:lnTo>
                <a:cubicBezTo>
                  <a:pt x="572157" y="1262219"/>
                  <a:pt x="570847" y="1266693"/>
                  <a:pt x="567916" y="1269247"/>
                </a:cubicBezTo>
                <a:cubicBezTo>
                  <a:pt x="562732" y="1273680"/>
                  <a:pt x="547965" y="1274606"/>
                  <a:pt x="544727" y="1271838"/>
                </a:cubicBezTo>
                <a:cubicBezTo>
                  <a:pt x="539973" y="1267702"/>
                  <a:pt x="539402" y="1258433"/>
                  <a:pt x="535867" y="1251928"/>
                </a:cubicBezTo>
                <a:cubicBezTo>
                  <a:pt x="532353" y="1245376"/>
                  <a:pt x="525956" y="1239649"/>
                  <a:pt x="525482" y="1233241"/>
                </a:cubicBezTo>
                <a:cubicBezTo>
                  <a:pt x="524915" y="1225440"/>
                  <a:pt x="528995" y="1218797"/>
                  <a:pt x="535957" y="1215504"/>
                </a:cubicBezTo>
                <a:close/>
                <a:moveTo>
                  <a:pt x="261824" y="1182173"/>
                </a:moveTo>
                <a:lnTo>
                  <a:pt x="261872" y="1182193"/>
                </a:lnTo>
                <a:cubicBezTo>
                  <a:pt x="273754" y="1179945"/>
                  <a:pt x="271874" y="1195469"/>
                  <a:pt x="276153" y="1201946"/>
                </a:cubicBezTo>
                <a:cubicBezTo>
                  <a:pt x="279291" y="1206704"/>
                  <a:pt x="287535" y="1211795"/>
                  <a:pt x="290418" y="1221468"/>
                </a:cubicBezTo>
                <a:cubicBezTo>
                  <a:pt x="292396" y="1228055"/>
                  <a:pt x="289878" y="1236086"/>
                  <a:pt x="288729" y="1245425"/>
                </a:cubicBezTo>
                <a:cubicBezTo>
                  <a:pt x="288175" y="1249977"/>
                  <a:pt x="293285" y="1259029"/>
                  <a:pt x="290855" y="1264239"/>
                </a:cubicBezTo>
                <a:cubicBezTo>
                  <a:pt x="290044" y="1265976"/>
                  <a:pt x="288396" y="1267285"/>
                  <a:pt x="285421" y="1267859"/>
                </a:cubicBezTo>
                <a:cubicBezTo>
                  <a:pt x="280033" y="1268876"/>
                  <a:pt x="277197" y="1262721"/>
                  <a:pt x="273867" y="1259633"/>
                </a:cubicBezTo>
                <a:cubicBezTo>
                  <a:pt x="269567" y="1255629"/>
                  <a:pt x="264909" y="1252211"/>
                  <a:pt x="263589" y="1250248"/>
                </a:cubicBezTo>
                <a:cubicBezTo>
                  <a:pt x="262193" y="1248195"/>
                  <a:pt x="258867" y="1237828"/>
                  <a:pt x="256022" y="1225234"/>
                </a:cubicBezTo>
                <a:cubicBezTo>
                  <a:pt x="254302" y="1217628"/>
                  <a:pt x="253561" y="1209303"/>
                  <a:pt x="255850" y="1199933"/>
                </a:cubicBezTo>
                <a:cubicBezTo>
                  <a:pt x="256957" y="1195542"/>
                  <a:pt x="257105" y="1183074"/>
                  <a:pt x="261824" y="1182173"/>
                </a:cubicBezTo>
                <a:close/>
                <a:moveTo>
                  <a:pt x="710151" y="1178369"/>
                </a:moveTo>
                <a:cubicBezTo>
                  <a:pt x="712603" y="1179043"/>
                  <a:pt x="715213" y="1180250"/>
                  <a:pt x="717748" y="1181199"/>
                </a:cubicBezTo>
                <a:cubicBezTo>
                  <a:pt x="722817" y="1183097"/>
                  <a:pt x="725401" y="1185815"/>
                  <a:pt x="727412" y="1189762"/>
                </a:cubicBezTo>
                <a:cubicBezTo>
                  <a:pt x="731970" y="1198670"/>
                  <a:pt x="737057" y="1198374"/>
                  <a:pt x="740461" y="1209226"/>
                </a:cubicBezTo>
                <a:cubicBezTo>
                  <a:pt x="742297" y="1215075"/>
                  <a:pt x="743144" y="1219381"/>
                  <a:pt x="744963" y="1223247"/>
                </a:cubicBezTo>
                <a:cubicBezTo>
                  <a:pt x="746867" y="1227318"/>
                  <a:pt x="748899" y="1231218"/>
                  <a:pt x="749670" y="1237185"/>
                </a:cubicBezTo>
                <a:cubicBezTo>
                  <a:pt x="750033" y="1240017"/>
                  <a:pt x="749572" y="1244015"/>
                  <a:pt x="748342" y="1247726"/>
                </a:cubicBezTo>
                <a:cubicBezTo>
                  <a:pt x="747112" y="1251436"/>
                  <a:pt x="745113" y="1254861"/>
                  <a:pt x="742405" y="1256549"/>
                </a:cubicBezTo>
                <a:cubicBezTo>
                  <a:pt x="735288" y="1261018"/>
                  <a:pt x="729183" y="1253381"/>
                  <a:pt x="722949" y="1249414"/>
                </a:cubicBezTo>
                <a:cubicBezTo>
                  <a:pt x="718542" y="1246609"/>
                  <a:pt x="718858" y="1241549"/>
                  <a:pt x="716069" y="1236090"/>
                </a:cubicBezTo>
                <a:cubicBezTo>
                  <a:pt x="714376" y="1232728"/>
                  <a:pt x="708380" y="1230216"/>
                  <a:pt x="706044" y="1224215"/>
                </a:cubicBezTo>
                <a:cubicBezTo>
                  <a:pt x="701150" y="1211667"/>
                  <a:pt x="698202" y="1209416"/>
                  <a:pt x="697673" y="1199373"/>
                </a:cubicBezTo>
                <a:lnTo>
                  <a:pt x="697644" y="1199305"/>
                </a:lnTo>
                <a:cubicBezTo>
                  <a:pt x="697491" y="1196306"/>
                  <a:pt x="696356" y="1183131"/>
                  <a:pt x="703500" y="1178730"/>
                </a:cubicBezTo>
                <a:cubicBezTo>
                  <a:pt x="705404" y="1177552"/>
                  <a:pt x="707699" y="1177694"/>
                  <a:pt x="710151" y="1178369"/>
                </a:cubicBezTo>
                <a:close/>
                <a:moveTo>
                  <a:pt x="888977" y="1149356"/>
                </a:moveTo>
                <a:cubicBezTo>
                  <a:pt x="894173" y="1150686"/>
                  <a:pt x="898880" y="1155197"/>
                  <a:pt x="901195" y="1159498"/>
                </a:cubicBezTo>
                <a:cubicBezTo>
                  <a:pt x="906483" y="1169220"/>
                  <a:pt x="903743" y="1172530"/>
                  <a:pt x="907982" y="1184353"/>
                </a:cubicBezTo>
                <a:cubicBezTo>
                  <a:pt x="910245" y="1190663"/>
                  <a:pt x="917025" y="1193052"/>
                  <a:pt x="919121" y="1197203"/>
                </a:cubicBezTo>
                <a:cubicBezTo>
                  <a:pt x="921376" y="1201647"/>
                  <a:pt x="919795" y="1207307"/>
                  <a:pt x="920973" y="1213783"/>
                </a:cubicBezTo>
                <a:cubicBezTo>
                  <a:pt x="922127" y="1219911"/>
                  <a:pt x="918697" y="1225811"/>
                  <a:pt x="913391" y="1229459"/>
                </a:cubicBezTo>
                <a:cubicBezTo>
                  <a:pt x="906434" y="1234221"/>
                  <a:pt x="895476" y="1234936"/>
                  <a:pt x="889454" y="1229930"/>
                </a:cubicBezTo>
                <a:cubicBezTo>
                  <a:pt x="884642" y="1225938"/>
                  <a:pt x="884334" y="1219939"/>
                  <a:pt x="883380" y="1213331"/>
                </a:cubicBezTo>
                <a:cubicBezTo>
                  <a:pt x="882810" y="1209310"/>
                  <a:pt x="886441" y="1202930"/>
                  <a:pt x="883651" y="1196399"/>
                </a:cubicBezTo>
                <a:cubicBezTo>
                  <a:pt x="881083" y="1190413"/>
                  <a:pt x="874312" y="1189214"/>
                  <a:pt x="871665" y="1186242"/>
                </a:cubicBezTo>
                <a:cubicBezTo>
                  <a:pt x="868288" y="1182457"/>
                  <a:pt x="869319" y="1177978"/>
                  <a:pt x="868656" y="1171887"/>
                </a:cubicBezTo>
                <a:lnTo>
                  <a:pt x="868704" y="1171907"/>
                </a:lnTo>
                <a:cubicBezTo>
                  <a:pt x="868323" y="1168643"/>
                  <a:pt x="867769" y="1158929"/>
                  <a:pt x="874706" y="1154215"/>
                </a:cubicBezTo>
                <a:cubicBezTo>
                  <a:pt x="878477" y="1151675"/>
                  <a:pt x="883783" y="1148026"/>
                  <a:pt x="888977" y="1149356"/>
                </a:cubicBezTo>
                <a:close/>
                <a:moveTo>
                  <a:pt x="420753" y="1139983"/>
                </a:moveTo>
                <a:cubicBezTo>
                  <a:pt x="426041" y="1139206"/>
                  <a:pt x="430896" y="1141749"/>
                  <a:pt x="435137" y="1145895"/>
                </a:cubicBezTo>
                <a:cubicBezTo>
                  <a:pt x="439500" y="1150151"/>
                  <a:pt x="441952" y="1156144"/>
                  <a:pt x="443875" y="1159094"/>
                </a:cubicBezTo>
                <a:cubicBezTo>
                  <a:pt x="447711" y="1164878"/>
                  <a:pt x="450486" y="1171177"/>
                  <a:pt x="452915" y="1177895"/>
                </a:cubicBezTo>
                <a:cubicBezTo>
                  <a:pt x="455373" y="1184682"/>
                  <a:pt x="458996" y="1191110"/>
                  <a:pt x="460074" y="1197826"/>
                </a:cubicBezTo>
                <a:cubicBezTo>
                  <a:pt x="461281" y="1205444"/>
                  <a:pt x="461573" y="1212960"/>
                  <a:pt x="461082" y="1219245"/>
                </a:cubicBezTo>
                <a:cubicBezTo>
                  <a:pt x="460292" y="1229074"/>
                  <a:pt x="456071" y="1234304"/>
                  <a:pt x="451369" y="1236512"/>
                </a:cubicBezTo>
                <a:cubicBezTo>
                  <a:pt x="444924" y="1239513"/>
                  <a:pt x="436805" y="1233853"/>
                  <a:pt x="431400" y="1226566"/>
                </a:cubicBezTo>
                <a:cubicBezTo>
                  <a:pt x="425531" y="1218632"/>
                  <a:pt x="423076" y="1212243"/>
                  <a:pt x="422985" y="1203173"/>
                </a:cubicBezTo>
                <a:cubicBezTo>
                  <a:pt x="422944" y="1196270"/>
                  <a:pt x="425392" y="1187870"/>
                  <a:pt x="421140" y="1177961"/>
                </a:cubicBezTo>
                <a:cubicBezTo>
                  <a:pt x="418788" y="1172404"/>
                  <a:pt x="412426" y="1170361"/>
                  <a:pt x="410493" y="1166898"/>
                </a:cubicBezTo>
                <a:cubicBezTo>
                  <a:pt x="407687" y="1161884"/>
                  <a:pt x="408828" y="1156605"/>
                  <a:pt x="409840" y="1151497"/>
                </a:cubicBezTo>
                <a:cubicBezTo>
                  <a:pt x="411062" y="1145349"/>
                  <a:pt x="415329" y="1140815"/>
                  <a:pt x="420753" y="1139983"/>
                </a:cubicBezTo>
                <a:close/>
                <a:moveTo>
                  <a:pt x="1052133" y="1124908"/>
                </a:moveTo>
                <a:lnTo>
                  <a:pt x="1060283" y="1127514"/>
                </a:lnTo>
                <a:cubicBezTo>
                  <a:pt x="1062918" y="1129485"/>
                  <a:pt x="1065389" y="1132270"/>
                  <a:pt x="1067483" y="1135010"/>
                </a:cubicBezTo>
                <a:cubicBezTo>
                  <a:pt x="1072080" y="1140999"/>
                  <a:pt x="1076178" y="1147908"/>
                  <a:pt x="1077352" y="1150489"/>
                </a:cubicBezTo>
                <a:cubicBezTo>
                  <a:pt x="1080291" y="1156800"/>
                  <a:pt x="1083213" y="1165306"/>
                  <a:pt x="1084805" y="1173083"/>
                </a:cubicBezTo>
                <a:cubicBezTo>
                  <a:pt x="1086914" y="1183393"/>
                  <a:pt x="1084728" y="1191169"/>
                  <a:pt x="1080028" y="1193773"/>
                </a:cubicBezTo>
                <a:cubicBezTo>
                  <a:pt x="1075057" y="1196488"/>
                  <a:pt x="1072686" y="1192051"/>
                  <a:pt x="1066542" y="1183833"/>
                </a:cubicBezTo>
                <a:cubicBezTo>
                  <a:pt x="1062856" y="1178903"/>
                  <a:pt x="1057449" y="1174041"/>
                  <a:pt x="1053767" y="1167080"/>
                </a:cubicBezTo>
                <a:cubicBezTo>
                  <a:pt x="1050592" y="1161065"/>
                  <a:pt x="1048542" y="1154111"/>
                  <a:pt x="1045560" y="1147500"/>
                </a:cubicBezTo>
                <a:cubicBezTo>
                  <a:pt x="1043958" y="1143922"/>
                  <a:pt x="1043726" y="1138618"/>
                  <a:pt x="1044837" y="1134033"/>
                </a:cubicBezTo>
                <a:close/>
                <a:moveTo>
                  <a:pt x="1052165" y="1124868"/>
                </a:moveTo>
                <a:lnTo>
                  <a:pt x="1052133" y="1124908"/>
                </a:lnTo>
                <a:lnTo>
                  <a:pt x="1052097" y="1124896"/>
                </a:lnTo>
                <a:close/>
                <a:moveTo>
                  <a:pt x="598765" y="1094104"/>
                </a:moveTo>
                <a:cubicBezTo>
                  <a:pt x="603362" y="1092419"/>
                  <a:pt x="606923" y="1094418"/>
                  <a:pt x="611770" y="1099270"/>
                </a:cubicBezTo>
                <a:cubicBezTo>
                  <a:pt x="615742" y="1103248"/>
                  <a:pt x="620452" y="1107085"/>
                  <a:pt x="621615" y="1112651"/>
                </a:cubicBezTo>
                <a:cubicBezTo>
                  <a:pt x="623128" y="1119945"/>
                  <a:pt x="625104" y="1123708"/>
                  <a:pt x="625290" y="1128244"/>
                </a:cubicBezTo>
                <a:cubicBezTo>
                  <a:pt x="625444" y="1132317"/>
                  <a:pt x="623186" y="1136902"/>
                  <a:pt x="623805" y="1144442"/>
                </a:cubicBezTo>
                <a:cubicBezTo>
                  <a:pt x="624535" y="1152932"/>
                  <a:pt x="621580" y="1161063"/>
                  <a:pt x="623904" y="1166553"/>
                </a:cubicBezTo>
                <a:cubicBezTo>
                  <a:pt x="626444" y="1172471"/>
                  <a:pt x="635396" y="1177350"/>
                  <a:pt x="635114" y="1185697"/>
                </a:cubicBezTo>
                <a:cubicBezTo>
                  <a:pt x="634799" y="1193581"/>
                  <a:pt x="625519" y="1199852"/>
                  <a:pt x="619423" y="1202153"/>
                </a:cubicBezTo>
                <a:cubicBezTo>
                  <a:pt x="615262" y="1203740"/>
                  <a:pt x="610877" y="1205460"/>
                  <a:pt x="606454" y="1202421"/>
                </a:cubicBezTo>
                <a:cubicBezTo>
                  <a:pt x="602498" y="1199748"/>
                  <a:pt x="599336" y="1195319"/>
                  <a:pt x="597112" y="1191340"/>
                </a:cubicBezTo>
                <a:cubicBezTo>
                  <a:pt x="593329" y="1184619"/>
                  <a:pt x="597230" y="1179479"/>
                  <a:pt x="597601" y="1171056"/>
                </a:cubicBezTo>
                <a:cubicBezTo>
                  <a:pt x="597861" y="1165859"/>
                  <a:pt x="597772" y="1158936"/>
                  <a:pt x="596547" y="1150013"/>
                </a:cubicBezTo>
                <a:cubicBezTo>
                  <a:pt x="595446" y="1141876"/>
                  <a:pt x="589849" y="1137330"/>
                  <a:pt x="588591" y="1132795"/>
                </a:cubicBezTo>
                <a:cubicBezTo>
                  <a:pt x="586940" y="1126911"/>
                  <a:pt x="592395" y="1122367"/>
                  <a:pt x="593141" y="1114664"/>
                </a:cubicBezTo>
                <a:cubicBezTo>
                  <a:pt x="593547" y="1110601"/>
                  <a:pt x="590872" y="1097064"/>
                  <a:pt x="598765" y="1094104"/>
                </a:cubicBezTo>
                <a:close/>
                <a:moveTo>
                  <a:pt x="42335" y="1084357"/>
                </a:moveTo>
                <a:cubicBezTo>
                  <a:pt x="47390" y="1081846"/>
                  <a:pt x="54954" y="1086539"/>
                  <a:pt x="59354" y="1090979"/>
                </a:cubicBezTo>
                <a:lnTo>
                  <a:pt x="59382" y="1091047"/>
                </a:lnTo>
                <a:cubicBezTo>
                  <a:pt x="66101" y="1097756"/>
                  <a:pt x="64674" y="1105738"/>
                  <a:pt x="67204" y="1116393"/>
                </a:cubicBezTo>
                <a:cubicBezTo>
                  <a:pt x="69401" y="1125553"/>
                  <a:pt x="74515" y="1132324"/>
                  <a:pt x="77423" y="1138170"/>
                </a:cubicBezTo>
                <a:cubicBezTo>
                  <a:pt x="83043" y="1149387"/>
                  <a:pt x="87854" y="1156481"/>
                  <a:pt x="80662" y="1160185"/>
                </a:cubicBezTo>
                <a:cubicBezTo>
                  <a:pt x="74846" y="1163168"/>
                  <a:pt x="65643" y="1159425"/>
                  <a:pt x="58257" y="1152154"/>
                </a:cubicBezTo>
                <a:cubicBezTo>
                  <a:pt x="53266" y="1147241"/>
                  <a:pt x="49878" y="1139445"/>
                  <a:pt x="45979" y="1131658"/>
                </a:cubicBezTo>
                <a:cubicBezTo>
                  <a:pt x="42537" y="1124799"/>
                  <a:pt x="38279" y="1117596"/>
                  <a:pt x="36768" y="1109626"/>
                </a:cubicBezTo>
                <a:cubicBezTo>
                  <a:pt x="35415" y="1102624"/>
                  <a:pt x="35449" y="1087738"/>
                  <a:pt x="42335" y="1084357"/>
                </a:cubicBezTo>
                <a:close/>
                <a:moveTo>
                  <a:pt x="1229408" y="1081482"/>
                </a:moveTo>
                <a:cubicBezTo>
                  <a:pt x="1232573" y="1082490"/>
                  <a:pt x="1235589" y="1084445"/>
                  <a:pt x="1238039" y="1086741"/>
                </a:cubicBezTo>
                <a:lnTo>
                  <a:pt x="1237943" y="1086701"/>
                </a:lnTo>
                <a:cubicBezTo>
                  <a:pt x="1241920" y="1090399"/>
                  <a:pt x="1243768" y="1094334"/>
                  <a:pt x="1244597" y="1099084"/>
                </a:cubicBezTo>
                <a:cubicBezTo>
                  <a:pt x="1245341" y="1103233"/>
                  <a:pt x="1246571" y="1107699"/>
                  <a:pt x="1247651" y="1113062"/>
                </a:cubicBezTo>
                <a:cubicBezTo>
                  <a:pt x="1249697" y="1123120"/>
                  <a:pt x="1251318" y="1132040"/>
                  <a:pt x="1254393" y="1138295"/>
                </a:cubicBezTo>
                <a:cubicBezTo>
                  <a:pt x="1260168" y="1150084"/>
                  <a:pt x="1267577" y="1156629"/>
                  <a:pt x="1259004" y="1160941"/>
                </a:cubicBezTo>
                <a:cubicBezTo>
                  <a:pt x="1252214" y="1164361"/>
                  <a:pt x="1240419" y="1162637"/>
                  <a:pt x="1232411" y="1155502"/>
                </a:cubicBezTo>
                <a:cubicBezTo>
                  <a:pt x="1226708" y="1150403"/>
                  <a:pt x="1223558" y="1140561"/>
                  <a:pt x="1219359" y="1132142"/>
                </a:cubicBezTo>
                <a:cubicBezTo>
                  <a:pt x="1215694" y="1124737"/>
                  <a:pt x="1216170" y="1115792"/>
                  <a:pt x="1214885" y="1107013"/>
                </a:cubicBezTo>
                <a:cubicBezTo>
                  <a:pt x="1214357" y="1103293"/>
                  <a:pt x="1209725" y="1097796"/>
                  <a:pt x="1210117" y="1092147"/>
                </a:cubicBezTo>
                <a:cubicBezTo>
                  <a:pt x="1210510" y="1086498"/>
                  <a:pt x="1215681" y="1083980"/>
                  <a:pt x="1219879" y="1081900"/>
                </a:cubicBezTo>
                <a:cubicBezTo>
                  <a:pt x="1222927" y="1080411"/>
                  <a:pt x="1226242" y="1080473"/>
                  <a:pt x="1229408" y="1081482"/>
                </a:cubicBezTo>
                <a:close/>
                <a:moveTo>
                  <a:pt x="126373" y="1058604"/>
                </a:moveTo>
                <a:lnTo>
                  <a:pt x="126401" y="1058672"/>
                </a:lnTo>
                <a:cubicBezTo>
                  <a:pt x="132580" y="1056576"/>
                  <a:pt x="134770" y="1061444"/>
                  <a:pt x="137310" y="1065612"/>
                </a:cubicBezTo>
                <a:cubicBezTo>
                  <a:pt x="139510" y="1069243"/>
                  <a:pt x="141557" y="1074051"/>
                  <a:pt x="144536" y="1077840"/>
                </a:cubicBezTo>
                <a:cubicBezTo>
                  <a:pt x="147944" y="1082089"/>
                  <a:pt x="153528" y="1086799"/>
                  <a:pt x="158129" y="1094257"/>
                </a:cubicBezTo>
                <a:cubicBezTo>
                  <a:pt x="161498" y="1099676"/>
                  <a:pt x="169046" y="1104137"/>
                  <a:pt x="171763" y="1111652"/>
                </a:cubicBezTo>
                <a:cubicBezTo>
                  <a:pt x="174017" y="1117846"/>
                  <a:pt x="174741" y="1125543"/>
                  <a:pt x="175888" y="1133304"/>
                </a:cubicBezTo>
                <a:cubicBezTo>
                  <a:pt x="176471" y="1137161"/>
                  <a:pt x="176539" y="1143059"/>
                  <a:pt x="177875" y="1148078"/>
                </a:cubicBezTo>
                <a:cubicBezTo>
                  <a:pt x="178603" y="1150783"/>
                  <a:pt x="179373" y="1153489"/>
                  <a:pt x="179210" y="1155778"/>
                </a:cubicBezTo>
                <a:cubicBezTo>
                  <a:pt x="179048" y="1158066"/>
                  <a:pt x="177955" y="1159936"/>
                  <a:pt x="174958" y="1160967"/>
                </a:cubicBezTo>
                <a:cubicBezTo>
                  <a:pt x="169304" y="1162888"/>
                  <a:pt x="163449" y="1159363"/>
                  <a:pt x="158966" y="1154719"/>
                </a:cubicBezTo>
                <a:cubicBezTo>
                  <a:pt x="154028" y="1149547"/>
                  <a:pt x="150559" y="1142618"/>
                  <a:pt x="148702" y="1140317"/>
                </a:cubicBezTo>
                <a:cubicBezTo>
                  <a:pt x="147103" y="1138348"/>
                  <a:pt x="142786" y="1130614"/>
                  <a:pt x="137151" y="1120239"/>
                </a:cubicBezTo>
                <a:cubicBezTo>
                  <a:pt x="133852" y="1114116"/>
                  <a:pt x="130110" y="1107299"/>
                  <a:pt x="127615" y="1099255"/>
                </a:cubicBezTo>
                <a:cubicBezTo>
                  <a:pt x="125394" y="1092172"/>
                  <a:pt x="120288" y="1084841"/>
                  <a:pt x="119911" y="1076725"/>
                </a:cubicBezTo>
                <a:cubicBezTo>
                  <a:pt x="119639" y="1070910"/>
                  <a:pt x="121769" y="1060174"/>
                  <a:pt x="126373" y="1058604"/>
                </a:cubicBezTo>
                <a:close/>
                <a:moveTo>
                  <a:pt x="773494" y="1041659"/>
                </a:moveTo>
                <a:cubicBezTo>
                  <a:pt x="778811" y="1042024"/>
                  <a:pt x="780799" y="1048048"/>
                  <a:pt x="784099" y="1053496"/>
                </a:cubicBezTo>
                <a:cubicBezTo>
                  <a:pt x="787504" y="1059098"/>
                  <a:pt x="791017" y="1064577"/>
                  <a:pt x="792310" y="1068223"/>
                </a:cubicBezTo>
                <a:cubicBezTo>
                  <a:pt x="794907" y="1075350"/>
                  <a:pt x="799020" y="1082491"/>
                  <a:pt x="800003" y="1090241"/>
                </a:cubicBezTo>
                <a:cubicBezTo>
                  <a:pt x="801014" y="1098059"/>
                  <a:pt x="797723" y="1106050"/>
                  <a:pt x="797406" y="1113536"/>
                </a:cubicBezTo>
                <a:cubicBezTo>
                  <a:pt x="797015" y="1122008"/>
                  <a:pt x="800505" y="1130638"/>
                  <a:pt x="798753" y="1137242"/>
                </a:cubicBezTo>
                <a:cubicBezTo>
                  <a:pt x="795974" y="1147648"/>
                  <a:pt x="790106" y="1157213"/>
                  <a:pt x="785082" y="1158438"/>
                </a:cubicBezTo>
                <a:cubicBezTo>
                  <a:pt x="781250" y="1159373"/>
                  <a:pt x="774651" y="1155875"/>
                  <a:pt x="770808" y="1151724"/>
                </a:cubicBezTo>
                <a:cubicBezTo>
                  <a:pt x="767666" y="1148320"/>
                  <a:pt x="764151" y="1143518"/>
                  <a:pt x="762433" y="1139411"/>
                </a:cubicBezTo>
                <a:cubicBezTo>
                  <a:pt x="760379" y="1134487"/>
                  <a:pt x="759931" y="1128825"/>
                  <a:pt x="760389" y="1124501"/>
                </a:cubicBezTo>
                <a:cubicBezTo>
                  <a:pt x="760847" y="1120178"/>
                  <a:pt x="765386" y="1116208"/>
                  <a:pt x="766316" y="1111293"/>
                </a:cubicBezTo>
                <a:cubicBezTo>
                  <a:pt x="767070" y="1107206"/>
                  <a:pt x="766657" y="1102405"/>
                  <a:pt x="766936" y="1097160"/>
                </a:cubicBezTo>
                <a:cubicBezTo>
                  <a:pt x="767190" y="1092920"/>
                  <a:pt x="768709" y="1088082"/>
                  <a:pt x="767732" y="1082875"/>
                </a:cubicBezTo>
                <a:cubicBezTo>
                  <a:pt x="766547" y="1076283"/>
                  <a:pt x="765672" y="1070159"/>
                  <a:pt x="763541" y="1065823"/>
                </a:cubicBezTo>
                <a:cubicBezTo>
                  <a:pt x="760542" y="1059656"/>
                  <a:pt x="754405" y="1055731"/>
                  <a:pt x="756413" y="1050533"/>
                </a:cubicBezTo>
                <a:cubicBezTo>
                  <a:pt x="758835" y="1044210"/>
                  <a:pt x="767849" y="1041270"/>
                  <a:pt x="773378" y="1041667"/>
                </a:cubicBezTo>
                <a:close/>
                <a:moveTo>
                  <a:pt x="1390083" y="1038508"/>
                </a:moveTo>
                <a:cubicBezTo>
                  <a:pt x="1395646" y="1038016"/>
                  <a:pt x="1399360" y="1043015"/>
                  <a:pt x="1402992" y="1048882"/>
                </a:cubicBezTo>
                <a:cubicBezTo>
                  <a:pt x="1406964" y="1055287"/>
                  <a:pt x="1410433" y="1062216"/>
                  <a:pt x="1411403" y="1064880"/>
                </a:cubicBezTo>
                <a:cubicBezTo>
                  <a:pt x="1413777" y="1071462"/>
                  <a:pt x="1416091" y="1079938"/>
                  <a:pt x="1416918" y="1087792"/>
                </a:cubicBezTo>
                <a:cubicBezTo>
                  <a:pt x="1418059" y="1098259"/>
                  <a:pt x="1416094" y="1105508"/>
                  <a:pt x="1411152" y="1107614"/>
                </a:cubicBezTo>
                <a:cubicBezTo>
                  <a:pt x="1405917" y="1109881"/>
                  <a:pt x="1400680" y="1107574"/>
                  <a:pt x="1395338" y="1098789"/>
                </a:cubicBezTo>
                <a:cubicBezTo>
                  <a:pt x="1392121" y="1093547"/>
                  <a:pt x="1391690" y="1085690"/>
                  <a:pt x="1388661" y="1078381"/>
                </a:cubicBezTo>
                <a:cubicBezTo>
                  <a:pt x="1386050" y="1072095"/>
                  <a:pt x="1384281" y="1065146"/>
                  <a:pt x="1381912" y="1058283"/>
                </a:cubicBezTo>
                <a:cubicBezTo>
                  <a:pt x="1379339" y="1050828"/>
                  <a:pt x="1382459" y="1039209"/>
                  <a:pt x="1390083" y="1038508"/>
                </a:cubicBezTo>
                <a:close/>
                <a:moveTo>
                  <a:pt x="289774" y="1015297"/>
                </a:moveTo>
                <a:cubicBezTo>
                  <a:pt x="294807" y="1013512"/>
                  <a:pt x="300548" y="1013941"/>
                  <a:pt x="305734" y="1017580"/>
                </a:cubicBezTo>
                <a:cubicBezTo>
                  <a:pt x="310920" y="1021221"/>
                  <a:pt x="314246" y="1028089"/>
                  <a:pt x="316904" y="1030895"/>
                </a:cubicBezTo>
                <a:cubicBezTo>
                  <a:pt x="322166" y="1036373"/>
                  <a:pt x="332608" y="1038772"/>
                  <a:pt x="336670" y="1045497"/>
                </a:cubicBezTo>
                <a:cubicBezTo>
                  <a:pt x="340781" y="1052242"/>
                  <a:pt x="339486" y="1062198"/>
                  <a:pt x="342211" y="1069153"/>
                </a:cubicBezTo>
                <a:cubicBezTo>
                  <a:pt x="345279" y="1077042"/>
                  <a:pt x="345253" y="1085046"/>
                  <a:pt x="346311" y="1091810"/>
                </a:cubicBezTo>
                <a:cubicBezTo>
                  <a:pt x="347951" y="1102432"/>
                  <a:pt x="351021" y="1112467"/>
                  <a:pt x="346873" y="1115639"/>
                </a:cubicBezTo>
                <a:cubicBezTo>
                  <a:pt x="341218" y="1119987"/>
                  <a:pt x="328720" y="1111591"/>
                  <a:pt x="321529" y="1104797"/>
                </a:cubicBezTo>
                <a:cubicBezTo>
                  <a:pt x="313739" y="1097412"/>
                  <a:pt x="314560" y="1089799"/>
                  <a:pt x="312264" y="1080201"/>
                </a:cubicBezTo>
                <a:cubicBezTo>
                  <a:pt x="311269" y="1076116"/>
                  <a:pt x="307380" y="1072342"/>
                  <a:pt x="305498" y="1067546"/>
                </a:cubicBezTo>
                <a:cubicBezTo>
                  <a:pt x="304007" y="1063704"/>
                  <a:pt x="299234" y="1061366"/>
                  <a:pt x="296263" y="1057017"/>
                </a:cubicBezTo>
                <a:cubicBezTo>
                  <a:pt x="292537" y="1051506"/>
                  <a:pt x="290520" y="1046766"/>
                  <a:pt x="287502" y="1043470"/>
                </a:cubicBezTo>
                <a:cubicBezTo>
                  <a:pt x="283107" y="1038750"/>
                  <a:pt x="281372" y="1034412"/>
                  <a:pt x="281089" y="1028761"/>
                </a:cubicBezTo>
                <a:cubicBezTo>
                  <a:pt x="280756" y="1022018"/>
                  <a:pt x="284583" y="1017187"/>
                  <a:pt x="289753" y="1015345"/>
                </a:cubicBezTo>
                <a:close/>
                <a:moveTo>
                  <a:pt x="940888" y="993534"/>
                </a:moveTo>
                <a:cubicBezTo>
                  <a:pt x="944826" y="993152"/>
                  <a:pt x="950022" y="999054"/>
                  <a:pt x="954631" y="1008379"/>
                </a:cubicBezTo>
                <a:cubicBezTo>
                  <a:pt x="957304" y="1013844"/>
                  <a:pt x="957479" y="1021368"/>
                  <a:pt x="959959" y="1028503"/>
                </a:cubicBezTo>
                <a:cubicBezTo>
                  <a:pt x="962154" y="1034840"/>
                  <a:pt x="967616" y="1040515"/>
                  <a:pt x="969398" y="1047300"/>
                </a:cubicBezTo>
                <a:cubicBezTo>
                  <a:pt x="971206" y="1054154"/>
                  <a:pt x="971318" y="1061426"/>
                  <a:pt x="972545" y="1067922"/>
                </a:cubicBezTo>
                <a:cubicBezTo>
                  <a:pt x="973984" y="1075523"/>
                  <a:pt x="979590" y="1082331"/>
                  <a:pt x="979890" y="1088214"/>
                </a:cubicBezTo>
                <a:lnTo>
                  <a:pt x="979958" y="1088186"/>
                </a:lnTo>
                <a:cubicBezTo>
                  <a:pt x="980283" y="1094813"/>
                  <a:pt x="973124" y="1098305"/>
                  <a:pt x="969775" y="1100515"/>
                </a:cubicBezTo>
                <a:cubicBezTo>
                  <a:pt x="963924" y="1104385"/>
                  <a:pt x="952799" y="1097692"/>
                  <a:pt x="949501" y="1090892"/>
                </a:cubicBezTo>
                <a:cubicBezTo>
                  <a:pt x="946744" y="1085223"/>
                  <a:pt x="940991" y="1079708"/>
                  <a:pt x="938538" y="1072641"/>
                </a:cubicBezTo>
                <a:cubicBezTo>
                  <a:pt x="936336" y="1066187"/>
                  <a:pt x="936549" y="1058544"/>
                  <a:pt x="934903" y="1051703"/>
                </a:cubicBezTo>
                <a:cubicBezTo>
                  <a:pt x="933222" y="1044677"/>
                  <a:pt x="929372" y="1037984"/>
                  <a:pt x="928534" y="1031368"/>
                </a:cubicBezTo>
                <a:cubicBezTo>
                  <a:pt x="927552" y="1023619"/>
                  <a:pt x="928925" y="1015897"/>
                  <a:pt x="929487" y="1009980"/>
                </a:cubicBezTo>
                <a:cubicBezTo>
                  <a:pt x="930376" y="1000588"/>
                  <a:pt x="934704" y="994161"/>
                  <a:pt x="940888" y="993534"/>
                </a:cubicBezTo>
                <a:close/>
                <a:moveTo>
                  <a:pt x="1541454" y="970746"/>
                </a:moveTo>
                <a:cubicBezTo>
                  <a:pt x="1546041" y="968547"/>
                  <a:pt x="1552009" y="970991"/>
                  <a:pt x="1557494" y="977013"/>
                </a:cubicBezTo>
                <a:cubicBezTo>
                  <a:pt x="1561414" y="981252"/>
                  <a:pt x="1563480" y="987762"/>
                  <a:pt x="1566428" y="993513"/>
                </a:cubicBezTo>
                <a:cubicBezTo>
                  <a:pt x="1569563" y="999624"/>
                  <a:pt x="1572908" y="1005370"/>
                  <a:pt x="1573536" y="1010600"/>
                </a:cubicBezTo>
                <a:lnTo>
                  <a:pt x="1573468" y="1010628"/>
                </a:lnTo>
                <a:cubicBezTo>
                  <a:pt x="1573872" y="1014241"/>
                  <a:pt x="1575005" y="1019343"/>
                  <a:pt x="1572046" y="1021829"/>
                </a:cubicBezTo>
                <a:cubicBezTo>
                  <a:pt x="1566835" y="1026194"/>
                  <a:pt x="1553459" y="1024202"/>
                  <a:pt x="1550392" y="1021563"/>
                </a:cubicBezTo>
                <a:cubicBezTo>
                  <a:pt x="1545771" y="1017652"/>
                  <a:pt x="1543349" y="1011049"/>
                  <a:pt x="1540042" y="1004810"/>
                </a:cubicBezTo>
                <a:cubicBezTo>
                  <a:pt x="1536754" y="998522"/>
                  <a:pt x="1532577" y="992878"/>
                  <a:pt x="1532380" y="986756"/>
                </a:cubicBezTo>
                <a:cubicBezTo>
                  <a:pt x="1532131" y="979540"/>
                  <a:pt x="1534676" y="974003"/>
                  <a:pt x="1541454" y="970746"/>
                </a:cubicBezTo>
                <a:close/>
                <a:moveTo>
                  <a:pt x="461595" y="963989"/>
                </a:moveTo>
                <a:cubicBezTo>
                  <a:pt x="464724" y="965017"/>
                  <a:pt x="468114" y="966819"/>
                  <a:pt x="471125" y="968447"/>
                </a:cubicBezTo>
                <a:cubicBezTo>
                  <a:pt x="476086" y="971146"/>
                  <a:pt x="480098" y="975028"/>
                  <a:pt x="482788" y="980049"/>
                </a:cubicBezTo>
                <a:cubicBezTo>
                  <a:pt x="486303" y="986601"/>
                  <a:pt x="491384" y="990085"/>
                  <a:pt x="491064" y="995425"/>
                </a:cubicBezTo>
                <a:cubicBezTo>
                  <a:pt x="490802" y="1000226"/>
                  <a:pt x="487918" y="1005226"/>
                  <a:pt x="490671" y="1012250"/>
                </a:cubicBezTo>
                <a:cubicBezTo>
                  <a:pt x="493786" y="1020158"/>
                  <a:pt x="495402" y="1027608"/>
                  <a:pt x="499161" y="1032231"/>
                </a:cubicBezTo>
                <a:cubicBezTo>
                  <a:pt x="503223" y="1037206"/>
                  <a:pt x="512072" y="1038429"/>
                  <a:pt x="514082" y="1046553"/>
                </a:cubicBezTo>
                <a:cubicBezTo>
                  <a:pt x="515048" y="1050371"/>
                  <a:pt x="514999" y="1054796"/>
                  <a:pt x="514065" y="1058758"/>
                </a:cubicBezTo>
                <a:cubicBezTo>
                  <a:pt x="513132" y="1062720"/>
                  <a:pt x="511313" y="1066220"/>
                  <a:pt x="508740" y="1068190"/>
                </a:cubicBezTo>
                <a:cubicBezTo>
                  <a:pt x="505169" y="1070927"/>
                  <a:pt x="500638" y="1069763"/>
                  <a:pt x="495548" y="1067913"/>
                </a:cubicBezTo>
                <a:cubicBezTo>
                  <a:pt x="491102" y="1066277"/>
                  <a:pt x="486625" y="1064175"/>
                  <a:pt x="483343" y="1061107"/>
                </a:cubicBezTo>
                <a:cubicBezTo>
                  <a:pt x="477810" y="1055741"/>
                  <a:pt x="474397" y="1051772"/>
                  <a:pt x="472427" y="1043552"/>
                </a:cubicBezTo>
                <a:cubicBezTo>
                  <a:pt x="471205" y="1038525"/>
                  <a:pt x="470828" y="1032159"/>
                  <a:pt x="467128" y="1023893"/>
                </a:cubicBezTo>
                <a:cubicBezTo>
                  <a:pt x="463736" y="1016375"/>
                  <a:pt x="463842" y="1009929"/>
                  <a:pt x="461339" y="1005945"/>
                </a:cubicBezTo>
                <a:cubicBezTo>
                  <a:pt x="458054" y="1000731"/>
                  <a:pt x="455407" y="997760"/>
                  <a:pt x="453940" y="990090"/>
                </a:cubicBezTo>
                <a:lnTo>
                  <a:pt x="454056" y="990082"/>
                </a:lnTo>
                <a:cubicBezTo>
                  <a:pt x="453272" y="986028"/>
                  <a:pt x="446864" y="969290"/>
                  <a:pt x="453633" y="964167"/>
                </a:cubicBezTo>
                <a:cubicBezTo>
                  <a:pt x="455599" y="962705"/>
                  <a:pt x="458467" y="962961"/>
                  <a:pt x="461595" y="963989"/>
                </a:cubicBezTo>
                <a:close/>
                <a:moveTo>
                  <a:pt x="1102165" y="950183"/>
                </a:moveTo>
                <a:cubicBezTo>
                  <a:pt x="1108715" y="948412"/>
                  <a:pt x="1120138" y="952238"/>
                  <a:pt x="1124608" y="959472"/>
                </a:cubicBezTo>
                <a:cubicBezTo>
                  <a:pt x="1128144" y="965300"/>
                  <a:pt x="1124641" y="973258"/>
                  <a:pt x="1125196" y="979473"/>
                </a:cubicBezTo>
                <a:cubicBezTo>
                  <a:pt x="1125683" y="985040"/>
                  <a:pt x="1126406" y="990987"/>
                  <a:pt x="1126850" y="998002"/>
                </a:cubicBezTo>
                <a:cubicBezTo>
                  <a:pt x="1127377" y="1005899"/>
                  <a:pt x="1131772" y="1012368"/>
                  <a:pt x="1133146" y="1018645"/>
                </a:cubicBezTo>
                <a:cubicBezTo>
                  <a:pt x="1134933" y="1026899"/>
                  <a:pt x="1135938" y="1033924"/>
                  <a:pt x="1137478" y="1039537"/>
                </a:cubicBezTo>
                <a:cubicBezTo>
                  <a:pt x="1138909" y="1044737"/>
                  <a:pt x="1139277" y="1048502"/>
                  <a:pt x="1138377" y="1051223"/>
                </a:cubicBezTo>
                <a:cubicBezTo>
                  <a:pt x="1137477" y="1053943"/>
                  <a:pt x="1135310" y="1055617"/>
                  <a:pt x="1131670" y="1056632"/>
                </a:cubicBezTo>
                <a:cubicBezTo>
                  <a:pt x="1125399" y="1058409"/>
                  <a:pt x="1118950" y="1055764"/>
                  <a:pt x="1112492" y="1047357"/>
                </a:cubicBezTo>
                <a:cubicBezTo>
                  <a:pt x="1108254" y="1041857"/>
                  <a:pt x="1103256" y="1035078"/>
                  <a:pt x="1099884" y="1026837"/>
                </a:cubicBezTo>
                <a:cubicBezTo>
                  <a:pt x="1097015" y="1019821"/>
                  <a:pt x="1091378" y="1012549"/>
                  <a:pt x="1089668" y="1004382"/>
                </a:cubicBezTo>
                <a:cubicBezTo>
                  <a:pt x="1088104" y="996672"/>
                  <a:pt x="1095314" y="987670"/>
                  <a:pt x="1095149" y="979586"/>
                </a:cubicBezTo>
                <a:cubicBezTo>
                  <a:pt x="1095050" y="974973"/>
                  <a:pt x="1094136" y="968946"/>
                  <a:pt x="1095434" y="962886"/>
                </a:cubicBezTo>
                <a:cubicBezTo>
                  <a:pt x="1096938" y="956065"/>
                  <a:pt x="1097468" y="951434"/>
                  <a:pt x="1102165" y="950183"/>
                </a:cubicBezTo>
                <a:close/>
                <a:moveTo>
                  <a:pt x="14860" y="926889"/>
                </a:moveTo>
                <a:cubicBezTo>
                  <a:pt x="21915" y="924991"/>
                  <a:pt x="32234" y="932530"/>
                  <a:pt x="36439" y="938243"/>
                </a:cubicBezTo>
                <a:lnTo>
                  <a:pt x="36390" y="938222"/>
                </a:lnTo>
                <a:cubicBezTo>
                  <a:pt x="39754" y="942848"/>
                  <a:pt x="41465" y="948589"/>
                  <a:pt x="41574" y="953714"/>
                </a:cubicBezTo>
                <a:cubicBezTo>
                  <a:pt x="41712" y="958231"/>
                  <a:pt x="39088" y="963283"/>
                  <a:pt x="39099" y="969045"/>
                </a:cubicBezTo>
                <a:cubicBezTo>
                  <a:pt x="39123" y="979892"/>
                  <a:pt x="39306" y="989282"/>
                  <a:pt x="41247" y="996360"/>
                </a:cubicBezTo>
                <a:cubicBezTo>
                  <a:pt x="42723" y="1001720"/>
                  <a:pt x="47480" y="1005575"/>
                  <a:pt x="48200" y="1009375"/>
                </a:cubicBezTo>
                <a:cubicBezTo>
                  <a:pt x="48747" y="1012173"/>
                  <a:pt x="48599" y="1015187"/>
                  <a:pt x="47538" y="1017720"/>
                </a:cubicBezTo>
                <a:cubicBezTo>
                  <a:pt x="46477" y="1020253"/>
                  <a:pt x="44503" y="1022304"/>
                  <a:pt x="41403" y="1023179"/>
                </a:cubicBezTo>
                <a:cubicBezTo>
                  <a:pt x="35201" y="1024927"/>
                  <a:pt x="28447" y="1017356"/>
                  <a:pt x="22558" y="1011898"/>
                </a:cubicBezTo>
                <a:cubicBezTo>
                  <a:pt x="18154" y="1007739"/>
                  <a:pt x="9986" y="1004487"/>
                  <a:pt x="6756" y="997659"/>
                </a:cubicBezTo>
                <a:cubicBezTo>
                  <a:pt x="3992" y="991873"/>
                  <a:pt x="1624" y="984334"/>
                  <a:pt x="271" y="977333"/>
                </a:cubicBezTo>
                <a:cubicBezTo>
                  <a:pt x="-983" y="970769"/>
                  <a:pt x="2503" y="963254"/>
                  <a:pt x="2879" y="956300"/>
                </a:cubicBezTo>
                <a:cubicBezTo>
                  <a:pt x="3128" y="952340"/>
                  <a:pt x="5849" y="946650"/>
                  <a:pt x="7511" y="940799"/>
                </a:cubicBezTo>
                <a:cubicBezTo>
                  <a:pt x="9172" y="934949"/>
                  <a:pt x="10028" y="928195"/>
                  <a:pt x="14860" y="926889"/>
                </a:cubicBezTo>
                <a:close/>
                <a:moveTo>
                  <a:pt x="623138" y="914500"/>
                </a:moveTo>
                <a:cubicBezTo>
                  <a:pt x="628228" y="912851"/>
                  <a:pt x="632512" y="919047"/>
                  <a:pt x="637589" y="922811"/>
                </a:cubicBezTo>
                <a:cubicBezTo>
                  <a:pt x="642838" y="926703"/>
                  <a:pt x="648168" y="930403"/>
                  <a:pt x="650739" y="933286"/>
                </a:cubicBezTo>
                <a:cubicBezTo>
                  <a:pt x="655823" y="938916"/>
                  <a:pt x="661502" y="944342"/>
                  <a:pt x="665360" y="951150"/>
                </a:cubicBezTo>
                <a:cubicBezTo>
                  <a:pt x="669245" y="958028"/>
                  <a:pt x="672682" y="965168"/>
                  <a:pt x="675184" y="972255"/>
                </a:cubicBezTo>
                <a:cubicBezTo>
                  <a:pt x="678047" y="980228"/>
                  <a:pt x="678881" y="988197"/>
                  <a:pt x="679754" y="994997"/>
                </a:cubicBezTo>
                <a:cubicBezTo>
                  <a:pt x="680424" y="1000330"/>
                  <a:pt x="680705" y="1005146"/>
                  <a:pt x="680286" y="1009006"/>
                </a:cubicBezTo>
                <a:cubicBezTo>
                  <a:pt x="679867" y="1012866"/>
                  <a:pt x="678749" y="1015770"/>
                  <a:pt x="676623" y="1017279"/>
                </a:cubicBezTo>
                <a:cubicBezTo>
                  <a:pt x="673465" y="1019568"/>
                  <a:pt x="668738" y="1018604"/>
                  <a:pt x="663217" y="1016573"/>
                </a:cubicBezTo>
                <a:cubicBezTo>
                  <a:pt x="658579" y="1014856"/>
                  <a:pt x="656256" y="1010440"/>
                  <a:pt x="653082" y="1007248"/>
                </a:cubicBezTo>
                <a:cubicBezTo>
                  <a:pt x="649261" y="1003446"/>
                  <a:pt x="648186" y="1001303"/>
                  <a:pt x="647480" y="996660"/>
                </a:cubicBezTo>
                <a:cubicBezTo>
                  <a:pt x="646774" y="992019"/>
                  <a:pt x="642125" y="988039"/>
                  <a:pt x="641151" y="983229"/>
                </a:cubicBezTo>
                <a:cubicBezTo>
                  <a:pt x="640272" y="979135"/>
                  <a:pt x="639882" y="974682"/>
                  <a:pt x="637768" y="969902"/>
                </a:cubicBezTo>
                <a:cubicBezTo>
                  <a:pt x="636044" y="966076"/>
                  <a:pt x="634629" y="961645"/>
                  <a:pt x="631814" y="957193"/>
                </a:cubicBezTo>
                <a:cubicBezTo>
                  <a:pt x="628246" y="951577"/>
                  <a:pt x="625576" y="946508"/>
                  <a:pt x="622318" y="943111"/>
                </a:cubicBezTo>
                <a:cubicBezTo>
                  <a:pt x="617636" y="938271"/>
                  <a:pt x="615348" y="935789"/>
                  <a:pt x="615229" y="930151"/>
                </a:cubicBezTo>
                <a:cubicBezTo>
                  <a:pt x="615128" y="923393"/>
                  <a:pt x="617913" y="916206"/>
                  <a:pt x="623138" y="914500"/>
                </a:cubicBezTo>
                <a:close/>
                <a:moveTo>
                  <a:pt x="1272788" y="906664"/>
                </a:moveTo>
                <a:cubicBezTo>
                  <a:pt x="1275138" y="906809"/>
                  <a:pt x="1276948" y="907638"/>
                  <a:pt x="1277960" y="909867"/>
                </a:cubicBezTo>
                <a:cubicBezTo>
                  <a:pt x="1279759" y="913782"/>
                  <a:pt x="1279251" y="919439"/>
                  <a:pt x="1281633" y="923711"/>
                </a:cubicBezTo>
                <a:cubicBezTo>
                  <a:pt x="1284260" y="928480"/>
                  <a:pt x="1286889" y="935395"/>
                  <a:pt x="1290205" y="943500"/>
                </a:cubicBezTo>
                <a:cubicBezTo>
                  <a:pt x="1292628" y="949426"/>
                  <a:pt x="1293721" y="956374"/>
                  <a:pt x="1295176" y="964209"/>
                </a:cubicBezTo>
                <a:cubicBezTo>
                  <a:pt x="1296354" y="970685"/>
                  <a:pt x="1299379" y="977597"/>
                  <a:pt x="1299182" y="985472"/>
                </a:cubicBezTo>
                <a:cubicBezTo>
                  <a:pt x="1299089" y="989328"/>
                  <a:pt x="1300688" y="995473"/>
                  <a:pt x="1301339" y="1001051"/>
                </a:cubicBezTo>
                <a:cubicBezTo>
                  <a:pt x="1301695" y="1004107"/>
                  <a:pt x="1301605" y="1007216"/>
                  <a:pt x="1300647" y="1009687"/>
                </a:cubicBezTo>
                <a:cubicBezTo>
                  <a:pt x="1299690" y="1012157"/>
                  <a:pt x="1297866" y="1013989"/>
                  <a:pt x="1294751" y="1014491"/>
                </a:cubicBezTo>
                <a:cubicBezTo>
                  <a:pt x="1288843" y="1015402"/>
                  <a:pt x="1282758" y="1009467"/>
                  <a:pt x="1279137" y="1004112"/>
                </a:cubicBezTo>
                <a:cubicBezTo>
                  <a:pt x="1275129" y="998199"/>
                  <a:pt x="1272925" y="990672"/>
                  <a:pt x="1271519" y="988108"/>
                </a:cubicBezTo>
                <a:cubicBezTo>
                  <a:pt x="1270299" y="985903"/>
                  <a:pt x="1270408" y="976354"/>
                  <a:pt x="1266632" y="965177"/>
                </a:cubicBezTo>
                <a:cubicBezTo>
                  <a:pt x="1264374" y="958586"/>
                  <a:pt x="1257453" y="952358"/>
                  <a:pt x="1256335" y="943988"/>
                </a:cubicBezTo>
                <a:cubicBezTo>
                  <a:pt x="1255356" y="936635"/>
                  <a:pt x="1257466" y="928770"/>
                  <a:pt x="1258468" y="920723"/>
                </a:cubicBezTo>
                <a:cubicBezTo>
                  <a:pt x="1259181" y="914983"/>
                  <a:pt x="1259688" y="908253"/>
                  <a:pt x="1264416" y="907468"/>
                </a:cubicBezTo>
                <a:lnTo>
                  <a:pt x="1264376" y="907564"/>
                </a:lnTo>
                <a:cubicBezTo>
                  <a:pt x="1267548" y="907058"/>
                  <a:pt x="1270438" y="906519"/>
                  <a:pt x="1272788" y="906664"/>
                </a:cubicBezTo>
                <a:close/>
                <a:moveTo>
                  <a:pt x="800515" y="862599"/>
                </a:moveTo>
                <a:cubicBezTo>
                  <a:pt x="804283" y="861412"/>
                  <a:pt x="810258" y="868147"/>
                  <a:pt x="816566" y="876377"/>
                </a:cubicBezTo>
                <a:cubicBezTo>
                  <a:pt x="820244" y="881193"/>
                  <a:pt x="820703" y="889117"/>
                  <a:pt x="824518" y="895625"/>
                </a:cubicBezTo>
                <a:cubicBezTo>
                  <a:pt x="827910" y="901393"/>
                  <a:pt x="832616" y="906581"/>
                  <a:pt x="835671" y="912884"/>
                </a:cubicBezTo>
                <a:cubicBezTo>
                  <a:pt x="838726" y="919187"/>
                  <a:pt x="845818" y="923795"/>
                  <a:pt x="848305" y="929973"/>
                </a:cubicBezTo>
                <a:cubicBezTo>
                  <a:pt x="851182" y="937105"/>
                  <a:pt x="851017" y="944768"/>
                  <a:pt x="852449" y="950504"/>
                </a:cubicBezTo>
                <a:lnTo>
                  <a:pt x="852497" y="950524"/>
                </a:lnTo>
                <a:cubicBezTo>
                  <a:pt x="854139" y="956969"/>
                  <a:pt x="856496" y="963997"/>
                  <a:pt x="853628" y="966802"/>
                </a:cubicBezTo>
                <a:cubicBezTo>
                  <a:pt x="848620" y="971759"/>
                  <a:pt x="832046" y="964478"/>
                  <a:pt x="827471" y="958441"/>
                </a:cubicBezTo>
                <a:cubicBezTo>
                  <a:pt x="823661" y="953402"/>
                  <a:pt x="818142" y="948268"/>
                  <a:pt x="814375" y="941780"/>
                </a:cubicBezTo>
                <a:cubicBezTo>
                  <a:pt x="810927" y="935876"/>
                  <a:pt x="808482" y="928926"/>
                  <a:pt x="805563" y="922566"/>
                </a:cubicBezTo>
                <a:cubicBezTo>
                  <a:pt x="802541" y="916052"/>
                  <a:pt x="799646" y="909364"/>
                  <a:pt x="797500" y="903047"/>
                </a:cubicBezTo>
                <a:cubicBezTo>
                  <a:pt x="795024" y="895631"/>
                  <a:pt x="799483" y="887679"/>
                  <a:pt x="798876" y="881724"/>
                </a:cubicBezTo>
                <a:cubicBezTo>
                  <a:pt x="797948" y="872360"/>
                  <a:pt x="794553" y="864447"/>
                  <a:pt x="800515" y="862599"/>
                </a:cubicBezTo>
                <a:close/>
                <a:moveTo>
                  <a:pt x="174061" y="861843"/>
                </a:moveTo>
                <a:lnTo>
                  <a:pt x="174089" y="861911"/>
                </a:lnTo>
                <a:cubicBezTo>
                  <a:pt x="180145" y="862529"/>
                  <a:pt x="182761" y="873783"/>
                  <a:pt x="187020" y="883809"/>
                </a:cubicBezTo>
                <a:cubicBezTo>
                  <a:pt x="191280" y="893834"/>
                  <a:pt x="201952" y="902143"/>
                  <a:pt x="203057" y="906104"/>
                </a:cubicBezTo>
                <a:cubicBezTo>
                  <a:pt x="204919" y="912697"/>
                  <a:pt x="199767" y="922167"/>
                  <a:pt x="201106" y="930009"/>
                </a:cubicBezTo>
                <a:cubicBezTo>
                  <a:pt x="202417" y="937783"/>
                  <a:pt x="203229" y="945403"/>
                  <a:pt x="203549" y="952312"/>
                </a:cubicBezTo>
                <a:cubicBezTo>
                  <a:pt x="204109" y="963495"/>
                  <a:pt x="206420" y="975074"/>
                  <a:pt x="202463" y="976577"/>
                </a:cubicBezTo>
                <a:cubicBezTo>
                  <a:pt x="197826" y="978360"/>
                  <a:pt x="188908" y="970166"/>
                  <a:pt x="183575" y="959070"/>
                </a:cubicBezTo>
                <a:cubicBezTo>
                  <a:pt x="180680" y="953059"/>
                  <a:pt x="179767" y="944606"/>
                  <a:pt x="176859" y="936334"/>
                </a:cubicBezTo>
                <a:cubicBezTo>
                  <a:pt x="174462" y="929402"/>
                  <a:pt x="175774" y="920752"/>
                  <a:pt x="173431" y="912884"/>
                </a:cubicBezTo>
                <a:cubicBezTo>
                  <a:pt x="171243" y="905590"/>
                  <a:pt x="163545" y="899600"/>
                  <a:pt x="161498" y="891969"/>
                </a:cubicBezTo>
                <a:cubicBezTo>
                  <a:pt x="160132" y="886881"/>
                  <a:pt x="164772" y="880923"/>
                  <a:pt x="166340" y="875427"/>
                </a:cubicBezTo>
                <a:cubicBezTo>
                  <a:pt x="168368" y="868432"/>
                  <a:pt x="169625" y="861395"/>
                  <a:pt x="174061" y="861843"/>
                </a:cubicBezTo>
                <a:close/>
                <a:moveTo>
                  <a:pt x="1427788" y="854271"/>
                </a:moveTo>
                <a:lnTo>
                  <a:pt x="1427835" y="854291"/>
                </a:lnTo>
                <a:cubicBezTo>
                  <a:pt x="1433103" y="853563"/>
                  <a:pt x="1439905" y="858727"/>
                  <a:pt x="1444273" y="863379"/>
                </a:cubicBezTo>
                <a:cubicBezTo>
                  <a:pt x="1448763" y="868138"/>
                  <a:pt x="1450475" y="875628"/>
                  <a:pt x="1452488" y="878898"/>
                </a:cubicBezTo>
                <a:cubicBezTo>
                  <a:pt x="1456508" y="885323"/>
                  <a:pt x="1458929" y="892603"/>
                  <a:pt x="1461541" y="899962"/>
                </a:cubicBezTo>
                <a:cubicBezTo>
                  <a:pt x="1464181" y="907389"/>
                  <a:pt x="1469323" y="914228"/>
                  <a:pt x="1470563" y="921633"/>
                </a:cubicBezTo>
                <a:cubicBezTo>
                  <a:pt x="1471961" y="930008"/>
                  <a:pt x="1466574" y="938024"/>
                  <a:pt x="1466190" y="944862"/>
                </a:cubicBezTo>
                <a:cubicBezTo>
                  <a:pt x="1465646" y="955584"/>
                  <a:pt x="1467878" y="964929"/>
                  <a:pt x="1463223" y="967155"/>
                </a:cubicBezTo>
                <a:cubicBezTo>
                  <a:pt x="1456786" y="970272"/>
                  <a:pt x="1445774" y="961427"/>
                  <a:pt x="1440150" y="953314"/>
                </a:cubicBezTo>
                <a:cubicBezTo>
                  <a:pt x="1437159" y="949013"/>
                  <a:pt x="1438991" y="943967"/>
                  <a:pt x="1437891" y="939725"/>
                </a:cubicBezTo>
                <a:cubicBezTo>
                  <a:pt x="1436793" y="935483"/>
                  <a:pt x="1431628" y="931795"/>
                  <a:pt x="1431478" y="926766"/>
                </a:cubicBezTo>
                <a:cubicBezTo>
                  <a:pt x="1431364" y="922597"/>
                  <a:pt x="1430264" y="918356"/>
                  <a:pt x="1429624" y="913289"/>
                </a:cubicBezTo>
                <a:cubicBezTo>
                  <a:pt x="1429121" y="909240"/>
                  <a:pt x="1430648" y="904518"/>
                  <a:pt x="1428642" y="899614"/>
                </a:cubicBezTo>
                <a:cubicBezTo>
                  <a:pt x="1426135" y="893483"/>
                  <a:pt x="1423660" y="888892"/>
                  <a:pt x="1421588" y="885088"/>
                </a:cubicBezTo>
                <a:cubicBezTo>
                  <a:pt x="1418607" y="879550"/>
                  <a:pt x="1418852" y="875871"/>
                  <a:pt x="1419736" y="870259"/>
                </a:cubicBezTo>
                <a:cubicBezTo>
                  <a:pt x="1420784" y="863585"/>
                  <a:pt x="1422336" y="855036"/>
                  <a:pt x="1427788" y="854271"/>
                </a:cubicBezTo>
                <a:close/>
                <a:moveTo>
                  <a:pt x="961047" y="817526"/>
                </a:moveTo>
                <a:cubicBezTo>
                  <a:pt x="967144" y="814548"/>
                  <a:pt x="979540" y="820362"/>
                  <a:pt x="985339" y="826573"/>
                </a:cubicBezTo>
                <a:lnTo>
                  <a:pt x="985359" y="826525"/>
                </a:lnTo>
                <a:cubicBezTo>
                  <a:pt x="989934" y="831489"/>
                  <a:pt x="989357" y="838924"/>
                  <a:pt x="991153" y="844869"/>
                </a:cubicBezTo>
                <a:cubicBezTo>
                  <a:pt x="992745" y="850220"/>
                  <a:pt x="994593" y="855905"/>
                  <a:pt x="996422" y="862710"/>
                </a:cubicBezTo>
                <a:cubicBezTo>
                  <a:pt x="998470" y="870341"/>
                  <a:pt x="1000227" y="877455"/>
                  <a:pt x="1002787" y="883325"/>
                </a:cubicBezTo>
                <a:cubicBezTo>
                  <a:pt x="1006127" y="891102"/>
                  <a:pt x="1011797" y="896413"/>
                  <a:pt x="1014406" y="901626"/>
                </a:cubicBezTo>
                <a:cubicBezTo>
                  <a:pt x="1016837" y="906454"/>
                  <a:pt x="1018027" y="909944"/>
                  <a:pt x="1017764" y="912656"/>
                </a:cubicBezTo>
                <a:cubicBezTo>
                  <a:pt x="1017502" y="915368"/>
                  <a:pt x="1015789" y="917304"/>
                  <a:pt x="1012419" y="919024"/>
                </a:cubicBezTo>
                <a:cubicBezTo>
                  <a:pt x="1006670" y="921978"/>
                  <a:pt x="1001233" y="919474"/>
                  <a:pt x="993214" y="912503"/>
                </a:cubicBezTo>
                <a:cubicBezTo>
                  <a:pt x="987967" y="907934"/>
                  <a:pt x="983315" y="901809"/>
                  <a:pt x="978413" y="894394"/>
                </a:cubicBezTo>
                <a:cubicBezTo>
                  <a:pt x="974238" y="888073"/>
                  <a:pt x="968257" y="882294"/>
                  <a:pt x="964973" y="874653"/>
                </a:cubicBezTo>
                <a:cubicBezTo>
                  <a:pt x="961904" y="867441"/>
                  <a:pt x="961586" y="859181"/>
                  <a:pt x="959851" y="851341"/>
                </a:cubicBezTo>
                <a:cubicBezTo>
                  <a:pt x="958833" y="846908"/>
                  <a:pt x="955226" y="840712"/>
                  <a:pt x="955347" y="834497"/>
                </a:cubicBezTo>
                <a:cubicBezTo>
                  <a:pt x="955443" y="827539"/>
                  <a:pt x="956693" y="819709"/>
                  <a:pt x="961047" y="817526"/>
                </a:cubicBezTo>
                <a:close/>
                <a:moveTo>
                  <a:pt x="341430" y="812295"/>
                </a:moveTo>
                <a:cubicBezTo>
                  <a:pt x="345367" y="811913"/>
                  <a:pt x="352545" y="819548"/>
                  <a:pt x="357154" y="828873"/>
                </a:cubicBezTo>
                <a:cubicBezTo>
                  <a:pt x="359827" y="834339"/>
                  <a:pt x="362388" y="841282"/>
                  <a:pt x="364869" y="848417"/>
                </a:cubicBezTo>
                <a:cubicBezTo>
                  <a:pt x="367064" y="854755"/>
                  <a:pt x="369017" y="861668"/>
                  <a:pt x="370798" y="868455"/>
                </a:cubicBezTo>
                <a:cubicBezTo>
                  <a:pt x="372607" y="875308"/>
                  <a:pt x="368948" y="883370"/>
                  <a:pt x="370174" y="889866"/>
                </a:cubicBezTo>
                <a:cubicBezTo>
                  <a:pt x="371614" y="897468"/>
                  <a:pt x="378842" y="903770"/>
                  <a:pt x="379141" y="909652"/>
                </a:cubicBezTo>
                <a:lnTo>
                  <a:pt x="379258" y="909645"/>
                </a:lnTo>
                <a:cubicBezTo>
                  <a:pt x="379582" y="916272"/>
                  <a:pt x="376131" y="922897"/>
                  <a:pt x="372781" y="925106"/>
                </a:cubicBezTo>
                <a:cubicBezTo>
                  <a:pt x="369675" y="927134"/>
                  <a:pt x="363016" y="927281"/>
                  <a:pt x="358294" y="924286"/>
                </a:cubicBezTo>
                <a:cubicBezTo>
                  <a:pt x="354010" y="921589"/>
                  <a:pt x="352171" y="915344"/>
                  <a:pt x="350581" y="912138"/>
                </a:cubicBezTo>
                <a:cubicBezTo>
                  <a:pt x="347825" y="906467"/>
                  <a:pt x="344899" y="899993"/>
                  <a:pt x="342493" y="892946"/>
                </a:cubicBezTo>
                <a:cubicBezTo>
                  <a:pt x="340291" y="886492"/>
                  <a:pt x="339607" y="879376"/>
                  <a:pt x="337962" y="872534"/>
                </a:cubicBezTo>
                <a:cubicBezTo>
                  <a:pt x="336316" y="865693"/>
                  <a:pt x="336908" y="858491"/>
                  <a:pt x="336072" y="851875"/>
                </a:cubicBezTo>
                <a:cubicBezTo>
                  <a:pt x="335088" y="844126"/>
                  <a:pt x="333890" y="837697"/>
                  <a:pt x="334424" y="831712"/>
                </a:cubicBezTo>
                <a:cubicBezTo>
                  <a:pt x="335313" y="822320"/>
                  <a:pt x="335245" y="812923"/>
                  <a:pt x="341430" y="812295"/>
                </a:cubicBezTo>
                <a:close/>
                <a:moveTo>
                  <a:pt x="1598764" y="808494"/>
                </a:moveTo>
                <a:cubicBezTo>
                  <a:pt x="1603361" y="806808"/>
                  <a:pt x="1606661" y="812931"/>
                  <a:pt x="1611507" y="817783"/>
                </a:cubicBezTo>
                <a:cubicBezTo>
                  <a:pt x="1615479" y="821762"/>
                  <a:pt x="1620972" y="824401"/>
                  <a:pt x="1622136" y="829968"/>
                </a:cubicBezTo>
                <a:cubicBezTo>
                  <a:pt x="1623648" y="837262"/>
                  <a:pt x="1620052" y="840328"/>
                  <a:pt x="1618657" y="845275"/>
                </a:cubicBezTo>
                <a:cubicBezTo>
                  <a:pt x="1617414" y="849721"/>
                  <a:pt x="1620534" y="855600"/>
                  <a:pt x="1621222" y="863112"/>
                </a:cubicBezTo>
                <a:cubicBezTo>
                  <a:pt x="1621951" y="871602"/>
                  <a:pt x="1621787" y="878588"/>
                  <a:pt x="1624112" y="884078"/>
                </a:cubicBezTo>
                <a:cubicBezTo>
                  <a:pt x="1626652" y="889995"/>
                  <a:pt x="1634317" y="894448"/>
                  <a:pt x="1633985" y="902775"/>
                </a:cubicBezTo>
                <a:cubicBezTo>
                  <a:pt x="1633829" y="906717"/>
                  <a:pt x="1632488" y="911602"/>
                  <a:pt x="1630423" y="915790"/>
                </a:cubicBezTo>
                <a:cubicBezTo>
                  <a:pt x="1628359" y="919977"/>
                  <a:pt x="1625573" y="923466"/>
                  <a:pt x="1622525" y="924616"/>
                </a:cubicBezTo>
                <a:cubicBezTo>
                  <a:pt x="1618364" y="926203"/>
                  <a:pt x="1610694" y="924457"/>
                  <a:pt x="1606251" y="921467"/>
                </a:cubicBezTo>
                <a:cubicBezTo>
                  <a:pt x="1602295" y="918794"/>
                  <a:pt x="1601190" y="912009"/>
                  <a:pt x="1598946" y="908078"/>
                </a:cubicBezTo>
                <a:cubicBezTo>
                  <a:pt x="1595163" y="901358"/>
                  <a:pt x="1593718" y="896462"/>
                  <a:pt x="1594157" y="888010"/>
                </a:cubicBezTo>
                <a:cubicBezTo>
                  <a:pt x="1594416" y="882814"/>
                  <a:pt x="1600946" y="875841"/>
                  <a:pt x="1599742" y="866870"/>
                </a:cubicBezTo>
                <a:cubicBezTo>
                  <a:pt x="1598639" y="858733"/>
                  <a:pt x="1596203" y="852971"/>
                  <a:pt x="1594877" y="848465"/>
                </a:cubicBezTo>
                <a:cubicBezTo>
                  <a:pt x="1593226" y="842580"/>
                  <a:pt x="1585724" y="838816"/>
                  <a:pt x="1586490" y="831066"/>
                </a:cubicBezTo>
                <a:cubicBezTo>
                  <a:pt x="1586894" y="827002"/>
                  <a:pt x="1590870" y="811453"/>
                  <a:pt x="1598764" y="808494"/>
                </a:cubicBezTo>
                <a:close/>
                <a:moveTo>
                  <a:pt x="1129060" y="780425"/>
                </a:moveTo>
                <a:lnTo>
                  <a:pt x="1140530" y="781464"/>
                </a:lnTo>
                <a:cubicBezTo>
                  <a:pt x="1142730" y="785095"/>
                  <a:pt x="1142140" y="791621"/>
                  <a:pt x="1145140" y="795361"/>
                </a:cubicBezTo>
                <a:cubicBezTo>
                  <a:pt x="1148548" y="799610"/>
                  <a:pt x="1156836" y="802575"/>
                  <a:pt x="1161438" y="810033"/>
                </a:cubicBezTo>
                <a:cubicBezTo>
                  <a:pt x="1164807" y="815452"/>
                  <a:pt x="1168089" y="822020"/>
                  <a:pt x="1170853" y="829556"/>
                </a:cubicBezTo>
                <a:cubicBezTo>
                  <a:pt x="1173108" y="835749"/>
                  <a:pt x="1173664" y="843038"/>
                  <a:pt x="1174811" y="850799"/>
                </a:cubicBezTo>
                <a:cubicBezTo>
                  <a:pt x="1175395" y="854656"/>
                  <a:pt x="1182027" y="859015"/>
                  <a:pt x="1183433" y="864005"/>
                </a:cubicBezTo>
                <a:cubicBezTo>
                  <a:pt x="1184889" y="869413"/>
                  <a:pt x="1181337" y="873852"/>
                  <a:pt x="1175363" y="875864"/>
                </a:cubicBezTo>
                <a:cubicBezTo>
                  <a:pt x="1169709" y="877786"/>
                  <a:pt x="1164650" y="876401"/>
                  <a:pt x="1160215" y="871777"/>
                </a:cubicBezTo>
                <a:cubicBezTo>
                  <a:pt x="1155277" y="866604"/>
                  <a:pt x="1150505" y="860767"/>
                  <a:pt x="1148629" y="858514"/>
                </a:cubicBezTo>
                <a:cubicBezTo>
                  <a:pt x="1147029" y="856546"/>
                  <a:pt x="1140935" y="849421"/>
                  <a:pt x="1135300" y="839045"/>
                </a:cubicBezTo>
                <a:cubicBezTo>
                  <a:pt x="1132001" y="832922"/>
                  <a:pt x="1131639" y="824361"/>
                  <a:pt x="1129144" y="816317"/>
                </a:cubicBezTo>
                <a:cubicBezTo>
                  <a:pt x="1126923" y="809234"/>
                  <a:pt x="1121265" y="802010"/>
                  <a:pt x="1120868" y="793941"/>
                </a:cubicBezTo>
                <a:close/>
                <a:moveTo>
                  <a:pt x="1129080" y="780393"/>
                </a:moveTo>
                <a:lnTo>
                  <a:pt x="1129060" y="780425"/>
                </a:lnTo>
                <a:lnTo>
                  <a:pt x="1129012" y="780421"/>
                </a:lnTo>
                <a:close/>
                <a:moveTo>
                  <a:pt x="502034" y="763414"/>
                </a:moveTo>
                <a:cubicBezTo>
                  <a:pt x="508549" y="763208"/>
                  <a:pt x="511064" y="771204"/>
                  <a:pt x="512336" y="776648"/>
                </a:cubicBezTo>
                <a:cubicBezTo>
                  <a:pt x="513493" y="781422"/>
                  <a:pt x="512191" y="787763"/>
                  <a:pt x="513961" y="792286"/>
                </a:cubicBezTo>
                <a:cubicBezTo>
                  <a:pt x="515955" y="797354"/>
                  <a:pt x="516175" y="804502"/>
                  <a:pt x="518373" y="812986"/>
                </a:cubicBezTo>
                <a:cubicBezTo>
                  <a:pt x="520000" y="819199"/>
                  <a:pt x="528690" y="824702"/>
                  <a:pt x="529128" y="832674"/>
                </a:cubicBezTo>
                <a:cubicBezTo>
                  <a:pt x="529474" y="839254"/>
                  <a:pt x="525841" y="846311"/>
                  <a:pt x="524659" y="854112"/>
                </a:cubicBezTo>
                <a:cubicBezTo>
                  <a:pt x="524075" y="857932"/>
                  <a:pt x="528550" y="864209"/>
                  <a:pt x="528530" y="869506"/>
                </a:cubicBezTo>
                <a:cubicBezTo>
                  <a:pt x="528521" y="875316"/>
                  <a:pt x="525108" y="880772"/>
                  <a:pt x="518757" y="880990"/>
                </a:cubicBezTo>
                <a:cubicBezTo>
                  <a:pt x="512823" y="881157"/>
                  <a:pt x="504659" y="877625"/>
                  <a:pt x="501759" y="871894"/>
                </a:cubicBezTo>
                <a:cubicBezTo>
                  <a:pt x="498560" y="865531"/>
                  <a:pt x="500707" y="856101"/>
                  <a:pt x="499592" y="853377"/>
                </a:cubicBezTo>
                <a:cubicBezTo>
                  <a:pt x="498645" y="851061"/>
                  <a:pt x="492824" y="843148"/>
                  <a:pt x="490446" y="831597"/>
                </a:cubicBezTo>
                <a:cubicBezTo>
                  <a:pt x="489060" y="824807"/>
                  <a:pt x="485374" y="816377"/>
                  <a:pt x="485301" y="807936"/>
                </a:cubicBezTo>
                <a:cubicBezTo>
                  <a:pt x="485270" y="800473"/>
                  <a:pt x="489378" y="792147"/>
                  <a:pt x="491371" y="784291"/>
                </a:cubicBezTo>
                <a:cubicBezTo>
                  <a:pt x="492816" y="778687"/>
                  <a:pt x="497172" y="763578"/>
                  <a:pt x="502014" y="763462"/>
                </a:cubicBezTo>
                <a:close/>
                <a:moveTo>
                  <a:pt x="1774730" y="757807"/>
                </a:moveTo>
                <a:cubicBezTo>
                  <a:pt x="1780047" y="758172"/>
                  <a:pt x="1784917" y="763374"/>
                  <a:pt x="1788218" y="768820"/>
                </a:cubicBezTo>
                <a:cubicBezTo>
                  <a:pt x="1791623" y="774423"/>
                  <a:pt x="1791907" y="781823"/>
                  <a:pt x="1793198" y="785468"/>
                </a:cubicBezTo>
                <a:cubicBezTo>
                  <a:pt x="1795796" y="792595"/>
                  <a:pt x="1799096" y="799791"/>
                  <a:pt x="1800080" y="807541"/>
                </a:cubicBezTo>
                <a:cubicBezTo>
                  <a:pt x="1801091" y="815359"/>
                  <a:pt x="1798112" y="823141"/>
                  <a:pt x="1797796" y="830628"/>
                </a:cubicBezTo>
                <a:cubicBezTo>
                  <a:pt x="1797404" y="839100"/>
                  <a:pt x="1799955" y="847281"/>
                  <a:pt x="1798183" y="853933"/>
                </a:cubicBezTo>
                <a:cubicBezTo>
                  <a:pt x="1795403" y="864339"/>
                  <a:pt x="1790300" y="870328"/>
                  <a:pt x="1785275" y="871554"/>
                </a:cubicBezTo>
                <a:cubicBezTo>
                  <a:pt x="1781445" y="872488"/>
                  <a:pt x="1779422" y="869778"/>
                  <a:pt x="1775597" y="865581"/>
                </a:cubicBezTo>
                <a:cubicBezTo>
                  <a:pt x="1772456" y="862176"/>
                  <a:pt x="1770236" y="858594"/>
                  <a:pt x="1768544" y="854554"/>
                </a:cubicBezTo>
                <a:cubicBezTo>
                  <a:pt x="1766490" y="849630"/>
                  <a:pt x="1761380" y="846079"/>
                  <a:pt x="1761886" y="841776"/>
                </a:cubicBezTo>
                <a:cubicBezTo>
                  <a:pt x="1762391" y="837472"/>
                  <a:pt x="1765727" y="833281"/>
                  <a:pt x="1766589" y="828393"/>
                </a:cubicBezTo>
                <a:cubicBezTo>
                  <a:pt x="1767343" y="824306"/>
                  <a:pt x="1772179" y="819897"/>
                  <a:pt x="1772506" y="814673"/>
                </a:cubicBezTo>
                <a:cubicBezTo>
                  <a:pt x="1772760" y="810433"/>
                  <a:pt x="1771516" y="805058"/>
                  <a:pt x="1770587" y="799871"/>
                </a:cubicBezTo>
                <a:cubicBezTo>
                  <a:pt x="1769401" y="793279"/>
                  <a:pt x="1765018" y="788395"/>
                  <a:pt x="1762907" y="784011"/>
                </a:cubicBezTo>
                <a:cubicBezTo>
                  <a:pt x="1759908" y="777844"/>
                  <a:pt x="1758060" y="773909"/>
                  <a:pt x="1760068" y="768711"/>
                </a:cubicBezTo>
                <a:cubicBezTo>
                  <a:pt x="1762491" y="762388"/>
                  <a:pt x="1769256" y="757546"/>
                  <a:pt x="1774785" y="757943"/>
                </a:cubicBezTo>
                <a:close/>
                <a:moveTo>
                  <a:pt x="51791" y="750286"/>
                </a:moveTo>
                <a:lnTo>
                  <a:pt x="51771" y="750334"/>
                </a:lnTo>
                <a:cubicBezTo>
                  <a:pt x="57319" y="749610"/>
                  <a:pt x="61950" y="755783"/>
                  <a:pt x="65834" y="761588"/>
                </a:cubicBezTo>
                <a:cubicBezTo>
                  <a:pt x="70078" y="767881"/>
                  <a:pt x="74488" y="774582"/>
                  <a:pt x="75576" y="777239"/>
                </a:cubicBezTo>
                <a:cubicBezTo>
                  <a:pt x="78202" y="783758"/>
                  <a:pt x="78573" y="792831"/>
                  <a:pt x="79776" y="800729"/>
                </a:cubicBezTo>
                <a:cubicBezTo>
                  <a:pt x="80558" y="805995"/>
                  <a:pt x="81001" y="810795"/>
                  <a:pt x="80640" y="814566"/>
                </a:cubicBezTo>
                <a:cubicBezTo>
                  <a:pt x="80279" y="818338"/>
                  <a:pt x="79116" y="821082"/>
                  <a:pt x="76687" y="822237"/>
                </a:cubicBezTo>
                <a:cubicBezTo>
                  <a:pt x="71536" y="824707"/>
                  <a:pt x="67229" y="819912"/>
                  <a:pt x="61499" y="811247"/>
                </a:cubicBezTo>
                <a:cubicBezTo>
                  <a:pt x="58077" y="806088"/>
                  <a:pt x="53176" y="800422"/>
                  <a:pt x="49847" y="793158"/>
                </a:cubicBezTo>
                <a:cubicBezTo>
                  <a:pt x="47004" y="786888"/>
                  <a:pt x="47582" y="778776"/>
                  <a:pt x="44912" y="771957"/>
                </a:cubicBezTo>
                <a:cubicBezTo>
                  <a:pt x="42040" y="764545"/>
                  <a:pt x="44211" y="751287"/>
                  <a:pt x="51791" y="750286"/>
                </a:cubicBezTo>
                <a:close/>
                <a:moveTo>
                  <a:pt x="1291022" y="733032"/>
                </a:moveTo>
                <a:cubicBezTo>
                  <a:pt x="1296056" y="731246"/>
                  <a:pt x="1300298" y="732966"/>
                  <a:pt x="1305531" y="736626"/>
                </a:cubicBezTo>
                <a:cubicBezTo>
                  <a:pt x="1310888" y="740394"/>
                  <a:pt x="1316153" y="744519"/>
                  <a:pt x="1318811" y="747326"/>
                </a:cubicBezTo>
                <a:cubicBezTo>
                  <a:pt x="1324074" y="752803"/>
                  <a:pt x="1330880" y="757686"/>
                  <a:pt x="1334944" y="764412"/>
                </a:cubicBezTo>
                <a:cubicBezTo>
                  <a:pt x="1339053" y="771157"/>
                  <a:pt x="1340491" y="779436"/>
                  <a:pt x="1343217" y="786391"/>
                </a:cubicBezTo>
                <a:cubicBezTo>
                  <a:pt x="1346284" y="794280"/>
                  <a:pt x="1349765" y="801720"/>
                  <a:pt x="1350822" y="808485"/>
                </a:cubicBezTo>
                <a:cubicBezTo>
                  <a:pt x="1352463" y="819106"/>
                  <a:pt x="1351026" y="828325"/>
                  <a:pt x="1346898" y="831449"/>
                </a:cubicBezTo>
                <a:cubicBezTo>
                  <a:pt x="1341243" y="835797"/>
                  <a:pt x="1330837" y="827656"/>
                  <a:pt x="1323645" y="820862"/>
                </a:cubicBezTo>
                <a:cubicBezTo>
                  <a:pt x="1315855" y="813479"/>
                  <a:pt x="1309824" y="808356"/>
                  <a:pt x="1307529" y="798759"/>
                </a:cubicBezTo>
                <a:cubicBezTo>
                  <a:pt x="1306534" y="794674"/>
                  <a:pt x="1306519" y="790265"/>
                  <a:pt x="1304638" y="785470"/>
                </a:cubicBezTo>
                <a:cubicBezTo>
                  <a:pt x="1303146" y="781627"/>
                  <a:pt x="1303494" y="776355"/>
                  <a:pt x="1300571" y="772025"/>
                </a:cubicBezTo>
                <a:cubicBezTo>
                  <a:pt x="1296846" y="766514"/>
                  <a:pt x="1293526" y="762189"/>
                  <a:pt x="1290488" y="758940"/>
                </a:cubicBezTo>
                <a:cubicBezTo>
                  <a:pt x="1286093" y="754221"/>
                  <a:pt x="1278308" y="751806"/>
                  <a:pt x="1278024" y="746156"/>
                </a:cubicBezTo>
                <a:cubicBezTo>
                  <a:pt x="1277691" y="739413"/>
                  <a:pt x="1285880" y="734941"/>
                  <a:pt x="1291050" y="733100"/>
                </a:cubicBezTo>
                <a:close/>
                <a:moveTo>
                  <a:pt x="672511" y="722733"/>
                </a:moveTo>
                <a:cubicBezTo>
                  <a:pt x="676941" y="720638"/>
                  <a:pt x="680128" y="720167"/>
                  <a:pt x="685435" y="724591"/>
                </a:cubicBezTo>
                <a:cubicBezTo>
                  <a:pt x="689733" y="728198"/>
                  <a:pt x="693229" y="732372"/>
                  <a:pt x="694897" y="737812"/>
                </a:cubicBezTo>
                <a:cubicBezTo>
                  <a:pt x="697050" y="744922"/>
                  <a:pt x="696453" y="748905"/>
                  <a:pt x="695529" y="753936"/>
                </a:cubicBezTo>
                <a:cubicBezTo>
                  <a:pt x="694711" y="758447"/>
                  <a:pt x="695761" y="763346"/>
                  <a:pt x="697097" y="770792"/>
                </a:cubicBezTo>
                <a:cubicBezTo>
                  <a:pt x="698611" y="779158"/>
                  <a:pt x="699110" y="786311"/>
                  <a:pt x="701931" y="791556"/>
                </a:cubicBezTo>
                <a:cubicBezTo>
                  <a:pt x="704968" y="797230"/>
                  <a:pt x="707204" y="801045"/>
                  <a:pt x="707598" y="809395"/>
                </a:cubicBezTo>
                <a:cubicBezTo>
                  <a:pt x="707961" y="817279"/>
                  <a:pt x="706678" y="821821"/>
                  <a:pt x="700806" y="824667"/>
                </a:cubicBezTo>
                <a:cubicBezTo>
                  <a:pt x="696831" y="826615"/>
                  <a:pt x="693867" y="828308"/>
                  <a:pt x="689294" y="826167"/>
                </a:cubicBezTo>
                <a:cubicBezTo>
                  <a:pt x="685201" y="824226"/>
                  <a:pt x="678379" y="823683"/>
                  <a:pt x="675776" y="819939"/>
                </a:cubicBezTo>
                <a:cubicBezTo>
                  <a:pt x="671388" y="813586"/>
                  <a:pt x="673981" y="806319"/>
                  <a:pt x="673676" y="797894"/>
                </a:cubicBezTo>
                <a:cubicBezTo>
                  <a:pt x="673471" y="792729"/>
                  <a:pt x="674799" y="786060"/>
                  <a:pt x="672810" y="777213"/>
                </a:cubicBezTo>
                <a:cubicBezTo>
                  <a:pt x="670991" y="769169"/>
                  <a:pt x="666552" y="764826"/>
                  <a:pt x="664904" y="760411"/>
                </a:cubicBezTo>
                <a:cubicBezTo>
                  <a:pt x="662729" y="754701"/>
                  <a:pt x="661739" y="749659"/>
                  <a:pt x="661781" y="741887"/>
                </a:cubicBezTo>
                <a:cubicBezTo>
                  <a:pt x="661809" y="737779"/>
                  <a:pt x="664848" y="726353"/>
                  <a:pt x="672511" y="722733"/>
                </a:cubicBezTo>
                <a:close/>
                <a:moveTo>
                  <a:pt x="1926750" y="689979"/>
                </a:moveTo>
                <a:cubicBezTo>
                  <a:pt x="1931548" y="687812"/>
                  <a:pt x="1938654" y="691579"/>
                  <a:pt x="1945247" y="699534"/>
                </a:cubicBezTo>
                <a:cubicBezTo>
                  <a:pt x="1949612" y="704861"/>
                  <a:pt x="1953779" y="711743"/>
                  <a:pt x="1957309" y="718527"/>
                </a:cubicBezTo>
                <a:cubicBezTo>
                  <a:pt x="1961109" y="725876"/>
                  <a:pt x="1964481" y="733442"/>
                  <a:pt x="1965608" y="739502"/>
                </a:cubicBezTo>
                <a:lnTo>
                  <a:pt x="1965588" y="739550"/>
                </a:lnTo>
                <a:cubicBezTo>
                  <a:pt x="1966359" y="743767"/>
                  <a:pt x="1965150" y="748001"/>
                  <a:pt x="1962198" y="750603"/>
                </a:cubicBezTo>
                <a:cubicBezTo>
                  <a:pt x="1957091" y="755124"/>
                  <a:pt x="1943656" y="754350"/>
                  <a:pt x="1940146" y="751017"/>
                </a:cubicBezTo>
                <a:cubicBezTo>
                  <a:pt x="1935115" y="746200"/>
                  <a:pt x="1930353" y="739126"/>
                  <a:pt x="1926368" y="731812"/>
                </a:cubicBezTo>
                <a:cubicBezTo>
                  <a:pt x="1922411" y="724567"/>
                  <a:pt x="1920197" y="716527"/>
                  <a:pt x="1919123" y="709531"/>
                </a:cubicBezTo>
                <a:cubicBezTo>
                  <a:pt x="1917691" y="700295"/>
                  <a:pt x="1919460" y="693246"/>
                  <a:pt x="1926750" y="689979"/>
                </a:cubicBezTo>
                <a:close/>
                <a:moveTo>
                  <a:pt x="1455273" y="682178"/>
                </a:moveTo>
                <a:cubicBezTo>
                  <a:pt x="1459204" y="679254"/>
                  <a:pt x="1466835" y="681095"/>
                  <a:pt x="1472857" y="684352"/>
                </a:cubicBezTo>
                <a:cubicBezTo>
                  <a:pt x="1477817" y="687051"/>
                  <a:pt x="1485646" y="689766"/>
                  <a:pt x="1488335" y="694787"/>
                </a:cubicBezTo>
                <a:cubicBezTo>
                  <a:pt x="1491850" y="701339"/>
                  <a:pt x="1487728" y="707006"/>
                  <a:pt x="1487408" y="712347"/>
                </a:cubicBezTo>
                <a:cubicBezTo>
                  <a:pt x="1487145" y="717148"/>
                  <a:pt x="1491257" y="721467"/>
                  <a:pt x="1494038" y="728558"/>
                </a:cubicBezTo>
                <a:cubicBezTo>
                  <a:pt x="1497153" y="736467"/>
                  <a:pt x="1501998" y="740246"/>
                  <a:pt x="1505825" y="744841"/>
                </a:cubicBezTo>
                <a:cubicBezTo>
                  <a:pt x="1509888" y="749815"/>
                  <a:pt x="1512639" y="755766"/>
                  <a:pt x="1514718" y="763861"/>
                </a:cubicBezTo>
                <a:cubicBezTo>
                  <a:pt x="1516650" y="771500"/>
                  <a:pt x="1514006" y="780101"/>
                  <a:pt x="1508859" y="784041"/>
                </a:cubicBezTo>
                <a:cubicBezTo>
                  <a:pt x="1505287" y="786777"/>
                  <a:pt x="1501489" y="787501"/>
                  <a:pt x="1496468" y="785623"/>
                </a:cubicBezTo>
                <a:cubicBezTo>
                  <a:pt x="1492022" y="783986"/>
                  <a:pt x="1485299" y="783879"/>
                  <a:pt x="1482038" y="780763"/>
                </a:cubicBezTo>
                <a:cubicBezTo>
                  <a:pt x="1476503" y="775397"/>
                  <a:pt x="1478264" y="768233"/>
                  <a:pt x="1476294" y="760014"/>
                </a:cubicBezTo>
                <a:cubicBezTo>
                  <a:pt x="1475072" y="754986"/>
                  <a:pt x="1474296" y="748226"/>
                  <a:pt x="1470596" y="739960"/>
                </a:cubicBezTo>
                <a:cubicBezTo>
                  <a:pt x="1467204" y="732444"/>
                  <a:pt x="1467171" y="725657"/>
                  <a:pt x="1464667" y="721673"/>
                </a:cubicBezTo>
                <a:cubicBezTo>
                  <a:pt x="1461382" y="716459"/>
                  <a:pt x="1458129" y="714531"/>
                  <a:pt x="1456641" y="706910"/>
                </a:cubicBezTo>
                <a:lnTo>
                  <a:pt x="1456669" y="706978"/>
                </a:lnTo>
                <a:cubicBezTo>
                  <a:pt x="1455885" y="702924"/>
                  <a:pt x="1448522" y="687253"/>
                  <a:pt x="1455273" y="682178"/>
                </a:cubicBezTo>
                <a:close/>
                <a:moveTo>
                  <a:pt x="211933" y="671904"/>
                </a:moveTo>
                <a:cubicBezTo>
                  <a:pt x="215868" y="673129"/>
                  <a:pt x="219751" y="675503"/>
                  <a:pt x="222606" y="678647"/>
                </a:cubicBezTo>
                <a:lnTo>
                  <a:pt x="222627" y="678599"/>
                </a:lnTo>
                <a:cubicBezTo>
                  <a:pt x="227181" y="683611"/>
                  <a:pt x="228399" y="689991"/>
                  <a:pt x="230127" y="695964"/>
                </a:cubicBezTo>
                <a:cubicBezTo>
                  <a:pt x="231651" y="701344"/>
                  <a:pt x="232722" y="707268"/>
                  <a:pt x="234483" y="714101"/>
                </a:cubicBezTo>
                <a:cubicBezTo>
                  <a:pt x="236415" y="721739"/>
                  <a:pt x="241228" y="727481"/>
                  <a:pt x="243720" y="733379"/>
                </a:cubicBezTo>
                <a:cubicBezTo>
                  <a:pt x="246992" y="741184"/>
                  <a:pt x="246597" y="749260"/>
                  <a:pt x="249138" y="754500"/>
                </a:cubicBezTo>
                <a:cubicBezTo>
                  <a:pt x="251526" y="759367"/>
                  <a:pt x="253237" y="762454"/>
                  <a:pt x="253503" y="764745"/>
                </a:cubicBezTo>
                <a:cubicBezTo>
                  <a:pt x="253769" y="767037"/>
                  <a:pt x="252592" y="768534"/>
                  <a:pt x="249207" y="770220"/>
                </a:cubicBezTo>
                <a:cubicBezTo>
                  <a:pt x="243383" y="773086"/>
                  <a:pt x="239029" y="770021"/>
                  <a:pt x="231097" y="762973"/>
                </a:cubicBezTo>
                <a:cubicBezTo>
                  <a:pt x="225918" y="758376"/>
                  <a:pt x="217157" y="755327"/>
                  <a:pt x="212345" y="747836"/>
                </a:cubicBezTo>
                <a:cubicBezTo>
                  <a:pt x="208237" y="741487"/>
                  <a:pt x="206967" y="732941"/>
                  <a:pt x="203772" y="725224"/>
                </a:cubicBezTo>
                <a:cubicBezTo>
                  <a:pt x="200791" y="717936"/>
                  <a:pt x="201922" y="709718"/>
                  <a:pt x="200275" y="701803"/>
                </a:cubicBezTo>
                <a:cubicBezTo>
                  <a:pt x="199325" y="697341"/>
                  <a:pt x="193912" y="691687"/>
                  <a:pt x="194081" y="685493"/>
                </a:cubicBezTo>
                <a:cubicBezTo>
                  <a:pt x="194293" y="678526"/>
                  <a:pt x="196568" y="674174"/>
                  <a:pt x="200950" y="672059"/>
                </a:cubicBezTo>
                <a:cubicBezTo>
                  <a:pt x="204012" y="670604"/>
                  <a:pt x="207998" y="670679"/>
                  <a:pt x="211933" y="671904"/>
                </a:cubicBezTo>
                <a:close/>
                <a:moveTo>
                  <a:pt x="842128" y="671589"/>
                </a:moveTo>
                <a:cubicBezTo>
                  <a:pt x="848185" y="672207"/>
                  <a:pt x="855687" y="679471"/>
                  <a:pt x="859947" y="689495"/>
                </a:cubicBezTo>
                <a:cubicBezTo>
                  <a:pt x="864205" y="699520"/>
                  <a:pt x="865473" y="711169"/>
                  <a:pt x="866575" y="715131"/>
                </a:cubicBezTo>
                <a:cubicBezTo>
                  <a:pt x="868438" y="721724"/>
                  <a:pt x="870124" y="729543"/>
                  <a:pt x="871484" y="737337"/>
                </a:cubicBezTo>
                <a:cubicBezTo>
                  <a:pt x="872843" y="745131"/>
                  <a:pt x="878319" y="752787"/>
                  <a:pt x="878640" y="759695"/>
                </a:cubicBezTo>
                <a:cubicBezTo>
                  <a:pt x="878920" y="765286"/>
                  <a:pt x="877492" y="769938"/>
                  <a:pt x="875501" y="773380"/>
                </a:cubicBezTo>
                <a:cubicBezTo>
                  <a:pt x="873510" y="776821"/>
                  <a:pt x="870954" y="779053"/>
                  <a:pt x="868976" y="779804"/>
                </a:cubicBezTo>
                <a:cubicBezTo>
                  <a:pt x="864338" y="781586"/>
                  <a:pt x="860990" y="776119"/>
                  <a:pt x="855656" y="765024"/>
                </a:cubicBezTo>
                <a:cubicBezTo>
                  <a:pt x="852761" y="759013"/>
                  <a:pt x="845523" y="753272"/>
                  <a:pt x="842617" y="744999"/>
                </a:cubicBezTo>
                <a:cubicBezTo>
                  <a:pt x="840171" y="738049"/>
                  <a:pt x="839990" y="729732"/>
                  <a:pt x="837646" y="721864"/>
                </a:cubicBezTo>
                <a:cubicBezTo>
                  <a:pt x="835430" y="714501"/>
                  <a:pt x="833750" y="706799"/>
                  <a:pt x="831703" y="699168"/>
                </a:cubicBezTo>
                <a:cubicBezTo>
                  <a:pt x="830374" y="694265"/>
                  <a:pt x="834384" y="688326"/>
                  <a:pt x="835248" y="683439"/>
                </a:cubicBezTo>
                <a:cubicBezTo>
                  <a:pt x="836438" y="676825"/>
                  <a:pt x="837596" y="671102"/>
                  <a:pt x="842128" y="671589"/>
                </a:cubicBezTo>
                <a:close/>
                <a:moveTo>
                  <a:pt x="1625666" y="636044"/>
                </a:moveTo>
                <a:lnTo>
                  <a:pt x="1625762" y="636084"/>
                </a:lnTo>
                <a:cubicBezTo>
                  <a:pt x="1630851" y="634434"/>
                  <a:pt x="1634403" y="635245"/>
                  <a:pt x="1639480" y="639008"/>
                </a:cubicBezTo>
                <a:cubicBezTo>
                  <a:pt x="1644729" y="642900"/>
                  <a:pt x="1650122" y="646853"/>
                  <a:pt x="1652692" y="649736"/>
                </a:cubicBezTo>
                <a:cubicBezTo>
                  <a:pt x="1657778" y="655365"/>
                  <a:pt x="1665947" y="659691"/>
                  <a:pt x="1669757" y="666480"/>
                </a:cubicBezTo>
                <a:cubicBezTo>
                  <a:pt x="1673643" y="673356"/>
                  <a:pt x="1670840" y="683414"/>
                  <a:pt x="1673361" y="690453"/>
                </a:cubicBezTo>
                <a:cubicBezTo>
                  <a:pt x="1676224" y="698425"/>
                  <a:pt x="1678977" y="705449"/>
                  <a:pt x="1679851" y="712249"/>
                </a:cubicBezTo>
                <a:cubicBezTo>
                  <a:pt x="1681191" y="722914"/>
                  <a:pt x="1684198" y="734446"/>
                  <a:pt x="1679994" y="737483"/>
                </a:cubicBezTo>
                <a:cubicBezTo>
                  <a:pt x="1676836" y="739771"/>
                  <a:pt x="1668482" y="739659"/>
                  <a:pt x="1662960" y="737628"/>
                </a:cubicBezTo>
                <a:cubicBezTo>
                  <a:pt x="1658322" y="735910"/>
                  <a:pt x="1654597" y="730399"/>
                  <a:pt x="1651423" y="727207"/>
                </a:cubicBezTo>
                <a:cubicBezTo>
                  <a:pt x="1647602" y="723405"/>
                  <a:pt x="1649278" y="718463"/>
                  <a:pt x="1648572" y="713822"/>
                </a:cubicBezTo>
                <a:cubicBezTo>
                  <a:pt x="1647866" y="709180"/>
                  <a:pt x="1641424" y="705578"/>
                  <a:pt x="1640402" y="700748"/>
                </a:cubicBezTo>
                <a:cubicBezTo>
                  <a:pt x="1639524" y="696655"/>
                  <a:pt x="1643534" y="690715"/>
                  <a:pt x="1641392" y="685866"/>
                </a:cubicBezTo>
                <a:cubicBezTo>
                  <a:pt x="1639669" y="682040"/>
                  <a:pt x="1636700" y="678087"/>
                  <a:pt x="1633865" y="673682"/>
                </a:cubicBezTo>
                <a:cubicBezTo>
                  <a:pt x="1630296" y="668067"/>
                  <a:pt x="1626661" y="663553"/>
                  <a:pt x="1623384" y="660204"/>
                </a:cubicBezTo>
                <a:cubicBezTo>
                  <a:pt x="1618700" y="655364"/>
                  <a:pt x="1613968" y="652930"/>
                  <a:pt x="1613897" y="647312"/>
                </a:cubicBezTo>
                <a:cubicBezTo>
                  <a:pt x="1613795" y="640553"/>
                  <a:pt x="1620392" y="637729"/>
                  <a:pt x="1625666" y="636044"/>
                </a:cubicBezTo>
                <a:close/>
                <a:moveTo>
                  <a:pt x="1011339" y="623434"/>
                </a:moveTo>
                <a:cubicBezTo>
                  <a:pt x="1017889" y="621663"/>
                  <a:pt x="1030656" y="629551"/>
                  <a:pt x="1035125" y="636785"/>
                </a:cubicBezTo>
                <a:lnTo>
                  <a:pt x="1035173" y="636805"/>
                </a:lnTo>
                <a:cubicBezTo>
                  <a:pt x="1038709" y="642632"/>
                  <a:pt x="1034866" y="650730"/>
                  <a:pt x="1035420" y="656946"/>
                </a:cubicBezTo>
                <a:cubicBezTo>
                  <a:pt x="1035928" y="662464"/>
                  <a:pt x="1040229" y="668216"/>
                  <a:pt x="1040673" y="675232"/>
                </a:cubicBezTo>
                <a:cubicBezTo>
                  <a:pt x="1041200" y="683128"/>
                  <a:pt x="1039515" y="690382"/>
                  <a:pt x="1040889" y="696658"/>
                </a:cubicBezTo>
                <a:cubicBezTo>
                  <a:pt x="1042628" y="704893"/>
                  <a:pt x="1045385" y="711636"/>
                  <a:pt x="1046926" y="717248"/>
                </a:cubicBezTo>
                <a:cubicBezTo>
                  <a:pt x="1048356" y="722447"/>
                  <a:pt x="1049276" y="727320"/>
                  <a:pt x="1048927" y="731146"/>
                </a:cubicBezTo>
                <a:cubicBezTo>
                  <a:pt x="1048579" y="734972"/>
                  <a:pt x="1046963" y="737752"/>
                  <a:pt x="1043324" y="738768"/>
                </a:cubicBezTo>
                <a:cubicBezTo>
                  <a:pt x="1037103" y="740564"/>
                  <a:pt x="1027649" y="734459"/>
                  <a:pt x="1021189" y="726052"/>
                </a:cubicBezTo>
                <a:cubicBezTo>
                  <a:pt x="1016952" y="720552"/>
                  <a:pt x="1013481" y="712550"/>
                  <a:pt x="1010110" y="704309"/>
                </a:cubicBezTo>
                <a:cubicBezTo>
                  <a:pt x="1007241" y="697294"/>
                  <a:pt x="1009465" y="688348"/>
                  <a:pt x="1007754" y="680181"/>
                </a:cubicBezTo>
                <a:cubicBezTo>
                  <a:pt x="1006124" y="672500"/>
                  <a:pt x="1001626" y="665197"/>
                  <a:pt x="1001460" y="657113"/>
                </a:cubicBezTo>
                <a:cubicBezTo>
                  <a:pt x="1001362" y="652500"/>
                  <a:pt x="1000405" y="645495"/>
                  <a:pt x="1001704" y="639435"/>
                </a:cubicBezTo>
                <a:cubicBezTo>
                  <a:pt x="1003208" y="632615"/>
                  <a:pt x="1006643" y="624684"/>
                  <a:pt x="1011339" y="623434"/>
                </a:cubicBezTo>
                <a:close/>
                <a:moveTo>
                  <a:pt x="363981" y="622501"/>
                </a:moveTo>
                <a:cubicBezTo>
                  <a:pt x="370103" y="620268"/>
                  <a:pt x="372408" y="624055"/>
                  <a:pt x="375358" y="629129"/>
                </a:cubicBezTo>
                <a:cubicBezTo>
                  <a:pt x="377865" y="633510"/>
                  <a:pt x="380923" y="638460"/>
                  <a:pt x="384012" y="642124"/>
                </a:cubicBezTo>
                <a:cubicBezTo>
                  <a:pt x="387508" y="646298"/>
                  <a:pt x="398392" y="647641"/>
                  <a:pt x="403198" y="655015"/>
                </a:cubicBezTo>
                <a:cubicBezTo>
                  <a:pt x="406703" y="660378"/>
                  <a:pt x="406098" y="669494"/>
                  <a:pt x="408970" y="676906"/>
                </a:cubicBezTo>
                <a:cubicBezTo>
                  <a:pt x="411362" y="683044"/>
                  <a:pt x="416249" y="689550"/>
                  <a:pt x="417629" y="697296"/>
                </a:cubicBezTo>
                <a:cubicBezTo>
                  <a:pt x="418280" y="701125"/>
                  <a:pt x="418191" y="707127"/>
                  <a:pt x="419439" y="712222"/>
                </a:cubicBezTo>
                <a:cubicBezTo>
                  <a:pt x="420100" y="714953"/>
                  <a:pt x="420666" y="717843"/>
                  <a:pt x="420327" y="720319"/>
                </a:cubicBezTo>
                <a:cubicBezTo>
                  <a:pt x="419987" y="722794"/>
                  <a:pt x="418743" y="724856"/>
                  <a:pt x="415784" y="725930"/>
                </a:cubicBezTo>
                <a:cubicBezTo>
                  <a:pt x="410185" y="727987"/>
                  <a:pt x="406499" y="721306"/>
                  <a:pt x="401955" y="716807"/>
                </a:cubicBezTo>
                <a:cubicBezTo>
                  <a:pt x="396909" y="711758"/>
                  <a:pt x="390327" y="707815"/>
                  <a:pt x="388452" y="705563"/>
                </a:cubicBezTo>
                <a:cubicBezTo>
                  <a:pt x="386831" y="703642"/>
                  <a:pt x="382235" y="695903"/>
                  <a:pt x="376356" y="685708"/>
                </a:cubicBezTo>
                <a:cubicBezTo>
                  <a:pt x="372901" y="679688"/>
                  <a:pt x="368217" y="673099"/>
                  <a:pt x="365538" y="665090"/>
                </a:cubicBezTo>
                <a:cubicBezTo>
                  <a:pt x="363133" y="658043"/>
                  <a:pt x="361610" y="650237"/>
                  <a:pt x="361048" y="642156"/>
                </a:cubicBezTo>
                <a:cubicBezTo>
                  <a:pt x="360661" y="636349"/>
                  <a:pt x="359500" y="624180"/>
                  <a:pt x="364029" y="622521"/>
                </a:cubicBezTo>
                <a:close/>
                <a:moveTo>
                  <a:pt x="1803540" y="585648"/>
                </a:moveTo>
                <a:cubicBezTo>
                  <a:pt x="1807308" y="584461"/>
                  <a:pt x="1810089" y="586304"/>
                  <a:pt x="1816377" y="594582"/>
                </a:cubicBezTo>
                <a:cubicBezTo>
                  <a:pt x="1820056" y="599396"/>
                  <a:pt x="1827249" y="603087"/>
                  <a:pt x="1831093" y="609664"/>
                </a:cubicBezTo>
                <a:cubicBezTo>
                  <a:pt x="1834485" y="615431"/>
                  <a:pt x="1837439" y="621974"/>
                  <a:pt x="1840562" y="628249"/>
                </a:cubicBezTo>
                <a:cubicBezTo>
                  <a:pt x="1843693" y="634641"/>
                  <a:pt x="1849050" y="640158"/>
                  <a:pt x="1851537" y="646337"/>
                </a:cubicBezTo>
                <a:cubicBezTo>
                  <a:pt x="1854415" y="653469"/>
                  <a:pt x="1851267" y="662196"/>
                  <a:pt x="1852697" y="667932"/>
                </a:cubicBezTo>
                <a:lnTo>
                  <a:pt x="1852765" y="667904"/>
                </a:lnTo>
                <a:cubicBezTo>
                  <a:pt x="1854408" y="674349"/>
                  <a:pt x="1854684" y="678134"/>
                  <a:pt x="1851864" y="680960"/>
                </a:cubicBezTo>
                <a:cubicBezTo>
                  <a:pt x="1846856" y="685917"/>
                  <a:pt x="1834255" y="680864"/>
                  <a:pt x="1829679" y="674827"/>
                </a:cubicBezTo>
                <a:cubicBezTo>
                  <a:pt x="1825868" y="669787"/>
                  <a:pt x="1821616" y="664055"/>
                  <a:pt x="1817897" y="657587"/>
                </a:cubicBezTo>
                <a:cubicBezTo>
                  <a:pt x="1814449" y="651683"/>
                  <a:pt x="1811298" y="645340"/>
                  <a:pt x="1808331" y="638962"/>
                </a:cubicBezTo>
                <a:cubicBezTo>
                  <a:pt x="1805309" y="632446"/>
                  <a:pt x="1802197" y="626007"/>
                  <a:pt x="1800100" y="619709"/>
                </a:cubicBezTo>
                <a:cubicBezTo>
                  <a:pt x="1797622" y="612294"/>
                  <a:pt x="1796590" y="605202"/>
                  <a:pt x="1795983" y="599247"/>
                </a:cubicBezTo>
                <a:cubicBezTo>
                  <a:pt x="1795056" y="589883"/>
                  <a:pt x="1797599" y="587450"/>
                  <a:pt x="1803540" y="585648"/>
                </a:cubicBezTo>
                <a:close/>
                <a:moveTo>
                  <a:pt x="542496" y="578921"/>
                </a:moveTo>
                <a:cubicBezTo>
                  <a:pt x="548676" y="576149"/>
                  <a:pt x="558697" y="580629"/>
                  <a:pt x="564233" y="587068"/>
                </a:cubicBezTo>
                <a:lnTo>
                  <a:pt x="564281" y="587088"/>
                </a:lnTo>
                <a:cubicBezTo>
                  <a:pt x="568727" y="592224"/>
                  <a:pt x="568677" y="598807"/>
                  <a:pt x="570267" y="604835"/>
                </a:cubicBezTo>
                <a:cubicBezTo>
                  <a:pt x="571656" y="610271"/>
                  <a:pt x="576006" y="615367"/>
                  <a:pt x="577583" y="622236"/>
                </a:cubicBezTo>
                <a:cubicBezTo>
                  <a:pt x="579358" y="629979"/>
                  <a:pt x="579423" y="637230"/>
                  <a:pt x="581758" y="643232"/>
                </a:cubicBezTo>
                <a:cubicBezTo>
                  <a:pt x="584826" y="651120"/>
                  <a:pt x="586943" y="658047"/>
                  <a:pt x="589396" y="663364"/>
                </a:cubicBezTo>
                <a:cubicBezTo>
                  <a:pt x="593919" y="673161"/>
                  <a:pt x="598771" y="682982"/>
                  <a:pt x="591918" y="686151"/>
                </a:cubicBezTo>
                <a:cubicBezTo>
                  <a:pt x="586038" y="688880"/>
                  <a:pt x="578229" y="679118"/>
                  <a:pt x="570494" y="671870"/>
                </a:cubicBezTo>
                <a:cubicBezTo>
                  <a:pt x="565423" y="667150"/>
                  <a:pt x="558034" y="662983"/>
                  <a:pt x="553397" y="655340"/>
                </a:cubicBezTo>
                <a:cubicBezTo>
                  <a:pt x="549466" y="648839"/>
                  <a:pt x="546082" y="641438"/>
                  <a:pt x="543091" y="633637"/>
                </a:cubicBezTo>
                <a:cubicBezTo>
                  <a:pt x="540246" y="626294"/>
                  <a:pt x="534868" y="619074"/>
                  <a:pt x="533405" y="611124"/>
                </a:cubicBezTo>
                <a:cubicBezTo>
                  <a:pt x="532591" y="606606"/>
                  <a:pt x="537637" y="599407"/>
                  <a:pt x="537970" y="593225"/>
                </a:cubicBezTo>
                <a:cubicBezTo>
                  <a:pt x="538318" y="586203"/>
                  <a:pt x="538058" y="580900"/>
                  <a:pt x="542496" y="578921"/>
                </a:cubicBezTo>
                <a:close/>
                <a:moveTo>
                  <a:pt x="1175168" y="578163"/>
                </a:moveTo>
                <a:lnTo>
                  <a:pt x="1175148" y="578211"/>
                </a:lnTo>
                <a:cubicBezTo>
                  <a:pt x="1181137" y="578857"/>
                  <a:pt x="1187660" y="589265"/>
                  <a:pt x="1191919" y="599290"/>
                </a:cubicBezTo>
                <a:cubicBezTo>
                  <a:pt x="1196178" y="609314"/>
                  <a:pt x="1202745" y="619347"/>
                  <a:pt x="1203849" y="623309"/>
                </a:cubicBezTo>
                <a:cubicBezTo>
                  <a:pt x="1205663" y="629882"/>
                  <a:pt x="1204775" y="638597"/>
                  <a:pt x="1206114" y="646439"/>
                </a:cubicBezTo>
                <a:cubicBezTo>
                  <a:pt x="1207474" y="654233"/>
                  <a:pt x="1204506" y="662528"/>
                  <a:pt x="1204827" y="669436"/>
                </a:cubicBezTo>
                <a:cubicBezTo>
                  <a:pt x="1205386" y="680620"/>
                  <a:pt x="1207516" y="692632"/>
                  <a:pt x="1203559" y="694135"/>
                </a:cubicBezTo>
                <a:cubicBezTo>
                  <a:pt x="1198922" y="695918"/>
                  <a:pt x="1195193" y="684761"/>
                  <a:pt x="1189860" y="673664"/>
                </a:cubicBezTo>
                <a:cubicBezTo>
                  <a:pt x="1187012" y="667674"/>
                  <a:pt x="1182201" y="661257"/>
                  <a:pt x="1179294" y="652983"/>
                </a:cubicBezTo>
                <a:cubicBezTo>
                  <a:pt x="1176849" y="646032"/>
                  <a:pt x="1175081" y="638406"/>
                  <a:pt x="1172738" y="630539"/>
                </a:cubicBezTo>
                <a:cubicBezTo>
                  <a:pt x="1170549" y="623244"/>
                  <a:pt x="1166880" y="616119"/>
                  <a:pt x="1164833" y="608488"/>
                </a:cubicBezTo>
                <a:cubicBezTo>
                  <a:pt x="1163496" y="603469"/>
                  <a:pt x="1166296" y="598265"/>
                  <a:pt x="1167865" y="592769"/>
                </a:cubicBezTo>
                <a:cubicBezTo>
                  <a:pt x="1169913" y="585725"/>
                  <a:pt x="1170732" y="577715"/>
                  <a:pt x="1175168" y="578163"/>
                </a:cubicBezTo>
                <a:close/>
                <a:moveTo>
                  <a:pt x="2078659" y="562782"/>
                </a:moveTo>
                <a:cubicBezTo>
                  <a:pt x="2084680" y="559716"/>
                  <a:pt x="2092428" y="564373"/>
                  <a:pt x="2097320" y="568849"/>
                </a:cubicBezTo>
                <a:lnTo>
                  <a:pt x="2097340" y="568801"/>
                </a:lnTo>
                <a:cubicBezTo>
                  <a:pt x="2101337" y="572452"/>
                  <a:pt x="2106165" y="574925"/>
                  <a:pt x="2106915" y="579868"/>
                </a:cubicBezTo>
                <a:cubicBezTo>
                  <a:pt x="2107577" y="584209"/>
                  <a:pt x="2105705" y="589351"/>
                  <a:pt x="2106826" y="594618"/>
                </a:cubicBezTo>
                <a:cubicBezTo>
                  <a:pt x="2108805" y="604026"/>
                  <a:pt x="2114349" y="609905"/>
                  <a:pt x="2115907" y="615073"/>
                </a:cubicBezTo>
                <a:cubicBezTo>
                  <a:pt x="2117482" y="620332"/>
                  <a:pt x="2117891" y="624271"/>
                  <a:pt x="2116812" y="627467"/>
                </a:cubicBezTo>
                <a:cubicBezTo>
                  <a:pt x="2115735" y="630663"/>
                  <a:pt x="2113169" y="633116"/>
                  <a:pt x="2108799" y="635405"/>
                </a:cubicBezTo>
                <a:cubicBezTo>
                  <a:pt x="2101880" y="638998"/>
                  <a:pt x="2095451" y="635233"/>
                  <a:pt x="2089350" y="629065"/>
                </a:cubicBezTo>
                <a:cubicBezTo>
                  <a:pt x="2084979" y="624693"/>
                  <a:pt x="2080065" y="619193"/>
                  <a:pt x="2077011" y="611140"/>
                </a:cubicBezTo>
                <a:cubicBezTo>
                  <a:pt x="2074632" y="604838"/>
                  <a:pt x="2072956" y="597532"/>
                  <a:pt x="2071773" y="589586"/>
                </a:cubicBezTo>
                <a:cubicBezTo>
                  <a:pt x="2071224" y="585913"/>
                  <a:pt x="2072594" y="580221"/>
                  <a:pt x="2072994" y="574689"/>
                </a:cubicBezTo>
                <a:cubicBezTo>
                  <a:pt x="2073394" y="569156"/>
                  <a:pt x="2074508" y="564881"/>
                  <a:pt x="2078659" y="562782"/>
                </a:cubicBezTo>
                <a:close/>
                <a:moveTo>
                  <a:pt x="1962528" y="535245"/>
                </a:moveTo>
                <a:cubicBezTo>
                  <a:pt x="1968576" y="532247"/>
                  <a:pt x="1976659" y="541221"/>
                  <a:pt x="1982459" y="547432"/>
                </a:cubicBezTo>
                <a:lnTo>
                  <a:pt x="1982555" y="547472"/>
                </a:lnTo>
                <a:cubicBezTo>
                  <a:pt x="1987178" y="552456"/>
                  <a:pt x="1994207" y="555061"/>
                  <a:pt x="1996002" y="561006"/>
                </a:cubicBezTo>
                <a:cubicBezTo>
                  <a:pt x="1997595" y="566359"/>
                  <a:pt x="1997869" y="572569"/>
                  <a:pt x="1999698" y="579374"/>
                </a:cubicBezTo>
                <a:cubicBezTo>
                  <a:pt x="2001794" y="587026"/>
                  <a:pt x="2006018" y="592690"/>
                  <a:pt x="2008578" y="598560"/>
                </a:cubicBezTo>
                <a:cubicBezTo>
                  <a:pt x="2011939" y="606288"/>
                  <a:pt x="2009605" y="615358"/>
                  <a:pt x="2012215" y="620571"/>
                </a:cubicBezTo>
                <a:cubicBezTo>
                  <a:pt x="2017098" y="630180"/>
                  <a:pt x="2022000" y="635846"/>
                  <a:pt x="2015258" y="639286"/>
                </a:cubicBezTo>
                <a:cubicBezTo>
                  <a:pt x="2009461" y="642221"/>
                  <a:pt x="2002728" y="636352"/>
                  <a:pt x="1994709" y="629381"/>
                </a:cubicBezTo>
                <a:cubicBezTo>
                  <a:pt x="1989461" y="624812"/>
                  <a:pt x="1982921" y="620096"/>
                  <a:pt x="1978021" y="612682"/>
                </a:cubicBezTo>
                <a:cubicBezTo>
                  <a:pt x="1973845" y="606361"/>
                  <a:pt x="1973232" y="597863"/>
                  <a:pt x="1969947" y="590223"/>
                </a:cubicBezTo>
                <a:cubicBezTo>
                  <a:pt x="1966830" y="582991"/>
                  <a:pt x="1961924" y="576532"/>
                  <a:pt x="1960188" y="568694"/>
                </a:cubicBezTo>
                <a:cubicBezTo>
                  <a:pt x="1959190" y="564211"/>
                  <a:pt x="1956947" y="557854"/>
                  <a:pt x="1957070" y="551640"/>
                </a:cubicBezTo>
                <a:cubicBezTo>
                  <a:pt x="1957185" y="544633"/>
                  <a:pt x="1958173" y="537428"/>
                  <a:pt x="1962528" y="535245"/>
                </a:cubicBezTo>
                <a:close/>
                <a:moveTo>
                  <a:pt x="705757" y="530025"/>
                </a:moveTo>
                <a:lnTo>
                  <a:pt x="705697" y="530169"/>
                </a:lnTo>
                <a:cubicBezTo>
                  <a:pt x="709206" y="530002"/>
                  <a:pt x="714965" y="531737"/>
                  <a:pt x="719033" y="535755"/>
                </a:cubicBezTo>
                <a:cubicBezTo>
                  <a:pt x="722056" y="538771"/>
                  <a:pt x="720751" y="545788"/>
                  <a:pt x="723187" y="549800"/>
                </a:cubicBezTo>
                <a:cubicBezTo>
                  <a:pt x="728840" y="559054"/>
                  <a:pt x="734633" y="568649"/>
                  <a:pt x="736329" y="572407"/>
                </a:cubicBezTo>
                <a:cubicBezTo>
                  <a:pt x="739124" y="578658"/>
                  <a:pt x="740539" y="586588"/>
                  <a:pt x="743023" y="594120"/>
                </a:cubicBezTo>
                <a:cubicBezTo>
                  <a:pt x="745527" y="601603"/>
                  <a:pt x="750649" y="608490"/>
                  <a:pt x="751987" y="615258"/>
                </a:cubicBezTo>
                <a:cubicBezTo>
                  <a:pt x="753099" y="620748"/>
                  <a:pt x="752749" y="624848"/>
                  <a:pt x="751660" y="627836"/>
                </a:cubicBezTo>
                <a:cubicBezTo>
                  <a:pt x="750570" y="630822"/>
                  <a:pt x="748743" y="632695"/>
                  <a:pt x="746900" y="633729"/>
                </a:cubicBezTo>
                <a:cubicBezTo>
                  <a:pt x="742561" y="636144"/>
                  <a:pt x="740508" y="632971"/>
                  <a:pt x="733623" y="622749"/>
                </a:cubicBezTo>
                <a:cubicBezTo>
                  <a:pt x="729919" y="617190"/>
                  <a:pt x="724967" y="611108"/>
                  <a:pt x="720903" y="603309"/>
                </a:cubicBezTo>
                <a:cubicBezTo>
                  <a:pt x="717532" y="596818"/>
                  <a:pt x="710482" y="591438"/>
                  <a:pt x="707049" y="584017"/>
                </a:cubicBezTo>
                <a:cubicBezTo>
                  <a:pt x="703811" y="577073"/>
                  <a:pt x="706671" y="567152"/>
                  <a:pt x="703554" y="559920"/>
                </a:cubicBezTo>
                <a:cubicBezTo>
                  <a:pt x="701488" y="555159"/>
                  <a:pt x="695789" y="549781"/>
                  <a:pt x="695958" y="544263"/>
                </a:cubicBezTo>
                <a:cubicBezTo>
                  <a:pt x="696194" y="536969"/>
                  <a:pt x="701223" y="530214"/>
                  <a:pt x="705757" y="530025"/>
                </a:cubicBezTo>
                <a:close/>
                <a:moveTo>
                  <a:pt x="1342467" y="529320"/>
                </a:moveTo>
                <a:cubicBezTo>
                  <a:pt x="1346405" y="528938"/>
                  <a:pt x="1352801" y="537092"/>
                  <a:pt x="1357410" y="546417"/>
                </a:cubicBezTo>
                <a:cubicBezTo>
                  <a:pt x="1360083" y="551882"/>
                  <a:pt x="1359332" y="559865"/>
                  <a:pt x="1361813" y="567000"/>
                </a:cubicBezTo>
                <a:cubicBezTo>
                  <a:pt x="1364008" y="573338"/>
                  <a:pt x="1366811" y="579704"/>
                  <a:pt x="1368660" y="586463"/>
                </a:cubicBezTo>
                <a:cubicBezTo>
                  <a:pt x="1370470" y="593316"/>
                  <a:pt x="1373308" y="599868"/>
                  <a:pt x="1374582" y="606384"/>
                </a:cubicBezTo>
                <a:cubicBezTo>
                  <a:pt x="1376022" y="613985"/>
                  <a:pt x="1380351" y="620880"/>
                  <a:pt x="1380651" y="626762"/>
                </a:cubicBezTo>
                <a:lnTo>
                  <a:pt x="1380631" y="626810"/>
                </a:lnTo>
                <a:cubicBezTo>
                  <a:pt x="1380793" y="630123"/>
                  <a:pt x="1379684" y="633074"/>
                  <a:pt x="1378116" y="635471"/>
                </a:cubicBezTo>
                <a:cubicBezTo>
                  <a:pt x="1376548" y="637869"/>
                  <a:pt x="1374520" y="639715"/>
                  <a:pt x="1372844" y="640820"/>
                </a:cubicBezTo>
                <a:cubicBezTo>
                  <a:pt x="1369739" y="642848"/>
                  <a:pt x="1366045" y="641301"/>
                  <a:pt x="1361322" y="638307"/>
                </a:cubicBezTo>
                <a:cubicBezTo>
                  <a:pt x="1357039" y="635609"/>
                  <a:pt x="1353693" y="632289"/>
                  <a:pt x="1352124" y="629036"/>
                </a:cubicBezTo>
                <a:cubicBezTo>
                  <a:pt x="1349368" y="623366"/>
                  <a:pt x="1347586" y="616579"/>
                  <a:pt x="1345133" y="609513"/>
                </a:cubicBezTo>
                <a:cubicBezTo>
                  <a:pt x="1342931" y="603059"/>
                  <a:pt x="1342738" y="595979"/>
                  <a:pt x="1341093" y="589138"/>
                </a:cubicBezTo>
                <a:cubicBezTo>
                  <a:pt x="1339412" y="582112"/>
                  <a:pt x="1333328" y="576177"/>
                  <a:pt x="1332470" y="569609"/>
                </a:cubicBezTo>
                <a:cubicBezTo>
                  <a:pt x="1331486" y="561859"/>
                  <a:pt x="1329351" y="554304"/>
                  <a:pt x="1329932" y="548340"/>
                </a:cubicBezTo>
                <a:cubicBezTo>
                  <a:pt x="1330821" y="538948"/>
                  <a:pt x="1336216" y="529976"/>
                  <a:pt x="1342467" y="529320"/>
                </a:cubicBezTo>
                <a:close/>
                <a:moveTo>
                  <a:pt x="247634" y="496268"/>
                </a:moveTo>
                <a:cubicBezTo>
                  <a:pt x="251888" y="494325"/>
                  <a:pt x="258085" y="494607"/>
                  <a:pt x="262692" y="497609"/>
                </a:cubicBezTo>
                <a:cubicBezTo>
                  <a:pt x="266859" y="500314"/>
                  <a:pt x="268476" y="506014"/>
                  <a:pt x="270042" y="510621"/>
                </a:cubicBezTo>
                <a:cubicBezTo>
                  <a:pt x="273707" y="521526"/>
                  <a:pt x="270499" y="524472"/>
                  <a:pt x="272779" y="537336"/>
                </a:cubicBezTo>
                <a:cubicBezTo>
                  <a:pt x="274028" y="544182"/>
                  <a:pt x="277136" y="548475"/>
                  <a:pt x="279724" y="552663"/>
                </a:cubicBezTo>
                <a:cubicBezTo>
                  <a:pt x="282519" y="557163"/>
                  <a:pt x="283461" y="561510"/>
                  <a:pt x="283618" y="568405"/>
                </a:cubicBezTo>
                <a:cubicBezTo>
                  <a:pt x="283694" y="571654"/>
                  <a:pt x="283218" y="575011"/>
                  <a:pt x="281991" y="577890"/>
                </a:cubicBezTo>
                <a:cubicBezTo>
                  <a:pt x="280764" y="580769"/>
                  <a:pt x="278785" y="583172"/>
                  <a:pt x="275855" y="584513"/>
                </a:cubicBezTo>
                <a:cubicBezTo>
                  <a:pt x="268212" y="588084"/>
                  <a:pt x="259942" y="582249"/>
                  <a:pt x="254771" y="576018"/>
                </a:cubicBezTo>
                <a:cubicBezTo>
                  <a:pt x="250661" y="571023"/>
                  <a:pt x="249102" y="568282"/>
                  <a:pt x="249014" y="561359"/>
                </a:cubicBezTo>
                <a:cubicBezTo>
                  <a:pt x="248939" y="557094"/>
                  <a:pt x="251481" y="551161"/>
                  <a:pt x="249764" y="543951"/>
                </a:cubicBezTo>
                <a:cubicBezTo>
                  <a:pt x="248183" y="537362"/>
                  <a:pt x="244867" y="533433"/>
                  <a:pt x="243070" y="529914"/>
                </a:cubicBezTo>
                <a:cubicBezTo>
                  <a:pt x="240691" y="525362"/>
                  <a:pt x="240646" y="522239"/>
                  <a:pt x="240965" y="515825"/>
                </a:cubicBezTo>
                <a:lnTo>
                  <a:pt x="240897" y="515853"/>
                </a:lnTo>
                <a:cubicBezTo>
                  <a:pt x="241019" y="512462"/>
                  <a:pt x="239964" y="499771"/>
                  <a:pt x="247634" y="496268"/>
                </a:cubicBezTo>
                <a:close/>
                <a:moveTo>
                  <a:pt x="1503275" y="488032"/>
                </a:moveTo>
                <a:cubicBezTo>
                  <a:pt x="1509789" y="487826"/>
                  <a:pt x="1508346" y="489253"/>
                  <a:pt x="1509646" y="494765"/>
                </a:cubicBezTo>
                <a:cubicBezTo>
                  <a:pt x="1510803" y="499539"/>
                  <a:pt x="1512583" y="505252"/>
                  <a:pt x="1514354" y="509775"/>
                </a:cubicBezTo>
                <a:cubicBezTo>
                  <a:pt x="1516347" y="514843"/>
                  <a:pt x="1520343" y="520920"/>
                  <a:pt x="1522561" y="529356"/>
                </a:cubicBezTo>
                <a:cubicBezTo>
                  <a:pt x="1524188" y="535569"/>
                  <a:pt x="1529715" y="541892"/>
                  <a:pt x="1530154" y="549864"/>
                </a:cubicBezTo>
                <a:cubicBezTo>
                  <a:pt x="1530499" y="556443"/>
                  <a:pt x="1531318" y="564181"/>
                  <a:pt x="1530137" y="571982"/>
                </a:cubicBezTo>
                <a:cubicBezTo>
                  <a:pt x="1529552" y="575801"/>
                  <a:pt x="1525866" y="581369"/>
                  <a:pt x="1525874" y="586734"/>
                </a:cubicBezTo>
                <a:cubicBezTo>
                  <a:pt x="1525869" y="589639"/>
                  <a:pt x="1525943" y="592929"/>
                  <a:pt x="1525227" y="595516"/>
                </a:cubicBezTo>
                <a:cubicBezTo>
                  <a:pt x="1524510" y="598101"/>
                  <a:pt x="1523004" y="599981"/>
                  <a:pt x="1519838" y="600066"/>
                </a:cubicBezTo>
                <a:cubicBezTo>
                  <a:pt x="1513904" y="600233"/>
                  <a:pt x="1507604" y="593869"/>
                  <a:pt x="1504703" y="588138"/>
                </a:cubicBezTo>
                <a:cubicBezTo>
                  <a:pt x="1501505" y="581775"/>
                  <a:pt x="1505504" y="571824"/>
                  <a:pt x="1504410" y="569050"/>
                </a:cubicBezTo>
                <a:cubicBezTo>
                  <a:pt x="1503463" y="566735"/>
                  <a:pt x="1494334" y="560259"/>
                  <a:pt x="1491954" y="548707"/>
                </a:cubicBezTo>
                <a:cubicBezTo>
                  <a:pt x="1490570" y="541918"/>
                  <a:pt x="1488660" y="533555"/>
                  <a:pt x="1488655" y="525086"/>
                </a:cubicBezTo>
                <a:cubicBezTo>
                  <a:pt x="1488623" y="517622"/>
                  <a:pt x="1492058" y="509692"/>
                  <a:pt x="1494052" y="501836"/>
                </a:cubicBezTo>
                <a:cubicBezTo>
                  <a:pt x="1495497" y="496232"/>
                  <a:pt x="1498481" y="488168"/>
                  <a:pt x="1503275" y="488032"/>
                </a:cubicBezTo>
                <a:close/>
                <a:moveTo>
                  <a:pt x="865561" y="483461"/>
                </a:moveTo>
                <a:cubicBezTo>
                  <a:pt x="869217" y="482001"/>
                  <a:pt x="875047" y="491104"/>
                  <a:pt x="882000" y="498870"/>
                </a:cubicBezTo>
                <a:cubicBezTo>
                  <a:pt x="886031" y="503381"/>
                  <a:pt x="890485" y="508634"/>
                  <a:pt x="894817" y="514850"/>
                </a:cubicBezTo>
                <a:cubicBezTo>
                  <a:pt x="898610" y="520335"/>
                  <a:pt x="901753" y="526562"/>
                  <a:pt x="905325" y="532573"/>
                </a:cubicBezTo>
                <a:cubicBezTo>
                  <a:pt x="908924" y="538652"/>
                  <a:pt x="914816" y="543435"/>
                  <a:pt x="917799" y="549370"/>
                </a:cubicBezTo>
                <a:cubicBezTo>
                  <a:pt x="921221" y="556277"/>
                  <a:pt x="922194" y="563514"/>
                  <a:pt x="924082" y="569103"/>
                </a:cubicBezTo>
                <a:lnTo>
                  <a:pt x="924054" y="569035"/>
                </a:lnTo>
                <a:cubicBezTo>
                  <a:pt x="926200" y="575352"/>
                  <a:pt x="930278" y="582310"/>
                  <a:pt x="927639" y="585381"/>
                </a:cubicBezTo>
                <a:cubicBezTo>
                  <a:pt x="925215" y="588204"/>
                  <a:pt x="918603" y="589047"/>
                  <a:pt x="913054" y="586948"/>
                </a:cubicBezTo>
                <a:cubicBezTo>
                  <a:pt x="908081" y="585090"/>
                  <a:pt x="902310" y="581769"/>
                  <a:pt x="899939" y="579083"/>
                </a:cubicBezTo>
                <a:cubicBezTo>
                  <a:pt x="895729" y="574328"/>
                  <a:pt x="890530" y="569102"/>
                  <a:pt x="886294" y="562926"/>
                </a:cubicBezTo>
                <a:cubicBezTo>
                  <a:pt x="882446" y="557306"/>
                  <a:pt x="878421" y="551161"/>
                  <a:pt x="875006" y="545046"/>
                </a:cubicBezTo>
                <a:cubicBezTo>
                  <a:pt x="871487" y="538774"/>
                  <a:pt x="865277" y="533407"/>
                  <a:pt x="862654" y="527285"/>
                </a:cubicBezTo>
                <a:cubicBezTo>
                  <a:pt x="859585" y="520072"/>
                  <a:pt x="865248" y="510592"/>
                  <a:pt x="864225" y="504688"/>
                </a:cubicBezTo>
                <a:cubicBezTo>
                  <a:pt x="862581" y="495421"/>
                  <a:pt x="859746" y="485766"/>
                  <a:pt x="865561" y="483461"/>
                </a:cubicBezTo>
                <a:close/>
                <a:moveTo>
                  <a:pt x="2127813" y="443961"/>
                </a:moveTo>
                <a:cubicBezTo>
                  <a:pt x="2133855" y="441920"/>
                  <a:pt x="2136140" y="443330"/>
                  <a:pt x="2139305" y="447082"/>
                </a:cubicBezTo>
                <a:cubicBezTo>
                  <a:pt x="2142195" y="450550"/>
                  <a:pt x="2143359" y="456118"/>
                  <a:pt x="2146463" y="460015"/>
                </a:cubicBezTo>
                <a:cubicBezTo>
                  <a:pt x="2151423" y="466212"/>
                  <a:pt x="2160692" y="468854"/>
                  <a:pt x="2165892" y="478652"/>
                </a:cubicBezTo>
                <a:cubicBezTo>
                  <a:pt x="2169040" y="484598"/>
                  <a:pt x="2169029" y="493511"/>
                  <a:pt x="2170724" y="504945"/>
                </a:cubicBezTo>
                <a:cubicBezTo>
                  <a:pt x="2171279" y="508734"/>
                  <a:pt x="2173207" y="514227"/>
                  <a:pt x="2174762" y="518998"/>
                </a:cubicBezTo>
                <a:cubicBezTo>
                  <a:pt x="2175612" y="521612"/>
                  <a:pt x="2176464" y="524255"/>
                  <a:pt x="2176354" y="526502"/>
                </a:cubicBezTo>
                <a:cubicBezTo>
                  <a:pt x="2176245" y="528749"/>
                  <a:pt x="2175174" y="530600"/>
                  <a:pt x="2172176" y="531630"/>
                </a:cubicBezTo>
                <a:cubicBezTo>
                  <a:pt x="2166522" y="533551"/>
                  <a:pt x="2161460" y="530019"/>
                  <a:pt x="2156977" y="525376"/>
                </a:cubicBezTo>
                <a:cubicBezTo>
                  <a:pt x="2152038" y="520203"/>
                  <a:pt x="2147206" y="514510"/>
                  <a:pt x="2145351" y="512209"/>
                </a:cubicBezTo>
                <a:cubicBezTo>
                  <a:pt x="2143674" y="510152"/>
                  <a:pt x="2138832" y="505019"/>
                  <a:pt x="2133713" y="496779"/>
                </a:cubicBezTo>
                <a:cubicBezTo>
                  <a:pt x="2130834" y="492074"/>
                  <a:pt x="2127237" y="486391"/>
                  <a:pt x="2125201" y="479272"/>
                </a:cubicBezTo>
                <a:cubicBezTo>
                  <a:pt x="2123620" y="473756"/>
                  <a:pt x="2121314" y="467146"/>
                  <a:pt x="2120999" y="459959"/>
                </a:cubicBezTo>
                <a:cubicBezTo>
                  <a:pt x="2120727" y="454144"/>
                  <a:pt x="2123255" y="445552"/>
                  <a:pt x="2127841" y="444029"/>
                </a:cubicBezTo>
                <a:close/>
                <a:moveTo>
                  <a:pt x="1038562" y="436218"/>
                </a:moveTo>
                <a:cubicBezTo>
                  <a:pt x="1044668" y="436179"/>
                  <a:pt x="1051852" y="441108"/>
                  <a:pt x="1057192" y="450570"/>
                </a:cubicBezTo>
                <a:cubicBezTo>
                  <a:pt x="1062581" y="460051"/>
                  <a:pt x="1065284" y="471231"/>
                  <a:pt x="1066845" y="475045"/>
                </a:cubicBezTo>
                <a:cubicBezTo>
                  <a:pt x="1069415" y="481428"/>
                  <a:pt x="1072920" y="488540"/>
                  <a:pt x="1075132" y="496183"/>
                </a:cubicBezTo>
                <a:cubicBezTo>
                  <a:pt x="1077364" y="503778"/>
                  <a:pt x="1078151" y="511728"/>
                  <a:pt x="1079256" y="518512"/>
                </a:cubicBezTo>
                <a:cubicBezTo>
                  <a:pt x="1081044" y="529590"/>
                  <a:pt x="1081511" y="537630"/>
                  <a:pt x="1077768" y="539563"/>
                </a:cubicBezTo>
                <a:cubicBezTo>
                  <a:pt x="1073374" y="541842"/>
                  <a:pt x="1069058" y="535857"/>
                  <a:pt x="1062555" y="525401"/>
                </a:cubicBezTo>
                <a:cubicBezTo>
                  <a:pt x="1059006" y="519738"/>
                  <a:pt x="1054788" y="513116"/>
                  <a:pt x="1050996" y="505206"/>
                </a:cubicBezTo>
                <a:cubicBezTo>
                  <a:pt x="1047781" y="498610"/>
                  <a:pt x="1044849" y="491343"/>
                  <a:pt x="1041640" y="483791"/>
                </a:cubicBezTo>
                <a:cubicBezTo>
                  <a:pt x="1038656" y="476782"/>
                  <a:pt x="1036219" y="469272"/>
                  <a:pt x="1033307" y="461955"/>
                </a:cubicBezTo>
                <a:cubicBezTo>
                  <a:pt x="1031397" y="457092"/>
                  <a:pt x="1026704" y="451739"/>
                  <a:pt x="1027787" y="446323"/>
                </a:cubicBezTo>
                <a:cubicBezTo>
                  <a:pt x="1029167" y="439395"/>
                  <a:pt x="1034116" y="436331"/>
                  <a:pt x="1038590" y="436286"/>
                </a:cubicBezTo>
                <a:close/>
                <a:moveTo>
                  <a:pt x="1671402" y="435190"/>
                </a:moveTo>
                <a:cubicBezTo>
                  <a:pt x="1675833" y="433095"/>
                  <a:pt x="1681911" y="436488"/>
                  <a:pt x="1687172" y="440893"/>
                </a:cubicBezTo>
                <a:cubicBezTo>
                  <a:pt x="1691469" y="444499"/>
                  <a:pt x="1697265" y="448565"/>
                  <a:pt x="1698886" y="453985"/>
                </a:cubicBezTo>
                <a:cubicBezTo>
                  <a:pt x="1701039" y="461096"/>
                  <a:pt x="1696691" y="465821"/>
                  <a:pt x="1695815" y="470873"/>
                </a:cubicBezTo>
                <a:cubicBezTo>
                  <a:pt x="1694997" y="475384"/>
                  <a:pt x="1692679" y="481186"/>
                  <a:pt x="1694015" y="488631"/>
                </a:cubicBezTo>
                <a:cubicBezTo>
                  <a:pt x="1695529" y="496999"/>
                  <a:pt x="1702476" y="502223"/>
                  <a:pt x="1705249" y="507448"/>
                </a:cubicBezTo>
                <a:cubicBezTo>
                  <a:pt x="1708286" y="513123"/>
                  <a:pt x="1712592" y="517918"/>
                  <a:pt x="1713034" y="526288"/>
                </a:cubicBezTo>
                <a:cubicBezTo>
                  <a:pt x="1713215" y="530230"/>
                  <a:pt x="1712534" y="534714"/>
                  <a:pt x="1711081" y="538571"/>
                </a:cubicBezTo>
                <a:cubicBezTo>
                  <a:pt x="1709627" y="542428"/>
                  <a:pt x="1707401" y="545657"/>
                  <a:pt x="1704489" y="547091"/>
                </a:cubicBezTo>
                <a:cubicBezTo>
                  <a:pt x="1700514" y="549038"/>
                  <a:pt x="1696022" y="543206"/>
                  <a:pt x="1691449" y="541065"/>
                </a:cubicBezTo>
                <a:cubicBezTo>
                  <a:pt x="1687356" y="539124"/>
                  <a:pt x="1680675" y="539994"/>
                  <a:pt x="1678092" y="536202"/>
                </a:cubicBezTo>
                <a:cubicBezTo>
                  <a:pt x="1673704" y="529849"/>
                  <a:pt x="1674631" y="523464"/>
                  <a:pt x="1674277" y="515019"/>
                </a:cubicBezTo>
                <a:cubicBezTo>
                  <a:pt x="1674073" y="509853"/>
                  <a:pt x="1670608" y="504395"/>
                  <a:pt x="1668571" y="495527"/>
                </a:cubicBezTo>
                <a:cubicBezTo>
                  <a:pt x="1666753" y="487484"/>
                  <a:pt x="1665730" y="482654"/>
                  <a:pt x="1664083" y="478238"/>
                </a:cubicBezTo>
                <a:cubicBezTo>
                  <a:pt x="1661908" y="472530"/>
                  <a:pt x="1666350" y="466771"/>
                  <a:pt x="1666439" y="459019"/>
                </a:cubicBezTo>
                <a:lnTo>
                  <a:pt x="1666487" y="459039"/>
                </a:lnTo>
                <a:cubicBezTo>
                  <a:pt x="1666517" y="454931"/>
                  <a:pt x="1663787" y="438831"/>
                  <a:pt x="1671402" y="435190"/>
                </a:cubicBezTo>
                <a:close/>
                <a:moveTo>
                  <a:pt x="412066" y="426809"/>
                </a:moveTo>
                <a:lnTo>
                  <a:pt x="412046" y="426857"/>
                </a:lnTo>
                <a:cubicBezTo>
                  <a:pt x="417372" y="426661"/>
                  <a:pt x="421738" y="431989"/>
                  <a:pt x="425596" y="437048"/>
                </a:cubicBezTo>
                <a:cubicBezTo>
                  <a:pt x="429557" y="442264"/>
                  <a:pt x="432100" y="448578"/>
                  <a:pt x="433801" y="452056"/>
                </a:cubicBezTo>
                <a:cubicBezTo>
                  <a:pt x="437147" y="458876"/>
                  <a:pt x="437686" y="466609"/>
                  <a:pt x="439474" y="474187"/>
                </a:cubicBezTo>
                <a:cubicBezTo>
                  <a:pt x="441337" y="481854"/>
                  <a:pt x="447007" y="488914"/>
                  <a:pt x="447455" y="496326"/>
                </a:cubicBezTo>
                <a:cubicBezTo>
                  <a:pt x="447972" y="504783"/>
                  <a:pt x="445945" y="512852"/>
                  <a:pt x="444858" y="519621"/>
                </a:cubicBezTo>
                <a:cubicBezTo>
                  <a:pt x="443234" y="530229"/>
                  <a:pt x="438834" y="535215"/>
                  <a:pt x="433984" y="536965"/>
                </a:cubicBezTo>
                <a:cubicBezTo>
                  <a:pt x="427268" y="539402"/>
                  <a:pt x="416295" y="534635"/>
                  <a:pt x="411521" y="525975"/>
                </a:cubicBezTo>
                <a:cubicBezTo>
                  <a:pt x="408922" y="521275"/>
                  <a:pt x="412215" y="516107"/>
                  <a:pt x="412665" y="511667"/>
                </a:cubicBezTo>
                <a:cubicBezTo>
                  <a:pt x="413114" y="507227"/>
                  <a:pt x="412013" y="502589"/>
                  <a:pt x="412383" y="497664"/>
                </a:cubicBezTo>
                <a:cubicBezTo>
                  <a:pt x="412665" y="493492"/>
                  <a:pt x="410978" y="489173"/>
                  <a:pt x="410138" y="483911"/>
                </a:cubicBezTo>
                <a:cubicBezTo>
                  <a:pt x="409462" y="479734"/>
                  <a:pt x="411812" y="474396"/>
                  <a:pt x="410358" y="469385"/>
                </a:cubicBezTo>
                <a:cubicBezTo>
                  <a:pt x="408464" y="463004"/>
                  <a:pt x="405134" y="458165"/>
                  <a:pt x="402922" y="454022"/>
                </a:cubicBezTo>
                <a:cubicBezTo>
                  <a:pt x="399754" y="448123"/>
                  <a:pt x="393563" y="443385"/>
                  <a:pt x="395043" y="437965"/>
                </a:cubicBezTo>
                <a:cubicBezTo>
                  <a:pt x="396822" y="431430"/>
                  <a:pt x="406528" y="426972"/>
                  <a:pt x="412066" y="426809"/>
                </a:cubicBezTo>
                <a:close/>
                <a:moveTo>
                  <a:pt x="1201967" y="389132"/>
                </a:moveTo>
                <a:cubicBezTo>
                  <a:pt x="1208043" y="386202"/>
                  <a:pt x="1214006" y="393102"/>
                  <a:pt x="1219718" y="399390"/>
                </a:cubicBezTo>
                <a:lnTo>
                  <a:pt x="1219650" y="399418"/>
                </a:lnTo>
                <a:cubicBezTo>
                  <a:pt x="1224205" y="404429"/>
                  <a:pt x="1230453" y="406878"/>
                  <a:pt x="1232180" y="412851"/>
                </a:cubicBezTo>
                <a:cubicBezTo>
                  <a:pt x="1233753" y="418250"/>
                  <a:pt x="1234320" y="424302"/>
                  <a:pt x="1236081" y="431135"/>
                </a:cubicBezTo>
                <a:cubicBezTo>
                  <a:pt x="1238060" y="438793"/>
                  <a:pt x="1243274" y="444252"/>
                  <a:pt x="1245766" y="450150"/>
                </a:cubicBezTo>
                <a:cubicBezTo>
                  <a:pt x="1249038" y="457954"/>
                  <a:pt x="1247534" y="466524"/>
                  <a:pt x="1250075" y="471765"/>
                </a:cubicBezTo>
                <a:cubicBezTo>
                  <a:pt x="1254824" y="481430"/>
                  <a:pt x="1259113" y="488420"/>
                  <a:pt x="1252343" y="491793"/>
                </a:cubicBezTo>
                <a:cubicBezTo>
                  <a:pt x="1246566" y="494679"/>
                  <a:pt x="1237365" y="490260"/>
                  <a:pt x="1229434" y="483212"/>
                </a:cubicBezTo>
                <a:cubicBezTo>
                  <a:pt x="1224255" y="478616"/>
                  <a:pt x="1219412" y="471733"/>
                  <a:pt x="1214600" y="464242"/>
                </a:cubicBezTo>
                <a:cubicBezTo>
                  <a:pt x="1210513" y="457845"/>
                  <a:pt x="1209559" y="449488"/>
                  <a:pt x="1206363" y="441771"/>
                </a:cubicBezTo>
                <a:cubicBezTo>
                  <a:pt x="1203362" y="434531"/>
                  <a:pt x="1197363" y="428123"/>
                  <a:pt x="1195716" y="420208"/>
                </a:cubicBezTo>
                <a:cubicBezTo>
                  <a:pt x="1194785" y="415699"/>
                  <a:pt x="1192647" y="408821"/>
                  <a:pt x="1192818" y="402626"/>
                </a:cubicBezTo>
                <a:cubicBezTo>
                  <a:pt x="1193049" y="395612"/>
                  <a:pt x="1197585" y="391247"/>
                  <a:pt x="1201967" y="389132"/>
                </a:cubicBezTo>
                <a:close/>
                <a:moveTo>
                  <a:pt x="1843600" y="385692"/>
                </a:moveTo>
                <a:cubicBezTo>
                  <a:pt x="1849609" y="386290"/>
                  <a:pt x="1853737" y="397840"/>
                  <a:pt x="1857995" y="407864"/>
                </a:cubicBezTo>
                <a:cubicBezTo>
                  <a:pt x="1862255" y="417890"/>
                  <a:pt x="1869992" y="427283"/>
                  <a:pt x="1871096" y="431245"/>
                </a:cubicBezTo>
                <a:cubicBezTo>
                  <a:pt x="1872937" y="437886"/>
                  <a:pt x="1872895" y="446334"/>
                  <a:pt x="1874254" y="454128"/>
                </a:cubicBezTo>
                <a:cubicBezTo>
                  <a:pt x="1875613" y="461922"/>
                  <a:pt x="1876340" y="470015"/>
                  <a:pt x="1876660" y="476923"/>
                </a:cubicBezTo>
                <a:cubicBezTo>
                  <a:pt x="1876964" y="482525"/>
                  <a:pt x="1876200" y="486805"/>
                  <a:pt x="1874865" y="489873"/>
                </a:cubicBezTo>
                <a:cubicBezTo>
                  <a:pt x="1873531" y="492941"/>
                  <a:pt x="1871626" y="494796"/>
                  <a:pt x="1869647" y="495546"/>
                </a:cubicBezTo>
                <a:cubicBezTo>
                  <a:pt x="1865011" y="497329"/>
                  <a:pt x="1858938" y="494729"/>
                  <a:pt x="1853605" y="483633"/>
                </a:cubicBezTo>
                <a:cubicBezTo>
                  <a:pt x="1850757" y="477642"/>
                  <a:pt x="1849688" y="469293"/>
                  <a:pt x="1846781" y="461020"/>
                </a:cubicBezTo>
                <a:cubicBezTo>
                  <a:pt x="1844335" y="454070"/>
                  <a:pt x="1843686" y="446064"/>
                  <a:pt x="1841342" y="438196"/>
                </a:cubicBezTo>
                <a:cubicBezTo>
                  <a:pt x="1839153" y="430902"/>
                  <a:pt x="1840249" y="422499"/>
                  <a:pt x="1838201" y="414868"/>
                </a:cubicBezTo>
                <a:cubicBezTo>
                  <a:pt x="1836871" y="409966"/>
                  <a:pt x="1833513" y="405059"/>
                  <a:pt x="1834377" y="400171"/>
                </a:cubicBezTo>
                <a:cubicBezTo>
                  <a:pt x="1835568" y="393559"/>
                  <a:pt x="1839096" y="385273"/>
                  <a:pt x="1843628" y="385760"/>
                </a:cubicBezTo>
                <a:close/>
                <a:moveTo>
                  <a:pt x="588893" y="381337"/>
                </a:moveTo>
                <a:lnTo>
                  <a:pt x="588853" y="381433"/>
                </a:lnTo>
                <a:cubicBezTo>
                  <a:pt x="595287" y="381419"/>
                  <a:pt x="596935" y="388657"/>
                  <a:pt x="598302" y="393068"/>
                </a:cubicBezTo>
                <a:cubicBezTo>
                  <a:pt x="599521" y="397022"/>
                  <a:pt x="602565" y="401063"/>
                  <a:pt x="604268" y="405614"/>
                </a:cubicBezTo>
                <a:cubicBezTo>
                  <a:pt x="606126" y="410738"/>
                  <a:pt x="611060" y="417264"/>
                  <a:pt x="613074" y="425784"/>
                </a:cubicBezTo>
                <a:cubicBezTo>
                  <a:pt x="614516" y="432032"/>
                  <a:pt x="606943" y="440149"/>
                  <a:pt x="607150" y="448137"/>
                </a:cubicBezTo>
                <a:cubicBezTo>
                  <a:pt x="607331" y="454703"/>
                  <a:pt x="611506" y="461701"/>
                  <a:pt x="610159" y="469491"/>
                </a:cubicBezTo>
                <a:cubicBezTo>
                  <a:pt x="609438" y="473365"/>
                  <a:pt x="611794" y="479319"/>
                  <a:pt x="611107" y="484055"/>
                </a:cubicBezTo>
                <a:cubicBezTo>
                  <a:pt x="610368" y="489050"/>
                  <a:pt x="608582" y="489544"/>
                  <a:pt x="602380" y="489543"/>
                </a:cubicBezTo>
                <a:cubicBezTo>
                  <a:pt x="596390" y="489573"/>
                  <a:pt x="593243" y="489948"/>
                  <a:pt x="590499" y="484114"/>
                </a:cubicBezTo>
                <a:cubicBezTo>
                  <a:pt x="587457" y="477647"/>
                  <a:pt x="587395" y="469719"/>
                  <a:pt x="586348" y="466967"/>
                </a:cubicBezTo>
                <a:cubicBezTo>
                  <a:pt x="585470" y="464623"/>
                  <a:pt x="577667" y="457404"/>
                  <a:pt x="575609" y="445761"/>
                </a:cubicBezTo>
                <a:cubicBezTo>
                  <a:pt x="574407" y="438936"/>
                  <a:pt x="578699" y="430574"/>
                  <a:pt x="578858" y="422118"/>
                </a:cubicBezTo>
                <a:cubicBezTo>
                  <a:pt x="579039" y="414687"/>
                  <a:pt x="579507" y="407376"/>
                  <a:pt x="581694" y="399600"/>
                </a:cubicBezTo>
                <a:cubicBezTo>
                  <a:pt x="583302" y="394009"/>
                  <a:pt x="584091" y="381357"/>
                  <a:pt x="588893" y="381337"/>
                </a:cubicBezTo>
                <a:close/>
                <a:moveTo>
                  <a:pt x="299311" y="362135"/>
                </a:moveTo>
                <a:cubicBezTo>
                  <a:pt x="305360" y="359137"/>
                  <a:pt x="314799" y="360834"/>
                  <a:pt x="319026" y="364072"/>
                </a:cubicBezTo>
                <a:lnTo>
                  <a:pt x="319006" y="364120"/>
                </a:lnTo>
                <a:cubicBezTo>
                  <a:pt x="325464" y="369027"/>
                  <a:pt x="321544" y="377713"/>
                  <a:pt x="322708" y="386780"/>
                </a:cubicBezTo>
                <a:cubicBezTo>
                  <a:pt x="323750" y="395062"/>
                  <a:pt x="327910" y="401151"/>
                  <a:pt x="330380" y="406023"/>
                </a:cubicBezTo>
                <a:cubicBezTo>
                  <a:pt x="332517" y="410277"/>
                  <a:pt x="334319" y="413177"/>
                  <a:pt x="334544" y="415550"/>
                </a:cubicBezTo>
                <a:cubicBezTo>
                  <a:pt x="334770" y="417924"/>
                  <a:pt x="333418" y="419770"/>
                  <a:pt x="329248" y="421917"/>
                </a:cubicBezTo>
                <a:cubicBezTo>
                  <a:pt x="323070" y="425087"/>
                  <a:pt x="315954" y="426056"/>
                  <a:pt x="309413" y="422019"/>
                </a:cubicBezTo>
                <a:cubicBezTo>
                  <a:pt x="304038" y="418695"/>
                  <a:pt x="300829" y="411819"/>
                  <a:pt x="297258" y="405131"/>
                </a:cubicBezTo>
                <a:cubicBezTo>
                  <a:pt x="294166" y="399320"/>
                  <a:pt x="294252" y="392921"/>
                  <a:pt x="293853" y="385530"/>
                </a:cubicBezTo>
                <a:cubicBezTo>
                  <a:pt x="293518" y="379463"/>
                  <a:pt x="291099" y="366258"/>
                  <a:pt x="299311" y="362135"/>
                </a:cubicBezTo>
                <a:close/>
                <a:moveTo>
                  <a:pt x="2013274" y="343432"/>
                </a:moveTo>
                <a:cubicBezTo>
                  <a:pt x="2019823" y="341661"/>
                  <a:pt x="2025453" y="350565"/>
                  <a:pt x="2029923" y="357800"/>
                </a:cubicBezTo>
                <a:lnTo>
                  <a:pt x="2029951" y="357868"/>
                </a:lnTo>
                <a:cubicBezTo>
                  <a:pt x="2033487" y="363696"/>
                  <a:pt x="2038599" y="367644"/>
                  <a:pt x="2039154" y="373859"/>
                </a:cubicBezTo>
                <a:cubicBezTo>
                  <a:pt x="2039642" y="379425"/>
                  <a:pt x="2037956" y="385605"/>
                  <a:pt x="2038400" y="392621"/>
                </a:cubicBezTo>
                <a:cubicBezTo>
                  <a:pt x="2038927" y="400517"/>
                  <a:pt x="2038493" y="408012"/>
                  <a:pt x="2039868" y="414288"/>
                </a:cubicBezTo>
                <a:cubicBezTo>
                  <a:pt x="2041654" y="422544"/>
                  <a:pt x="2049545" y="427937"/>
                  <a:pt x="2051085" y="433549"/>
                </a:cubicBezTo>
                <a:cubicBezTo>
                  <a:pt x="2052516" y="438749"/>
                  <a:pt x="2052793" y="444212"/>
                  <a:pt x="2051802" y="448630"/>
                </a:cubicBezTo>
                <a:cubicBezTo>
                  <a:pt x="2050812" y="453049"/>
                  <a:pt x="2048554" y="456420"/>
                  <a:pt x="2044914" y="457436"/>
                </a:cubicBezTo>
                <a:cubicBezTo>
                  <a:pt x="2038664" y="459163"/>
                  <a:pt x="2032136" y="449035"/>
                  <a:pt x="2025677" y="440629"/>
                </a:cubicBezTo>
                <a:cubicBezTo>
                  <a:pt x="2021439" y="435128"/>
                  <a:pt x="2014097" y="429907"/>
                  <a:pt x="2010726" y="421666"/>
                </a:cubicBezTo>
                <a:cubicBezTo>
                  <a:pt x="2007856" y="414650"/>
                  <a:pt x="2004877" y="406686"/>
                  <a:pt x="2003167" y="398519"/>
                </a:cubicBezTo>
                <a:cubicBezTo>
                  <a:pt x="2001535" y="390837"/>
                  <a:pt x="2005580" y="382258"/>
                  <a:pt x="2005414" y="374174"/>
                </a:cubicBezTo>
                <a:cubicBezTo>
                  <a:pt x="2005296" y="369609"/>
                  <a:pt x="1999863" y="362254"/>
                  <a:pt x="2001160" y="356193"/>
                </a:cubicBezTo>
                <a:cubicBezTo>
                  <a:pt x="2002616" y="349353"/>
                  <a:pt x="2008577" y="344682"/>
                  <a:pt x="2013274" y="343432"/>
                </a:cubicBezTo>
                <a:close/>
                <a:moveTo>
                  <a:pt x="1373945" y="340310"/>
                </a:moveTo>
                <a:cubicBezTo>
                  <a:pt x="1376322" y="340608"/>
                  <a:pt x="1378298" y="341816"/>
                  <a:pt x="1379748" y="344343"/>
                </a:cubicBezTo>
                <a:cubicBezTo>
                  <a:pt x="1382256" y="348723"/>
                  <a:pt x="1380312" y="356996"/>
                  <a:pt x="1383401" y="360660"/>
                </a:cubicBezTo>
                <a:cubicBezTo>
                  <a:pt x="1386897" y="364834"/>
                  <a:pt x="1398431" y="365433"/>
                  <a:pt x="1403236" y="372807"/>
                </a:cubicBezTo>
                <a:cubicBezTo>
                  <a:pt x="1406743" y="378171"/>
                  <a:pt x="1406687" y="386783"/>
                  <a:pt x="1409587" y="394263"/>
                </a:cubicBezTo>
                <a:cubicBezTo>
                  <a:pt x="1411978" y="400401"/>
                  <a:pt x="1418175" y="406609"/>
                  <a:pt x="1419506" y="414335"/>
                </a:cubicBezTo>
                <a:cubicBezTo>
                  <a:pt x="1420157" y="418163"/>
                  <a:pt x="1421213" y="423855"/>
                  <a:pt x="1422462" y="428951"/>
                </a:cubicBezTo>
                <a:cubicBezTo>
                  <a:pt x="1423782" y="434414"/>
                  <a:pt x="1422058" y="439336"/>
                  <a:pt x="1416139" y="441485"/>
                </a:cubicBezTo>
                <a:cubicBezTo>
                  <a:pt x="1410541" y="443542"/>
                  <a:pt x="1407090" y="438992"/>
                  <a:pt x="1402519" y="434424"/>
                </a:cubicBezTo>
                <a:cubicBezTo>
                  <a:pt x="1397473" y="429375"/>
                  <a:pt x="1395125" y="421788"/>
                  <a:pt x="1393201" y="419515"/>
                </a:cubicBezTo>
                <a:cubicBezTo>
                  <a:pt x="1391581" y="417594"/>
                  <a:pt x="1380159" y="414841"/>
                  <a:pt x="1374299" y="404598"/>
                </a:cubicBezTo>
                <a:cubicBezTo>
                  <a:pt x="1370843" y="398579"/>
                  <a:pt x="1370127" y="389925"/>
                  <a:pt x="1367447" y="381917"/>
                </a:cubicBezTo>
                <a:cubicBezTo>
                  <a:pt x="1365043" y="374870"/>
                  <a:pt x="1364164" y="367277"/>
                  <a:pt x="1363602" y="359196"/>
                </a:cubicBezTo>
                <a:cubicBezTo>
                  <a:pt x="1363214" y="353390"/>
                  <a:pt x="1361148" y="343380"/>
                  <a:pt x="1365677" y="341722"/>
                </a:cubicBezTo>
                <a:lnTo>
                  <a:pt x="1365725" y="341742"/>
                </a:lnTo>
                <a:cubicBezTo>
                  <a:pt x="1368786" y="340625"/>
                  <a:pt x="1371567" y="340012"/>
                  <a:pt x="1373945" y="340310"/>
                </a:cubicBezTo>
                <a:close/>
                <a:moveTo>
                  <a:pt x="744201" y="333794"/>
                </a:moveTo>
                <a:cubicBezTo>
                  <a:pt x="749468" y="333065"/>
                  <a:pt x="751607" y="344516"/>
                  <a:pt x="755974" y="349167"/>
                </a:cubicBezTo>
                <a:cubicBezTo>
                  <a:pt x="760341" y="353819"/>
                  <a:pt x="766801" y="356976"/>
                  <a:pt x="768814" y="360246"/>
                </a:cubicBezTo>
                <a:cubicBezTo>
                  <a:pt x="772833" y="366672"/>
                  <a:pt x="779578" y="372375"/>
                  <a:pt x="782192" y="379735"/>
                </a:cubicBezTo>
                <a:cubicBezTo>
                  <a:pt x="784804" y="387095"/>
                  <a:pt x="780710" y="396329"/>
                  <a:pt x="781969" y="403686"/>
                </a:cubicBezTo>
                <a:cubicBezTo>
                  <a:pt x="783367" y="412061"/>
                  <a:pt x="783096" y="419172"/>
                  <a:pt x="782760" y="426030"/>
                </a:cubicBezTo>
                <a:cubicBezTo>
                  <a:pt x="782216" y="436752"/>
                  <a:pt x="785077" y="447151"/>
                  <a:pt x="780403" y="449426"/>
                </a:cubicBezTo>
                <a:cubicBezTo>
                  <a:pt x="776878" y="451109"/>
                  <a:pt x="769121" y="450513"/>
                  <a:pt x="764318" y="447711"/>
                </a:cubicBezTo>
                <a:cubicBezTo>
                  <a:pt x="760289" y="445347"/>
                  <a:pt x="758728" y="438709"/>
                  <a:pt x="756151" y="435034"/>
                </a:cubicBezTo>
                <a:cubicBezTo>
                  <a:pt x="753132" y="430664"/>
                  <a:pt x="749414" y="427018"/>
                  <a:pt x="748628" y="422569"/>
                </a:cubicBezTo>
                <a:cubicBezTo>
                  <a:pt x="747841" y="418120"/>
                  <a:pt x="752459" y="412885"/>
                  <a:pt x="752290" y="407904"/>
                </a:cubicBezTo>
                <a:cubicBezTo>
                  <a:pt x="752067" y="400360"/>
                  <a:pt x="748139" y="392506"/>
                  <a:pt x="743633" y="381588"/>
                </a:cubicBezTo>
                <a:cubicBezTo>
                  <a:pt x="741078" y="375438"/>
                  <a:pt x="739606" y="370475"/>
                  <a:pt x="737893" y="366484"/>
                </a:cubicBezTo>
                <a:cubicBezTo>
                  <a:pt x="735485" y="360791"/>
                  <a:pt x="731346" y="356404"/>
                  <a:pt x="732259" y="350860"/>
                </a:cubicBezTo>
                <a:cubicBezTo>
                  <a:pt x="733305" y="344187"/>
                  <a:pt x="738777" y="334626"/>
                  <a:pt x="744277" y="333882"/>
                </a:cubicBezTo>
                <a:close/>
                <a:moveTo>
                  <a:pt x="2176180" y="297266"/>
                </a:moveTo>
                <a:cubicBezTo>
                  <a:pt x="2182237" y="297884"/>
                  <a:pt x="2186049" y="307496"/>
                  <a:pt x="2190308" y="317520"/>
                </a:cubicBezTo>
                <a:cubicBezTo>
                  <a:pt x="2194567" y="327546"/>
                  <a:pt x="2204083" y="336329"/>
                  <a:pt x="2205187" y="340290"/>
                </a:cubicBezTo>
                <a:cubicBezTo>
                  <a:pt x="2206980" y="346913"/>
                  <a:pt x="2205492" y="355715"/>
                  <a:pt x="2206831" y="363556"/>
                </a:cubicBezTo>
                <a:cubicBezTo>
                  <a:pt x="2208190" y="371351"/>
                  <a:pt x="2207592" y="379510"/>
                  <a:pt x="2207912" y="386417"/>
                </a:cubicBezTo>
                <a:cubicBezTo>
                  <a:pt x="2208472" y="397601"/>
                  <a:pt x="2207098" y="405323"/>
                  <a:pt x="2203141" y="406826"/>
                </a:cubicBezTo>
                <a:cubicBezTo>
                  <a:pt x="2198504" y="408609"/>
                  <a:pt x="2195408" y="402402"/>
                  <a:pt x="2190075" y="391306"/>
                </a:cubicBezTo>
                <a:cubicBezTo>
                  <a:pt x="2187179" y="385296"/>
                  <a:pt x="2186510" y="377338"/>
                  <a:pt x="2183603" y="369066"/>
                </a:cubicBezTo>
                <a:cubicBezTo>
                  <a:pt x="2181205" y="362135"/>
                  <a:pt x="2174349" y="356159"/>
                  <a:pt x="2172005" y="348290"/>
                </a:cubicBezTo>
                <a:cubicBezTo>
                  <a:pt x="2169768" y="340976"/>
                  <a:pt x="2164722" y="334177"/>
                  <a:pt x="2162675" y="326547"/>
                </a:cubicBezTo>
                <a:cubicBezTo>
                  <a:pt x="2161289" y="321507"/>
                  <a:pt x="2167265" y="315318"/>
                  <a:pt x="2168834" y="309824"/>
                </a:cubicBezTo>
                <a:cubicBezTo>
                  <a:pt x="2170815" y="302807"/>
                  <a:pt x="2171655" y="296895"/>
                  <a:pt x="2176092" y="297342"/>
                </a:cubicBezTo>
                <a:close/>
                <a:moveTo>
                  <a:pt x="1543004" y="294653"/>
                </a:moveTo>
                <a:cubicBezTo>
                  <a:pt x="1549184" y="291880"/>
                  <a:pt x="1556880" y="300297"/>
                  <a:pt x="1562416" y="306736"/>
                </a:cubicBezTo>
                <a:lnTo>
                  <a:pt x="1562512" y="306776"/>
                </a:lnTo>
                <a:cubicBezTo>
                  <a:pt x="1566890" y="311939"/>
                  <a:pt x="1570846" y="315686"/>
                  <a:pt x="1572438" y="321714"/>
                </a:cubicBezTo>
                <a:cubicBezTo>
                  <a:pt x="1573847" y="327102"/>
                  <a:pt x="1576479" y="332664"/>
                  <a:pt x="1578056" y="339532"/>
                </a:cubicBezTo>
                <a:cubicBezTo>
                  <a:pt x="1579851" y="347228"/>
                  <a:pt x="1584445" y="352820"/>
                  <a:pt x="1586780" y="358822"/>
                </a:cubicBezTo>
                <a:cubicBezTo>
                  <a:pt x="1589847" y="366711"/>
                  <a:pt x="1590071" y="374254"/>
                  <a:pt x="1592523" y="379572"/>
                </a:cubicBezTo>
                <a:cubicBezTo>
                  <a:pt x="1594785" y="384470"/>
                  <a:pt x="1596515" y="389328"/>
                  <a:pt x="1596821" y="393359"/>
                </a:cubicBezTo>
                <a:cubicBezTo>
                  <a:pt x="1597128" y="397388"/>
                  <a:pt x="1596012" y="400591"/>
                  <a:pt x="1592585" y="402175"/>
                </a:cubicBezTo>
                <a:cubicBezTo>
                  <a:pt x="1586705" y="404904"/>
                  <a:pt x="1579017" y="396604"/>
                  <a:pt x="1571283" y="389356"/>
                </a:cubicBezTo>
                <a:cubicBezTo>
                  <a:pt x="1566231" y="384588"/>
                  <a:pt x="1559459" y="379888"/>
                  <a:pt x="1554823" y="372245"/>
                </a:cubicBezTo>
                <a:cubicBezTo>
                  <a:pt x="1550872" y="365793"/>
                  <a:pt x="1548012" y="358216"/>
                  <a:pt x="1545020" y="350416"/>
                </a:cubicBezTo>
                <a:cubicBezTo>
                  <a:pt x="1542176" y="343072"/>
                  <a:pt x="1541437" y="335143"/>
                  <a:pt x="1539974" y="327193"/>
                </a:cubicBezTo>
                <a:cubicBezTo>
                  <a:pt x="1539160" y="322675"/>
                  <a:pt x="1538818" y="316492"/>
                  <a:pt x="1539152" y="310311"/>
                </a:cubicBezTo>
                <a:cubicBezTo>
                  <a:pt x="1539527" y="303356"/>
                  <a:pt x="1538566" y="296632"/>
                  <a:pt x="1543004" y="294653"/>
                </a:cubicBezTo>
                <a:close/>
                <a:moveTo>
                  <a:pt x="907587" y="287829"/>
                </a:moveTo>
                <a:cubicBezTo>
                  <a:pt x="911942" y="285646"/>
                  <a:pt x="922539" y="288617"/>
                  <a:pt x="927908" y="292898"/>
                </a:cubicBezTo>
                <a:cubicBezTo>
                  <a:pt x="932293" y="296428"/>
                  <a:pt x="936290" y="303578"/>
                  <a:pt x="938075" y="309010"/>
                </a:cubicBezTo>
                <a:cubicBezTo>
                  <a:pt x="940364" y="316065"/>
                  <a:pt x="941296" y="321647"/>
                  <a:pt x="940857" y="326600"/>
                </a:cubicBezTo>
                <a:cubicBezTo>
                  <a:pt x="940502" y="331080"/>
                  <a:pt x="934189" y="336055"/>
                  <a:pt x="935641" y="343493"/>
                </a:cubicBezTo>
                <a:cubicBezTo>
                  <a:pt x="937271" y="351852"/>
                  <a:pt x="946079" y="354920"/>
                  <a:pt x="949037" y="360110"/>
                </a:cubicBezTo>
                <a:cubicBezTo>
                  <a:pt x="952161" y="365709"/>
                  <a:pt x="951112" y="373058"/>
                  <a:pt x="951690" y="381371"/>
                </a:cubicBezTo>
                <a:cubicBezTo>
                  <a:pt x="951963" y="385295"/>
                  <a:pt x="951061" y="388727"/>
                  <a:pt x="949372" y="391548"/>
                </a:cubicBezTo>
                <a:cubicBezTo>
                  <a:pt x="947684" y="394367"/>
                  <a:pt x="945208" y="396576"/>
                  <a:pt x="942334" y="398054"/>
                </a:cubicBezTo>
                <a:cubicBezTo>
                  <a:pt x="934783" y="401945"/>
                  <a:pt x="929567" y="395415"/>
                  <a:pt x="923938" y="387582"/>
                </a:cubicBezTo>
                <a:cubicBezTo>
                  <a:pt x="919415" y="381284"/>
                  <a:pt x="917259" y="379027"/>
                  <a:pt x="916791" y="370590"/>
                </a:cubicBezTo>
                <a:cubicBezTo>
                  <a:pt x="916469" y="365432"/>
                  <a:pt x="912325" y="359576"/>
                  <a:pt x="910132" y="350812"/>
                </a:cubicBezTo>
                <a:cubicBezTo>
                  <a:pt x="908129" y="342805"/>
                  <a:pt x="905422" y="338228"/>
                  <a:pt x="903687" y="333889"/>
                </a:cubicBezTo>
                <a:cubicBezTo>
                  <a:pt x="901395" y="328187"/>
                  <a:pt x="900732" y="322773"/>
                  <a:pt x="900657" y="315009"/>
                </a:cubicBezTo>
                <a:lnTo>
                  <a:pt x="900609" y="314989"/>
                </a:lnTo>
                <a:cubicBezTo>
                  <a:pt x="900570" y="310909"/>
                  <a:pt x="900028" y="291605"/>
                  <a:pt x="907587" y="287829"/>
                </a:cubicBezTo>
                <a:close/>
                <a:moveTo>
                  <a:pt x="446186" y="270647"/>
                </a:moveTo>
                <a:cubicBezTo>
                  <a:pt x="451938" y="269839"/>
                  <a:pt x="456262" y="279440"/>
                  <a:pt x="461160" y="286458"/>
                </a:cubicBezTo>
                <a:cubicBezTo>
                  <a:pt x="466266" y="293790"/>
                  <a:pt x="475224" y="299462"/>
                  <a:pt x="476662" y="302491"/>
                </a:cubicBezTo>
                <a:cubicBezTo>
                  <a:pt x="478482" y="306357"/>
                  <a:pt x="475302" y="312871"/>
                  <a:pt x="476896" y="317546"/>
                </a:cubicBezTo>
                <a:cubicBezTo>
                  <a:pt x="478427" y="321969"/>
                  <a:pt x="484538" y="325149"/>
                  <a:pt x="485673" y="329575"/>
                </a:cubicBezTo>
                <a:cubicBezTo>
                  <a:pt x="487269" y="335860"/>
                  <a:pt x="487329" y="341572"/>
                  <a:pt x="486398" y="346050"/>
                </a:cubicBezTo>
                <a:cubicBezTo>
                  <a:pt x="485467" y="350528"/>
                  <a:pt x="483544" y="353773"/>
                  <a:pt x="481174" y="355122"/>
                </a:cubicBezTo>
                <a:cubicBezTo>
                  <a:pt x="476122" y="358029"/>
                  <a:pt x="473355" y="351847"/>
                  <a:pt x="466044" y="341164"/>
                </a:cubicBezTo>
                <a:cubicBezTo>
                  <a:pt x="461864" y="335124"/>
                  <a:pt x="451389" y="331187"/>
                  <a:pt x="447083" y="322892"/>
                </a:cubicBezTo>
                <a:cubicBezTo>
                  <a:pt x="443309" y="315612"/>
                  <a:pt x="444152" y="305523"/>
                  <a:pt x="440552" y="297693"/>
                </a:cubicBezTo>
                <a:cubicBezTo>
                  <a:pt x="438724" y="293711"/>
                  <a:pt x="437788" y="288407"/>
                  <a:pt x="438595" y="283384"/>
                </a:cubicBezTo>
                <a:cubicBezTo>
                  <a:pt x="439553" y="277463"/>
                  <a:pt x="441984" y="271257"/>
                  <a:pt x="446166" y="270695"/>
                </a:cubicBezTo>
                <a:close/>
                <a:moveTo>
                  <a:pt x="1706983" y="248484"/>
                </a:moveTo>
                <a:lnTo>
                  <a:pt x="1707011" y="248552"/>
                </a:lnTo>
                <a:cubicBezTo>
                  <a:pt x="1710453" y="248414"/>
                  <a:pt x="1715969" y="248975"/>
                  <a:pt x="1720038" y="252993"/>
                </a:cubicBezTo>
                <a:cubicBezTo>
                  <a:pt x="1723108" y="256029"/>
                  <a:pt x="1724665" y="261196"/>
                  <a:pt x="1727101" y="265208"/>
                </a:cubicBezTo>
                <a:cubicBezTo>
                  <a:pt x="1732734" y="274510"/>
                  <a:pt x="1736018" y="285650"/>
                  <a:pt x="1737715" y="289408"/>
                </a:cubicBezTo>
                <a:cubicBezTo>
                  <a:pt x="1740509" y="295660"/>
                  <a:pt x="1739690" y="304347"/>
                  <a:pt x="1742174" y="311879"/>
                </a:cubicBezTo>
                <a:cubicBezTo>
                  <a:pt x="1744658" y="319410"/>
                  <a:pt x="1748196" y="326311"/>
                  <a:pt x="1749533" y="333079"/>
                </a:cubicBezTo>
                <a:cubicBezTo>
                  <a:pt x="1751757" y="344058"/>
                  <a:pt x="1754537" y="353575"/>
                  <a:pt x="1750851" y="355644"/>
                </a:cubicBezTo>
                <a:cubicBezTo>
                  <a:pt x="1746512" y="358060"/>
                  <a:pt x="1743163" y="349094"/>
                  <a:pt x="1736280" y="338872"/>
                </a:cubicBezTo>
                <a:cubicBezTo>
                  <a:pt x="1732555" y="333361"/>
                  <a:pt x="1725407" y="328617"/>
                  <a:pt x="1721342" y="320819"/>
                </a:cubicBezTo>
                <a:cubicBezTo>
                  <a:pt x="1717924" y="314306"/>
                  <a:pt x="1716229" y="306372"/>
                  <a:pt x="1712797" y="298951"/>
                </a:cubicBezTo>
                <a:cubicBezTo>
                  <a:pt x="1709559" y="292008"/>
                  <a:pt x="1703726" y="286008"/>
                  <a:pt x="1700609" y="278776"/>
                </a:cubicBezTo>
                <a:cubicBezTo>
                  <a:pt x="1698571" y="274084"/>
                  <a:pt x="1699519" y="266975"/>
                  <a:pt x="1699688" y="261458"/>
                </a:cubicBezTo>
                <a:cubicBezTo>
                  <a:pt x="1699944" y="254114"/>
                  <a:pt x="1702449" y="248673"/>
                  <a:pt x="1706983" y="248484"/>
                </a:cubicBezTo>
                <a:close/>
                <a:moveTo>
                  <a:pt x="1082443" y="241814"/>
                </a:moveTo>
                <a:cubicBezTo>
                  <a:pt x="1086382" y="241431"/>
                  <a:pt x="1092091" y="243146"/>
                  <a:pt x="1096700" y="252470"/>
                </a:cubicBezTo>
                <a:cubicBezTo>
                  <a:pt x="1099372" y="257936"/>
                  <a:pt x="1098827" y="265834"/>
                  <a:pt x="1101308" y="272970"/>
                </a:cubicBezTo>
                <a:cubicBezTo>
                  <a:pt x="1103503" y="279308"/>
                  <a:pt x="1110108" y="284671"/>
                  <a:pt x="1111958" y="291429"/>
                </a:cubicBezTo>
                <a:cubicBezTo>
                  <a:pt x="1113767" y="298283"/>
                  <a:pt x="1113219" y="305785"/>
                  <a:pt x="1114444" y="312281"/>
                </a:cubicBezTo>
                <a:cubicBezTo>
                  <a:pt x="1115884" y="319884"/>
                  <a:pt x="1119382" y="326880"/>
                  <a:pt x="1119729" y="332782"/>
                </a:cubicBezTo>
                <a:lnTo>
                  <a:pt x="1119592" y="332839"/>
                </a:lnTo>
                <a:cubicBezTo>
                  <a:pt x="1119918" y="339465"/>
                  <a:pt x="1115672" y="345024"/>
                  <a:pt x="1112322" y="347234"/>
                </a:cubicBezTo>
                <a:cubicBezTo>
                  <a:pt x="1106471" y="351104"/>
                  <a:pt x="1095277" y="341616"/>
                  <a:pt x="1091931" y="334797"/>
                </a:cubicBezTo>
                <a:cubicBezTo>
                  <a:pt x="1089174" y="329127"/>
                  <a:pt x="1088333" y="322114"/>
                  <a:pt x="1085948" y="315020"/>
                </a:cubicBezTo>
                <a:cubicBezTo>
                  <a:pt x="1083746" y="308566"/>
                  <a:pt x="1081271" y="302223"/>
                  <a:pt x="1079627" y="295382"/>
                </a:cubicBezTo>
                <a:cubicBezTo>
                  <a:pt x="1077946" y="288356"/>
                  <a:pt x="1072829" y="282262"/>
                  <a:pt x="1071991" y="275647"/>
                </a:cubicBezTo>
                <a:cubicBezTo>
                  <a:pt x="1071009" y="267897"/>
                  <a:pt x="1071081" y="260590"/>
                  <a:pt x="1071663" y="254625"/>
                </a:cubicBezTo>
                <a:cubicBezTo>
                  <a:pt x="1072552" y="245232"/>
                  <a:pt x="1076192" y="242468"/>
                  <a:pt x="1082443" y="241814"/>
                </a:cubicBezTo>
                <a:close/>
                <a:moveTo>
                  <a:pt x="610807" y="208929"/>
                </a:moveTo>
                <a:cubicBezTo>
                  <a:pt x="614438" y="209970"/>
                  <a:pt x="618088" y="212162"/>
                  <a:pt x="621130" y="215130"/>
                </a:cubicBezTo>
                <a:lnTo>
                  <a:pt x="621150" y="215082"/>
                </a:lnTo>
                <a:cubicBezTo>
                  <a:pt x="625990" y="219818"/>
                  <a:pt x="631378" y="224051"/>
                  <a:pt x="633426" y="229932"/>
                </a:cubicBezTo>
                <a:cubicBezTo>
                  <a:pt x="635271" y="235220"/>
                  <a:pt x="634591" y="241821"/>
                  <a:pt x="636741" y="248535"/>
                </a:cubicBezTo>
                <a:cubicBezTo>
                  <a:pt x="639157" y="256095"/>
                  <a:pt x="638422" y="264310"/>
                  <a:pt x="641254" y="270068"/>
                </a:cubicBezTo>
                <a:cubicBezTo>
                  <a:pt x="645023" y="277630"/>
                  <a:pt x="649727" y="283495"/>
                  <a:pt x="652629" y="288548"/>
                </a:cubicBezTo>
                <a:cubicBezTo>
                  <a:pt x="655310" y="293256"/>
                  <a:pt x="657632" y="296628"/>
                  <a:pt x="658469" y="299292"/>
                </a:cubicBezTo>
                <a:cubicBezTo>
                  <a:pt x="659305" y="301956"/>
                  <a:pt x="658654" y="303914"/>
                  <a:pt x="655388" y="305790"/>
                </a:cubicBezTo>
                <a:cubicBezTo>
                  <a:pt x="649750" y="309017"/>
                  <a:pt x="643517" y="305051"/>
                  <a:pt x="635201" y="298519"/>
                </a:cubicBezTo>
                <a:cubicBezTo>
                  <a:pt x="629784" y="294218"/>
                  <a:pt x="624143" y="288976"/>
                  <a:pt x="618860" y="281797"/>
                </a:cubicBezTo>
                <a:cubicBezTo>
                  <a:pt x="614421" y="275704"/>
                  <a:pt x="604738" y="271761"/>
                  <a:pt x="601113" y="264259"/>
                </a:cubicBezTo>
                <a:cubicBezTo>
                  <a:pt x="597656" y="257167"/>
                  <a:pt x="599274" y="247516"/>
                  <a:pt x="597123" y="239729"/>
                </a:cubicBezTo>
                <a:cubicBezTo>
                  <a:pt x="595872" y="235310"/>
                  <a:pt x="596368" y="228744"/>
                  <a:pt x="596141" y="222554"/>
                </a:cubicBezTo>
                <a:cubicBezTo>
                  <a:pt x="595909" y="215571"/>
                  <a:pt x="596344" y="211972"/>
                  <a:pt x="600595" y="209632"/>
                </a:cubicBezTo>
                <a:cubicBezTo>
                  <a:pt x="603564" y="207997"/>
                  <a:pt x="607177" y="207888"/>
                  <a:pt x="610807" y="208929"/>
                </a:cubicBezTo>
                <a:close/>
                <a:moveTo>
                  <a:pt x="1868631" y="205459"/>
                </a:moveTo>
                <a:cubicBezTo>
                  <a:pt x="1872288" y="203999"/>
                  <a:pt x="1874444" y="209756"/>
                  <a:pt x="1881397" y="217523"/>
                </a:cubicBezTo>
                <a:cubicBezTo>
                  <a:pt x="1885428" y="222034"/>
                  <a:pt x="1895742" y="222854"/>
                  <a:pt x="1900073" y="229072"/>
                </a:cubicBezTo>
                <a:cubicBezTo>
                  <a:pt x="1903866" y="234555"/>
                  <a:pt x="1901901" y="244230"/>
                  <a:pt x="1905472" y="250241"/>
                </a:cubicBezTo>
                <a:cubicBezTo>
                  <a:pt x="1909072" y="256321"/>
                  <a:pt x="1917507" y="259742"/>
                  <a:pt x="1920423" y="265705"/>
                </a:cubicBezTo>
                <a:cubicBezTo>
                  <a:pt x="1923844" y="272612"/>
                  <a:pt x="1925861" y="279779"/>
                  <a:pt x="1927701" y="285347"/>
                </a:cubicBezTo>
                <a:lnTo>
                  <a:pt x="1927749" y="285368"/>
                </a:lnTo>
                <a:cubicBezTo>
                  <a:pt x="1929896" y="291686"/>
                  <a:pt x="1930326" y="298468"/>
                  <a:pt x="1927685" y="301540"/>
                </a:cubicBezTo>
                <a:cubicBezTo>
                  <a:pt x="1925262" y="304363"/>
                  <a:pt x="1920971" y="303299"/>
                  <a:pt x="1915374" y="301180"/>
                </a:cubicBezTo>
                <a:cubicBezTo>
                  <a:pt x="1910401" y="299322"/>
                  <a:pt x="1906755" y="296045"/>
                  <a:pt x="1904383" y="293359"/>
                </a:cubicBezTo>
                <a:cubicBezTo>
                  <a:pt x="1900173" y="288603"/>
                  <a:pt x="1896596" y="282872"/>
                  <a:pt x="1892361" y="276695"/>
                </a:cubicBezTo>
                <a:cubicBezTo>
                  <a:pt x="1888511" y="271075"/>
                  <a:pt x="1880100" y="268004"/>
                  <a:pt x="1876684" y="261888"/>
                </a:cubicBezTo>
                <a:cubicBezTo>
                  <a:pt x="1873165" y="255616"/>
                  <a:pt x="1868296" y="249739"/>
                  <a:pt x="1865673" y="243616"/>
                </a:cubicBezTo>
                <a:cubicBezTo>
                  <a:pt x="1862605" y="236404"/>
                  <a:pt x="1861430" y="228574"/>
                  <a:pt x="1860338" y="222699"/>
                </a:cubicBezTo>
                <a:cubicBezTo>
                  <a:pt x="1858694" y="213431"/>
                  <a:pt x="1862817" y="207764"/>
                  <a:pt x="1868631" y="205459"/>
                </a:cubicBezTo>
                <a:close/>
                <a:moveTo>
                  <a:pt x="1241150" y="189654"/>
                </a:moveTo>
                <a:cubicBezTo>
                  <a:pt x="1245504" y="187471"/>
                  <a:pt x="1256019" y="189561"/>
                  <a:pt x="1261388" y="193841"/>
                </a:cubicBezTo>
                <a:cubicBezTo>
                  <a:pt x="1265774" y="197372"/>
                  <a:pt x="1265289" y="206200"/>
                  <a:pt x="1267094" y="211584"/>
                </a:cubicBezTo>
                <a:cubicBezTo>
                  <a:pt x="1269383" y="218639"/>
                  <a:pt x="1274392" y="222431"/>
                  <a:pt x="1273613" y="227522"/>
                </a:cubicBezTo>
                <a:cubicBezTo>
                  <a:pt x="1272939" y="232094"/>
                  <a:pt x="1268489" y="237060"/>
                  <a:pt x="1269961" y="244450"/>
                </a:cubicBezTo>
                <a:cubicBezTo>
                  <a:pt x="1271591" y="252809"/>
                  <a:pt x="1275813" y="258076"/>
                  <a:pt x="1278702" y="263295"/>
                </a:cubicBezTo>
                <a:cubicBezTo>
                  <a:pt x="1281827" y="268893"/>
                  <a:pt x="1286998" y="274050"/>
                  <a:pt x="1287623" y="282384"/>
                </a:cubicBezTo>
                <a:cubicBezTo>
                  <a:pt x="1287896" y="286308"/>
                  <a:pt x="1287249" y="291554"/>
                  <a:pt x="1285813" y="296195"/>
                </a:cubicBezTo>
                <a:cubicBezTo>
                  <a:pt x="1284376" y="300835"/>
                  <a:pt x="1282151" y="304869"/>
                  <a:pt x="1279267" y="306370"/>
                </a:cubicBezTo>
                <a:cubicBezTo>
                  <a:pt x="1275184" y="308441"/>
                  <a:pt x="1270505" y="302248"/>
                  <a:pt x="1266155" y="298902"/>
                </a:cubicBezTo>
                <a:cubicBezTo>
                  <a:pt x="1262444" y="296050"/>
                  <a:pt x="1260043" y="292222"/>
                  <a:pt x="1257495" y="288614"/>
                </a:cubicBezTo>
                <a:cubicBezTo>
                  <a:pt x="1252971" y="282317"/>
                  <a:pt x="1246113" y="280517"/>
                  <a:pt x="1245644" y="272079"/>
                </a:cubicBezTo>
                <a:cubicBezTo>
                  <a:pt x="1245323" y="266921"/>
                  <a:pt x="1246005" y="260716"/>
                  <a:pt x="1243832" y="251904"/>
                </a:cubicBezTo>
                <a:cubicBezTo>
                  <a:pt x="1241829" y="243897"/>
                  <a:pt x="1237985" y="239747"/>
                  <a:pt x="1236250" y="235408"/>
                </a:cubicBezTo>
                <a:cubicBezTo>
                  <a:pt x="1233958" y="229706"/>
                  <a:pt x="1239193" y="223941"/>
                  <a:pt x="1239118" y="216177"/>
                </a:cubicBezTo>
                <a:lnTo>
                  <a:pt x="1239050" y="216205"/>
                </a:lnTo>
                <a:cubicBezTo>
                  <a:pt x="1239011" y="212125"/>
                  <a:pt x="1233591" y="193429"/>
                  <a:pt x="1241150" y="189654"/>
                </a:cubicBezTo>
                <a:close/>
                <a:moveTo>
                  <a:pt x="773699" y="152723"/>
                </a:moveTo>
                <a:lnTo>
                  <a:pt x="773686" y="152887"/>
                </a:lnTo>
                <a:cubicBezTo>
                  <a:pt x="780035" y="151596"/>
                  <a:pt x="785981" y="157191"/>
                  <a:pt x="788231" y="161915"/>
                </a:cubicBezTo>
                <a:cubicBezTo>
                  <a:pt x="790210" y="166075"/>
                  <a:pt x="789977" y="172016"/>
                  <a:pt x="792489" y="176116"/>
                </a:cubicBezTo>
                <a:cubicBezTo>
                  <a:pt x="795339" y="180753"/>
                  <a:pt x="797669" y="187712"/>
                  <a:pt x="801325" y="195678"/>
                </a:cubicBezTo>
                <a:cubicBezTo>
                  <a:pt x="804021" y="201492"/>
                  <a:pt x="805370" y="208096"/>
                  <a:pt x="807193" y="215859"/>
                </a:cubicBezTo>
                <a:cubicBezTo>
                  <a:pt x="808672" y="222291"/>
                  <a:pt x="813503" y="228662"/>
                  <a:pt x="813701" y="236534"/>
                </a:cubicBezTo>
                <a:cubicBezTo>
                  <a:pt x="813793" y="240354"/>
                  <a:pt x="811082" y="246556"/>
                  <a:pt x="812227" y="251495"/>
                </a:cubicBezTo>
                <a:cubicBezTo>
                  <a:pt x="812853" y="254241"/>
                  <a:pt x="813766" y="256401"/>
                  <a:pt x="813744" y="258035"/>
                </a:cubicBezTo>
                <a:cubicBezTo>
                  <a:pt x="813722" y="259670"/>
                  <a:pt x="812764" y="260778"/>
                  <a:pt x="809648" y="261420"/>
                </a:cubicBezTo>
                <a:cubicBezTo>
                  <a:pt x="803783" y="262632"/>
                  <a:pt x="802858" y="257842"/>
                  <a:pt x="798992" y="252667"/>
                </a:cubicBezTo>
                <a:cubicBezTo>
                  <a:pt x="794739" y="246934"/>
                  <a:pt x="789610" y="241681"/>
                  <a:pt x="788066" y="239172"/>
                </a:cubicBezTo>
                <a:cubicBezTo>
                  <a:pt x="786711" y="237024"/>
                  <a:pt x="782615" y="229438"/>
                  <a:pt x="778314" y="218436"/>
                </a:cubicBezTo>
                <a:cubicBezTo>
                  <a:pt x="775783" y="211958"/>
                  <a:pt x="772886" y="204874"/>
                  <a:pt x="771400" y="196576"/>
                </a:cubicBezTo>
                <a:cubicBezTo>
                  <a:pt x="770072" y="189246"/>
                  <a:pt x="771429" y="181969"/>
                  <a:pt x="772055" y="173878"/>
                </a:cubicBezTo>
                <a:cubicBezTo>
                  <a:pt x="772508" y="168085"/>
                  <a:pt x="769007" y="153693"/>
                  <a:pt x="773699" y="152723"/>
                </a:cubicBezTo>
                <a:close/>
                <a:moveTo>
                  <a:pt x="2039737" y="150761"/>
                </a:moveTo>
                <a:lnTo>
                  <a:pt x="2039765" y="150829"/>
                </a:lnTo>
                <a:cubicBezTo>
                  <a:pt x="2045803" y="150818"/>
                  <a:pt x="2052640" y="158593"/>
                  <a:pt x="2057981" y="168055"/>
                </a:cubicBezTo>
                <a:cubicBezTo>
                  <a:pt x="2063321" y="177516"/>
                  <a:pt x="2068632" y="187587"/>
                  <a:pt x="2070193" y="191402"/>
                </a:cubicBezTo>
                <a:cubicBezTo>
                  <a:pt x="2072736" y="197715"/>
                  <a:pt x="2075712" y="205284"/>
                  <a:pt x="2077923" y="212927"/>
                </a:cubicBezTo>
                <a:cubicBezTo>
                  <a:pt x="2080155" y="220522"/>
                  <a:pt x="2082614" y="228382"/>
                  <a:pt x="2083720" y="235166"/>
                </a:cubicBezTo>
                <a:cubicBezTo>
                  <a:pt x="2085527" y="246197"/>
                  <a:pt x="2084947" y="259160"/>
                  <a:pt x="2081205" y="261092"/>
                </a:cubicBezTo>
                <a:cubicBezTo>
                  <a:pt x="2076811" y="263371"/>
                  <a:pt x="2069281" y="253613"/>
                  <a:pt x="2062778" y="243157"/>
                </a:cubicBezTo>
                <a:cubicBezTo>
                  <a:pt x="2059230" y="237494"/>
                  <a:pt x="2052901" y="231739"/>
                  <a:pt x="2049109" y="223828"/>
                </a:cubicBezTo>
                <a:cubicBezTo>
                  <a:pt x="2045914" y="217185"/>
                  <a:pt x="2046555" y="208253"/>
                  <a:pt x="2043346" y="200700"/>
                </a:cubicBezTo>
                <a:cubicBezTo>
                  <a:pt x="2040381" y="193644"/>
                  <a:pt x="2032314" y="188402"/>
                  <a:pt x="2029401" y="181087"/>
                </a:cubicBezTo>
                <a:cubicBezTo>
                  <a:pt x="2027491" y="176223"/>
                  <a:pt x="2029280" y="169127"/>
                  <a:pt x="2030365" y="163711"/>
                </a:cubicBezTo>
                <a:cubicBezTo>
                  <a:pt x="2031745" y="156783"/>
                  <a:pt x="2035263" y="150806"/>
                  <a:pt x="2039737" y="150761"/>
                </a:cubicBezTo>
                <a:close/>
                <a:moveTo>
                  <a:pt x="1413007" y="142044"/>
                </a:moveTo>
                <a:lnTo>
                  <a:pt x="1413015" y="142160"/>
                </a:lnTo>
                <a:cubicBezTo>
                  <a:pt x="1418342" y="141964"/>
                  <a:pt x="1422803" y="149082"/>
                  <a:pt x="1426662" y="154141"/>
                </a:cubicBezTo>
                <a:cubicBezTo>
                  <a:pt x="1430623" y="159357"/>
                  <a:pt x="1433867" y="165344"/>
                  <a:pt x="1435568" y="168823"/>
                </a:cubicBezTo>
                <a:cubicBezTo>
                  <a:pt x="1438914" y="175642"/>
                  <a:pt x="1437558" y="183993"/>
                  <a:pt x="1439394" y="191591"/>
                </a:cubicBezTo>
                <a:cubicBezTo>
                  <a:pt x="1441258" y="199257"/>
                  <a:pt x="1448769" y="205960"/>
                  <a:pt x="1449245" y="213440"/>
                </a:cubicBezTo>
                <a:cubicBezTo>
                  <a:pt x="1449762" y="221897"/>
                  <a:pt x="1450998" y="230656"/>
                  <a:pt x="1449980" y="237397"/>
                </a:cubicBezTo>
                <a:cubicBezTo>
                  <a:pt x="1448355" y="248005"/>
                  <a:pt x="1440400" y="253534"/>
                  <a:pt x="1435502" y="255264"/>
                </a:cubicBezTo>
                <a:cubicBezTo>
                  <a:pt x="1428787" y="257700"/>
                  <a:pt x="1420829" y="249908"/>
                  <a:pt x="1416056" y="241248"/>
                </a:cubicBezTo>
                <a:cubicBezTo>
                  <a:pt x="1413457" y="236547"/>
                  <a:pt x="1409556" y="232937"/>
                  <a:pt x="1409957" y="228477"/>
                </a:cubicBezTo>
                <a:cubicBezTo>
                  <a:pt x="1410359" y="224018"/>
                  <a:pt x="1415027" y="219877"/>
                  <a:pt x="1415397" y="214952"/>
                </a:cubicBezTo>
                <a:cubicBezTo>
                  <a:pt x="1415679" y="210780"/>
                  <a:pt x="1413060" y="206128"/>
                  <a:pt x="1412200" y="200914"/>
                </a:cubicBezTo>
                <a:cubicBezTo>
                  <a:pt x="1411525" y="196737"/>
                  <a:pt x="1413477" y="191402"/>
                  <a:pt x="1411996" y="186322"/>
                </a:cubicBezTo>
                <a:cubicBezTo>
                  <a:pt x="1410102" y="179942"/>
                  <a:pt x="1405185" y="175793"/>
                  <a:pt x="1402974" y="171650"/>
                </a:cubicBezTo>
                <a:cubicBezTo>
                  <a:pt x="1399806" y="165751"/>
                  <a:pt x="1395887" y="160836"/>
                  <a:pt x="1397368" y="155416"/>
                </a:cubicBezTo>
                <a:cubicBezTo>
                  <a:pt x="1399147" y="148881"/>
                  <a:pt x="1407517" y="142227"/>
                  <a:pt x="1413007" y="142044"/>
                </a:cubicBezTo>
                <a:close/>
                <a:moveTo>
                  <a:pt x="930883" y="106756"/>
                </a:moveTo>
                <a:lnTo>
                  <a:pt x="930931" y="106776"/>
                </a:lnTo>
                <a:cubicBezTo>
                  <a:pt x="935964" y="104990"/>
                  <a:pt x="941483" y="115373"/>
                  <a:pt x="946717" y="119033"/>
                </a:cubicBezTo>
                <a:cubicBezTo>
                  <a:pt x="951951" y="122693"/>
                  <a:pt x="960127" y="123635"/>
                  <a:pt x="962786" y="126441"/>
                </a:cubicBezTo>
                <a:cubicBezTo>
                  <a:pt x="968048" y="131920"/>
                  <a:pt x="972630" y="138750"/>
                  <a:pt x="976665" y="145406"/>
                </a:cubicBezTo>
                <a:cubicBezTo>
                  <a:pt x="980776" y="152151"/>
                  <a:pt x="985862" y="158854"/>
                  <a:pt x="988587" y="165809"/>
                </a:cubicBezTo>
                <a:cubicBezTo>
                  <a:pt x="991654" y="173698"/>
                  <a:pt x="992296" y="182264"/>
                  <a:pt x="993353" y="189028"/>
                </a:cubicBezTo>
                <a:cubicBezTo>
                  <a:pt x="995042" y="199670"/>
                  <a:pt x="994566" y="210363"/>
                  <a:pt x="990437" y="213488"/>
                </a:cubicBezTo>
                <a:cubicBezTo>
                  <a:pt x="987355" y="215866"/>
                  <a:pt x="981525" y="212013"/>
                  <a:pt x="976236" y="209966"/>
                </a:cubicBezTo>
                <a:cubicBezTo>
                  <a:pt x="971878" y="208254"/>
                  <a:pt x="969194" y="204703"/>
                  <a:pt x="965980" y="201606"/>
                </a:cubicBezTo>
                <a:cubicBezTo>
                  <a:pt x="962146" y="197969"/>
                  <a:pt x="960079" y="195635"/>
                  <a:pt x="958495" y="191471"/>
                </a:cubicBezTo>
                <a:cubicBezTo>
                  <a:pt x="956912" y="187310"/>
                  <a:pt x="953291" y="183704"/>
                  <a:pt x="952105" y="178861"/>
                </a:cubicBezTo>
                <a:cubicBezTo>
                  <a:pt x="950333" y="171515"/>
                  <a:pt x="944456" y="165893"/>
                  <a:pt x="937768" y="156148"/>
                </a:cubicBezTo>
                <a:cubicBezTo>
                  <a:pt x="934043" y="150637"/>
                  <a:pt x="935532" y="142908"/>
                  <a:pt x="932779" y="139383"/>
                </a:cubicBezTo>
                <a:cubicBezTo>
                  <a:pt x="928804" y="134333"/>
                  <a:pt x="926117" y="132134"/>
                  <a:pt x="925813" y="126532"/>
                </a:cubicBezTo>
                <a:cubicBezTo>
                  <a:pt x="925480" y="119789"/>
                  <a:pt x="925693" y="108646"/>
                  <a:pt x="930883" y="106756"/>
                </a:cubicBezTo>
                <a:close/>
                <a:moveTo>
                  <a:pt x="2202746" y="105428"/>
                </a:moveTo>
                <a:cubicBezTo>
                  <a:pt x="2208822" y="102498"/>
                  <a:pt x="2217473" y="108097"/>
                  <a:pt x="2223184" y="114385"/>
                </a:cubicBezTo>
                <a:lnTo>
                  <a:pt x="2223280" y="114425"/>
                </a:lnTo>
                <a:cubicBezTo>
                  <a:pt x="2227815" y="119485"/>
                  <a:pt x="2229284" y="124729"/>
                  <a:pt x="2231011" y="130701"/>
                </a:cubicBezTo>
                <a:cubicBezTo>
                  <a:pt x="2232556" y="136033"/>
                  <a:pt x="2236169" y="141272"/>
                  <a:pt x="2237931" y="148105"/>
                </a:cubicBezTo>
                <a:cubicBezTo>
                  <a:pt x="2239910" y="155765"/>
                  <a:pt x="2241740" y="162570"/>
                  <a:pt x="2244231" y="168468"/>
                </a:cubicBezTo>
                <a:cubicBezTo>
                  <a:pt x="2247503" y="176273"/>
                  <a:pt x="2254431" y="180868"/>
                  <a:pt x="2256972" y="186110"/>
                </a:cubicBezTo>
                <a:cubicBezTo>
                  <a:pt x="2259346" y="190942"/>
                  <a:pt x="2260276" y="195960"/>
                  <a:pt x="2259766" y="200190"/>
                </a:cubicBezTo>
                <a:cubicBezTo>
                  <a:pt x="2259255" y="204422"/>
                  <a:pt x="2257305" y="207867"/>
                  <a:pt x="2253919" y="209553"/>
                </a:cubicBezTo>
                <a:cubicBezTo>
                  <a:pt x="2248095" y="212418"/>
                  <a:pt x="2238181" y="207814"/>
                  <a:pt x="2230250" y="200766"/>
                </a:cubicBezTo>
                <a:cubicBezTo>
                  <a:pt x="2225071" y="196169"/>
                  <a:pt x="2223122" y="187226"/>
                  <a:pt x="2218309" y="179734"/>
                </a:cubicBezTo>
                <a:cubicBezTo>
                  <a:pt x="2214202" y="173385"/>
                  <a:pt x="2208133" y="167683"/>
                  <a:pt x="2204937" y="159965"/>
                </a:cubicBezTo>
                <a:cubicBezTo>
                  <a:pt x="2201936" y="152726"/>
                  <a:pt x="2203051" y="144275"/>
                  <a:pt x="2201404" y="136361"/>
                </a:cubicBezTo>
                <a:cubicBezTo>
                  <a:pt x="2200522" y="131871"/>
                  <a:pt x="2192872" y="125901"/>
                  <a:pt x="2193043" y="119706"/>
                </a:cubicBezTo>
                <a:cubicBezTo>
                  <a:pt x="2193226" y="112672"/>
                  <a:pt x="2198364" y="107543"/>
                  <a:pt x="2202746" y="105428"/>
                </a:cubicBezTo>
                <a:close/>
                <a:moveTo>
                  <a:pt x="1590048" y="104678"/>
                </a:moveTo>
                <a:cubicBezTo>
                  <a:pt x="1596482" y="104664"/>
                  <a:pt x="1600903" y="104879"/>
                  <a:pt x="1602270" y="109289"/>
                </a:cubicBezTo>
                <a:cubicBezTo>
                  <a:pt x="1603489" y="113243"/>
                  <a:pt x="1601151" y="119093"/>
                  <a:pt x="1602786" y="123673"/>
                </a:cubicBezTo>
                <a:cubicBezTo>
                  <a:pt x="1604644" y="128796"/>
                  <a:pt x="1606413" y="135746"/>
                  <a:pt x="1608426" y="144266"/>
                </a:cubicBezTo>
                <a:cubicBezTo>
                  <a:pt x="1609869" y="150515"/>
                  <a:pt x="1610222" y="157210"/>
                  <a:pt x="1610380" y="165178"/>
                </a:cubicBezTo>
                <a:cubicBezTo>
                  <a:pt x="1610561" y="171745"/>
                  <a:pt x="1614787" y="179159"/>
                  <a:pt x="1613393" y="186928"/>
                </a:cubicBezTo>
                <a:cubicBezTo>
                  <a:pt x="1612672" y="190803"/>
                  <a:pt x="1616504" y="196867"/>
                  <a:pt x="1615797" y="201651"/>
                </a:cubicBezTo>
                <a:cubicBezTo>
                  <a:pt x="1615057" y="206646"/>
                  <a:pt x="1609734" y="207239"/>
                  <a:pt x="1603532" y="207237"/>
                </a:cubicBezTo>
                <a:cubicBezTo>
                  <a:pt x="1597542" y="207268"/>
                  <a:pt x="1594581" y="206931"/>
                  <a:pt x="1591817" y="201145"/>
                </a:cubicBezTo>
                <a:cubicBezTo>
                  <a:pt x="1588775" y="194677"/>
                  <a:pt x="1590783" y="185980"/>
                  <a:pt x="1589805" y="183200"/>
                </a:cubicBezTo>
                <a:cubicBezTo>
                  <a:pt x="1588926" y="180856"/>
                  <a:pt x="1581823" y="173986"/>
                  <a:pt x="1579764" y="162343"/>
                </a:cubicBezTo>
                <a:cubicBezTo>
                  <a:pt x="1578563" y="155518"/>
                  <a:pt x="1573883" y="147576"/>
                  <a:pt x="1574042" y="139119"/>
                </a:cubicBezTo>
                <a:cubicBezTo>
                  <a:pt x="1574222" y="131688"/>
                  <a:pt x="1581265" y="124703"/>
                  <a:pt x="1583451" y="116927"/>
                </a:cubicBezTo>
                <a:cubicBezTo>
                  <a:pt x="1585060" y="111337"/>
                  <a:pt x="1585246" y="104698"/>
                  <a:pt x="1590048" y="104678"/>
                </a:cubicBezTo>
                <a:close/>
                <a:moveTo>
                  <a:pt x="664875" y="85801"/>
                </a:moveTo>
                <a:cubicBezTo>
                  <a:pt x="673026" y="82499"/>
                  <a:pt x="686272" y="88838"/>
                  <a:pt x="688737" y="95741"/>
                </a:cubicBezTo>
                <a:cubicBezTo>
                  <a:pt x="691509" y="103393"/>
                  <a:pt x="686164" y="106459"/>
                  <a:pt x="687384" y="115663"/>
                </a:cubicBezTo>
                <a:cubicBezTo>
                  <a:pt x="688810" y="125855"/>
                  <a:pt x="697609" y="127735"/>
                  <a:pt x="696946" y="137391"/>
                </a:cubicBezTo>
                <a:cubicBezTo>
                  <a:pt x="696609" y="142103"/>
                  <a:pt x="692594" y="147647"/>
                  <a:pt x="686671" y="150076"/>
                </a:cubicBezTo>
                <a:cubicBezTo>
                  <a:pt x="678957" y="153279"/>
                  <a:pt x="671297" y="148546"/>
                  <a:pt x="666660" y="144403"/>
                </a:cubicBezTo>
                <a:cubicBezTo>
                  <a:pt x="660731" y="139040"/>
                  <a:pt x="656662" y="138521"/>
                  <a:pt x="653627" y="125171"/>
                </a:cubicBezTo>
                <a:cubicBezTo>
                  <a:pt x="651234" y="114460"/>
                  <a:pt x="652187" y="110571"/>
                  <a:pt x="653542" y="102219"/>
                </a:cubicBezTo>
                <a:lnTo>
                  <a:pt x="653562" y="102171"/>
                </a:lnTo>
                <a:cubicBezTo>
                  <a:pt x="653980" y="99693"/>
                  <a:pt x="657133" y="88936"/>
                  <a:pt x="664875" y="85801"/>
                </a:cubicBezTo>
                <a:close/>
                <a:moveTo>
                  <a:pt x="1116706" y="59465"/>
                </a:moveTo>
                <a:cubicBezTo>
                  <a:pt x="1120565" y="58598"/>
                  <a:pt x="1127871" y="60811"/>
                  <a:pt x="1133493" y="69601"/>
                </a:cubicBezTo>
                <a:cubicBezTo>
                  <a:pt x="1136771" y="74700"/>
                  <a:pt x="1140061" y="81383"/>
                  <a:pt x="1143339" y="88231"/>
                </a:cubicBezTo>
                <a:cubicBezTo>
                  <a:pt x="1146214" y="94290"/>
                  <a:pt x="1147671" y="101447"/>
                  <a:pt x="1150229" y="107994"/>
                </a:cubicBezTo>
                <a:cubicBezTo>
                  <a:pt x="1152787" y="114541"/>
                  <a:pt x="1157439" y="120666"/>
                  <a:pt x="1159353" y="126999"/>
                </a:cubicBezTo>
                <a:cubicBezTo>
                  <a:pt x="1161618" y="134382"/>
                  <a:pt x="1160164" y="142296"/>
                  <a:pt x="1161111" y="148111"/>
                </a:cubicBezTo>
                <a:lnTo>
                  <a:pt x="1161179" y="148083"/>
                </a:lnTo>
                <a:cubicBezTo>
                  <a:pt x="1162269" y="154635"/>
                  <a:pt x="1162271" y="160958"/>
                  <a:pt x="1159176" y="163499"/>
                </a:cubicBezTo>
                <a:cubicBezTo>
                  <a:pt x="1156326" y="165862"/>
                  <a:pt x="1150839" y="166442"/>
                  <a:pt x="1145736" y="163683"/>
                </a:cubicBezTo>
                <a:cubicBezTo>
                  <a:pt x="1141187" y="161214"/>
                  <a:pt x="1139949" y="154880"/>
                  <a:pt x="1137999" y="151862"/>
                </a:cubicBezTo>
                <a:cubicBezTo>
                  <a:pt x="1134609" y="146492"/>
                  <a:pt x="1128278" y="142090"/>
                  <a:pt x="1125076" y="135330"/>
                </a:cubicBezTo>
                <a:cubicBezTo>
                  <a:pt x="1122192" y="129155"/>
                  <a:pt x="1122153" y="121575"/>
                  <a:pt x="1119731" y="114974"/>
                </a:cubicBezTo>
                <a:cubicBezTo>
                  <a:pt x="1117273" y="108186"/>
                  <a:pt x="1112617" y="102341"/>
                  <a:pt x="1111043" y="95868"/>
                </a:cubicBezTo>
                <a:cubicBezTo>
                  <a:pt x="1109207" y="88270"/>
                  <a:pt x="1109711" y="81143"/>
                  <a:pt x="1109637" y="75129"/>
                </a:cubicBezTo>
                <a:cubicBezTo>
                  <a:pt x="1109473" y="65691"/>
                  <a:pt x="1110617" y="60809"/>
                  <a:pt x="1116706" y="59465"/>
                </a:cubicBezTo>
                <a:close/>
                <a:moveTo>
                  <a:pt x="1745412" y="51345"/>
                </a:moveTo>
                <a:cubicBezTo>
                  <a:pt x="1750680" y="50615"/>
                  <a:pt x="1755860" y="58712"/>
                  <a:pt x="1760227" y="63364"/>
                </a:cubicBezTo>
                <a:cubicBezTo>
                  <a:pt x="1764718" y="68123"/>
                  <a:pt x="1771632" y="71810"/>
                  <a:pt x="1773645" y="75080"/>
                </a:cubicBezTo>
                <a:cubicBezTo>
                  <a:pt x="1777665" y="81505"/>
                  <a:pt x="1774725" y="91619"/>
                  <a:pt x="1777338" y="98977"/>
                </a:cubicBezTo>
                <a:cubicBezTo>
                  <a:pt x="1779978" y="106405"/>
                  <a:pt x="1782975" y="113249"/>
                  <a:pt x="1784168" y="120634"/>
                </a:cubicBezTo>
                <a:cubicBezTo>
                  <a:pt x="1785565" y="129009"/>
                  <a:pt x="1783928" y="136282"/>
                  <a:pt x="1783593" y="143140"/>
                </a:cubicBezTo>
                <a:cubicBezTo>
                  <a:pt x="1783321" y="148500"/>
                  <a:pt x="1783573" y="152980"/>
                  <a:pt x="1783309" y="156404"/>
                </a:cubicBezTo>
                <a:cubicBezTo>
                  <a:pt x="1783045" y="159829"/>
                  <a:pt x="1782264" y="162197"/>
                  <a:pt x="1779927" y="163335"/>
                </a:cubicBezTo>
                <a:cubicBezTo>
                  <a:pt x="1776402" y="165018"/>
                  <a:pt x="1772720" y="163307"/>
                  <a:pt x="1767917" y="160505"/>
                </a:cubicBezTo>
                <a:cubicBezTo>
                  <a:pt x="1763889" y="158140"/>
                  <a:pt x="1760907" y="155028"/>
                  <a:pt x="1758330" y="151353"/>
                </a:cubicBezTo>
                <a:cubicBezTo>
                  <a:pt x="1755311" y="146983"/>
                  <a:pt x="1754558" y="143394"/>
                  <a:pt x="1753724" y="138925"/>
                </a:cubicBezTo>
                <a:cubicBezTo>
                  <a:pt x="1752890" y="134455"/>
                  <a:pt x="1748778" y="130137"/>
                  <a:pt x="1748630" y="125107"/>
                </a:cubicBezTo>
                <a:cubicBezTo>
                  <a:pt x="1748406" y="117563"/>
                  <a:pt x="1749204" y="109600"/>
                  <a:pt x="1744719" y="98634"/>
                </a:cubicBezTo>
                <a:cubicBezTo>
                  <a:pt x="1742164" y="92484"/>
                  <a:pt x="1742412" y="86775"/>
                  <a:pt x="1740681" y="82833"/>
                </a:cubicBezTo>
                <a:cubicBezTo>
                  <a:pt x="1738273" y="77139"/>
                  <a:pt x="1735263" y="73959"/>
                  <a:pt x="1736128" y="68394"/>
                </a:cubicBezTo>
                <a:cubicBezTo>
                  <a:pt x="1737174" y="61721"/>
                  <a:pt x="1739893" y="52136"/>
                  <a:pt x="1745344" y="51372"/>
                </a:cubicBezTo>
                <a:close/>
                <a:moveTo>
                  <a:pt x="1271155" y="11279"/>
                </a:moveTo>
                <a:cubicBezTo>
                  <a:pt x="1277251" y="8301"/>
                  <a:pt x="1287628" y="18123"/>
                  <a:pt x="1293409" y="24383"/>
                </a:cubicBezTo>
                <a:lnTo>
                  <a:pt x="1293361" y="24363"/>
                </a:lnTo>
                <a:cubicBezTo>
                  <a:pt x="1297983" y="29347"/>
                  <a:pt x="1305291" y="32633"/>
                  <a:pt x="1307066" y="38627"/>
                </a:cubicBezTo>
                <a:cubicBezTo>
                  <a:pt x="1308659" y="43979"/>
                  <a:pt x="1306670" y="50878"/>
                  <a:pt x="1308500" y="57684"/>
                </a:cubicBezTo>
                <a:cubicBezTo>
                  <a:pt x="1310548" y="65314"/>
                  <a:pt x="1311724" y="72467"/>
                  <a:pt x="1314283" y="78337"/>
                </a:cubicBezTo>
                <a:cubicBezTo>
                  <a:pt x="1317624" y="86115"/>
                  <a:pt x="1320314" y="92886"/>
                  <a:pt x="1322923" y="98099"/>
                </a:cubicBezTo>
                <a:cubicBezTo>
                  <a:pt x="1325354" y="102927"/>
                  <a:pt x="1327183" y="106304"/>
                  <a:pt x="1327560" y="108902"/>
                </a:cubicBezTo>
                <a:cubicBezTo>
                  <a:pt x="1327937" y="111502"/>
                  <a:pt x="1326863" y="113324"/>
                  <a:pt x="1323493" y="115045"/>
                </a:cubicBezTo>
                <a:cubicBezTo>
                  <a:pt x="1317696" y="117978"/>
                  <a:pt x="1309374" y="117653"/>
                  <a:pt x="1301402" y="110701"/>
                </a:cubicBezTo>
                <a:cubicBezTo>
                  <a:pt x="1296203" y="106152"/>
                  <a:pt x="1289931" y="99857"/>
                  <a:pt x="1285030" y="92442"/>
                </a:cubicBezTo>
                <a:cubicBezTo>
                  <a:pt x="1280855" y="86121"/>
                  <a:pt x="1280027" y="77194"/>
                  <a:pt x="1276762" y="69505"/>
                </a:cubicBezTo>
                <a:cubicBezTo>
                  <a:pt x="1273713" y="62245"/>
                  <a:pt x="1268195" y="55362"/>
                  <a:pt x="1266460" y="47524"/>
                </a:cubicBezTo>
                <a:cubicBezTo>
                  <a:pt x="1265509" y="43062"/>
                  <a:pt x="1269094" y="35984"/>
                  <a:pt x="1269217" y="29770"/>
                </a:cubicBezTo>
                <a:cubicBezTo>
                  <a:pt x="1269312" y="22811"/>
                  <a:pt x="1266820" y="13414"/>
                  <a:pt x="1271155" y="11279"/>
                </a:cubicBezTo>
                <a:close/>
                <a:moveTo>
                  <a:pt x="1909095" y="5615"/>
                </a:moveTo>
                <a:cubicBezTo>
                  <a:pt x="1913450" y="3431"/>
                  <a:pt x="1920959" y="9061"/>
                  <a:pt x="1926328" y="13342"/>
                </a:cubicBezTo>
                <a:cubicBezTo>
                  <a:pt x="1930713" y="16872"/>
                  <a:pt x="1934752" y="21499"/>
                  <a:pt x="1936489" y="26911"/>
                </a:cubicBezTo>
                <a:cubicBezTo>
                  <a:pt x="1938778" y="33966"/>
                  <a:pt x="1936236" y="38150"/>
                  <a:pt x="1935845" y="43122"/>
                </a:cubicBezTo>
                <a:cubicBezTo>
                  <a:pt x="1935490" y="47602"/>
                  <a:pt x="1939441" y="52305"/>
                  <a:pt x="1940913" y="59695"/>
                </a:cubicBezTo>
                <a:cubicBezTo>
                  <a:pt x="1942543" y="68054"/>
                  <a:pt x="1946803" y="72153"/>
                  <a:pt x="1949740" y="77390"/>
                </a:cubicBezTo>
                <a:cubicBezTo>
                  <a:pt x="1952865" y="82989"/>
                  <a:pt x="1950805" y="90197"/>
                  <a:pt x="1951382" y="98510"/>
                </a:cubicBezTo>
                <a:cubicBezTo>
                  <a:pt x="1951929" y="106359"/>
                  <a:pt x="1949470" y="112497"/>
                  <a:pt x="1943722" y="115451"/>
                </a:cubicBezTo>
                <a:cubicBezTo>
                  <a:pt x="1936170" y="119343"/>
                  <a:pt x="1930367" y="112735"/>
                  <a:pt x="1924739" y="104903"/>
                </a:cubicBezTo>
                <a:cubicBezTo>
                  <a:pt x="1920215" y="98605"/>
                  <a:pt x="1915230" y="96235"/>
                  <a:pt x="1914742" y="87846"/>
                </a:cubicBezTo>
                <a:cubicBezTo>
                  <a:pt x="1914421" y="82688"/>
                  <a:pt x="1913894" y="76541"/>
                  <a:pt x="1911701" y="67777"/>
                </a:cubicBezTo>
                <a:cubicBezTo>
                  <a:pt x="1909698" y="59770"/>
                  <a:pt x="1908578" y="54503"/>
                  <a:pt x="1906843" y="50164"/>
                </a:cubicBezTo>
                <a:cubicBezTo>
                  <a:pt x="1904551" y="44462"/>
                  <a:pt x="1901236" y="39857"/>
                  <a:pt x="1901161" y="32093"/>
                </a:cubicBezTo>
                <a:lnTo>
                  <a:pt x="1901045" y="32101"/>
                </a:lnTo>
                <a:cubicBezTo>
                  <a:pt x="1901006" y="28021"/>
                  <a:pt x="1901516" y="9439"/>
                  <a:pt x="1909095" y="5615"/>
                </a:cubicBezTo>
                <a:close/>
                <a:moveTo>
                  <a:pt x="820012" y="5280"/>
                </a:moveTo>
                <a:lnTo>
                  <a:pt x="820040" y="5349"/>
                </a:lnTo>
                <a:cubicBezTo>
                  <a:pt x="830632" y="3351"/>
                  <a:pt x="836877" y="14828"/>
                  <a:pt x="840165" y="18689"/>
                </a:cubicBezTo>
                <a:cubicBezTo>
                  <a:pt x="844771" y="24117"/>
                  <a:pt x="851191" y="28444"/>
                  <a:pt x="852985" y="35065"/>
                </a:cubicBezTo>
                <a:cubicBezTo>
                  <a:pt x="854953" y="42212"/>
                  <a:pt x="855452" y="50041"/>
                  <a:pt x="854546" y="56378"/>
                </a:cubicBezTo>
                <a:cubicBezTo>
                  <a:pt x="853315" y="64836"/>
                  <a:pt x="848693" y="72100"/>
                  <a:pt x="843334" y="74258"/>
                </a:cubicBezTo>
                <a:cubicBezTo>
                  <a:pt x="836750" y="76918"/>
                  <a:pt x="824959" y="74237"/>
                  <a:pt x="820257" y="69445"/>
                </a:cubicBezTo>
                <a:cubicBezTo>
                  <a:pt x="815203" y="64279"/>
                  <a:pt x="819524" y="57059"/>
                  <a:pt x="820170" y="50669"/>
                </a:cubicBezTo>
                <a:cubicBezTo>
                  <a:pt x="820678" y="45690"/>
                  <a:pt x="819398" y="40130"/>
                  <a:pt x="816052" y="33310"/>
                </a:cubicBezTo>
                <a:cubicBezTo>
                  <a:pt x="811519" y="24074"/>
                  <a:pt x="807431" y="21853"/>
                  <a:pt x="809806" y="15511"/>
                </a:cubicBezTo>
                <a:cubicBezTo>
                  <a:pt x="811465" y="11012"/>
                  <a:pt x="814624" y="6297"/>
                  <a:pt x="820012" y="5280"/>
                </a:cubicBezTo>
                <a:close/>
                <a:moveTo>
                  <a:pt x="2064397" y="0"/>
                </a:moveTo>
                <a:lnTo>
                  <a:pt x="2096633" y="0"/>
                </a:lnTo>
                <a:lnTo>
                  <a:pt x="2099313" y="12712"/>
                </a:lnTo>
                <a:cubicBezTo>
                  <a:pt x="2101283" y="19182"/>
                  <a:pt x="2106755" y="25369"/>
                  <a:pt x="2108073" y="32186"/>
                </a:cubicBezTo>
                <a:cubicBezTo>
                  <a:pt x="2109433" y="39303"/>
                  <a:pt x="2110244" y="46923"/>
                  <a:pt x="2110602" y="53339"/>
                </a:cubicBezTo>
                <a:cubicBezTo>
                  <a:pt x="2110796" y="56581"/>
                  <a:pt x="2109954" y="60038"/>
                  <a:pt x="2108670" y="62950"/>
                </a:cubicBezTo>
                <a:cubicBezTo>
                  <a:pt x="2107386" y="65862"/>
                  <a:pt x="2105661" y="68230"/>
                  <a:pt x="2104088" y="69292"/>
                </a:cubicBezTo>
                <a:cubicBezTo>
                  <a:pt x="2098510" y="73052"/>
                  <a:pt x="2084108" y="63011"/>
                  <a:pt x="2080914" y="56367"/>
                </a:cubicBezTo>
                <a:cubicBezTo>
                  <a:pt x="2077886" y="50133"/>
                  <a:pt x="2077703" y="42492"/>
                  <a:pt x="2075457" y="35738"/>
                </a:cubicBezTo>
                <a:cubicBezTo>
                  <a:pt x="2073128" y="28780"/>
                  <a:pt x="2067779" y="22701"/>
                  <a:pt x="2066526" y="16136"/>
                </a:cubicBezTo>
                <a:close/>
                <a:moveTo>
                  <a:pt x="1618771" y="0"/>
                </a:moveTo>
                <a:lnTo>
                  <a:pt x="1650177" y="0"/>
                </a:lnTo>
                <a:lnTo>
                  <a:pt x="1652689" y="6293"/>
                </a:lnTo>
                <a:cubicBezTo>
                  <a:pt x="1658050" y="15707"/>
                  <a:pt x="1665097" y="22440"/>
                  <a:pt x="1658562" y="26194"/>
                </a:cubicBezTo>
                <a:cubicBezTo>
                  <a:pt x="1652925" y="29421"/>
                  <a:pt x="1643306" y="23980"/>
                  <a:pt x="1634990" y="17448"/>
                </a:cubicBezTo>
                <a:close/>
                <a:moveTo>
                  <a:pt x="1436711" y="0"/>
                </a:moveTo>
                <a:lnTo>
                  <a:pt x="1461797" y="0"/>
                </a:lnTo>
                <a:lnTo>
                  <a:pt x="1462198" y="1042"/>
                </a:lnTo>
                <a:cubicBezTo>
                  <a:pt x="1463284" y="5702"/>
                  <a:pt x="1463858" y="9682"/>
                  <a:pt x="1464740" y="11547"/>
                </a:cubicBezTo>
                <a:cubicBezTo>
                  <a:pt x="1467623" y="17722"/>
                  <a:pt x="1474197" y="23298"/>
                  <a:pt x="1476865" y="30794"/>
                </a:cubicBezTo>
                <a:cubicBezTo>
                  <a:pt x="1479554" y="38241"/>
                  <a:pt x="1479344" y="46281"/>
                  <a:pt x="1480866" y="53014"/>
                </a:cubicBezTo>
                <a:cubicBezTo>
                  <a:pt x="1483321" y="63977"/>
                  <a:pt x="1485634" y="69631"/>
                  <a:pt x="1482024" y="71786"/>
                </a:cubicBezTo>
                <a:cubicBezTo>
                  <a:pt x="1477741" y="74339"/>
                  <a:pt x="1472249" y="71700"/>
                  <a:pt x="1465120" y="61658"/>
                </a:cubicBezTo>
                <a:cubicBezTo>
                  <a:pt x="1461287" y="56270"/>
                  <a:pt x="1458399" y="48627"/>
                  <a:pt x="1454179" y="40932"/>
                </a:cubicBezTo>
                <a:cubicBezTo>
                  <a:pt x="1450624" y="34476"/>
                  <a:pt x="1443942" y="29024"/>
                  <a:pt x="1440305" y="21687"/>
                </a:cubicBezTo>
                <a:close/>
                <a:moveTo>
                  <a:pt x="987557" y="0"/>
                </a:moveTo>
                <a:lnTo>
                  <a:pt x="1024240" y="0"/>
                </a:lnTo>
                <a:lnTo>
                  <a:pt x="1024358" y="9209"/>
                </a:lnTo>
                <a:cubicBezTo>
                  <a:pt x="1024229" y="14630"/>
                  <a:pt x="1019076" y="17777"/>
                  <a:pt x="1013161" y="20323"/>
                </a:cubicBezTo>
                <a:cubicBezTo>
                  <a:pt x="1005454" y="23642"/>
                  <a:pt x="997057" y="23228"/>
                  <a:pt x="992250" y="18280"/>
                </a:cubicBezTo>
                <a:cubicBezTo>
                  <a:pt x="989134" y="15084"/>
                  <a:pt x="988626" y="12260"/>
                  <a:pt x="988449" y="8291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46DA742-F8B4-211E-FC35-0F256CF3E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55086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E7747B-7346-78BB-067F-3E545AC338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5508626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69C1BEE-08D9-8B5C-6930-F01477159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12C5A87-15B8-DBA1-7212-8E99CE6D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8A20BB3-11D6-E515-3A6E-F800144478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54887EF-ADEA-055B-47D0-93F369C5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367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758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key takeaway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40AD57D-0567-F224-765C-FE03606A38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409929 w 4561539"/>
              <a:gd name="connsiteY723" fmla="*/ 3051818 h 6858000"/>
              <a:gd name="connsiteX724" fmla="*/ 416703 w 4561539"/>
              <a:gd name="connsiteY724" fmla="*/ 2960105 h 6858000"/>
              <a:gd name="connsiteX725" fmla="*/ 610854 w 4561539"/>
              <a:gd name="connsiteY725" fmla="*/ 3007275 h 6858000"/>
              <a:gd name="connsiteX726" fmla="*/ 825171 w 4561539"/>
              <a:gd name="connsiteY726" fmla="*/ 3023854 h 6858000"/>
              <a:gd name="connsiteX727" fmla="*/ 1383023 w 4561539"/>
              <a:gd name="connsiteY727" fmla="*/ 2932987 h 6858000"/>
              <a:gd name="connsiteX728" fmla="*/ 1906506 w 4561539"/>
              <a:gd name="connsiteY728" fmla="*/ 2366398 h 6858000"/>
              <a:gd name="connsiteX729" fmla="*/ 1732012 w 4561539"/>
              <a:gd name="connsiteY729" fmla="*/ 915182 h 6858000"/>
              <a:gd name="connsiteX730" fmla="*/ 975870 w 4561539"/>
              <a:gd name="connsiteY730" fmla="*/ 567746 h 6858000"/>
              <a:gd name="connsiteX731" fmla="*/ 261659 w 4561539"/>
              <a:gd name="connsiteY731" fmla="*/ 720710 h 6858000"/>
              <a:gd name="connsiteX732" fmla="*/ 261337 w 4561539"/>
              <a:gd name="connsiteY732" fmla="*/ 720915 h 6858000"/>
              <a:gd name="connsiteX733" fmla="*/ 258956 w 4561539"/>
              <a:gd name="connsiteY733" fmla="*/ 704854 h 6858000"/>
              <a:gd name="connsiteX734" fmla="*/ 228513 w 4561539"/>
              <a:gd name="connsiteY734" fmla="*/ 403711 h 6858000"/>
              <a:gd name="connsiteX735" fmla="*/ 213576 w 4561539"/>
              <a:gd name="connsiteY73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374309" y="3375593"/>
                  <a:pt x="395018" y="3214113"/>
                  <a:pt x="409929" y="3051818"/>
                </a:cubicBezTo>
                <a:lnTo>
                  <a:pt x="416703" y="2960105"/>
                </a:lnTo>
                <a:lnTo>
                  <a:pt x="610854" y="3007275"/>
                </a:lnTo>
                <a:cubicBezTo>
                  <a:pt x="680916" y="3018342"/>
                  <a:pt x="752465" y="3023854"/>
                  <a:pt x="825171" y="3023854"/>
                </a:cubicBezTo>
                <a:cubicBezTo>
                  <a:pt x="1015528" y="3037217"/>
                  <a:pt x="1211172" y="3021181"/>
                  <a:pt x="1383023" y="2932987"/>
                </a:cubicBezTo>
                <a:cubicBezTo>
                  <a:pt x="1615682" y="2810047"/>
                  <a:pt x="1798107" y="2604258"/>
                  <a:pt x="1906506" y="2366398"/>
                </a:cubicBezTo>
                <a:cubicBezTo>
                  <a:pt x="2112725" y="1906712"/>
                  <a:pt x="2112725" y="1283999"/>
                  <a:pt x="1732012" y="915182"/>
                </a:cubicBezTo>
                <a:cubicBezTo>
                  <a:pt x="1568093" y="752154"/>
                  <a:pt x="1205885" y="591799"/>
                  <a:pt x="975870" y="567746"/>
                </a:cubicBezTo>
                <a:cubicBezTo>
                  <a:pt x="729992" y="535675"/>
                  <a:pt x="481139" y="602824"/>
                  <a:pt x="261659" y="720710"/>
                </a:cubicBezTo>
                <a:lnTo>
                  <a:pt x="261337" y="720915"/>
                </a:lnTo>
                <a:lnTo>
                  <a:pt x="258956" y="704854"/>
                </a:lnTo>
                <a:cubicBezTo>
                  <a:pt x="245909" y="605153"/>
                  <a:pt x="235140" y="504840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3" name="Graphic 6">
            <a:extLst>
              <a:ext uri="{FF2B5EF4-FFF2-40B4-BE49-F238E27FC236}">
                <a16:creationId xmlns:a16="http://schemas.microsoft.com/office/drawing/2014/main" id="{145F72F7-FE30-B385-8D52-1580C497F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28083" y="559753"/>
            <a:ext cx="2446675" cy="2468248"/>
          </a:xfrm>
          <a:custGeom>
            <a:avLst/>
            <a:gdLst>
              <a:gd name="connsiteX0" fmla="*/ 1914951 w 2195129"/>
              <a:gd name="connsiteY0" fmla="*/ 318887 h 2214484"/>
              <a:gd name="connsiteX1" fmla="*/ 2071505 w 2195129"/>
              <a:gd name="connsiteY1" fmla="*/ 1620901 h 2214484"/>
              <a:gd name="connsiteX2" fmla="*/ 1601842 w 2195129"/>
              <a:gd name="connsiteY2" fmla="*/ 2129238 h 2214484"/>
              <a:gd name="connsiteX3" fmla="*/ 1101344 w 2195129"/>
              <a:gd name="connsiteY3" fmla="*/ 2210763 h 2214484"/>
              <a:gd name="connsiteX4" fmla="*/ 387362 w 2195129"/>
              <a:gd name="connsiteY4" fmla="*/ 1970982 h 2214484"/>
              <a:gd name="connsiteX5" fmla="*/ 3093 w 2195129"/>
              <a:gd name="connsiteY5" fmla="*/ 1078994 h 2214484"/>
              <a:gd name="connsiteX6" fmla="*/ 408710 w 2195129"/>
              <a:gd name="connsiteY6" fmla="*/ 263737 h 2214484"/>
              <a:gd name="connsiteX7" fmla="*/ 1236549 w 2195129"/>
              <a:gd name="connsiteY7" fmla="*/ 7171 h 2214484"/>
              <a:gd name="connsiteX8" fmla="*/ 1914951 w 2195129"/>
              <a:gd name="connsiteY8" fmla="*/ 318887 h 221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5129" h="2214484">
                <a:moveTo>
                  <a:pt x="1914951" y="318887"/>
                </a:moveTo>
                <a:cubicBezTo>
                  <a:pt x="2256523" y="649785"/>
                  <a:pt x="2256523" y="1208476"/>
                  <a:pt x="2071505" y="1620901"/>
                </a:cubicBezTo>
                <a:cubicBezTo>
                  <a:pt x="1974251" y="1834306"/>
                  <a:pt x="1810581" y="2018938"/>
                  <a:pt x="1601842" y="2129238"/>
                </a:cubicBezTo>
                <a:cubicBezTo>
                  <a:pt x="1447660" y="2208365"/>
                  <a:pt x="1272130" y="2222752"/>
                  <a:pt x="1101344" y="2210763"/>
                </a:cubicBezTo>
                <a:cubicBezTo>
                  <a:pt x="840420" y="2210763"/>
                  <a:pt x="596101" y="2131635"/>
                  <a:pt x="387362" y="1970982"/>
                </a:cubicBezTo>
                <a:cubicBezTo>
                  <a:pt x="116950" y="1767167"/>
                  <a:pt x="-23000" y="1414689"/>
                  <a:pt x="3093" y="1078994"/>
                </a:cubicBezTo>
                <a:cubicBezTo>
                  <a:pt x="24441" y="767278"/>
                  <a:pt x="173879" y="465154"/>
                  <a:pt x="408710" y="263737"/>
                </a:cubicBezTo>
                <a:cubicBezTo>
                  <a:pt x="643541" y="88697"/>
                  <a:pt x="942417" y="-31194"/>
                  <a:pt x="1236549" y="7171"/>
                </a:cubicBezTo>
                <a:cubicBezTo>
                  <a:pt x="1442916" y="28751"/>
                  <a:pt x="1767885" y="172620"/>
                  <a:pt x="1914951" y="31888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3659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156" name="Text Placeholder 155">
            <a:extLst>
              <a:ext uri="{FF2B5EF4-FFF2-40B4-BE49-F238E27FC236}">
                <a16:creationId xmlns:a16="http://schemas.microsoft.com/office/drawing/2014/main" id="{1159040F-80C0-B407-D4AB-07FD6BFB5D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59806" y="927279"/>
            <a:ext cx="1783228" cy="1775461"/>
          </a:xfrm>
          <a:prstGeom prst="rect">
            <a:avLst/>
          </a:prstGeom>
        </p:spPr>
        <p:txBody>
          <a:bodyPr rIns="0" anchor="ctr">
            <a:normAutofit/>
          </a:bodyPr>
          <a:lstStyle>
            <a:lvl1pPr marL="0" indent="0" algn="ctr">
              <a:buNone/>
              <a:defRPr sz="1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Key takeaway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6456DA7-F2F2-39E2-164F-46DD9E407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449401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7A81ABB-D8DD-9603-6A0F-D06A5C821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449401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8B3367-E8BE-2F89-D6EE-62C6B69972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C14B1DE-BCF1-85C7-13A7-569EA473B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1AA0E5-6982-6C0C-4D27-3EC398ACBEE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F2A586-5F85-1058-4194-CBBEA708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44860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1942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4D005F-F355-C46D-89DA-A3D5EFAC1AD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DE9CC5-FD3D-B73B-4AC6-A25834280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1B123F5-4E3B-9731-A138-5960C71BF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BDB757B-C0D5-6C61-6827-555DBB81A6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FD478C6-D77F-DCD2-24D1-1B53AD949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0CE70A-AB59-0EA6-F347-17CEE46E9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59EBEACE-B1CF-EB76-068F-CD4A8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1E70CD2A-3753-8292-E6CB-2225041FF9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2094" y="3842794"/>
            <a:ext cx="3005673" cy="2294055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algn="ctr" fontAlgn="base"/>
            <a:r>
              <a:rPr lang="en-GB" dirty="0"/>
              <a:t>Key takeaway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F867635-E4AA-B5C4-187F-793D1A1A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2357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FE237F6-590E-7B86-4A04-8DE92C4FA1F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B011B7C-FFE0-1A74-9AB9-864F04915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5" name="Graphic 15">
            <a:extLst>
              <a:ext uri="{FF2B5EF4-FFF2-40B4-BE49-F238E27FC236}">
                <a16:creationId xmlns:a16="http://schemas.microsoft.com/office/drawing/2014/main" id="{B8269E25-AC49-23C4-88A9-FAA9CA2EA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4CA2C6-DBE4-0015-4388-40F19024CD13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3742A0-7664-13B3-5D85-6B9D92B8BFE1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BA932C-9877-12F8-0340-1409D918E7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D5EC7AE-948E-F172-BF85-A69A2A557A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6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A98A49A-D57D-1C92-BC8F-90EF9367D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9222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BFAA6FF-8587-5EA0-97A1-E56E8193E8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79222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D1BBC4F-46EA-2083-A138-47B0E9FD79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68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KPI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BEAA42A-B4C3-DB18-2E1D-DF1ABFD4CB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8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8AF5B62-8E07-7C2C-38BF-9D984E11A75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7376" y="433388"/>
            <a:ext cx="3235688" cy="333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2E49C6-ECA4-3E1C-B89A-190CFE460A21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BEEAC-19AA-925C-D04A-BC171740E044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282B2F-F5DF-FF11-C091-527DF75AE2F8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C3B421-9198-C148-1DEF-8397CC544192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DA9A50-C349-8CB8-35E2-037632566EAA}"/>
              </a:ext>
            </a:extLst>
          </p:cNvPr>
          <p:cNvCxnSpPr>
            <a:cxnSpLocks/>
          </p:cNvCxnSpPr>
          <p:nvPr userDrawn="1"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C65AF0-B9AE-1EFF-5931-BBF61ED35E63}"/>
              </a:ext>
            </a:extLst>
          </p:cNvPr>
          <p:cNvCxnSpPr>
            <a:cxnSpLocks/>
          </p:cNvCxnSpPr>
          <p:nvPr userDrawn="1"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98D88148-AF02-49DB-D37B-7A0588CA68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94" y="940232"/>
            <a:ext cx="628574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8BFA06DB-C5E9-35C6-CA36-FC05508973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4200" y="1374029"/>
            <a:ext cx="628574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80975A1-FBCD-6F23-FF31-ED01EB633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7836EEF-7EEF-D5CE-2C97-6B292CC7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0C627CDB-0FEF-FB55-F336-414CFBEF08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11371" y="3799267"/>
            <a:ext cx="2720516" cy="24371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3363C"/>
                </a:solidFill>
              </a:rPr>
              <a:t>Customer testimonials 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27D1943E-CCAB-8E56-445D-AF5D5D7EF424}"/>
              </a:ext>
            </a:extLst>
          </p:cNvPr>
          <p:cNvSpPr/>
          <p:nvPr/>
        </p:nvSpPr>
        <p:spPr>
          <a:xfrm>
            <a:off x="7305708" y="3411166"/>
            <a:ext cx="417963" cy="288538"/>
          </a:xfrm>
          <a:custGeom>
            <a:avLst/>
            <a:gdLst>
              <a:gd name="connsiteX0" fmla="*/ 1738502 w 1805619"/>
              <a:gd name="connsiteY0" fmla="*/ 0 h 1246497"/>
              <a:gd name="connsiteX1" fmla="*/ 1738502 w 1805619"/>
              <a:gd name="connsiteY1" fmla="*/ 298664 h 1246497"/>
              <a:gd name="connsiteX2" fmla="*/ 1421363 w 1805619"/>
              <a:gd name="connsiteY2" fmla="*/ 496317 h 1246497"/>
              <a:gd name="connsiteX3" fmla="*/ 1805620 w 1805619"/>
              <a:gd name="connsiteY3" fmla="*/ 854592 h 1246497"/>
              <a:gd name="connsiteX4" fmla="*/ 1402672 w 1805619"/>
              <a:gd name="connsiteY4" fmla="*/ 1246498 h 1246497"/>
              <a:gd name="connsiteX5" fmla="*/ 962463 w 1805619"/>
              <a:gd name="connsiteY5" fmla="*/ 738890 h 1246497"/>
              <a:gd name="connsiteX6" fmla="*/ 1738502 w 1805619"/>
              <a:gd name="connsiteY6" fmla="*/ 0 h 1246497"/>
              <a:gd name="connsiteX7" fmla="*/ 775918 w 1805619"/>
              <a:gd name="connsiteY7" fmla="*/ 0 h 1246497"/>
              <a:gd name="connsiteX8" fmla="*/ 775918 w 1805619"/>
              <a:gd name="connsiteY8" fmla="*/ 298664 h 1246497"/>
              <a:gd name="connsiteX9" fmla="*/ 458778 w 1805619"/>
              <a:gd name="connsiteY9" fmla="*/ 496317 h 1246497"/>
              <a:gd name="connsiteX10" fmla="*/ 843157 w 1805619"/>
              <a:gd name="connsiteY10" fmla="*/ 854592 h 1246497"/>
              <a:gd name="connsiteX11" fmla="*/ 440209 w 1805619"/>
              <a:gd name="connsiteY11" fmla="*/ 1246498 h 1246497"/>
              <a:gd name="connsiteX12" fmla="*/ 0 w 1805619"/>
              <a:gd name="connsiteY12" fmla="*/ 738890 h 1246497"/>
              <a:gd name="connsiteX13" fmla="*/ 775918 w 1805619"/>
              <a:gd name="connsiteY13" fmla="*/ 0 h 124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619" h="1246497">
                <a:moveTo>
                  <a:pt x="1738502" y="0"/>
                </a:moveTo>
                <a:lnTo>
                  <a:pt x="1738502" y="298664"/>
                </a:lnTo>
                <a:cubicBezTo>
                  <a:pt x="1551957" y="317240"/>
                  <a:pt x="1421363" y="373330"/>
                  <a:pt x="1421363" y="496317"/>
                </a:cubicBezTo>
                <a:cubicBezTo>
                  <a:pt x="1611671" y="485268"/>
                  <a:pt x="1805620" y="578510"/>
                  <a:pt x="1805620" y="854592"/>
                </a:cubicBezTo>
                <a:cubicBezTo>
                  <a:pt x="1805620" y="1108457"/>
                  <a:pt x="1611550" y="1246498"/>
                  <a:pt x="1402672" y="1246498"/>
                </a:cubicBezTo>
                <a:cubicBezTo>
                  <a:pt x="1111627" y="1246498"/>
                  <a:pt x="962463" y="1007688"/>
                  <a:pt x="962463" y="738890"/>
                </a:cubicBezTo>
                <a:cubicBezTo>
                  <a:pt x="962585" y="235046"/>
                  <a:pt x="1249746" y="0"/>
                  <a:pt x="1738502" y="0"/>
                </a:cubicBezTo>
                <a:close/>
                <a:moveTo>
                  <a:pt x="775918" y="0"/>
                </a:moveTo>
                <a:lnTo>
                  <a:pt x="775918" y="298664"/>
                </a:lnTo>
                <a:cubicBezTo>
                  <a:pt x="589372" y="317240"/>
                  <a:pt x="458778" y="373330"/>
                  <a:pt x="458778" y="496317"/>
                </a:cubicBezTo>
                <a:cubicBezTo>
                  <a:pt x="649086" y="485147"/>
                  <a:pt x="843157" y="578510"/>
                  <a:pt x="843157" y="854592"/>
                </a:cubicBezTo>
                <a:cubicBezTo>
                  <a:pt x="843157" y="1108457"/>
                  <a:pt x="649086" y="1246498"/>
                  <a:pt x="440209" y="1246498"/>
                </a:cubicBezTo>
                <a:cubicBezTo>
                  <a:pt x="149285" y="1246498"/>
                  <a:pt x="0" y="1007688"/>
                  <a:pt x="0" y="738890"/>
                </a:cubicBezTo>
                <a:cubicBezTo>
                  <a:pt x="-121" y="235046"/>
                  <a:pt x="287161" y="0"/>
                  <a:pt x="775918" y="0"/>
                </a:cubicBezTo>
                <a:close/>
              </a:path>
            </a:pathLst>
          </a:custGeom>
          <a:solidFill>
            <a:schemeClr val="tx1"/>
          </a:solidFill>
          <a:ln w="1211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E62225A-9291-C6F8-380D-34E9F654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2020315"/>
            <a:ext cx="6282555" cy="1980334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90327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8A5515-118E-A08D-3523-44389BE686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456565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ED9E2-C894-54A3-4AFB-9D115B69539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BA5C60-ADF1-ABA4-DA08-EC97E18973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C557411-5540-23F1-F050-DF1D13FF4FA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04DAE43-849A-742F-197A-B762742F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3044012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>
                <a:solidFill>
                  <a:srgbClr val="003359"/>
                </a:solidFill>
              </a:defRPr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271D965-14D8-0A40-E518-219B7D02CE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3044012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16B2B2C-BA8D-C590-4A96-8982CF16A5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85606" y="993550"/>
            <a:ext cx="6118224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2D66CE8-67A3-EF7D-4030-D5955AA049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5606" y="559753"/>
            <a:ext cx="6118223" cy="372694"/>
          </a:xfrm>
          <a:prstGeom prst="rect">
            <a:avLst/>
          </a:prstGeom>
        </p:spPr>
        <p:txBody>
          <a:bodyPr wrap="square" rIns="0" bIns="0" anchor="ctr"/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48D57E-CFCE-DEF2-DEEC-B02846C6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38D8D0E-58B3-F17F-92B0-7383BB469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E04896C-F45B-EBDC-47C7-CF243BE2AE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5401660-6B24-7EC6-2E95-AF78BFB8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304321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5444333-48CA-79B4-A861-FF0562557E10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5485606" y="1693494"/>
            <a:ext cx="6120606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983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A585D4-D50A-0BF1-28CE-24DD06EF74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6800"/>
            <a:ext cx="2187107" cy="1591200"/>
          </a:xfrm>
          <a:prstGeom prst="rect">
            <a:avLst/>
          </a:prstGeom>
        </p:spPr>
      </p:pic>
      <p:sp>
        <p:nvSpPr>
          <p:cNvPr id="147" name="Picture Placeholder 146">
            <a:extLst>
              <a:ext uri="{FF2B5EF4-FFF2-40B4-BE49-F238E27FC236}">
                <a16:creationId xmlns:a16="http://schemas.microsoft.com/office/drawing/2014/main" id="{30ABA6CB-4358-DD01-36B0-EBA82CB2B31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" y="-628"/>
            <a:ext cx="4629052" cy="6858629"/>
          </a:xfrm>
          <a:custGeom>
            <a:avLst/>
            <a:gdLst>
              <a:gd name="connsiteX0" fmla="*/ 0 w 4629052"/>
              <a:gd name="connsiteY0" fmla="*/ 5377281 h 6858629"/>
              <a:gd name="connsiteX1" fmla="*/ 4170 w 4629052"/>
              <a:gd name="connsiteY1" fmla="*/ 5379157 h 6858629"/>
              <a:gd name="connsiteX2" fmla="*/ 11588 w 4629052"/>
              <a:gd name="connsiteY2" fmla="*/ 5379363 h 6858629"/>
              <a:gd name="connsiteX3" fmla="*/ 0 w 4629052"/>
              <a:gd name="connsiteY3" fmla="*/ 5386130 h 6858629"/>
              <a:gd name="connsiteX4" fmla="*/ 187815 w 4629052"/>
              <a:gd name="connsiteY4" fmla="*/ 5270740 h 6858629"/>
              <a:gd name="connsiteX5" fmla="*/ 181866 w 4629052"/>
              <a:gd name="connsiteY5" fmla="*/ 5281878 h 6858629"/>
              <a:gd name="connsiteX6" fmla="*/ 188725 w 4629052"/>
              <a:gd name="connsiteY6" fmla="*/ 5286760 h 6858629"/>
              <a:gd name="connsiteX7" fmla="*/ 199501 w 4629052"/>
              <a:gd name="connsiteY7" fmla="*/ 5291050 h 6858629"/>
              <a:gd name="connsiteX8" fmla="*/ 209641 w 4629052"/>
              <a:gd name="connsiteY8" fmla="*/ 5289232 h 6858629"/>
              <a:gd name="connsiteX9" fmla="*/ 227148 w 4629052"/>
              <a:gd name="connsiteY9" fmla="*/ 5293374 h 6858629"/>
              <a:gd name="connsiteX10" fmla="*/ 234663 w 4629052"/>
              <a:gd name="connsiteY10" fmla="*/ 5286802 h 6858629"/>
              <a:gd name="connsiteX11" fmla="*/ 241141 w 4629052"/>
              <a:gd name="connsiteY11" fmla="*/ 5280356 h 6858629"/>
              <a:gd name="connsiteX12" fmla="*/ 228947 w 4629052"/>
              <a:gd name="connsiteY12" fmla="*/ 5274460 h 6858629"/>
              <a:gd name="connsiteX13" fmla="*/ 228968 w 4629052"/>
              <a:gd name="connsiteY13" fmla="*/ 5274460 h 6858629"/>
              <a:gd name="connsiteX14" fmla="*/ 219463 w 4629052"/>
              <a:gd name="connsiteY14" fmla="*/ 5272219 h 6858629"/>
              <a:gd name="connsiteX15" fmla="*/ 209852 w 4629052"/>
              <a:gd name="connsiteY15" fmla="*/ 5271395 h 6858629"/>
              <a:gd name="connsiteX16" fmla="*/ 198590 w 4629052"/>
              <a:gd name="connsiteY16" fmla="*/ 5273699 h 6858629"/>
              <a:gd name="connsiteX17" fmla="*/ 187815 w 4629052"/>
              <a:gd name="connsiteY17" fmla="*/ 5270740 h 6858629"/>
              <a:gd name="connsiteX18" fmla="*/ 126550 w 4629052"/>
              <a:gd name="connsiteY18" fmla="*/ 5222872 h 6858629"/>
              <a:gd name="connsiteX19" fmla="*/ 115753 w 4629052"/>
              <a:gd name="connsiteY19" fmla="*/ 5226824 h 6858629"/>
              <a:gd name="connsiteX20" fmla="*/ 105592 w 4629052"/>
              <a:gd name="connsiteY20" fmla="*/ 5231706 h 6858629"/>
              <a:gd name="connsiteX21" fmla="*/ 94393 w 4629052"/>
              <a:gd name="connsiteY21" fmla="*/ 5233734 h 6858629"/>
              <a:gd name="connsiteX22" fmla="*/ 88847 w 4629052"/>
              <a:gd name="connsiteY22" fmla="*/ 5246816 h 6858629"/>
              <a:gd name="connsiteX23" fmla="*/ 96426 w 4629052"/>
              <a:gd name="connsiteY23" fmla="*/ 5248909 h 6858629"/>
              <a:gd name="connsiteX24" fmla="*/ 96404 w 4629052"/>
              <a:gd name="connsiteY24" fmla="*/ 5248930 h 6858629"/>
              <a:gd name="connsiteX25" fmla="*/ 107370 w 4629052"/>
              <a:gd name="connsiteY25" fmla="*/ 5247894 h 6858629"/>
              <a:gd name="connsiteX26" fmla="*/ 117912 w 4629052"/>
              <a:gd name="connsiteY26" fmla="*/ 5244661 h 6858629"/>
              <a:gd name="connsiteX27" fmla="*/ 128518 w 4629052"/>
              <a:gd name="connsiteY27" fmla="*/ 5241829 h 6858629"/>
              <a:gd name="connsiteX28" fmla="*/ 137706 w 4629052"/>
              <a:gd name="connsiteY28" fmla="*/ 5235700 h 6858629"/>
              <a:gd name="connsiteX29" fmla="*/ 147804 w 4629052"/>
              <a:gd name="connsiteY29" fmla="*/ 5230733 h 6858629"/>
              <a:gd name="connsiteX30" fmla="*/ 137960 w 4629052"/>
              <a:gd name="connsiteY30" fmla="*/ 5225978 h 6858629"/>
              <a:gd name="connsiteX31" fmla="*/ 126550 w 4629052"/>
              <a:gd name="connsiteY31" fmla="*/ 5222872 h 6858629"/>
              <a:gd name="connsiteX32" fmla="*/ 296052 w 4629052"/>
              <a:gd name="connsiteY32" fmla="*/ 5222618 h 6858629"/>
              <a:gd name="connsiteX33" fmla="*/ 283901 w 4629052"/>
              <a:gd name="connsiteY33" fmla="*/ 5225091 h 6858629"/>
              <a:gd name="connsiteX34" fmla="*/ 275836 w 4629052"/>
              <a:gd name="connsiteY34" fmla="*/ 5229973 h 6858629"/>
              <a:gd name="connsiteX35" fmla="*/ 270967 w 4629052"/>
              <a:gd name="connsiteY35" fmla="*/ 5234094 h 6858629"/>
              <a:gd name="connsiteX36" fmla="*/ 281869 w 4629052"/>
              <a:gd name="connsiteY36" fmla="*/ 5239863 h 6858629"/>
              <a:gd name="connsiteX37" fmla="*/ 293385 w 4629052"/>
              <a:gd name="connsiteY37" fmla="*/ 5240328 h 6858629"/>
              <a:gd name="connsiteX38" fmla="*/ 304541 w 4629052"/>
              <a:gd name="connsiteY38" fmla="*/ 5238955 h 6858629"/>
              <a:gd name="connsiteX39" fmla="*/ 316354 w 4629052"/>
              <a:gd name="connsiteY39" fmla="*/ 5239293 h 6858629"/>
              <a:gd name="connsiteX40" fmla="*/ 329309 w 4629052"/>
              <a:gd name="connsiteY40" fmla="*/ 5231199 h 6858629"/>
              <a:gd name="connsiteX41" fmla="*/ 329288 w 4629052"/>
              <a:gd name="connsiteY41" fmla="*/ 5231199 h 6858629"/>
              <a:gd name="connsiteX42" fmla="*/ 320672 w 4629052"/>
              <a:gd name="connsiteY42" fmla="*/ 5225154 h 6858629"/>
              <a:gd name="connsiteX43" fmla="*/ 308331 w 4629052"/>
              <a:gd name="connsiteY43" fmla="*/ 5224224 h 6858629"/>
              <a:gd name="connsiteX44" fmla="*/ 296052 w 4629052"/>
              <a:gd name="connsiteY44" fmla="*/ 5222618 h 6858629"/>
              <a:gd name="connsiteX45" fmla="*/ 188556 w 4629052"/>
              <a:gd name="connsiteY45" fmla="*/ 5180520 h 6858629"/>
              <a:gd name="connsiteX46" fmla="*/ 177061 w 4629052"/>
              <a:gd name="connsiteY46" fmla="*/ 5192312 h 6858629"/>
              <a:gd name="connsiteX47" fmla="*/ 188513 w 4629052"/>
              <a:gd name="connsiteY47" fmla="*/ 5200343 h 6858629"/>
              <a:gd name="connsiteX48" fmla="*/ 200898 w 4629052"/>
              <a:gd name="connsiteY48" fmla="*/ 5202731 h 6858629"/>
              <a:gd name="connsiteX49" fmla="*/ 213366 w 4629052"/>
              <a:gd name="connsiteY49" fmla="*/ 5201780 h 6858629"/>
              <a:gd name="connsiteX50" fmla="*/ 225369 w 4629052"/>
              <a:gd name="connsiteY50" fmla="*/ 5199181 h 6858629"/>
              <a:gd name="connsiteX51" fmla="*/ 232842 w 4629052"/>
              <a:gd name="connsiteY51" fmla="*/ 5194109 h 6858629"/>
              <a:gd name="connsiteX52" fmla="*/ 239955 w 4629052"/>
              <a:gd name="connsiteY52" fmla="*/ 5189924 h 6858629"/>
              <a:gd name="connsiteX53" fmla="*/ 239976 w 4629052"/>
              <a:gd name="connsiteY53" fmla="*/ 5189945 h 6858629"/>
              <a:gd name="connsiteX54" fmla="*/ 234959 w 4629052"/>
              <a:gd name="connsiteY54" fmla="*/ 5182718 h 6858629"/>
              <a:gd name="connsiteX55" fmla="*/ 218341 w 4629052"/>
              <a:gd name="connsiteY55" fmla="*/ 5185169 h 6858629"/>
              <a:gd name="connsiteX56" fmla="*/ 204136 w 4629052"/>
              <a:gd name="connsiteY56" fmla="*/ 5180900 h 6858629"/>
              <a:gd name="connsiteX57" fmla="*/ 188556 w 4629052"/>
              <a:gd name="connsiteY57" fmla="*/ 5180520 h 6858629"/>
              <a:gd name="connsiteX58" fmla="*/ 354273 w 4629052"/>
              <a:gd name="connsiteY58" fmla="*/ 5175049 h 6858629"/>
              <a:gd name="connsiteX59" fmla="*/ 349422 w 4629052"/>
              <a:gd name="connsiteY59" fmla="*/ 5176652 h 6858629"/>
              <a:gd name="connsiteX60" fmla="*/ 344426 w 4629052"/>
              <a:gd name="connsiteY60" fmla="*/ 5187324 h 6858629"/>
              <a:gd name="connsiteX61" fmla="*/ 349189 w 4629052"/>
              <a:gd name="connsiteY61" fmla="*/ 5195102 h 6858629"/>
              <a:gd name="connsiteX62" fmla="*/ 361806 w 4629052"/>
              <a:gd name="connsiteY62" fmla="*/ 5193411 h 6858629"/>
              <a:gd name="connsiteX63" fmla="*/ 371946 w 4629052"/>
              <a:gd name="connsiteY63" fmla="*/ 5197173 h 6858629"/>
              <a:gd name="connsiteX64" fmla="*/ 379779 w 4629052"/>
              <a:gd name="connsiteY64" fmla="*/ 5185486 h 6858629"/>
              <a:gd name="connsiteX65" fmla="*/ 372793 w 4629052"/>
              <a:gd name="connsiteY65" fmla="*/ 5179146 h 6858629"/>
              <a:gd name="connsiteX66" fmla="*/ 361869 w 4629052"/>
              <a:gd name="connsiteY66" fmla="*/ 5175426 h 6858629"/>
              <a:gd name="connsiteX67" fmla="*/ 354273 w 4629052"/>
              <a:gd name="connsiteY67" fmla="*/ 5175049 h 6858629"/>
              <a:gd name="connsiteX68" fmla="*/ 132604 w 4629052"/>
              <a:gd name="connsiteY68" fmla="*/ 5135314 h 6858629"/>
              <a:gd name="connsiteX69" fmla="*/ 120199 w 4629052"/>
              <a:gd name="connsiteY69" fmla="*/ 5136307 h 6858629"/>
              <a:gd name="connsiteX70" fmla="*/ 108386 w 4629052"/>
              <a:gd name="connsiteY70" fmla="*/ 5140639 h 6858629"/>
              <a:gd name="connsiteX71" fmla="*/ 95875 w 4629052"/>
              <a:gd name="connsiteY71" fmla="*/ 5141675 h 6858629"/>
              <a:gd name="connsiteX72" fmla="*/ 86561 w 4629052"/>
              <a:gd name="connsiteY72" fmla="*/ 5149220 h 6858629"/>
              <a:gd name="connsiteX73" fmla="*/ 97929 w 4629052"/>
              <a:gd name="connsiteY73" fmla="*/ 5150129 h 6858629"/>
              <a:gd name="connsiteX74" fmla="*/ 109826 w 4629052"/>
              <a:gd name="connsiteY74" fmla="*/ 5154841 h 6858629"/>
              <a:gd name="connsiteX75" fmla="*/ 121490 w 4629052"/>
              <a:gd name="connsiteY75" fmla="*/ 5150150 h 6858629"/>
              <a:gd name="connsiteX76" fmla="*/ 135822 w 4629052"/>
              <a:gd name="connsiteY76" fmla="*/ 5150763 h 6858629"/>
              <a:gd name="connsiteX77" fmla="*/ 146237 w 4629052"/>
              <a:gd name="connsiteY77" fmla="*/ 5142182 h 6858629"/>
              <a:gd name="connsiteX78" fmla="*/ 146237 w 4629052"/>
              <a:gd name="connsiteY78" fmla="*/ 5142161 h 6858629"/>
              <a:gd name="connsiteX79" fmla="*/ 132604 w 4629052"/>
              <a:gd name="connsiteY79" fmla="*/ 5135314 h 6858629"/>
              <a:gd name="connsiteX80" fmla="*/ 321244 w 4629052"/>
              <a:gd name="connsiteY80" fmla="*/ 5127706 h 6858629"/>
              <a:gd name="connsiteX81" fmla="*/ 311591 w 4629052"/>
              <a:gd name="connsiteY81" fmla="*/ 5127959 h 6858629"/>
              <a:gd name="connsiteX82" fmla="*/ 298868 w 4629052"/>
              <a:gd name="connsiteY82" fmla="*/ 5129354 h 6858629"/>
              <a:gd name="connsiteX83" fmla="*/ 286590 w 4629052"/>
              <a:gd name="connsiteY83" fmla="*/ 5132778 h 6858629"/>
              <a:gd name="connsiteX84" fmla="*/ 275158 w 4629052"/>
              <a:gd name="connsiteY84" fmla="*/ 5138484 h 6858629"/>
              <a:gd name="connsiteX85" fmla="*/ 269802 w 4629052"/>
              <a:gd name="connsiteY85" fmla="*/ 5148966 h 6858629"/>
              <a:gd name="connsiteX86" fmla="*/ 278461 w 4629052"/>
              <a:gd name="connsiteY86" fmla="*/ 5149283 h 6858629"/>
              <a:gd name="connsiteX87" fmla="*/ 289892 w 4629052"/>
              <a:gd name="connsiteY87" fmla="*/ 5147783 h 6858629"/>
              <a:gd name="connsiteX88" fmla="*/ 301366 w 4629052"/>
              <a:gd name="connsiteY88" fmla="*/ 5147698 h 6858629"/>
              <a:gd name="connsiteX89" fmla="*/ 311210 w 4629052"/>
              <a:gd name="connsiteY89" fmla="*/ 5146980 h 6858629"/>
              <a:gd name="connsiteX90" fmla="*/ 321456 w 4629052"/>
              <a:gd name="connsiteY90" fmla="*/ 5145944 h 6858629"/>
              <a:gd name="connsiteX91" fmla="*/ 325690 w 4629052"/>
              <a:gd name="connsiteY91" fmla="*/ 5135102 h 6858629"/>
              <a:gd name="connsiteX92" fmla="*/ 321244 w 4629052"/>
              <a:gd name="connsiteY92" fmla="*/ 5127706 h 6858629"/>
              <a:gd name="connsiteX93" fmla="*/ 209471 w 4629052"/>
              <a:gd name="connsiteY93" fmla="*/ 5089009 h 6858629"/>
              <a:gd name="connsiteX94" fmla="*/ 197172 w 4629052"/>
              <a:gd name="connsiteY94" fmla="*/ 5090383 h 6858629"/>
              <a:gd name="connsiteX95" fmla="*/ 188005 w 4629052"/>
              <a:gd name="connsiteY95" fmla="*/ 5091249 h 6858629"/>
              <a:gd name="connsiteX96" fmla="*/ 182840 w 4629052"/>
              <a:gd name="connsiteY96" fmla="*/ 5095476 h 6858629"/>
              <a:gd name="connsiteX97" fmla="*/ 191392 w 4629052"/>
              <a:gd name="connsiteY97" fmla="*/ 5104691 h 6858629"/>
              <a:gd name="connsiteX98" fmla="*/ 203544 w 4629052"/>
              <a:gd name="connsiteY98" fmla="*/ 5104944 h 6858629"/>
              <a:gd name="connsiteX99" fmla="*/ 214446 w 4629052"/>
              <a:gd name="connsiteY99" fmla="*/ 5107565 h 6858629"/>
              <a:gd name="connsiteX100" fmla="*/ 225962 w 4629052"/>
              <a:gd name="connsiteY100" fmla="*/ 5109551 h 6858629"/>
              <a:gd name="connsiteX101" fmla="*/ 240717 w 4629052"/>
              <a:gd name="connsiteY101" fmla="*/ 5104331 h 6858629"/>
              <a:gd name="connsiteX102" fmla="*/ 240738 w 4629052"/>
              <a:gd name="connsiteY102" fmla="*/ 5104331 h 6858629"/>
              <a:gd name="connsiteX103" fmla="*/ 232990 w 4629052"/>
              <a:gd name="connsiteY103" fmla="*/ 5096723 h 6858629"/>
              <a:gd name="connsiteX104" fmla="*/ 222152 w 4629052"/>
              <a:gd name="connsiteY104" fmla="*/ 5089960 h 6858629"/>
              <a:gd name="connsiteX105" fmla="*/ 209471 w 4629052"/>
              <a:gd name="connsiteY105" fmla="*/ 5089009 h 6858629"/>
              <a:gd name="connsiteX106" fmla="*/ 131291 w 4629052"/>
              <a:gd name="connsiteY106" fmla="*/ 5042769 h 6858629"/>
              <a:gd name="connsiteX107" fmla="*/ 118357 w 4629052"/>
              <a:gd name="connsiteY107" fmla="*/ 5044333 h 6858629"/>
              <a:gd name="connsiteX108" fmla="*/ 105867 w 4629052"/>
              <a:gd name="connsiteY108" fmla="*/ 5046954 h 6858629"/>
              <a:gd name="connsiteX109" fmla="*/ 94287 w 4629052"/>
              <a:gd name="connsiteY109" fmla="*/ 5052131 h 6858629"/>
              <a:gd name="connsiteX110" fmla="*/ 86518 w 4629052"/>
              <a:gd name="connsiteY110" fmla="*/ 5061726 h 6858629"/>
              <a:gd name="connsiteX111" fmla="*/ 96468 w 4629052"/>
              <a:gd name="connsiteY111" fmla="*/ 5063607 h 6858629"/>
              <a:gd name="connsiteX112" fmla="*/ 107814 w 4629052"/>
              <a:gd name="connsiteY112" fmla="*/ 5061959 h 6858629"/>
              <a:gd name="connsiteX113" fmla="*/ 119140 w 4629052"/>
              <a:gd name="connsiteY113" fmla="*/ 5065784 h 6858629"/>
              <a:gd name="connsiteX114" fmla="*/ 129153 w 4629052"/>
              <a:gd name="connsiteY114" fmla="*/ 5063501 h 6858629"/>
              <a:gd name="connsiteX115" fmla="*/ 137939 w 4629052"/>
              <a:gd name="connsiteY115" fmla="*/ 5059697 h 6858629"/>
              <a:gd name="connsiteX116" fmla="*/ 137917 w 4629052"/>
              <a:gd name="connsiteY116" fmla="*/ 5059718 h 6858629"/>
              <a:gd name="connsiteX117" fmla="*/ 147867 w 4629052"/>
              <a:gd name="connsiteY117" fmla="*/ 5052047 h 6858629"/>
              <a:gd name="connsiteX118" fmla="*/ 139886 w 4629052"/>
              <a:gd name="connsiteY118" fmla="*/ 5047440 h 6858629"/>
              <a:gd name="connsiteX119" fmla="*/ 131291 w 4629052"/>
              <a:gd name="connsiteY119" fmla="*/ 5042769 h 6858629"/>
              <a:gd name="connsiteX120" fmla="*/ 304266 w 4629052"/>
              <a:gd name="connsiteY120" fmla="*/ 5038796 h 6858629"/>
              <a:gd name="connsiteX121" fmla="*/ 291247 w 4629052"/>
              <a:gd name="connsiteY121" fmla="*/ 5042705 h 6858629"/>
              <a:gd name="connsiteX122" fmla="*/ 277889 w 4629052"/>
              <a:gd name="connsiteY122" fmla="*/ 5045051 h 6858629"/>
              <a:gd name="connsiteX123" fmla="*/ 270776 w 4629052"/>
              <a:gd name="connsiteY123" fmla="*/ 5052828 h 6858629"/>
              <a:gd name="connsiteX124" fmla="*/ 281827 w 4629052"/>
              <a:gd name="connsiteY124" fmla="*/ 5057182 h 6858629"/>
              <a:gd name="connsiteX125" fmla="*/ 296561 w 4629052"/>
              <a:gd name="connsiteY125" fmla="*/ 5056485 h 6858629"/>
              <a:gd name="connsiteX126" fmla="*/ 307145 w 4629052"/>
              <a:gd name="connsiteY126" fmla="*/ 5052385 h 6858629"/>
              <a:gd name="connsiteX127" fmla="*/ 317920 w 4629052"/>
              <a:gd name="connsiteY127" fmla="*/ 5047503 h 6858629"/>
              <a:gd name="connsiteX128" fmla="*/ 304266 w 4629052"/>
              <a:gd name="connsiteY128" fmla="*/ 5038796 h 6858629"/>
              <a:gd name="connsiteX129" fmla="*/ 192830 w 4629052"/>
              <a:gd name="connsiteY129" fmla="*/ 4995619 h 6858629"/>
              <a:gd name="connsiteX130" fmla="*/ 182711 w 4629052"/>
              <a:gd name="connsiteY130" fmla="*/ 5003080 h 6858629"/>
              <a:gd name="connsiteX131" fmla="*/ 190162 w 4629052"/>
              <a:gd name="connsiteY131" fmla="*/ 5012209 h 6858629"/>
              <a:gd name="connsiteX132" fmla="*/ 202525 w 4629052"/>
              <a:gd name="connsiteY132" fmla="*/ 5014259 h 6858629"/>
              <a:gd name="connsiteX133" fmla="*/ 214719 w 4629052"/>
              <a:gd name="connsiteY133" fmla="*/ 5013837 h 6858629"/>
              <a:gd name="connsiteX134" fmla="*/ 227103 w 4629052"/>
              <a:gd name="connsiteY134" fmla="*/ 5016817 h 6858629"/>
              <a:gd name="connsiteX135" fmla="*/ 236269 w 4629052"/>
              <a:gd name="connsiteY135" fmla="*/ 5014682 h 6858629"/>
              <a:gd name="connsiteX136" fmla="*/ 243890 w 4629052"/>
              <a:gd name="connsiteY136" fmla="*/ 5007919 h 6858629"/>
              <a:gd name="connsiteX137" fmla="*/ 238725 w 4629052"/>
              <a:gd name="connsiteY137" fmla="*/ 4998726 h 6858629"/>
              <a:gd name="connsiteX138" fmla="*/ 221281 w 4629052"/>
              <a:gd name="connsiteY138" fmla="*/ 4999022 h 6858629"/>
              <a:gd name="connsiteX139" fmla="*/ 206357 w 4629052"/>
              <a:gd name="connsiteY139" fmla="*/ 4998240 h 6858629"/>
              <a:gd name="connsiteX140" fmla="*/ 192830 w 4629052"/>
              <a:gd name="connsiteY140" fmla="*/ 4995619 h 6858629"/>
              <a:gd name="connsiteX141" fmla="*/ 270120 w 4629052"/>
              <a:gd name="connsiteY141" fmla="*/ 4950963 h 6858629"/>
              <a:gd name="connsiteX142" fmla="*/ 260615 w 4629052"/>
              <a:gd name="connsiteY142" fmla="*/ 4956669 h 6858629"/>
              <a:gd name="connsiteX143" fmla="*/ 256614 w 4629052"/>
              <a:gd name="connsiteY143" fmla="*/ 4966285 h 6858629"/>
              <a:gd name="connsiteX144" fmla="*/ 265102 w 4629052"/>
              <a:gd name="connsiteY144" fmla="*/ 4968673 h 6858629"/>
              <a:gd name="connsiteX145" fmla="*/ 275793 w 4629052"/>
              <a:gd name="connsiteY145" fmla="*/ 4969962 h 6858629"/>
              <a:gd name="connsiteX146" fmla="*/ 287373 w 4629052"/>
              <a:gd name="connsiteY146" fmla="*/ 4968124 h 6858629"/>
              <a:gd name="connsiteX147" fmla="*/ 287394 w 4629052"/>
              <a:gd name="connsiteY147" fmla="*/ 4968124 h 6858629"/>
              <a:gd name="connsiteX148" fmla="*/ 291988 w 4629052"/>
              <a:gd name="connsiteY148" fmla="*/ 4959480 h 6858629"/>
              <a:gd name="connsiteX149" fmla="*/ 281128 w 4629052"/>
              <a:gd name="connsiteY149" fmla="*/ 4952294 h 6858629"/>
              <a:gd name="connsiteX150" fmla="*/ 270120 w 4629052"/>
              <a:gd name="connsiteY150" fmla="*/ 4950963 h 6858629"/>
              <a:gd name="connsiteX151" fmla="*/ 127925 w 4629052"/>
              <a:gd name="connsiteY151" fmla="*/ 4949314 h 6858629"/>
              <a:gd name="connsiteX152" fmla="*/ 115667 w 4629052"/>
              <a:gd name="connsiteY152" fmla="*/ 4951470 h 6858629"/>
              <a:gd name="connsiteX153" fmla="*/ 104024 w 4629052"/>
              <a:gd name="connsiteY153" fmla="*/ 4955654 h 6858629"/>
              <a:gd name="connsiteX154" fmla="*/ 96763 w 4629052"/>
              <a:gd name="connsiteY154" fmla="*/ 4961677 h 6858629"/>
              <a:gd name="connsiteX155" fmla="*/ 90878 w 4629052"/>
              <a:gd name="connsiteY155" fmla="*/ 4966475 h 6858629"/>
              <a:gd name="connsiteX156" fmla="*/ 103918 w 4629052"/>
              <a:gd name="connsiteY156" fmla="*/ 4972329 h 6858629"/>
              <a:gd name="connsiteX157" fmla="*/ 115795 w 4629052"/>
              <a:gd name="connsiteY157" fmla="*/ 4971674 h 6858629"/>
              <a:gd name="connsiteX158" fmla="*/ 126908 w 4629052"/>
              <a:gd name="connsiteY158" fmla="*/ 4967954 h 6858629"/>
              <a:gd name="connsiteX159" fmla="*/ 137557 w 4629052"/>
              <a:gd name="connsiteY159" fmla="*/ 4963685 h 6858629"/>
              <a:gd name="connsiteX160" fmla="*/ 151719 w 4629052"/>
              <a:gd name="connsiteY160" fmla="*/ 4954894 h 6858629"/>
              <a:gd name="connsiteX161" fmla="*/ 151719 w 4629052"/>
              <a:gd name="connsiteY161" fmla="*/ 4954872 h 6858629"/>
              <a:gd name="connsiteX162" fmla="*/ 140055 w 4629052"/>
              <a:gd name="connsiteY162" fmla="*/ 4951808 h 6858629"/>
              <a:gd name="connsiteX163" fmla="*/ 127925 w 4629052"/>
              <a:gd name="connsiteY163" fmla="*/ 4949314 h 6858629"/>
              <a:gd name="connsiteX164" fmla="*/ 188470 w 4629052"/>
              <a:gd name="connsiteY164" fmla="*/ 4904067 h 6858629"/>
              <a:gd name="connsiteX165" fmla="*/ 181082 w 4629052"/>
              <a:gd name="connsiteY165" fmla="*/ 4915691 h 6858629"/>
              <a:gd name="connsiteX166" fmla="*/ 188830 w 4629052"/>
              <a:gd name="connsiteY166" fmla="*/ 4922792 h 6858629"/>
              <a:gd name="connsiteX167" fmla="*/ 198229 w 4629052"/>
              <a:gd name="connsiteY167" fmla="*/ 4923996 h 6858629"/>
              <a:gd name="connsiteX168" fmla="*/ 206464 w 4629052"/>
              <a:gd name="connsiteY168" fmla="*/ 4921164 h 6858629"/>
              <a:gd name="connsiteX169" fmla="*/ 220478 w 4629052"/>
              <a:gd name="connsiteY169" fmla="*/ 4922348 h 6858629"/>
              <a:gd name="connsiteX170" fmla="*/ 231635 w 4629052"/>
              <a:gd name="connsiteY170" fmla="*/ 4913746 h 6858629"/>
              <a:gd name="connsiteX171" fmla="*/ 222024 w 4629052"/>
              <a:gd name="connsiteY171" fmla="*/ 4907702 h 6858629"/>
              <a:gd name="connsiteX172" fmla="*/ 222024 w 4629052"/>
              <a:gd name="connsiteY172" fmla="*/ 4907660 h 6858629"/>
              <a:gd name="connsiteX173" fmla="*/ 206464 w 4629052"/>
              <a:gd name="connsiteY173" fmla="*/ 4906941 h 6858629"/>
              <a:gd name="connsiteX174" fmla="*/ 197362 w 4629052"/>
              <a:gd name="connsiteY174" fmla="*/ 4906265 h 6858629"/>
              <a:gd name="connsiteX175" fmla="*/ 188470 w 4629052"/>
              <a:gd name="connsiteY175" fmla="*/ 4904067 h 6858629"/>
              <a:gd name="connsiteX176" fmla="*/ 133217 w 4629052"/>
              <a:gd name="connsiteY176" fmla="*/ 4856854 h 6858629"/>
              <a:gd name="connsiteX177" fmla="*/ 120494 w 4629052"/>
              <a:gd name="connsiteY177" fmla="*/ 4858418 h 6858629"/>
              <a:gd name="connsiteX178" fmla="*/ 107475 w 4629052"/>
              <a:gd name="connsiteY178" fmla="*/ 4858925 h 6858629"/>
              <a:gd name="connsiteX179" fmla="*/ 96530 w 4629052"/>
              <a:gd name="connsiteY179" fmla="*/ 4865984 h 6858629"/>
              <a:gd name="connsiteX180" fmla="*/ 87618 w 4629052"/>
              <a:gd name="connsiteY180" fmla="*/ 4876001 h 6858629"/>
              <a:gd name="connsiteX181" fmla="*/ 99663 w 4629052"/>
              <a:gd name="connsiteY181" fmla="*/ 4881073 h 6858629"/>
              <a:gd name="connsiteX182" fmla="*/ 110354 w 4629052"/>
              <a:gd name="connsiteY182" fmla="*/ 4876001 h 6858629"/>
              <a:gd name="connsiteX183" fmla="*/ 121764 w 4629052"/>
              <a:gd name="connsiteY183" fmla="*/ 4875684 h 6858629"/>
              <a:gd name="connsiteX184" fmla="*/ 131629 w 4629052"/>
              <a:gd name="connsiteY184" fmla="*/ 4873993 h 6858629"/>
              <a:gd name="connsiteX185" fmla="*/ 141727 w 4629052"/>
              <a:gd name="connsiteY185" fmla="*/ 4875261 h 6858629"/>
              <a:gd name="connsiteX186" fmla="*/ 141748 w 4629052"/>
              <a:gd name="connsiteY186" fmla="*/ 4875261 h 6858629"/>
              <a:gd name="connsiteX187" fmla="*/ 146511 w 4629052"/>
              <a:gd name="connsiteY187" fmla="*/ 4865138 h 6858629"/>
              <a:gd name="connsiteX188" fmla="*/ 141663 w 4629052"/>
              <a:gd name="connsiteY188" fmla="*/ 4861207 h 6858629"/>
              <a:gd name="connsiteX189" fmla="*/ 133217 w 4629052"/>
              <a:gd name="connsiteY189" fmla="*/ 4856854 h 6858629"/>
              <a:gd name="connsiteX190" fmla="*/ 108131 w 4629052"/>
              <a:gd name="connsiteY190" fmla="*/ 4770923 h 6858629"/>
              <a:gd name="connsiteX191" fmla="*/ 97229 w 4629052"/>
              <a:gd name="connsiteY191" fmla="*/ 4774051 h 6858629"/>
              <a:gd name="connsiteX192" fmla="*/ 87830 w 4629052"/>
              <a:gd name="connsiteY192" fmla="*/ 4780222 h 6858629"/>
              <a:gd name="connsiteX193" fmla="*/ 99918 w 4629052"/>
              <a:gd name="connsiteY193" fmla="*/ 4784385 h 6858629"/>
              <a:gd name="connsiteX194" fmla="*/ 112492 w 4629052"/>
              <a:gd name="connsiteY194" fmla="*/ 4785970 h 6858629"/>
              <a:gd name="connsiteX195" fmla="*/ 121574 w 4629052"/>
              <a:gd name="connsiteY195" fmla="*/ 4782187 h 6858629"/>
              <a:gd name="connsiteX196" fmla="*/ 129915 w 4629052"/>
              <a:gd name="connsiteY196" fmla="*/ 4777643 h 6858629"/>
              <a:gd name="connsiteX197" fmla="*/ 129894 w 4629052"/>
              <a:gd name="connsiteY197" fmla="*/ 4777622 h 6858629"/>
              <a:gd name="connsiteX198" fmla="*/ 119605 w 4629052"/>
              <a:gd name="connsiteY198" fmla="*/ 4771134 h 6858629"/>
              <a:gd name="connsiteX199" fmla="*/ 108131 w 4629052"/>
              <a:gd name="connsiteY199" fmla="*/ 4770923 h 6858629"/>
              <a:gd name="connsiteX200" fmla="*/ 4437376 w 4629052"/>
              <a:gd name="connsiteY200" fmla="*/ 0 h 6858629"/>
              <a:gd name="connsiteX201" fmla="*/ 4420231 w 4629052"/>
              <a:gd name="connsiteY201" fmla="*/ 394334 h 6858629"/>
              <a:gd name="connsiteX202" fmla="*/ 4347206 w 4629052"/>
              <a:gd name="connsiteY202" fmla="*/ 1035049 h 6858629"/>
              <a:gd name="connsiteX203" fmla="*/ 4227826 w 4629052"/>
              <a:gd name="connsiteY203" fmla="*/ 2207260 h 6858629"/>
              <a:gd name="connsiteX204" fmla="*/ 4241796 w 4629052"/>
              <a:gd name="connsiteY204" fmla="*/ 2806064 h 6858629"/>
              <a:gd name="connsiteX205" fmla="*/ 4302756 w 4629052"/>
              <a:gd name="connsiteY205" fmla="*/ 3394072 h 6858629"/>
              <a:gd name="connsiteX206" fmla="*/ 4545961 w 4629052"/>
              <a:gd name="connsiteY206" fmla="*/ 5137779 h 6858629"/>
              <a:gd name="connsiteX207" fmla="*/ 4545961 w 4629052"/>
              <a:gd name="connsiteY207" fmla="*/ 5142224 h 6858629"/>
              <a:gd name="connsiteX208" fmla="*/ 4571361 w 4629052"/>
              <a:gd name="connsiteY208" fmla="*/ 5352409 h 6858629"/>
              <a:gd name="connsiteX209" fmla="*/ 4617716 w 4629052"/>
              <a:gd name="connsiteY209" fmla="*/ 5904859 h 6858629"/>
              <a:gd name="connsiteX210" fmla="*/ 4618351 w 4629052"/>
              <a:gd name="connsiteY210" fmla="*/ 5904859 h 6858629"/>
              <a:gd name="connsiteX211" fmla="*/ 4628511 w 4629052"/>
              <a:gd name="connsiteY211" fmla="*/ 6200134 h 6858629"/>
              <a:gd name="connsiteX212" fmla="*/ 4599301 w 4629052"/>
              <a:gd name="connsiteY212" fmla="*/ 6858629 h 6858629"/>
              <a:gd name="connsiteX213" fmla="*/ 2188004 w 4629052"/>
              <a:gd name="connsiteY213" fmla="*/ 6858629 h 6858629"/>
              <a:gd name="connsiteX214" fmla="*/ 2186839 w 4629052"/>
              <a:gd name="connsiteY214" fmla="*/ 6855742 h 6858629"/>
              <a:gd name="connsiteX215" fmla="*/ 2133537 w 4629052"/>
              <a:gd name="connsiteY215" fmla="*/ 6759963 h 6858629"/>
              <a:gd name="connsiteX216" fmla="*/ 2120212 w 4629052"/>
              <a:gd name="connsiteY216" fmla="*/ 6736018 h 6858629"/>
              <a:gd name="connsiteX217" fmla="*/ 1846913 w 4629052"/>
              <a:gd name="connsiteY217" fmla="*/ 6427397 h 6858629"/>
              <a:gd name="connsiteX218" fmla="*/ 1795313 w 4629052"/>
              <a:gd name="connsiteY218" fmla="*/ 6396843 h 6858629"/>
              <a:gd name="connsiteX219" fmla="*/ 1666184 w 4629052"/>
              <a:gd name="connsiteY219" fmla="*/ 6320384 h 6858629"/>
              <a:gd name="connsiteX220" fmla="*/ 1599605 w 4629052"/>
              <a:gd name="connsiteY220" fmla="*/ 6282446 h 6858629"/>
              <a:gd name="connsiteX221" fmla="*/ 1484390 w 4629052"/>
              <a:gd name="connsiteY221" fmla="*/ 6216794 h 6858629"/>
              <a:gd name="connsiteX222" fmla="*/ 1382091 w 4629052"/>
              <a:gd name="connsiteY222" fmla="*/ 6150719 h 6858629"/>
              <a:gd name="connsiteX223" fmla="*/ 1310477 w 4629052"/>
              <a:gd name="connsiteY223" fmla="*/ 6090345 h 6858629"/>
              <a:gd name="connsiteX224" fmla="*/ 1289779 w 4629052"/>
              <a:gd name="connsiteY224" fmla="*/ 6072895 h 6858629"/>
              <a:gd name="connsiteX225" fmla="*/ 1137416 w 4629052"/>
              <a:gd name="connsiteY225" fmla="*/ 5883626 h 6858629"/>
              <a:gd name="connsiteX226" fmla="*/ 876601 w 4629052"/>
              <a:gd name="connsiteY226" fmla="*/ 5466450 h 6858629"/>
              <a:gd name="connsiteX227" fmla="*/ 410986 w 4629052"/>
              <a:gd name="connsiteY227" fmla="*/ 5272303 h 6858629"/>
              <a:gd name="connsiteX228" fmla="*/ 398143 w 4629052"/>
              <a:gd name="connsiteY228" fmla="*/ 5273256 h 6858629"/>
              <a:gd name="connsiteX229" fmla="*/ 396227 w 4629052"/>
              <a:gd name="connsiteY229" fmla="*/ 5268057 h 6858629"/>
              <a:gd name="connsiteX230" fmla="*/ 385028 w 4629052"/>
              <a:gd name="connsiteY230" fmla="*/ 5268564 h 6858629"/>
              <a:gd name="connsiteX231" fmla="*/ 376285 w 4629052"/>
              <a:gd name="connsiteY231" fmla="*/ 5268522 h 6858629"/>
              <a:gd name="connsiteX232" fmla="*/ 367246 w 4629052"/>
              <a:gd name="connsiteY232" fmla="*/ 5268775 h 6858629"/>
              <a:gd name="connsiteX233" fmla="*/ 362919 w 4629052"/>
              <a:gd name="connsiteY233" fmla="*/ 5275871 h 6858629"/>
              <a:gd name="connsiteX234" fmla="*/ 337933 w 4629052"/>
              <a:gd name="connsiteY234" fmla="*/ 5277725 h 6858629"/>
              <a:gd name="connsiteX235" fmla="*/ 337082 w 4629052"/>
              <a:gd name="connsiteY235" fmla="*/ 5277788 h 6858629"/>
              <a:gd name="connsiteX236" fmla="*/ 321469 w 4629052"/>
              <a:gd name="connsiteY236" fmla="*/ 5280761 h 6858629"/>
              <a:gd name="connsiteX237" fmla="*/ 184373 w 4629052"/>
              <a:gd name="connsiteY237" fmla="*/ 5306869 h 6858629"/>
              <a:gd name="connsiteX238" fmla="*/ 144676 w 4629052"/>
              <a:gd name="connsiteY238" fmla="*/ 5321326 h 6858629"/>
              <a:gd name="connsiteX239" fmla="*/ 143648 w 4629052"/>
              <a:gd name="connsiteY239" fmla="*/ 5319283 h 6858629"/>
              <a:gd name="connsiteX240" fmla="*/ 135038 w 4629052"/>
              <a:gd name="connsiteY240" fmla="*/ 5316749 h 6858629"/>
              <a:gd name="connsiteX241" fmla="*/ 122675 w 4629052"/>
              <a:gd name="connsiteY241" fmla="*/ 5318334 h 6858629"/>
              <a:gd name="connsiteX242" fmla="*/ 110714 w 4629052"/>
              <a:gd name="connsiteY242" fmla="*/ 5322434 h 6858629"/>
              <a:gd name="connsiteX243" fmla="*/ 98034 w 4629052"/>
              <a:gd name="connsiteY243" fmla="*/ 5322836 h 6858629"/>
              <a:gd name="connsiteX244" fmla="*/ 88910 w 4629052"/>
              <a:gd name="connsiteY244" fmla="*/ 5330824 h 6858629"/>
              <a:gd name="connsiteX245" fmla="*/ 99473 w 4629052"/>
              <a:gd name="connsiteY245" fmla="*/ 5337207 h 6858629"/>
              <a:gd name="connsiteX246" fmla="*/ 111731 w 4629052"/>
              <a:gd name="connsiteY246" fmla="*/ 5333255 h 6858629"/>
              <a:gd name="connsiteX247" fmla="*/ 111951 w 4629052"/>
              <a:gd name="connsiteY247" fmla="*/ 5333245 h 6858629"/>
              <a:gd name="connsiteX248" fmla="*/ 55108 w 4629052"/>
              <a:gd name="connsiteY248" fmla="*/ 5353946 h 6858629"/>
              <a:gd name="connsiteX249" fmla="*/ 31212 w 4629052"/>
              <a:gd name="connsiteY249" fmla="*/ 5367902 h 6858629"/>
              <a:gd name="connsiteX250" fmla="*/ 29171 w 4629052"/>
              <a:gd name="connsiteY250" fmla="*/ 5368104 h 6858629"/>
              <a:gd name="connsiteX251" fmla="*/ 16681 w 4629052"/>
              <a:gd name="connsiteY251" fmla="*/ 5365124 h 6858629"/>
              <a:gd name="connsiteX252" fmla="*/ 4509 w 4629052"/>
              <a:gd name="connsiteY252" fmla="*/ 5367745 h 6858629"/>
              <a:gd name="connsiteX253" fmla="*/ 0 w 4629052"/>
              <a:gd name="connsiteY253" fmla="*/ 5368819 h 6858629"/>
              <a:gd name="connsiteX254" fmla="*/ 0 w 4629052"/>
              <a:gd name="connsiteY254" fmla="*/ 5288339 h 6858629"/>
              <a:gd name="connsiteX255" fmla="*/ 3091 w 4629052"/>
              <a:gd name="connsiteY255" fmla="*/ 5288514 h 6858629"/>
              <a:gd name="connsiteX256" fmla="*/ 14522 w 4629052"/>
              <a:gd name="connsiteY256" fmla="*/ 5288133 h 6858629"/>
              <a:gd name="connsiteX257" fmla="*/ 25932 w 4629052"/>
              <a:gd name="connsiteY257" fmla="*/ 5289909 h 6858629"/>
              <a:gd name="connsiteX258" fmla="*/ 27076 w 4629052"/>
              <a:gd name="connsiteY258" fmla="*/ 5290205 h 6858629"/>
              <a:gd name="connsiteX259" fmla="*/ 35395 w 4629052"/>
              <a:gd name="connsiteY259" fmla="*/ 5292931 h 6858629"/>
              <a:gd name="connsiteX260" fmla="*/ 44816 w 4629052"/>
              <a:gd name="connsiteY260" fmla="*/ 5291494 h 6858629"/>
              <a:gd name="connsiteX261" fmla="*/ 57263 w 4629052"/>
              <a:gd name="connsiteY261" fmla="*/ 5284900 h 6858629"/>
              <a:gd name="connsiteX262" fmla="*/ 54956 w 4629052"/>
              <a:gd name="connsiteY262" fmla="*/ 5281117 h 6858629"/>
              <a:gd name="connsiteX263" fmla="*/ 49473 w 4629052"/>
              <a:gd name="connsiteY263" fmla="*/ 5277313 h 6858629"/>
              <a:gd name="connsiteX264" fmla="*/ 40688 w 4629052"/>
              <a:gd name="connsiteY264" fmla="*/ 5273509 h 6858629"/>
              <a:gd name="connsiteX265" fmla="*/ 27668 w 4629052"/>
              <a:gd name="connsiteY265" fmla="*/ 5274164 h 6858629"/>
              <a:gd name="connsiteX266" fmla="*/ 15263 w 4629052"/>
              <a:gd name="connsiteY266" fmla="*/ 5275242 h 6858629"/>
              <a:gd name="connsiteX267" fmla="*/ 2540 w 4629052"/>
              <a:gd name="connsiteY267" fmla="*/ 5275770 h 6858629"/>
              <a:gd name="connsiteX268" fmla="*/ 0 w 4629052"/>
              <a:gd name="connsiteY268" fmla="*/ 5277390 h 6858629"/>
              <a:gd name="connsiteX269" fmla="*/ 0 w 4629052"/>
              <a:gd name="connsiteY269" fmla="*/ 5193030 h 6858629"/>
              <a:gd name="connsiteX270" fmla="*/ 6287 w 4629052"/>
              <a:gd name="connsiteY270" fmla="*/ 5194890 h 6858629"/>
              <a:gd name="connsiteX271" fmla="*/ 18311 w 4629052"/>
              <a:gd name="connsiteY271" fmla="*/ 5195228 h 6858629"/>
              <a:gd name="connsiteX272" fmla="*/ 30124 w 4629052"/>
              <a:gd name="connsiteY272" fmla="*/ 5200871 h 6858629"/>
              <a:gd name="connsiteX273" fmla="*/ 44223 w 4629052"/>
              <a:gd name="connsiteY273" fmla="*/ 5198694 h 6858629"/>
              <a:gd name="connsiteX274" fmla="*/ 56226 w 4629052"/>
              <a:gd name="connsiteY274" fmla="*/ 5191847 h 6858629"/>
              <a:gd name="connsiteX275" fmla="*/ 43291 w 4629052"/>
              <a:gd name="connsiteY275" fmla="*/ 5182527 h 6858629"/>
              <a:gd name="connsiteX276" fmla="*/ 30907 w 4629052"/>
              <a:gd name="connsiteY276" fmla="*/ 5184175 h 6858629"/>
              <a:gd name="connsiteX277" fmla="*/ 18354 w 4629052"/>
              <a:gd name="connsiteY277" fmla="*/ 5181280 h 6858629"/>
              <a:gd name="connsiteX278" fmla="*/ 6012 w 4629052"/>
              <a:gd name="connsiteY278" fmla="*/ 5183795 h 6858629"/>
              <a:gd name="connsiteX279" fmla="*/ 0 w 4629052"/>
              <a:gd name="connsiteY279" fmla="*/ 5185855 h 6858629"/>
              <a:gd name="connsiteX280" fmla="*/ 0 w 4629052"/>
              <a:gd name="connsiteY280" fmla="*/ 5100949 h 6858629"/>
              <a:gd name="connsiteX281" fmla="*/ 4890 w 4629052"/>
              <a:gd name="connsiteY281" fmla="*/ 5103719 h 6858629"/>
              <a:gd name="connsiteX282" fmla="*/ 15348 w 4629052"/>
              <a:gd name="connsiteY282" fmla="*/ 5105072 h 6858629"/>
              <a:gd name="connsiteX283" fmla="*/ 26292 w 4629052"/>
              <a:gd name="connsiteY283" fmla="*/ 5102578 h 6858629"/>
              <a:gd name="connsiteX284" fmla="*/ 43355 w 4629052"/>
              <a:gd name="connsiteY284" fmla="*/ 5107734 h 6858629"/>
              <a:gd name="connsiteX285" fmla="*/ 52204 w 4629052"/>
              <a:gd name="connsiteY285" fmla="*/ 5105325 h 6858629"/>
              <a:gd name="connsiteX286" fmla="*/ 57644 w 4629052"/>
              <a:gd name="connsiteY286" fmla="*/ 5097315 h 6858629"/>
              <a:gd name="connsiteX287" fmla="*/ 45345 w 4629052"/>
              <a:gd name="connsiteY287" fmla="*/ 5092011 h 6858629"/>
              <a:gd name="connsiteX288" fmla="*/ 36242 w 4629052"/>
              <a:gd name="connsiteY288" fmla="*/ 5090003 h 6858629"/>
              <a:gd name="connsiteX289" fmla="*/ 26335 w 4629052"/>
              <a:gd name="connsiteY289" fmla="*/ 5091461 h 6858629"/>
              <a:gd name="connsiteX290" fmla="*/ 16152 w 4629052"/>
              <a:gd name="connsiteY290" fmla="*/ 5085945 h 6858629"/>
              <a:gd name="connsiteX291" fmla="*/ 4065 w 4629052"/>
              <a:gd name="connsiteY291" fmla="*/ 5085269 h 6858629"/>
              <a:gd name="connsiteX292" fmla="*/ 0 w 4629052"/>
              <a:gd name="connsiteY292" fmla="*/ 5089798 h 6858629"/>
              <a:gd name="connsiteX293" fmla="*/ 0 w 4629052"/>
              <a:gd name="connsiteY293" fmla="*/ 5001871 h 6858629"/>
              <a:gd name="connsiteX294" fmla="*/ 8169 w 4629052"/>
              <a:gd name="connsiteY294" fmla="*/ 5004411 h 6858629"/>
              <a:gd name="connsiteX295" fmla="*/ 19199 w 4629052"/>
              <a:gd name="connsiteY295" fmla="*/ 5007221 h 6858629"/>
              <a:gd name="connsiteX296" fmla="*/ 30313 w 4629052"/>
              <a:gd name="connsiteY296" fmla="*/ 5010434 h 6858629"/>
              <a:gd name="connsiteX297" fmla="*/ 41448 w 4629052"/>
              <a:gd name="connsiteY297" fmla="*/ 5005890 h 6858629"/>
              <a:gd name="connsiteX298" fmla="*/ 55038 w 4629052"/>
              <a:gd name="connsiteY298" fmla="*/ 5004432 h 6858629"/>
              <a:gd name="connsiteX299" fmla="*/ 48179 w 4629052"/>
              <a:gd name="connsiteY299" fmla="*/ 4998134 h 6858629"/>
              <a:gd name="connsiteX300" fmla="*/ 37658 w 4629052"/>
              <a:gd name="connsiteY300" fmla="*/ 4990631 h 6858629"/>
              <a:gd name="connsiteX301" fmla="*/ 24893 w 4629052"/>
              <a:gd name="connsiteY301" fmla="*/ 4989807 h 6858629"/>
              <a:gd name="connsiteX302" fmla="*/ 12488 w 4629052"/>
              <a:gd name="connsiteY302" fmla="*/ 4991117 h 6858629"/>
              <a:gd name="connsiteX303" fmla="*/ 2877 w 4629052"/>
              <a:gd name="connsiteY303" fmla="*/ 4990272 h 6858629"/>
              <a:gd name="connsiteX304" fmla="*/ 0 w 4629052"/>
              <a:gd name="connsiteY304" fmla="*/ 4992410 h 6858629"/>
              <a:gd name="connsiteX305" fmla="*/ 0 w 4629052"/>
              <a:gd name="connsiteY305" fmla="*/ 4918689 h 6858629"/>
              <a:gd name="connsiteX306" fmla="*/ 1735 w 4629052"/>
              <a:gd name="connsiteY306" fmla="*/ 4919009 h 6858629"/>
              <a:gd name="connsiteX307" fmla="*/ 12551 w 4629052"/>
              <a:gd name="connsiteY307" fmla="*/ 4919474 h 6858629"/>
              <a:gd name="connsiteX308" fmla="*/ 23369 w 4629052"/>
              <a:gd name="connsiteY308" fmla="*/ 4921101 h 6858629"/>
              <a:gd name="connsiteX309" fmla="*/ 34292 w 4629052"/>
              <a:gd name="connsiteY309" fmla="*/ 4920636 h 6858629"/>
              <a:gd name="connsiteX310" fmla="*/ 45512 w 4629052"/>
              <a:gd name="connsiteY310" fmla="*/ 4921904 h 6858629"/>
              <a:gd name="connsiteX311" fmla="*/ 56183 w 4629052"/>
              <a:gd name="connsiteY311" fmla="*/ 4916346 h 6858629"/>
              <a:gd name="connsiteX312" fmla="*/ 47376 w 4629052"/>
              <a:gd name="connsiteY312" fmla="*/ 4909921 h 6858629"/>
              <a:gd name="connsiteX313" fmla="*/ 37298 w 4629052"/>
              <a:gd name="connsiteY313" fmla="*/ 4904701 h 6858629"/>
              <a:gd name="connsiteX314" fmla="*/ 25994 w 4629052"/>
              <a:gd name="connsiteY314" fmla="*/ 4906350 h 6858629"/>
              <a:gd name="connsiteX315" fmla="*/ 14902 w 4629052"/>
              <a:gd name="connsiteY315" fmla="*/ 4904278 h 6858629"/>
              <a:gd name="connsiteX316" fmla="*/ 4274 w 4629052"/>
              <a:gd name="connsiteY316" fmla="*/ 4908188 h 6858629"/>
              <a:gd name="connsiteX317" fmla="*/ 0 w 4629052"/>
              <a:gd name="connsiteY317" fmla="*/ 4909922 h 6858629"/>
              <a:gd name="connsiteX318" fmla="*/ 0 w 4629052"/>
              <a:gd name="connsiteY318" fmla="*/ 4823669 h 6858629"/>
              <a:gd name="connsiteX319" fmla="*/ 5121 w 4629052"/>
              <a:gd name="connsiteY319" fmla="*/ 4824181 h 6858629"/>
              <a:gd name="connsiteX320" fmla="*/ 16383 w 4629052"/>
              <a:gd name="connsiteY320" fmla="*/ 4828725 h 6858629"/>
              <a:gd name="connsiteX321" fmla="*/ 28386 w 4629052"/>
              <a:gd name="connsiteY321" fmla="*/ 4832571 h 6858629"/>
              <a:gd name="connsiteX322" fmla="*/ 41935 w 4629052"/>
              <a:gd name="connsiteY322" fmla="*/ 4826189 h 6858629"/>
              <a:gd name="connsiteX323" fmla="*/ 54170 w 4629052"/>
              <a:gd name="connsiteY323" fmla="*/ 4823526 h 6858629"/>
              <a:gd name="connsiteX324" fmla="*/ 41532 w 4629052"/>
              <a:gd name="connsiteY324" fmla="*/ 4815199 h 6858629"/>
              <a:gd name="connsiteX325" fmla="*/ 29148 w 4629052"/>
              <a:gd name="connsiteY325" fmla="*/ 4815093 h 6858629"/>
              <a:gd name="connsiteX326" fmla="*/ 16743 w 4629052"/>
              <a:gd name="connsiteY326" fmla="*/ 4815368 h 6858629"/>
              <a:gd name="connsiteX327" fmla="*/ 4190 w 4629052"/>
              <a:gd name="connsiteY327" fmla="*/ 4815157 h 6858629"/>
              <a:gd name="connsiteX328" fmla="*/ 0 w 4629052"/>
              <a:gd name="connsiteY328" fmla="*/ 4816414 h 6858629"/>
              <a:gd name="connsiteX329" fmla="*/ 0 w 4629052"/>
              <a:gd name="connsiteY329" fmla="*/ 4736849 h 6858629"/>
              <a:gd name="connsiteX330" fmla="*/ 5629 w 4629052"/>
              <a:gd name="connsiteY330" fmla="*/ 4736644 h 6858629"/>
              <a:gd name="connsiteX331" fmla="*/ 19961 w 4629052"/>
              <a:gd name="connsiteY331" fmla="*/ 4739433 h 6858629"/>
              <a:gd name="connsiteX332" fmla="*/ 35753 w 4629052"/>
              <a:gd name="connsiteY332" fmla="*/ 4742223 h 6858629"/>
              <a:gd name="connsiteX333" fmla="*/ 43416 w 4629052"/>
              <a:gd name="connsiteY333" fmla="*/ 4733410 h 6858629"/>
              <a:gd name="connsiteX334" fmla="*/ 32006 w 4629052"/>
              <a:gd name="connsiteY334" fmla="*/ 4721913 h 6858629"/>
              <a:gd name="connsiteX335" fmla="*/ 21125 w 4629052"/>
              <a:gd name="connsiteY335" fmla="*/ 4720032 h 6858629"/>
              <a:gd name="connsiteX336" fmla="*/ 9884 w 4629052"/>
              <a:gd name="connsiteY336" fmla="*/ 4718976 h 6858629"/>
              <a:gd name="connsiteX337" fmla="*/ 0 w 4629052"/>
              <a:gd name="connsiteY337" fmla="*/ 4724425 h 6858629"/>
              <a:gd name="connsiteX338" fmla="*/ 0 w 4629052"/>
              <a:gd name="connsiteY338" fmla="*/ 635 h 6858629"/>
              <a:gd name="connsiteX339" fmla="*/ 4437376 w 4629052"/>
              <a:gd name="connsiteY339" fmla="*/ 0 h 685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4629052" h="6858629">
                <a:moveTo>
                  <a:pt x="0" y="5377281"/>
                </a:moveTo>
                <a:lnTo>
                  <a:pt x="4170" y="5379157"/>
                </a:lnTo>
                <a:lnTo>
                  <a:pt x="11588" y="5379363"/>
                </a:lnTo>
                <a:lnTo>
                  <a:pt x="0" y="5386130"/>
                </a:lnTo>
                <a:close/>
                <a:moveTo>
                  <a:pt x="187815" y="5270740"/>
                </a:moveTo>
                <a:cubicBezTo>
                  <a:pt x="183010" y="5272494"/>
                  <a:pt x="180977" y="5277482"/>
                  <a:pt x="181866" y="5281878"/>
                </a:cubicBezTo>
                <a:cubicBezTo>
                  <a:pt x="182544" y="5285238"/>
                  <a:pt x="184640" y="5285914"/>
                  <a:pt x="188725" y="5286760"/>
                </a:cubicBezTo>
                <a:cubicBezTo>
                  <a:pt x="193065" y="5287668"/>
                  <a:pt x="196177" y="5291832"/>
                  <a:pt x="199501" y="5291050"/>
                </a:cubicBezTo>
                <a:cubicBezTo>
                  <a:pt x="202570" y="5290310"/>
                  <a:pt x="205153" y="5288873"/>
                  <a:pt x="209641" y="5289232"/>
                </a:cubicBezTo>
                <a:cubicBezTo>
                  <a:pt x="218087" y="5289909"/>
                  <a:pt x="219675" y="5293670"/>
                  <a:pt x="227148" y="5293374"/>
                </a:cubicBezTo>
                <a:cubicBezTo>
                  <a:pt x="230154" y="5293248"/>
                  <a:pt x="232228" y="5288535"/>
                  <a:pt x="234663" y="5286802"/>
                </a:cubicBezTo>
                <a:cubicBezTo>
                  <a:pt x="237627" y="5284688"/>
                  <a:pt x="241628" y="5282913"/>
                  <a:pt x="241141" y="5280356"/>
                </a:cubicBezTo>
                <a:cubicBezTo>
                  <a:pt x="240294" y="5275960"/>
                  <a:pt x="231043" y="5275030"/>
                  <a:pt x="228947" y="5274460"/>
                </a:cubicBezTo>
                <a:lnTo>
                  <a:pt x="228968" y="5274460"/>
                </a:lnTo>
                <a:cubicBezTo>
                  <a:pt x="224988" y="5273382"/>
                  <a:pt x="222702" y="5271860"/>
                  <a:pt x="219463" y="5272219"/>
                </a:cubicBezTo>
                <a:cubicBezTo>
                  <a:pt x="216986" y="5272494"/>
                  <a:pt x="214213" y="5271522"/>
                  <a:pt x="209852" y="5271395"/>
                </a:cubicBezTo>
                <a:cubicBezTo>
                  <a:pt x="205047" y="5271247"/>
                  <a:pt x="201279" y="5274291"/>
                  <a:pt x="198590" y="5273699"/>
                </a:cubicBezTo>
                <a:cubicBezTo>
                  <a:pt x="194208" y="5272748"/>
                  <a:pt x="191668" y="5269345"/>
                  <a:pt x="187815" y="5270740"/>
                </a:cubicBezTo>
                <a:close/>
                <a:moveTo>
                  <a:pt x="126550" y="5222872"/>
                </a:moveTo>
                <a:cubicBezTo>
                  <a:pt x="123057" y="5223315"/>
                  <a:pt x="119479" y="5225936"/>
                  <a:pt x="115753" y="5226824"/>
                </a:cubicBezTo>
                <a:cubicBezTo>
                  <a:pt x="112133" y="5227711"/>
                  <a:pt x="109021" y="5230543"/>
                  <a:pt x="105592" y="5231706"/>
                </a:cubicBezTo>
                <a:cubicBezTo>
                  <a:pt x="101845" y="5232974"/>
                  <a:pt x="97421" y="5232276"/>
                  <a:pt x="94393" y="5233734"/>
                </a:cubicBezTo>
                <a:cubicBezTo>
                  <a:pt x="90773" y="5235489"/>
                  <a:pt x="86793" y="5243710"/>
                  <a:pt x="88847" y="5246816"/>
                </a:cubicBezTo>
                <a:cubicBezTo>
                  <a:pt x="90011" y="5248592"/>
                  <a:pt x="92890" y="5249078"/>
                  <a:pt x="96426" y="5248909"/>
                </a:cubicBezTo>
                <a:lnTo>
                  <a:pt x="96404" y="5248930"/>
                </a:lnTo>
                <a:cubicBezTo>
                  <a:pt x="99537" y="5248761"/>
                  <a:pt x="103348" y="5248655"/>
                  <a:pt x="107370" y="5247894"/>
                </a:cubicBezTo>
                <a:cubicBezTo>
                  <a:pt x="110821" y="5247260"/>
                  <a:pt x="114271" y="5245633"/>
                  <a:pt x="117912" y="5244661"/>
                </a:cubicBezTo>
                <a:cubicBezTo>
                  <a:pt x="121511" y="5243710"/>
                  <a:pt x="125174" y="5242991"/>
                  <a:pt x="128518" y="5241829"/>
                </a:cubicBezTo>
                <a:cubicBezTo>
                  <a:pt x="132308" y="5240518"/>
                  <a:pt x="134827" y="5237116"/>
                  <a:pt x="137706" y="5235700"/>
                </a:cubicBezTo>
                <a:cubicBezTo>
                  <a:pt x="142681" y="5233269"/>
                  <a:pt x="148015" y="5232826"/>
                  <a:pt x="147804" y="5230733"/>
                </a:cubicBezTo>
                <a:cubicBezTo>
                  <a:pt x="147486" y="5227436"/>
                  <a:pt x="142935" y="5226464"/>
                  <a:pt x="137960" y="5225978"/>
                </a:cubicBezTo>
                <a:cubicBezTo>
                  <a:pt x="134806" y="5225661"/>
                  <a:pt x="130678" y="5222343"/>
                  <a:pt x="126550" y="5222872"/>
                </a:cubicBezTo>
                <a:close/>
                <a:moveTo>
                  <a:pt x="296052" y="5222618"/>
                </a:moveTo>
                <a:cubicBezTo>
                  <a:pt x="289829" y="5223252"/>
                  <a:pt x="285192" y="5224710"/>
                  <a:pt x="283901" y="5225091"/>
                </a:cubicBezTo>
                <a:cubicBezTo>
                  <a:pt x="282398" y="5225514"/>
                  <a:pt x="279371" y="5228620"/>
                  <a:pt x="275836" y="5229973"/>
                </a:cubicBezTo>
                <a:cubicBezTo>
                  <a:pt x="272660" y="5231199"/>
                  <a:pt x="271200" y="5230945"/>
                  <a:pt x="270967" y="5234094"/>
                </a:cubicBezTo>
                <a:cubicBezTo>
                  <a:pt x="270522" y="5240497"/>
                  <a:pt x="277720" y="5238807"/>
                  <a:pt x="281869" y="5239863"/>
                </a:cubicBezTo>
                <a:cubicBezTo>
                  <a:pt x="285933" y="5240899"/>
                  <a:pt x="289892" y="5240159"/>
                  <a:pt x="293385" y="5240328"/>
                </a:cubicBezTo>
                <a:cubicBezTo>
                  <a:pt x="297619" y="5240540"/>
                  <a:pt x="301197" y="5239483"/>
                  <a:pt x="304541" y="5238955"/>
                </a:cubicBezTo>
                <a:cubicBezTo>
                  <a:pt x="309156" y="5238215"/>
                  <a:pt x="313559" y="5240075"/>
                  <a:pt x="316354" y="5239293"/>
                </a:cubicBezTo>
                <a:cubicBezTo>
                  <a:pt x="321625" y="5237792"/>
                  <a:pt x="328844" y="5237602"/>
                  <a:pt x="329309" y="5231199"/>
                </a:cubicBezTo>
                <a:lnTo>
                  <a:pt x="329288" y="5231199"/>
                </a:lnTo>
                <a:cubicBezTo>
                  <a:pt x="329458" y="5228662"/>
                  <a:pt x="323573" y="5226211"/>
                  <a:pt x="320672" y="5225154"/>
                </a:cubicBezTo>
                <a:cubicBezTo>
                  <a:pt x="316650" y="5223696"/>
                  <a:pt x="312268" y="5224605"/>
                  <a:pt x="308331" y="5224224"/>
                </a:cubicBezTo>
                <a:cubicBezTo>
                  <a:pt x="303885" y="5223802"/>
                  <a:pt x="299715" y="5222259"/>
                  <a:pt x="296052" y="5222618"/>
                </a:cubicBezTo>
                <a:close/>
                <a:moveTo>
                  <a:pt x="188556" y="5180520"/>
                </a:moveTo>
                <a:cubicBezTo>
                  <a:pt x="183623" y="5182231"/>
                  <a:pt x="176405" y="5188593"/>
                  <a:pt x="177061" y="5192312"/>
                </a:cubicBezTo>
                <a:cubicBezTo>
                  <a:pt x="177527" y="5195017"/>
                  <a:pt x="183115" y="5198526"/>
                  <a:pt x="188513" y="5200343"/>
                </a:cubicBezTo>
                <a:cubicBezTo>
                  <a:pt x="191943" y="5201484"/>
                  <a:pt x="196431" y="5202245"/>
                  <a:pt x="200898" y="5202731"/>
                </a:cubicBezTo>
                <a:cubicBezTo>
                  <a:pt x="204835" y="5203154"/>
                  <a:pt x="209175" y="5202055"/>
                  <a:pt x="213366" y="5201780"/>
                </a:cubicBezTo>
                <a:cubicBezTo>
                  <a:pt x="217515" y="5201506"/>
                  <a:pt x="221495" y="5200301"/>
                  <a:pt x="225369" y="5199181"/>
                </a:cubicBezTo>
                <a:cubicBezTo>
                  <a:pt x="227317" y="5198610"/>
                  <a:pt x="229751" y="5195715"/>
                  <a:pt x="232842" y="5194109"/>
                </a:cubicBezTo>
                <a:cubicBezTo>
                  <a:pt x="235827" y="5192545"/>
                  <a:pt x="239574" y="5192714"/>
                  <a:pt x="239955" y="5189924"/>
                </a:cubicBezTo>
                <a:lnTo>
                  <a:pt x="239976" y="5189945"/>
                </a:lnTo>
                <a:cubicBezTo>
                  <a:pt x="240378" y="5187050"/>
                  <a:pt x="238219" y="5184218"/>
                  <a:pt x="234959" y="5182718"/>
                </a:cubicBezTo>
                <a:cubicBezTo>
                  <a:pt x="230365" y="5180604"/>
                  <a:pt x="226851" y="5184176"/>
                  <a:pt x="218341" y="5185169"/>
                </a:cubicBezTo>
                <a:cubicBezTo>
                  <a:pt x="212117" y="5185909"/>
                  <a:pt x="208010" y="5181872"/>
                  <a:pt x="204136" y="5180900"/>
                </a:cubicBezTo>
                <a:cubicBezTo>
                  <a:pt x="199035" y="5179632"/>
                  <a:pt x="193912" y="5178660"/>
                  <a:pt x="188556" y="5180520"/>
                </a:cubicBezTo>
                <a:close/>
                <a:moveTo>
                  <a:pt x="354273" y="5175049"/>
                </a:moveTo>
                <a:cubicBezTo>
                  <a:pt x="352518" y="5175120"/>
                  <a:pt x="351222" y="5175521"/>
                  <a:pt x="349422" y="5176652"/>
                </a:cubicBezTo>
                <a:cubicBezTo>
                  <a:pt x="346627" y="5178385"/>
                  <a:pt x="343918" y="5182929"/>
                  <a:pt x="344426" y="5187324"/>
                </a:cubicBezTo>
                <a:cubicBezTo>
                  <a:pt x="344828" y="5190685"/>
                  <a:pt x="346818" y="5194256"/>
                  <a:pt x="349189" y="5195102"/>
                </a:cubicBezTo>
                <a:cubicBezTo>
                  <a:pt x="354016" y="5196835"/>
                  <a:pt x="356408" y="5192671"/>
                  <a:pt x="361806" y="5193411"/>
                </a:cubicBezTo>
                <a:cubicBezTo>
                  <a:pt x="366675" y="5194066"/>
                  <a:pt x="367627" y="5197469"/>
                  <a:pt x="371946" y="5197173"/>
                </a:cubicBezTo>
                <a:cubicBezTo>
                  <a:pt x="375799" y="5196898"/>
                  <a:pt x="380287" y="5190114"/>
                  <a:pt x="379779" y="5185486"/>
                </a:cubicBezTo>
                <a:cubicBezTo>
                  <a:pt x="379292" y="5181090"/>
                  <a:pt x="373999" y="5179716"/>
                  <a:pt x="372793" y="5179146"/>
                </a:cubicBezTo>
                <a:cubicBezTo>
                  <a:pt x="368749" y="5177265"/>
                  <a:pt x="367691" y="5175743"/>
                  <a:pt x="361869" y="5175426"/>
                </a:cubicBezTo>
                <a:cubicBezTo>
                  <a:pt x="358239" y="5175236"/>
                  <a:pt x="356027" y="5174977"/>
                  <a:pt x="354273" y="5175049"/>
                </a:cubicBezTo>
                <a:close/>
                <a:moveTo>
                  <a:pt x="132604" y="5135314"/>
                </a:moveTo>
                <a:cubicBezTo>
                  <a:pt x="128455" y="5135884"/>
                  <a:pt x="124200" y="5135652"/>
                  <a:pt x="120199" y="5136307"/>
                </a:cubicBezTo>
                <a:cubicBezTo>
                  <a:pt x="115923" y="5137004"/>
                  <a:pt x="112197" y="5139858"/>
                  <a:pt x="108386" y="5140639"/>
                </a:cubicBezTo>
                <a:cubicBezTo>
                  <a:pt x="103835" y="5141590"/>
                  <a:pt x="99220" y="5140555"/>
                  <a:pt x="95875" y="5141675"/>
                </a:cubicBezTo>
                <a:cubicBezTo>
                  <a:pt x="89673" y="5143704"/>
                  <a:pt x="85947" y="5146663"/>
                  <a:pt x="86561" y="5149220"/>
                </a:cubicBezTo>
                <a:cubicBezTo>
                  <a:pt x="87090" y="5151397"/>
                  <a:pt x="92023" y="5149664"/>
                  <a:pt x="97929" y="5150129"/>
                </a:cubicBezTo>
                <a:cubicBezTo>
                  <a:pt x="101570" y="5150403"/>
                  <a:pt x="105634" y="5155011"/>
                  <a:pt x="109826" y="5154841"/>
                </a:cubicBezTo>
                <a:cubicBezTo>
                  <a:pt x="114039" y="5154651"/>
                  <a:pt x="117891" y="5150678"/>
                  <a:pt x="121490" y="5150150"/>
                </a:cubicBezTo>
                <a:cubicBezTo>
                  <a:pt x="123650" y="5149833"/>
                  <a:pt x="130254" y="5152305"/>
                  <a:pt x="135822" y="5150763"/>
                </a:cubicBezTo>
                <a:cubicBezTo>
                  <a:pt x="141368" y="5149199"/>
                  <a:pt x="145496" y="5145310"/>
                  <a:pt x="146237" y="5142182"/>
                </a:cubicBezTo>
                <a:lnTo>
                  <a:pt x="146237" y="5142161"/>
                </a:lnTo>
                <a:cubicBezTo>
                  <a:pt x="147211" y="5138061"/>
                  <a:pt x="138892" y="5134468"/>
                  <a:pt x="132604" y="5135314"/>
                </a:cubicBezTo>
                <a:close/>
                <a:moveTo>
                  <a:pt x="321244" y="5127706"/>
                </a:moveTo>
                <a:cubicBezTo>
                  <a:pt x="318047" y="5126924"/>
                  <a:pt x="314025" y="5127980"/>
                  <a:pt x="311591" y="5127959"/>
                </a:cubicBezTo>
                <a:cubicBezTo>
                  <a:pt x="307314" y="5127938"/>
                  <a:pt x="302975" y="5128614"/>
                  <a:pt x="298868" y="5129354"/>
                </a:cubicBezTo>
                <a:cubicBezTo>
                  <a:pt x="294528" y="5130136"/>
                  <a:pt x="290337" y="5131383"/>
                  <a:pt x="286590" y="5132778"/>
                </a:cubicBezTo>
                <a:cubicBezTo>
                  <a:pt x="282165" y="5134426"/>
                  <a:pt x="278122" y="5136328"/>
                  <a:pt x="275158" y="5138484"/>
                </a:cubicBezTo>
                <a:cubicBezTo>
                  <a:pt x="270607" y="5141781"/>
                  <a:pt x="268956" y="5145627"/>
                  <a:pt x="269802" y="5148966"/>
                </a:cubicBezTo>
                <a:cubicBezTo>
                  <a:pt x="270776" y="5152855"/>
                  <a:pt x="272914" y="5150657"/>
                  <a:pt x="278461" y="5149283"/>
                </a:cubicBezTo>
                <a:cubicBezTo>
                  <a:pt x="281467" y="5148544"/>
                  <a:pt x="285489" y="5148607"/>
                  <a:pt x="289892" y="5147783"/>
                </a:cubicBezTo>
                <a:cubicBezTo>
                  <a:pt x="293237" y="5147149"/>
                  <a:pt x="297174" y="5147867"/>
                  <a:pt x="301366" y="5147698"/>
                </a:cubicBezTo>
                <a:cubicBezTo>
                  <a:pt x="305092" y="5147550"/>
                  <a:pt x="308267" y="5147170"/>
                  <a:pt x="311210" y="5146980"/>
                </a:cubicBezTo>
                <a:cubicBezTo>
                  <a:pt x="314512" y="5146768"/>
                  <a:pt x="318323" y="5147741"/>
                  <a:pt x="321456" y="5145944"/>
                </a:cubicBezTo>
                <a:cubicBezTo>
                  <a:pt x="325351" y="5143704"/>
                  <a:pt x="326515" y="5138590"/>
                  <a:pt x="325690" y="5135102"/>
                </a:cubicBezTo>
                <a:cubicBezTo>
                  <a:pt x="325097" y="5132588"/>
                  <a:pt x="324843" y="5128593"/>
                  <a:pt x="321244" y="5127706"/>
                </a:cubicBezTo>
                <a:close/>
                <a:moveTo>
                  <a:pt x="209471" y="5089009"/>
                </a:moveTo>
                <a:cubicBezTo>
                  <a:pt x="203247" y="5088375"/>
                  <a:pt x="198505" y="5090277"/>
                  <a:pt x="197172" y="5090383"/>
                </a:cubicBezTo>
                <a:cubicBezTo>
                  <a:pt x="195626" y="5090510"/>
                  <a:pt x="191731" y="5090615"/>
                  <a:pt x="188005" y="5091249"/>
                </a:cubicBezTo>
                <a:cubicBezTo>
                  <a:pt x="184639" y="5091820"/>
                  <a:pt x="183687" y="5092433"/>
                  <a:pt x="182840" y="5095476"/>
                </a:cubicBezTo>
                <a:cubicBezTo>
                  <a:pt x="181104" y="5101668"/>
                  <a:pt x="187540" y="5102831"/>
                  <a:pt x="191392" y="5104691"/>
                </a:cubicBezTo>
                <a:cubicBezTo>
                  <a:pt x="195139" y="5106508"/>
                  <a:pt x="200157" y="5104078"/>
                  <a:pt x="203544" y="5104944"/>
                </a:cubicBezTo>
                <a:cubicBezTo>
                  <a:pt x="207651" y="5105980"/>
                  <a:pt x="211059" y="5107417"/>
                  <a:pt x="214446" y="5107565"/>
                </a:cubicBezTo>
                <a:cubicBezTo>
                  <a:pt x="219082" y="5107776"/>
                  <a:pt x="223062" y="5109763"/>
                  <a:pt x="225962" y="5109551"/>
                </a:cubicBezTo>
                <a:cubicBezTo>
                  <a:pt x="231445" y="5109150"/>
                  <a:pt x="238981" y="5110523"/>
                  <a:pt x="240717" y="5104331"/>
                </a:cubicBezTo>
                <a:lnTo>
                  <a:pt x="240738" y="5104331"/>
                </a:lnTo>
                <a:cubicBezTo>
                  <a:pt x="241437" y="5101880"/>
                  <a:pt x="235615" y="5098329"/>
                  <a:pt x="232990" y="5096723"/>
                </a:cubicBezTo>
                <a:cubicBezTo>
                  <a:pt x="229328" y="5094462"/>
                  <a:pt x="225920" y="5091101"/>
                  <a:pt x="222152" y="5089960"/>
                </a:cubicBezTo>
                <a:cubicBezTo>
                  <a:pt x="217875" y="5088650"/>
                  <a:pt x="213133" y="5089390"/>
                  <a:pt x="209471" y="5089009"/>
                </a:cubicBezTo>
                <a:close/>
                <a:moveTo>
                  <a:pt x="131291" y="5042769"/>
                </a:moveTo>
                <a:cubicBezTo>
                  <a:pt x="127036" y="5042367"/>
                  <a:pt x="122506" y="5043953"/>
                  <a:pt x="118357" y="5044333"/>
                </a:cubicBezTo>
                <a:cubicBezTo>
                  <a:pt x="113954" y="5044734"/>
                  <a:pt x="109720" y="5045876"/>
                  <a:pt x="105867" y="5046954"/>
                </a:cubicBezTo>
                <a:cubicBezTo>
                  <a:pt x="101315" y="5048222"/>
                  <a:pt x="97441" y="5050250"/>
                  <a:pt x="94287" y="5052131"/>
                </a:cubicBezTo>
                <a:cubicBezTo>
                  <a:pt x="89461" y="5055027"/>
                  <a:pt x="85968" y="5058345"/>
                  <a:pt x="86518" y="5061726"/>
                </a:cubicBezTo>
                <a:cubicBezTo>
                  <a:pt x="87153" y="5065678"/>
                  <a:pt x="90815" y="5064495"/>
                  <a:pt x="96468" y="5063607"/>
                </a:cubicBezTo>
                <a:cubicBezTo>
                  <a:pt x="99516" y="5063121"/>
                  <a:pt x="103348" y="5062402"/>
                  <a:pt x="107814" y="5061959"/>
                </a:cubicBezTo>
                <a:cubicBezTo>
                  <a:pt x="111202" y="5061620"/>
                  <a:pt x="114949" y="5065594"/>
                  <a:pt x="119140" y="5065784"/>
                </a:cubicBezTo>
                <a:cubicBezTo>
                  <a:pt x="122866" y="5065953"/>
                  <a:pt x="126189" y="5063438"/>
                  <a:pt x="129153" y="5063501"/>
                </a:cubicBezTo>
                <a:cubicBezTo>
                  <a:pt x="132456" y="5063565"/>
                  <a:pt x="134678" y="5061219"/>
                  <a:pt x="137939" y="5059697"/>
                </a:cubicBezTo>
                <a:lnTo>
                  <a:pt x="137917" y="5059718"/>
                </a:lnTo>
                <a:cubicBezTo>
                  <a:pt x="142003" y="5057816"/>
                  <a:pt x="148375" y="5055597"/>
                  <a:pt x="147867" y="5052047"/>
                </a:cubicBezTo>
                <a:cubicBezTo>
                  <a:pt x="147486" y="5049490"/>
                  <a:pt x="143400" y="5048644"/>
                  <a:pt x="139886" y="5047440"/>
                </a:cubicBezTo>
                <a:cubicBezTo>
                  <a:pt x="136774" y="5046383"/>
                  <a:pt x="133705" y="5042980"/>
                  <a:pt x="131291" y="5042769"/>
                </a:cubicBezTo>
                <a:close/>
                <a:moveTo>
                  <a:pt x="304266" y="5038796"/>
                </a:moveTo>
                <a:cubicBezTo>
                  <a:pt x="299736" y="5039493"/>
                  <a:pt x="295481" y="5041818"/>
                  <a:pt x="291247" y="5042705"/>
                </a:cubicBezTo>
                <a:cubicBezTo>
                  <a:pt x="286378" y="5043720"/>
                  <a:pt x="281594" y="5043804"/>
                  <a:pt x="277889" y="5045051"/>
                </a:cubicBezTo>
                <a:cubicBezTo>
                  <a:pt x="271390" y="5047228"/>
                  <a:pt x="270035" y="5049849"/>
                  <a:pt x="270776" y="5052828"/>
                </a:cubicBezTo>
                <a:cubicBezTo>
                  <a:pt x="271475" y="5055639"/>
                  <a:pt x="274947" y="5057013"/>
                  <a:pt x="281827" y="5057182"/>
                </a:cubicBezTo>
                <a:cubicBezTo>
                  <a:pt x="286801" y="5057309"/>
                  <a:pt x="292221" y="5057203"/>
                  <a:pt x="296561" y="5056485"/>
                </a:cubicBezTo>
                <a:cubicBezTo>
                  <a:pt x="298318" y="5056189"/>
                  <a:pt x="302657" y="5053927"/>
                  <a:pt x="307145" y="5052385"/>
                </a:cubicBezTo>
                <a:cubicBezTo>
                  <a:pt x="311443" y="5050905"/>
                  <a:pt x="317476" y="5050525"/>
                  <a:pt x="317920" y="5047503"/>
                </a:cubicBezTo>
                <a:cubicBezTo>
                  <a:pt x="318492" y="5043424"/>
                  <a:pt x="309283" y="5038014"/>
                  <a:pt x="304266" y="5038796"/>
                </a:cubicBezTo>
                <a:close/>
                <a:moveTo>
                  <a:pt x="192830" y="4995619"/>
                </a:moveTo>
                <a:cubicBezTo>
                  <a:pt x="187728" y="4996803"/>
                  <a:pt x="182457" y="4999297"/>
                  <a:pt x="182711" y="5003080"/>
                </a:cubicBezTo>
                <a:cubicBezTo>
                  <a:pt x="182901" y="5005806"/>
                  <a:pt x="184976" y="5009842"/>
                  <a:pt x="190162" y="5012209"/>
                </a:cubicBezTo>
                <a:cubicBezTo>
                  <a:pt x="193465" y="5013710"/>
                  <a:pt x="198143" y="5013308"/>
                  <a:pt x="202525" y="5014259"/>
                </a:cubicBezTo>
                <a:cubicBezTo>
                  <a:pt x="206399" y="5015105"/>
                  <a:pt x="210527" y="5013668"/>
                  <a:pt x="214719" y="5013837"/>
                </a:cubicBezTo>
                <a:cubicBezTo>
                  <a:pt x="218847" y="5014006"/>
                  <a:pt x="223144" y="5017535"/>
                  <a:pt x="227103" y="5016817"/>
                </a:cubicBezTo>
                <a:cubicBezTo>
                  <a:pt x="229114" y="5016457"/>
                  <a:pt x="233136" y="5015908"/>
                  <a:pt x="236269" y="5014682"/>
                </a:cubicBezTo>
                <a:cubicBezTo>
                  <a:pt x="239402" y="5013456"/>
                  <a:pt x="243213" y="5010667"/>
                  <a:pt x="243890" y="5007919"/>
                </a:cubicBezTo>
                <a:cubicBezTo>
                  <a:pt x="244610" y="5005066"/>
                  <a:pt x="241795" y="5000565"/>
                  <a:pt x="238725" y="4998726"/>
                </a:cubicBezTo>
                <a:cubicBezTo>
                  <a:pt x="234364" y="4996148"/>
                  <a:pt x="229855" y="4998916"/>
                  <a:pt x="221281" y="4999022"/>
                </a:cubicBezTo>
                <a:cubicBezTo>
                  <a:pt x="215015" y="4999085"/>
                  <a:pt x="210104" y="4999592"/>
                  <a:pt x="206357" y="4998240"/>
                </a:cubicBezTo>
                <a:cubicBezTo>
                  <a:pt x="201425" y="4996443"/>
                  <a:pt x="198355" y="4994330"/>
                  <a:pt x="192830" y="4995619"/>
                </a:cubicBezTo>
                <a:close/>
                <a:moveTo>
                  <a:pt x="270120" y="4950963"/>
                </a:moveTo>
                <a:cubicBezTo>
                  <a:pt x="266182" y="4951829"/>
                  <a:pt x="263091" y="4954387"/>
                  <a:pt x="260615" y="4956669"/>
                </a:cubicBezTo>
                <a:cubicBezTo>
                  <a:pt x="257608" y="4959417"/>
                  <a:pt x="255873" y="4962671"/>
                  <a:pt x="256614" y="4966285"/>
                </a:cubicBezTo>
                <a:cubicBezTo>
                  <a:pt x="257587" y="4971146"/>
                  <a:pt x="260149" y="4969624"/>
                  <a:pt x="265102" y="4968673"/>
                </a:cubicBezTo>
                <a:cubicBezTo>
                  <a:pt x="267939" y="4968124"/>
                  <a:pt x="271411" y="4969307"/>
                  <a:pt x="275793" y="4969962"/>
                </a:cubicBezTo>
                <a:cubicBezTo>
                  <a:pt x="280577" y="4970681"/>
                  <a:pt x="283943" y="4970702"/>
                  <a:pt x="287373" y="4968124"/>
                </a:cubicBezTo>
                <a:lnTo>
                  <a:pt x="287394" y="4968124"/>
                </a:lnTo>
                <a:cubicBezTo>
                  <a:pt x="289659" y="4966433"/>
                  <a:pt x="292665" y="4962988"/>
                  <a:pt x="291988" y="4959480"/>
                </a:cubicBezTo>
                <a:cubicBezTo>
                  <a:pt x="291077" y="4954704"/>
                  <a:pt x="284282" y="4952992"/>
                  <a:pt x="281128" y="4952294"/>
                </a:cubicBezTo>
                <a:cubicBezTo>
                  <a:pt x="277296" y="4951449"/>
                  <a:pt x="273549" y="4950223"/>
                  <a:pt x="270120" y="4950963"/>
                </a:cubicBezTo>
                <a:close/>
                <a:moveTo>
                  <a:pt x="127925" y="4949314"/>
                </a:moveTo>
                <a:cubicBezTo>
                  <a:pt x="123458" y="4949547"/>
                  <a:pt x="119245" y="4950582"/>
                  <a:pt x="115667" y="4951470"/>
                </a:cubicBezTo>
                <a:cubicBezTo>
                  <a:pt x="109592" y="4952991"/>
                  <a:pt x="105231" y="4955105"/>
                  <a:pt x="104024" y="4955654"/>
                </a:cubicBezTo>
                <a:cubicBezTo>
                  <a:pt x="102606" y="4956288"/>
                  <a:pt x="100066" y="4959818"/>
                  <a:pt x="96763" y="4961677"/>
                </a:cubicBezTo>
                <a:cubicBezTo>
                  <a:pt x="93800" y="4963347"/>
                  <a:pt x="90645" y="4963326"/>
                  <a:pt x="90878" y="4966475"/>
                </a:cubicBezTo>
                <a:cubicBezTo>
                  <a:pt x="91365" y="4972878"/>
                  <a:pt x="99663" y="4971885"/>
                  <a:pt x="103918" y="4972329"/>
                </a:cubicBezTo>
                <a:cubicBezTo>
                  <a:pt x="108068" y="4972752"/>
                  <a:pt x="112323" y="4972012"/>
                  <a:pt x="115795" y="4971674"/>
                </a:cubicBezTo>
                <a:cubicBezTo>
                  <a:pt x="120007" y="4971272"/>
                  <a:pt x="123670" y="4968969"/>
                  <a:pt x="126908" y="4967954"/>
                </a:cubicBezTo>
                <a:cubicBezTo>
                  <a:pt x="131354" y="4966581"/>
                  <a:pt x="134910" y="4964869"/>
                  <a:pt x="137557" y="4963685"/>
                </a:cubicBezTo>
                <a:cubicBezTo>
                  <a:pt x="142553" y="4961445"/>
                  <a:pt x="152206" y="4961297"/>
                  <a:pt x="151719" y="4954894"/>
                </a:cubicBezTo>
                <a:lnTo>
                  <a:pt x="151719" y="4954872"/>
                </a:lnTo>
                <a:cubicBezTo>
                  <a:pt x="151528" y="4952336"/>
                  <a:pt x="143061" y="4952421"/>
                  <a:pt x="140055" y="4951808"/>
                </a:cubicBezTo>
                <a:cubicBezTo>
                  <a:pt x="135863" y="4950941"/>
                  <a:pt x="131862" y="4949124"/>
                  <a:pt x="127925" y="4949314"/>
                </a:cubicBezTo>
                <a:close/>
                <a:moveTo>
                  <a:pt x="188470" y="4904067"/>
                </a:moveTo>
                <a:cubicBezTo>
                  <a:pt x="184554" y="4905800"/>
                  <a:pt x="180363" y="4911295"/>
                  <a:pt x="181082" y="4915691"/>
                </a:cubicBezTo>
                <a:cubicBezTo>
                  <a:pt x="181633" y="4919072"/>
                  <a:pt x="185486" y="4921946"/>
                  <a:pt x="188830" y="4922792"/>
                </a:cubicBezTo>
                <a:cubicBezTo>
                  <a:pt x="192366" y="4923700"/>
                  <a:pt x="195520" y="4924778"/>
                  <a:pt x="198229" y="4923996"/>
                </a:cubicBezTo>
                <a:cubicBezTo>
                  <a:pt x="200749" y="4923278"/>
                  <a:pt x="202802" y="4920805"/>
                  <a:pt x="206464" y="4921164"/>
                </a:cubicBezTo>
                <a:cubicBezTo>
                  <a:pt x="213344" y="4921841"/>
                  <a:pt x="214382" y="4922644"/>
                  <a:pt x="220478" y="4922348"/>
                </a:cubicBezTo>
                <a:cubicBezTo>
                  <a:pt x="225940" y="4922073"/>
                  <a:pt x="232355" y="4918375"/>
                  <a:pt x="231635" y="4913746"/>
                </a:cubicBezTo>
                <a:cubicBezTo>
                  <a:pt x="230936" y="4909351"/>
                  <a:pt x="223739" y="4908273"/>
                  <a:pt x="222024" y="4907702"/>
                </a:cubicBezTo>
                <a:lnTo>
                  <a:pt x="222024" y="4907660"/>
                </a:lnTo>
                <a:cubicBezTo>
                  <a:pt x="216287" y="4905758"/>
                  <a:pt x="214678" y="4907258"/>
                  <a:pt x="206464" y="4906941"/>
                </a:cubicBezTo>
                <a:cubicBezTo>
                  <a:pt x="202548" y="4906793"/>
                  <a:pt x="199542" y="4906857"/>
                  <a:pt x="197362" y="4906265"/>
                </a:cubicBezTo>
                <a:cubicBezTo>
                  <a:pt x="193826" y="4905314"/>
                  <a:pt x="191603" y="4902672"/>
                  <a:pt x="188470" y="4904067"/>
                </a:cubicBezTo>
                <a:close/>
                <a:moveTo>
                  <a:pt x="133217" y="4856854"/>
                </a:moveTo>
                <a:cubicBezTo>
                  <a:pt x="128962" y="4856558"/>
                  <a:pt x="124643" y="4857932"/>
                  <a:pt x="120494" y="4858418"/>
                </a:cubicBezTo>
                <a:cubicBezTo>
                  <a:pt x="116112" y="4858925"/>
                  <a:pt x="111327" y="4857762"/>
                  <a:pt x="107475" y="4858925"/>
                </a:cubicBezTo>
                <a:cubicBezTo>
                  <a:pt x="102944" y="4860299"/>
                  <a:pt x="99642" y="4863997"/>
                  <a:pt x="96530" y="4865984"/>
                </a:cubicBezTo>
                <a:cubicBezTo>
                  <a:pt x="91788" y="4869006"/>
                  <a:pt x="86983" y="4872620"/>
                  <a:pt x="87618" y="4876001"/>
                </a:cubicBezTo>
                <a:cubicBezTo>
                  <a:pt x="88359" y="4879932"/>
                  <a:pt x="94032" y="4882109"/>
                  <a:pt x="99663" y="4881073"/>
                </a:cubicBezTo>
                <a:cubicBezTo>
                  <a:pt x="102712" y="4880524"/>
                  <a:pt x="105908" y="4876551"/>
                  <a:pt x="110354" y="4876001"/>
                </a:cubicBezTo>
                <a:cubicBezTo>
                  <a:pt x="113741" y="4875578"/>
                  <a:pt x="117572" y="4875600"/>
                  <a:pt x="121764" y="4875684"/>
                </a:cubicBezTo>
                <a:cubicBezTo>
                  <a:pt x="125511" y="4875769"/>
                  <a:pt x="128665" y="4873993"/>
                  <a:pt x="131629" y="4873993"/>
                </a:cubicBezTo>
                <a:cubicBezTo>
                  <a:pt x="134931" y="4873993"/>
                  <a:pt x="138509" y="4876867"/>
                  <a:pt x="141727" y="4875261"/>
                </a:cubicBezTo>
                <a:lnTo>
                  <a:pt x="141748" y="4875261"/>
                </a:lnTo>
                <a:cubicBezTo>
                  <a:pt x="145791" y="4873254"/>
                  <a:pt x="147125" y="4868668"/>
                  <a:pt x="146511" y="4865138"/>
                </a:cubicBezTo>
                <a:cubicBezTo>
                  <a:pt x="146066" y="4862602"/>
                  <a:pt x="145198" y="4862306"/>
                  <a:pt x="141663" y="4861207"/>
                </a:cubicBezTo>
                <a:cubicBezTo>
                  <a:pt x="138509" y="4860235"/>
                  <a:pt x="135630" y="4857002"/>
                  <a:pt x="133217" y="4856854"/>
                </a:cubicBezTo>
                <a:close/>
                <a:moveTo>
                  <a:pt x="108131" y="4770923"/>
                </a:moveTo>
                <a:cubicBezTo>
                  <a:pt x="103961" y="4771578"/>
                  <a:pt x="100362" y="4773057"/>
                  <a:pt x="97229" y="4774051"/>
                </a:cubicBezTo>
                <a:cubicBezTo>
                  <a:pt x="91979" y="4775720"/>
                  <a:pt x="87301" y="4777263"/>
                  <a:pt x="87830" y="4780222"/>
                </a:cubicBezTo>
                <a:cubicBezTo>
                  <a:pt x="88317" y="4783032"/>
                  <a:pt x="94308" y="4783666"/>
                  <a:pt x="99918" y="4784385"/>
                </a:cubicBezTo>
                <a:cubicBezTo>
                  <a:pt x="104130" y="4784913"/>
                  <a:pt x="108788" y="4786372"/>
                  <a:pt x="112492" y="4785970"/>
                </a:cubicBezTo>
                <a:cubicBezTo>
                  <a:pt x="113995" y="4785801"/>
                  <a:pt x="117742" y="4783455"/>
                  <a:pt x="121574" y="4782187"/>
                </a:cubicBezTo>
                <a:cubicBezTo>
                  <a:pt x="125088" y="4781025"/>
                  <a:pt x="129470" y="4780560"/>
                  <a:pt x="129915" y="4777643"/>
                </a:cubicBezTo>
                <a:lnTo>
                  <a:pt x="129894" y="4777622"/>
                </a:lnTo>
                <a:cubicBezTo>
                  <a:pt x="130486" y="4773607"/>
                  <a:pt x="123797" y="4770732"/>
                  <a:pt x="119605" y="4771134"/>
                </a:cubicBezTo>
                <a:cubicBezTo>
                  <a:pt x="115731" y="4771493"/>
                  <a:pt x="111730" y="4770352"/>
                  <a:pt x="108131" y="4770923"/>
                </a:cubicBezTo>
                <a:close/>
                <a:moveTo>
                  <a:pt x="4437376" y="0"/>
                </a:moveTo>
                <a:cubicBezTo>
                  <a:pt x="4432296" y="131445"/>
                  <a:pt x="4428486" y="262890"/>
                  <a:pt x="4420231" y="394334"/>
                </a:cubicBezTo>
                <a:cubicBezTo>
                  <a:pt x="4406896" y="608964"/>
                  <a:pt x="4378321" y="822324"/>
                  <a:pt x="4347206" y="1035049"/>
                </a:cubicBezTo>
                <a:cubicBezTo>
                  <a:pt x="4290056" y="1425575"/>
                  <a:pt x="4235446" y="1812291"/>
                  <a:pt x="4227826" y="2207260"/>
                </a:cubicBezTo>
                <a:cubicBezTo>
                  <a:pt x="4224016" y="2407283"/>
                  <a:pt x="4229096" y="2606675"/>
                  <a:pt x="4241796" y="2806064"/>
                </a:cubicBezTo>
                <a:cubicBezTo>
                  <a:pt x="4254496" y="3003550"/>
                  <a:pt x="4281801" y="3197858"/>
                  <a:pt x="4302756" y="3394072"/>
                </a:cubicBezTo>
                <a:cubicBezTo>
                  <a:pt x="4364986" y="3974459"/>
                  <a:pt x="4471666" y="4555484"/>
                  <a:pt x="4545961" y="5137779"/>
                </a:cubicBezTo>
                <a:lnTo>
                  <a:pt x="4545961" y="5142224"/>
                </a:lnTo>
                <a:cubicBezTo>
                  <a:pt x="4554851" y="5212074"/>
                  <a:pt x="4563741" y="5282559"/>
                  <a:pt x="4571361" y="5352409"/>
                </a:cubicBezTo>
                <a:cubicBezTo>
                  <a:pt x="4571996" y="5356854"/>
                  <a:pt x="4608191" y="5727694"/>
                  <a:pt x="4617716" y="5904859"/>
                </a:cubicBezTo>
                <a:lnTo>
                  <a:pt x="4618351" y="5904859"/>
                </a:lnTo>
                <a:cubicBezTo>
                  <a:pt x="4623431" y="6003919"/>
                  <a:pt x="4628511" y="6101074"/>
                  <a:pt x="4628511" y="6200134"/>
                </a:cubicBezTo>
                <a:cubicBezTo>
                  <a:pt x="4628511" y="6255379"/>
                  <a:pt x="4635496" y="6858629"/>
                  <a:pt x="4599301" y="6858629"/>
                </a:cubicBezTo>
                <a:lnTo>
                  <a:pt x="2188004" y="6858629"/>
                </a:lnTo>
                <a:lnTo>
                  <a:pt x="2186839" y="6855742"/>
                </a:lnTo>
                <a:lnTo>
                  <a:pt x="2133537" y="6759963"/>
                </a:lnTo>
                <a:lnTo>
                  <a:pt x="2120212" y="6736018"/>
                </a:lnTo>
                <a:cubicBezTo>
                  <a:pt x="2048424" y="6618569"/>
                  <a:pt x="1960184" y="6509886"/>
                  <a:pt x="1846913" y="6427397"/>
                </a:cubicBezTo>
                <a:lnTo>
                  <a:pt x="1795313" y="6396843"/>
                </a:lnTo>
                <a:lnTo>
                  <a:pt x="1666184" y="6320384"/>
                </a:lnTo>
                <a:lnTo>
                  <a:pt x="1599605" y="6282446"/>
                </a:lnTo>
                <a:lnTo>
                  <a:pt x="1484390" y="6216794"/>
                </a:lnTo>
                <a:cubicBezTo>
                  <a:pt x="1448690" y="6196772"/>
                  <a:pt x="1414560" y="6174725"/>
                  <a:pt x="1382091" y="6150719"/>
                </a:cubicBezTo>
                <a:lnTo>
                  <a:pt x="1310477" y="6090345"/>
                </a:lnTo>
                <a:lnTo>
                  <a:pt x="1289779" y="6072895"/>
                </a:lnTo>
                <a:cubicBezTo>
                  <a:pt x="1231693" y="6017186"/>
                  <a:pt x="1180649" y="5953916"/>
                  <a:pt x="1137416" y="5883626"/>
                </a:cubicBezTo>
                <a:cubicBezTo>
                  <a:pt x="1056948" y="5739850"/>
                  <a:pt x="995894" y="5581919"/>
                  <a:pt x="876601" y="5466450"/>
                </a:cubicBezTo>
                <a:cubicBezTo>
                  <a:pt x="754664" y="5351439"/>
                  <a:pt x="583547" y="5271384"/>
                  <a:pt x="410986" y="5272303"/>
                </a:cubicBezTo>
                <a:lnTo>
                  <a:pt x="398143" y="5273256"/>
                </a:lnTo>
                <a:lnTo>
                  <a:pt x="396227" y="5268057"/>
                </a:lnTo>
                <a:cubicBezTo>
                  <a:pt x="393327" y="5265943"/>
                  <a:pt x="390405" y="5267571"/>
                  <a:pt x="385028" y="5268564"/>
                </a:cubicBezTo>
                <a:cubicBezTo>
                  <a:pt x="381070" y="5269304"/>
                  <a:pt x="378741" y="5269494"/>
                  <a:pt x="376285" y="5268522"/>
                </a:cubicBezTo>
                <a:cubicBezTo>
                  <a:pt x="373110" y="5267275"/>
                  <a:pt x="370612" y="5266936"/>
                  <a:pt x="367246" y="5268775"/>
                </a:cubicBezTo>
                <a:lnTo>
                  <a:pt x="362919" y="5275871"/>
                </a:lnTo>
                <a:lnTo>
                  <a:pt x="337933" y="5277725"/>
                </a:lnTo>
                <a:lnTo>
                  <a:pt x="337082" y="5277788"/>
                </a:lnTo>
                <a:lnTo>
                  <a:pt x="321469" y="5280761"/>
                </a:lnTo>
                <a:lnTo>
                  <a:pt x="184373" y="5306869"/>
                </a:lnTo>
                <a:lnTo>
                  <a:pt x="144676" y="5321326"/>
                </a:lnTo>
                <a:lnTo>
                  <a:pt x="143648" y="5319283"/>
                </a:lnTo>
                <a:cubicBezTo>
                  <a:pt x="141378" y="5317563"/>
                  <a:pt x="138181" y="5316432"/>
                  <a:pt x="135038" y="5316749"/>
                </a:cubicBezTo>
                <a:cubicBezTo>
                  <a:pt x="130889" y="5317172"/>
                  <a:pt x="126697" y="5317827"/>
                  <a:pt x="122675" y="5318334"/>
                </a:cubicBezTo>
                <a:cubicBezTo>
                  <a:pt x="118378" y="5318884"/>
                  <a:pt x="114546" y="5321779"/>
                  <a:pt x="110714" y="5322434"/>
                </a:cubicBezTo>
                <a:cubicBezTo>
                  <a:pt x="106121" y="5323237"/>
                  <a:pt x="101442" y="5321842"/>
                  <a:pt x="98034" y="5322836"/>
                </a:cubicBezTo>
                <a:cubicBezTo>
                  <a:pt x="91768" y="5324653"/>
                  <a:pt x="88381" y="5328246"/>
                  <a:pt x="88910" y="5330824"/>
                </a:cubicBezTo>
                <a:cubicBezTo>
                  <a:pt x="89355" y="5333022"/>
                  <a:pt x="93567" y="5336551"/>
                  <a:pt x="99473" y="5337207"/>
                </a:cubicBezTo>
                <a:cubicBezTo>
                  <a:pt x="103115" y="5337608"/>
                  <a:pt x="107539" y="5333297"/>
                  <a:pt x="111731" y="5333255"/>
                </a:cubicBezTo>
                <a:lnTo>
                  <a:pt x="111951" y="5333245"/>
                </a:lnTo>
                <a:lnTo>
                  <a:pt x="55108" y="5353946"/>
                </a:lnTo>
                <a:lnTo>
                  <a:pt x="31212" y="5367902"/>
                </a:lnTo>
                <a:lnTo>
                  <a:pt x="29171" y="5368104"/>
                </a:lnTo>
                <a:cubicBezTo>
                  <a:pt x="24832" y="5368167"/>
                  <a:pt x="20577" y="5364891"/>
                  <a:pt x="16681" y="5365124"/>
                </a:cubicBezTo>
                <a:cubicBezTo>
                  <a:pt x="12045" y="5365420"/>
                  <a:pt x="7981" y="5367132"/>
                  <a:pt x="4509" y="5367745"/>
                </a:cubicBezTo>
                <a:lnTo>
                  <a:pt x="0" y="5368819"/>
                </a:lnTo>
                <a:lnTo>
                  <a:pt x="0" y="5288339"/>
                </a:lnTo>
                <a:lnTo>
                  <a:pt x="3091" y="5288514"/>
                </a:lnTo>
                <a:cubicBezTo>
                  <a:pt x="6160" y="5288535"/>
                  <a:pt x="10055" y="5287859"/>
                  <a:pt x="14522" y="5288133"/>
                </a:cubicBezTo>
                <a:cubicBezTo>
                  <a:pt x="17930" y="5288345"/>
                  <a:pt x="21826" y="5289042"/>
                  <a:pt x="25932" y="5289909"/>
                </a:cubicBezTo>
                <a:cubicBezTo>
                  <a:pt x="26335" y="5289993"/>
                  <a:pt x="26716" y="5290078"/>
                  <a:pt x="27076" y="5290205"/>
                </a:cubicBezTo>
                <a:cubicBezTo>
                  <a:pt x="30209" y="5291050"/>
                  <a:pt x="32791" y="5292466"/>
                  <a:pt x="35395" y="5292931"/>
                </a:cubicBezTo>
                <a:cubicBezTo>
                  <a:pt x="38634" y="5293523"/>
                  <a:pt x="41344" y="5292487"/>
                  <a:pt x="44816" y="5291494"/>
                </a:cubicBezTo>
                <a:cubicBezTo>
                  <a:pt x="49134" y="5290289"/>
                  <a:pt x="57200" y="5288472"/>
                  <a:pt x="57263" y="5284900"/>
                </a:cubicBezTo>
                <a:cubicBezTo>
                  <a:pt x="57284" y="5283716"/>
                  <a:pt x="56332" y="5282364"/>
                  <a:pt x="54956" y="5281117"/>
                </a:cubicBezTo>
                <a:cubicBezTo>
                  <a:pt x="53368" y="5279638"/>
                  <a:pt x="51230" y="5278243"/>
                  <a:pt x="49473" y="5277313"/>
                </a:cubicBezTo>
                <a:cubicBezTo>
                  <a:pt x="46573" y="5275770"/>
                  <a:pt x="43037" y="5274122"/>
                  <a:pt x="40688" y="5273509"/>
                </a:cubicBezTo>
                <a:cubicBezTo>
                  <a:pt x="36559" y="5272431"/>
                  <a:pt x="31839" y="5274460"/>
                  <a:pt x="27668" y="5274164"/>
                </a:cubicBezTo>
                <a:cubicBezTo>
                  <a:pt x="23265" y="5273847"/>
                  <a:pt x="19264" y="5274798"/>
                  <a:pt x="15263" y="5275242"/>
                </a:cubicBezTo>
                <a:cubicBezTo>
                  <a:pt x="10564" y="5275770"/>
                  <a:pt x="5949" y="5274396"/>
                  <a:pt x="2540" y="5275770"/>
                </a:cubicBezTo>
                <a:lnTo>
                  <a:pt x="0" y="5277390"/>
                </a:lnTo>
                <a:lnTo>
                  <a:pt x="0" y="5193030"/>
                </a:lnTo>
                <a:lnTo>
                  <a:pt x="6287" y="5194890"/>
                </a:lnTo>
                <a:cubicBezTo>
                  <a:pt x="9865" y="5195693"/>
                  <a:pt x="14141" y="5194806"/>
                  <a:pt x="18311" y="5195228"/>
                </a:cubicBezTo>
                <a:cubicBezTo>
                  <a:pt x="22503" y="5195651"/>
                  <a:pt x="26504" y="5200871"/>
                  <a:pt x="30124" y="5200871"/>
                </a:cubicBezTo>
                <a:cubicBezTo>
                  <a:pt x="32304" y="5200871"/>
                  <a:pt x="38507" y="5199413"/>
                  <a:pt x="44223" y="5198694"/>
                </a:cubicBezTo>
                <a:cubicBezTo>
                  <a:pt x="49939" y="5197955"/>
                  <a:pt x="55040" y="5194848"/>
                  <a:pt x="56226" y="5191847"/>
                </a:cubicBezTo>
                <a:cubicBezTo>
                  <a:pt x="57792" y="5187937"/>
                  <a:pt x="49621" y="5182590"/>
                  <a:pt x="43291" y="5182527"/>
                </a:cubicBezTo>
                <a:cubicBezTo>
                  <a:pt x="39121" y="5182484"/>
                  <a:pt x="34951" y="5184112"/>
                  <a:pt x="30907" y="5184175"/>
                </a:cubicBezTo>
                <a:cubicBezTo>
                  <a:pt x="26568" y="5184239"/>
                  <a:pt x="22228" y="5181047"/>
                  <a:pt x="18354" y="5181280"/>
                </a:cubicBezTo>
                <a:cubicBezTo>
                  <a:pt x="13697" y="5181555"/>
                  <a:pt x="9505" y="5183203"/>
                  <a:pt x="6012" y="5183795"/>
                </a:cubicBezTo>
                <a:lnTo>
                  <a:pt x="0" y="5185855"/>
                </a:lnTo>
                <a:lnTo>
                  <a:pt x="0" y="5100949"/>
                </a:lnTo>
                <a:lnTo>
                  <a:pt x="4890" y="5103719"/>
                </a:lnTo>
                <a:cubicBezTo>
                  <a:pt x="9209" y="5104691"/>
                  <a:pt x="12003" y="5105790"/>
                  <a:pt x="15348" y="5105072"/>
                </a:cubicBezTo>
                <a:cubicBezTo>
                  <a:pt x="18439" y="5104395"/>
                  <a:pt x="21804" y="5102134"/>
                  <a:pt x="26292" y="5102578"/>
                </a:cubicBezTo>
                <a:cubicBezTo>
                  <a:pt x="34718" y="5103423"/>
                  <a:pt x="35882" y="5107882"/>
                  <a:pt x="43355" y="5107734"/>
                </a:cubicBezTo>
                <a:cubicBezTo>
                  <a:pt x="46361" y="5107671"/>
                  <a:pt x="49748" y="5107016"/>
                  <a:pt x="52204" y="5105325"/>
                </a:cubicBezTo>
                <a:cubicBezTo>
                  <a:pt x="55210" y="5103254"/>
                  <a:pt x="58089" y="5099873"/>
                  <a:pt x="57644" y="5097315"/>
                </a:cubicBezTo>
                <a:cubicBezTo>
                  <a:pt x="56903" y="5092920"/>
                  <a:pt x="47441" y="5092624"/>
                  <a:pt x="45345" y="5092011"/>
                </a:cubicBezTo>
                <a:cubicBezTo>
                  <a:pt x="41386" y="5090870"/>
                  <a:pt x="39481" y="5089707"/>
                  <a:pt x="36242" y="5090003"/>
                </a:cubicBezTo>
                <a:cubicBezTo>
                  <a:pt x="33765" y="5090236"/>
                  <a:pt x="30717" y="5091694"/>
                  <a:pt x="26335" y="5091461"/>
                </a:cubicBezTo>
                <a:cubicBezTo>
                  <a:pt x="21550" y="5091229"/>
                  <a:pt x="18820" y="5086579"/>
                  <a:pt x="16152" y="5085945"/>
                </a:cubicBezTo>
                <a:cubicBezTo>
                  <a:pt x="11812" y="5084910"/>
                  <a:pt x="7939" y="5083959"/>
                  <a:pt x="4065" y="5085269"/>
                </a:cubicBezTo>
                <a:lnTo>
                  <a:pt x="0" y="5089798"/>
                </a:lnTo>
                <a:lnTo>
                  <a:pt x="0" y="5001871"/>
                </a:lnTo>
                <a:lnTo>
                  <a:pt x="8169" y="5004411"/>
                </a:lnTo>
                <a:cubicBezTo>
                  <a:pt x="11980" y="5006123"/>
                  <a:pt x="15790" y="5006461"/>
                  <a:pt x="19199" y="5007221"/>
                </a:cubicBezTo>
                <a:cubicBezTo>
                  <a:pt x="23327" y="5008151"/>
                  <a:pt x="26925" y="5010370"/>
                  <a:pt x="30313" y="5010434"/>
                </a:cubicBezTo>
                <a:cubicBezTo>
                  <a:pt x="34970" y="5010518"/>
                  <a:pt x="38569" y="5006186"/>
                  <a:pt x="41448" y="5005890"/>
                </a:cubicBezTo>
                <a:cubicBezTo>
                  <a:pt x="46909" y="5005319"/>
                  <a:pt x="53472" y="5010687"/>
                  <a:pt x="55038" y="5004432"/>
                </a:cubicBezTo>
                <a:cubicBezTo>
                  <a:pt x="55652" y="5001959"/>
                  <a:pt x="50826" y="4999655"/>
                  <a:pt x="48179" y="4998134"/>
                </a:cubicBezTo>
                <a:cubicBezTo>
                  <a:pt x="44454" y="4995978"/>
                  <a:pt x="41469" y="4991667"/>
                  <a:pt x="37658" y="4990631"/>
                </a:cubicBezTo>
                <a:cubicBezTo>
                  <a:pt x="33340" y="4989427"/>
                  <a:pt x="28577" y="4990082"/>
                  <a:pt x="24893" y="4989807"/>
                </a:cubicBezTo>
                <a:cubicBezTo>
                  <a:pt x="18669" y="4989363"/>
                  <a:pt x="13822" y="4990969"/>
                  <a:pt x="12488" y="4991117"/>
                </a:cubicBezTo>
                <a:cubicBezTo>
                  <a:pt x="10943" y="4991286"/>
                  <a:pt x="6603" y="4989553"/>
                  <a:pt x="2877" y="4990272"/>
                </a:cubicBezTo>
                <a:lnTo>
                  <a:pt x="0" y="4992410"/>
                </a:lnTo>
                <a:lnTo>
                  <a:pt x="0" y="4918689"/>
                </a:lnTo>
                <a:lnTo>
                  <a:pt x="1735" y="4919009"/>
                </a:lnTo>
                <a:cubicBezTo>
                  <a:pt x="4782" y="4919706"/>
                  <a:pt x="8466" y="4919114"/>
                  <a:pt x="12551" y="4919474"/>
                </a:cubicBezTo>
                <a:cubicBezTo>
                  <a:pt x="16044" y="4919770"/>
                  <a:pt x="19623" y="4921038"/>
                  <a:pt x="23369" y="4921101"/>
                </a:cubicBezTo>
                <a:cubicBezTo>
                  <a:pt x="27095" y="4921143"/>
                  <a:pt x="30757" y="4920847"/>
                  <a:pt x="34292" y="4920636"/>
                </a:cubicBezTo>
                <a:cubicBezTo>
                  <a:pt x="38293" y="4920404"/>
                  <a:pt x="42337" y="4922496"/>
                  <a:pt x="45512" y="4921904"/>
                </a:cubicBezTo>
                <a:cubicBezTo>
                  <a:pt x="50933" y="4920911"/>
                  <a:pt x="55823" y="4918417"/>
                  <a:pt x="56183" y="4916346"/>
                </a:cubicBezTo>
                <a:cubicBezTo>
                  <a:pt x="56753" y="4913091"/>
                  <a:pt x="52032" y="4911739"/>
                  <a:pt x="47376" y="4909921"/>
                </a:cubicBezTo>
                <a:cubicBezTo>
                  <a:pt x="44412" y="4908780"/>
                  <a:pt x="41406" y="4905293"/>
                  <a:pt x="37298" y="4904701"/>
                </a:cubicBezTo>
                <a:cubicBezTo>
                  <a:pt x="33827" y="4904194"/>
                  <a:pt x="29826" y="4906497"/>
                  <a:pt x="25994" y="4906350"/>
                </a:cubicBezTo>
                <a:cubicBezTo>
                  <a:pt x="22289" y="4906223"/>
                  <a:pt x="18521" y="4904067"/>
                  <a:pt x="14902" y="4904278"/>
                </a:cubicBezTo>
                <a:cubicBezTo>
                  <a:pt x="10944" y="4904490"/>
                  <a:pt x="7577" y="4907596"/>
                  <a:pt x="4274" y="4908188"/>
                </a:cubicBezTo>
                <a:lnTo>
                  <a:pt x="0" y="4909922"/>
                </a:lnTo>
                <a:lnTo>
                  <a:pt x="0" y="4823669"/>
                </a:lnTo>
                <a:lnTo>
                  <a:pt x="5121" y="4824181"/>
                </a:lnTo>
                <a:cubicBezTo>
                  <a:pt x="8699" y="4824984"/>
                  <a:pt x="12213" y="4828302"/>
                  <a:pt x="16383" y="4828725"/>
                </a:cubicBezTo>
                <a:cubicBezTo>
                  <a:pt x="20575" y="4829168"/>
                  <a:pt x="24745" y="4832550"/>
                  <a:pt x="28386" y="4832571"/>
                </a:cubicBezTo>
                <a:cubicBezTo>
                  <a:pt x="30567" y="4832571"/>
                  <a:pt x="36198" y="4826907"/>
                  <a:pt x="41935" y="4826189"/>
                </a:cubicBezTo>
                <a:cubicBezTo>
                  <a:pt x="47650" y="4825449"/>
                  <a:pt x="52985" y="4826506"/>
                  <a:pt x="54170" y="4823526"/>
                </a:cubicBezTo>
                <a:cubicBezTo>
                  <a:pt x="55737" y="4819616"/>
                  <a:pt x="47883" y="4815262"/>
                  <a:pt x="41532" y="4815199"/>
                </a:cubicBezTo>
                <a:cubicBezTo>
                  <a:pt x="37362" y="4815157"/>
                  <a:pt x="33192" y="4815030"/>
                  <a:pt x="29148" y="4815093"/>
                </a:cubicBezTo>
                <a:cubicBezTo>
                  <a:pt x="24808" y="4815157"/>
                  <a:pt x="20638" y="4815136"/>
                  <a:pt x="16743" y="4815368"/>
                </a:cubicBezTo>
                <a:cubicBezTo>
                  <a:pt x="12107" y="4815643"/>
                  <a:pt x="7682" y="4814544"/>
                  <a:pt x="4190" y="4815157"/>
                </a:cubicBezTo>
                <a:lnTo>
                  <a:pt x="0" y="4816414"/>
                </a:lnTo>
                <a:lnTo>
                  <a:pt x="0" y="4736849"/>
                </a:lnTo>
                <a:lnTo>
                  <a:pt x="5629" y="4736644"/>
                </a:lnTo>
                <a:cubicBezTo>
                  <a:pt x="9524" y="4736665"/>
                  <a:pt x="14414" y="4737891"/>
                  <a:pt x="19961" y="4739433"/>
                </a:cubicBezTo>
                <a:cubicBezTo>
                  <a:pt x="26248" y="4741209"/>
                  <a:pt x="30418" y="4744210"/>
                  <a:pt x="35753" y="4742223"/>
                </a:cubicBezTo>
                <a:cubicBezTo>
                  <a:pt x="39288" y="4740913"/>
                  <a:pt x="43374" y="4737257"/>
                  <a:pt x="43416" y="4733410"/>
                </a:cubicBezTo>
                <a:cubicBezTo>
                  <a:pt x="43480" y="4728169"/>
                  <a:pt x="36049" y="4723308"/>
                  <a:pt x="32006" y="4721913"/>
                </a:cubicBezTo>
                <a:cubicBezTo>
                  <a:pt x="28492" y="4720709"/>
                  <a:pt x="24639" y="4720328"/>
                  <a:pt x="21125" y="4720032"/>
                </a:cubicBezTo>
                <a:cubicBezTo>
                  <a:pt x="17336" y="4719715"/>
                  <a:pt x="13250" y="4718384"/>
                  <a:pt x="9884" y="4718976"/>
                </a:cubicBezTo>
                <a:lnTo>
                  <a:pt x="0" y="4724425"/>
                </a:lnTo>
                <a:lnTo>
                  <a:pt x="0" y="635"/>
                </a:lnTo>
                <a:cubicBezTo>
                  <a:pt x="0" y="635"/>
                  <a:pt x="4437376" y="635"/>
                  <a:pt x="443737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76F2D6EE-0E2C-4934-8CBA-891A382487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430562" y="5145925"/>
            <a:ext cx="1261695" cy="406452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ED2960A-8A4F-03E3-3DBA-B8D4C613B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398" y="559753"/>
            <a:ext cx="61182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00E3BC0-5808-E4E9-D776-7321895246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5604" y="993550"/>
            <a:ext cx="611822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0EE265-7890-DD75-A767-8E4D6DCD7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72B33D2-9BBE-E1ED-AE6C-72EF57EA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9860AD-DA04-70EA-EA0F-907D82E53DB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361DC05-E224-58D8-5937-5A7C599B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604" y="1693494"/>
            <a:ext cx="6120608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327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6257AB5-89B8-A677-BE48-E6B03605B70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F448BF-0608-A3AF-8F54-19EE403101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47251CE-E58C-D176-BD38-BA60CC18B41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AE793F8C-29D6-C7B2-967E-DB3D8F36F6F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rot="20172628">
            <a:off x="10413794" y="2842990"/>
            <a:ext cx="1596284" cy="798461"/>
            <a:chOff x="3121784" y="3028950"/>
            <a:chExt cx="1596284" cy="798461"/>
          </a:xfrm>
          <a:solidFill>
            <a:schemeClr val="accent1"/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47F8889-9851-B10A-8EBC-6260169480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8" y="3748773"/>
              <a:ext cx="73298" cy="21221"/>
            </a:xfrm>
            <a:custGeom>
              <a:avLst/>
              <a:gdLst>
                <a:gd name="connsiteX0" fmla="*/ 64676 w 73298"/>
                <a:gd name="connsiteY0" fmla="*/ 3124 h 21221"/>
                <a:gd name="connsiteX1" fmla="*/ 73217 w 73298"/>
                <a:gd name="connsiteY1" fmla="*/ 7887 h 21221"/>
                <a:gd name="connsiteX2" fmla="*/ 61829 w 73298"/>
                <a:gd name="connsiteY2" fmla="*/ 19317 h 21221"/>
                <a:gd name="connsiteX3" fmla="*/ 44747 w 73298"/>
                <a:gd name="connsiteY3" fmla="*/ 21222 h 21221"/>
                <a:gd name="connsiteX4" fmla="*/ 27665 w 73298"/>
                <a:gd name="connsiteY4" fmla="*/ 20269 h 21221"/>
                <a:gd name="connsiteX5" fmla="*/ 10582 w 73298"/>
                <a:gd name="connsiteY5" fmla="*/ 19317 h 21221"/>
                <a:gd name="connsiteX6" fmla="*/ 143 w 73298"/>
                <a:gd name="connsiteY6" fmla="*/ 7887 h 21221"/>
                <a:gd name="connsiteX7" fmla="*/ 14378 w 73298"/>
                <a:gd name="connsiteY7" fmla="*/ 2172 h 21221"/>
                <a:gd name="connsiteX8" fmla="*/ 31461 w 73298"/>
                <a:gd name="connsiteY8" fmla="*/ 1219 h 21221"/>
                <a:gd name="connsiteX9" fmla="*/ 48543 w 73298"/>
                <a:gd name="connsiteY9" fmla="*/ 267 h 21221"/>
                <a:gd name="connsiteX10" fmla="*/ 64676 w 73298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98" h="21221">
                  <a:moveTo>
                    <a:pt x="64676" y="3124"/>
                  </a:moveTo>
                  <a:cubicBezTo>
                    <a:pt x="69421" y="4077"/>
                    <a:pt x="72268" y="5982"/>
                    <a:pt x="73217" y="7887"/>
                  </a:cubicBezTo>
                  <a:cubicBezTo>
                    <a:pt x="74166" y="12649"/>
                    <a:pt x="66574" y="18364"/>
                    <a:pt x="61829" y="19317"/>
                  </a:cubicBezTo>
                  <a:cubicBezTo>
                    <a:pt x="57084" y="20269"/>
                    <a:pt x="50441" y="21222"/>
                    <a:pt x="44747" y="21222"/>
                  </a:cubicBezTo>
                  <a:cubicBezTo>
                    <a:pt x="39053" y="21222"/>
                    <a:pt x="33359" y="20269"/>
                    <a:pt x="27665" y="20269"/>
                  </a:cubicBezTo>
                  <a:cubicBezTo>
                    <a:pt x="21022" y="19317"/>
                    <a:pt x="15327" y="20269"/>
                    <a:pt x="10582" y="19317"/>
                  </a:cubicBezTo>
                  <a:cubicBezTo>
                    <a:pt x="2990" y="17412"/>
                    <a:pt x="-806" y="12649"/>
                    <a:pt x="143" y="7887"/>
                  </a:cubicBezTo>
                  <a:cubicBezTo>
                    <a:pt x="1092" y="5029"/>
                    <a:pt x="5837" y="4077"/>
                    <a:pt x="14378" y="2172"/>
                  </a:cubicBezTo>
                  <a:cubicBezTo>
                    <a:pt x="19124" y="1219"/>
                    <a:pt x="24818" y="1219"/>
                    <a:pt x="31461" y="1219"/>
                  </a:cubicBezTo>
                  <a:cubicBezTo>
                    <a:pt x="37155" y="1219"/>
                    <a:pt x="42849" y="-686"/>
                    <a:pt x="48543" y="267"/>
                  </a:cubicBezTo>
                  <a:cubicBezTo>
                    <a:pt x="54237" y="267"/>
                    <a:pt x="59931" y="1219"/>
                    <a:pt x="64676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A07726C-F4A3-65D8-1062-BEE801484E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775710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2 h 20002"/>
                <a:gd name="connsiteX8" fmla="*/ 23725 w 73129"/>
                <a:gd name="connsiteY8" fmla="*/ 18098 h 20002"/>
                <a:gd name="connsiteX9" fmla="*/ 8541 w 73129"/>
                <a:gd name="connsiteY9" fmla="*/ 16192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7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2"/>
                    <a:pt x="38909" y="20002"/>
                  </a:cubicBezTo>
                  <a:cubicBezTo>
                    <a:pt x="34164" y="20002"/>
                    <a:pt x="29419" y="19050"/>
                    <a:pt x="23725" y="18098"/>
                  </a:cubicBezTo>
                  <a:cubicBezTo>
                    <a:pt x="18980" y="17145"/>
                    <a:pt x="13286" y="19050"/>
                    <a:pt x="8541" y="16192"/>
                  </a:cubicBezTo>
                  <a:cubicBezTo>
                    <a:pt x="4745" y="17145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7D0310-4593-3167-D9FF-0FCA3A64B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75094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2 h 21907"/>
                <a:gd name="connsiteX7" fmla="*/ 39858 w 75020"/>
                <a:gd name="connsiteY7" fmla="*/ 21907 h 21907"/>
                <a:gd name="connsiteX8" fmla="*/ 24674 w 75020"/>
                <a:gd name="connsiteY8" fmla="*/ 20002 h 21907"/>
                <a:gd name="connsiteX9" fmla="*/ 9490 w 75020"/>
                <a:gd name="connsiteY9" fmla="*/ 18097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7"/>
                    <a:pt x="57890" y="19050"/>
                    <a:pt x="55043" y="20002"/>
                  </a:cubicBezTo>
                  <a:cubicBezTo>
                    <a:pt x="53145" y="20002"/>
                    <a:pt x="47451" y="21907"/>
                    <a:pt x="39858" y="21907"/>
                  </a:cubicBezTo>
                  <a:cubicBezTo>
                    <a:pt x="35113" y="21907"/>
                    <a:pt x="30368" y="20002"/>
                    <a:pt x="24674" y="20002"/>
                  </a:cubicBezTo>
                  <a:cubicBezTo>
                    <a:pt x="19929" y="19050"/>
                    <a:pt x="14235" y="20002"/>
                    <a:pt x="9490" y="18097"/>
                  </a:cubicBezTo>
                  <a:cubicBezTo>
                    <a:pt x="4745" y="15240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642FC62-8982-CE96-6A9C-EAC974B18F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801860"/>
              <a:ext cx="74971" cy="25550"/>
            </a:xfrm>
            <a:custGeom>
              <a:avLst/>
              <a:gdLst>
                <a:gd name="connsiteX0" fmla="*/ 11388 w 74971"/>
                <a:gd name="connsiteY0" fmla="*/ 519 h 25550"/>
                <a:gd name="connsiteX1" fmla="*/ 0 w 74971"/>
                <a:gd name="connsiteY1" fmla="*/ 10997 h 25550"/>
                <a:gd name="connsiteX2" fmla="*/ 17082 w 74971"/>
                <a:gd name="connsiteY2" fmla="*/ 24332 h 25550"/>
                <a:gd name="connsiteX3" fmla="*/ 33215 w 74971"/>
                <a:gd name="connsiteY3" fmla="*/ 24332 h 25550"/>
                <a:gd name="connsiteX4" fmla="*/ 49349 w 74971"/>
                <a:gd name="connsiteY4" fmla="*/ 25284 h 25550"/>
                <a:gd name="connsiteX5" fmla="*/ 64533 w 74971"/>
                <a:gd name="connsiteY5" fmla="*/ 21474 h 25550"/>
                <a:gd name="connsiteX6" fmla="*/ 74972 w 74971"/>
                <a:gd name="connsiteY6" fmla="*/ 10997 h 25550"/>
                <a:gd name="connsiteX7" fmla="*/ 64533 w 74971"/>
                <a:gd name="connsiteY7" fmla="*/ 6234 h 25550"/>
                <a:gd name="connsiteX8" fmla="*/ 50298 w 74971"/>
                <a:gd name="connsiteY8" fmla="*/ 6234 h 25550"/>
                <a:gd name="connsiteX9" fmla="*/ 36062 w 74971"/>
                <a:gd name="connsiteY9" fmla="*/ 4329 h 25550"/>
                <a:gd name="connsiteX10" fmla="*/ 11388 w 74971"/>
                <a:gd name="connsiteY10" fmla="*/ 519 h 2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550">
                  <a:moveTo>
                    <a:pt x="11388" y="519"/>
                  </a:moveTo>
                  <a:cubicBezTo>
                    <a:pt x="5694" y="2424"/>
                    <a:pt x="0" y="6234"/>
                    <a:pt x="0" y="10997"/>
                  </a:cubicBezTo>
                  <a:cubicBezTo>
                    <a:pt x="0" y="16712"/>
                    <a:pt x="11388" y="23379"/>
                    <a:pt x="17082" y="24332"/>
                  </a:cubicBezTo>
                  <a:cubicBezTo>
                    <a:pt x="21827" y="25284"/>
                    <a:pt x="27521" y="24332"/>
                    <a:pt x="33215" y="24332"/>
                  </a:cubicBezTo>
                  <a:cubicBezTo>
                    <a:pt x="38909" y="24332"/>
                    <a:pt x="43654" y="26237"/>
                    <a:pt x="49349" y="25284"/>
                  </a:cubicBezTo>
                  <a:cubicBezTo>
                    <a:pt x="55043" y="24332"/>
                    <a:pt x="60737" y="23379"/>
                    <a:pt x="64533" y="21474"/>
                  </a:cubicBezTo>
                  <a:cubicBezTo>
                    <a:pt x="71176" y="18617"/>
                    <a:pt x="74972" y="14807"/>
                    <a:pt x="74972" y="10997"/>
                  </a:cubicBezTo>
                  <a:cubicBezTo>
                    <a:pt x="74972" y="6234"/>
                    <a:pt x="71176" y="6234"/>
                    <a:pt x="64533" y="6234"/>
                  </a:cubicBezTo>
                  <a:cubicBezTo>
                    <a:pt x="60737" y="6234"/>
                    <a:pt x="55992" y="6234"/>
                    <a:pt x="50298" y="6234"/>
                  </a:cubicBezTo>
                  <a:cubicBezTo>
                    <a:pt x="46502" y="6234"/>
                    <a:pt x="40808" y="5282"/>
                    <a:pt x="36062" y="4329"/>
                  </a:cubicBezTo>
                  <a:cubicBezTo>
                    <a:pt x="25623" y="2424"/>
                    <a:pt x="18980" y="-1386"/>
                    <a:pt x="11388" y="51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16AFF59-7CD4-54AE-86CE-6D4517D448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77528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8E0442-8B44-3FAC-3673-CCC475B05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748087"/>
              <a:ext cx="75165" cy="21907"/>
            </a:xfrm>
            <a:custGeom>
              <a:avLst/>
              <a:gdLst>
                <a:gd name="connsiteX0" fmla="*/ 65602 w 75165"/>
                <a:gd name="connsiteY0" fmla="*/ 2858 h 21907"/>
                <a:gd name="connsiteX1" fmla="*/ 75092 w 75165"/>
                <a:gd name="connsiteY1" fmla="*/ 7620 h 21907"/>
                <a:gd name="connsiteX2" fmla="*/ 62755 w 75165"/>
                <a:gd name="connsiteY2" fmla="*/ 20002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8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2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1905"/>
                    <a:pt x="60857" y="1905"/>
                    <a:pt x="65602" y="28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C667AFF-9D60-80BF-EA93-5330F15C3C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621" y="3085676"/>
              <a:ext cx="74313" cy="25977"/>
            </a:xfrm>
            <a:custGeom>
              <a:avLst/>
              <a:gdLst>
                <a:gd name="connsiteX0" fmla="*/ 186 w 74313"/>
                <a:gd name="connsiteY0" fmla="*/ 13758 h 25977"/>
                <a:gd name="connsiteX1" fmla="*/ 18217 w 74313"/>
                <a:gd name="connsiteY1" fmla="*/ 1376 h 25977"/>
                <a:gd name="connsiteX2" fmla="*/ 33402 w 74313"/>
                <a:gd name="connsiteY2" fmla="*/ 423 h 25977"/>
                <a:gd name="connsiteX3" fmla="*/ 48586 w 74313"/>
                <a:gd name="connsiteY3" fmla="*/ 423 h 25977"/>
                <a:gd name="connsiteX4" fmla="*/ 63770 w 74313"/>
                <a:gd name="connsiteY4" fmla="*/ 3281 h 25977"/>
                <a:gd name="connsiteX5" fmla="*/ 74209 w 74313"/>
                <a:gd name="connsiteY5" fmla="*/ 11853 h 25977"/>
                <a:gd name="connsiteX6" fmla="*/ 63770 w 74313"/>
                <a:gd name="connsiteY6" fmla="*/ 25188 h 25977"/>
                <a:gd name="connsiteX7" fmla="*/ 44790 w 74313"/>
                <a:gd name="connsiteY7" fmla="*/ 23283 h 25977"/>
                <a:gd name="connsiteX8" fmla="*/ 26758 w 74313"/>
                <a:gd name="connsiteY8" fmla="*/ 20426 h 25977"/>
                <a:gd name="connsiteX9" fmla="*/ 4931 w 74313"/>
                <a:gd name="connsiteY9" fmla="*/ 24236 h 25977"/>
                <a:gd name="connsiteX10" fmla="*/ 186 w 74313"/>
                <a:gd name="connsiteY10" fmla="*/ 13758 h 2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13" h="25977">
                  <a:moveTo>
                    <a:pt x="186" y="13758"/>
                  </a:moveTo>
                  <a:cubicBezTo>
                    <a:pt x="1135" y="7091"/>
                    <a:pt x="13472" y="2328"/>
                    <a:pt x="18217" y="1376"/>
                  </a:cubicBezTo>
                  <a:cubicBezTo>
                    <a:pt x="22962" y="423"/>
                    <a:pt x="28656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025" y="1376"/>
                    <a:pt x="63770" y="3281"/>
                  </a:cubicBezTo>
                  <a:cubicBezTo>
                    <a:pt x="70413" y="5186"/>
                    <a:pt x="74209" y="8996"/>
                    <a:pt x="74209" y="11853"/>
                  </a:cubicBezTo>
                  <a:cubicBezTo>
                    <a:pt x="75158" y="16616"/>
                    <a:pt x="69464" y="22331"/>
                    <a:pt x="63770" y="25188"/>
                  </a:cubicBezTo>
                  <a:cubicBezTo>
                    <a:pt x="57127" y="27093"/>
                    <a:pt x="51433" y="25188"/>
                    <a:pt x="44790" y="23283"/>
                  </a:cubicBezTo>
                  <a:cubicBezTo>
                    <a:pt x="40045" y="22331"/>
                    <a:pt x="34351" y="19473"/>
                    <a:pt x="26758" y="20426"/>
                  </a:cubicBezTo>
                  <a:cubicBezTo>
                    <a:pt x="16319" y="21378"/>
                    <a:pt x="10625" y="27093"/>
                    <a:pt x="4931" y="24236"/>
                  </a:cubicBezTo>
                  <a:cubicBezTo>
                    <a:pt x="2084" y="22331"/>
                    <a:pt x="-763" y="17568"/>
                    <a:pt x="18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0E6295D-0630-8A02-246D-8C950EAFEF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457575"/>
              <a:ext cx="74268" cy="27622"/>
            </a:xfrm>
            <a:custGeom>
              <a:avLst/>
              <a:gdLst>
                <a:gd name="connsiteX0" fmla="*/ 14301 w 74268"/>
                <a:gd name="connsiteY0" fmla="*/ 22860 h 27622"/>
                <a:gd name="connsiteX1" fmla="*/ 66 w 74268"/>
                <a:gd name="connsiteY1" fmla="*/ 14288 h 27622"/>
                <a:gd name="connsiteX2" fmla="*/ 16199 w 74268"/>
                <a:gd name="connsiteY2" fmla="*/ 0 h 27622"/>
                <a:gd name="connsiteX3" fmla="*/ 38026 w 74268"/>
                <a:gd name="connsiteY3" fmla="*/ 1905 h 27622"/>
                <a:gd name="connsiteX4" fmla="*/ 51312 w 74268"/>
                <a:gd name="connsiteY4" fmla="*/ 1905 h 27622"/>
                <a:gd name="connsiteX5" fmla="*/ 64599 w 74268"/>
                <a:gd name="connsiteY5" fmla="*/ 2857 h 27622"/>
                <a:gd name="connsiteX6" fmla="*/ 74089 w 74268"/>
                <a:gd name="connsiteY6" fmla="*/ 12382 h 27622"/>
                <a:gd name="connsiteX7" fmla="*/ 66497 w 74268"/>
                <a:gd name="connsiteY7" fmla="*/ 24765 h 27622"/>
                <a:gd name="connsiteX8" fmla="*/ 52262 w 74268"/>
                <a:gd name="connsiteY8" fmla="*/ 27623 h 27622"/>
                <a:gd name="connsiteX9" fmla="*/ 38026 w 74268"/>
                <a:gd name="connsiteY9" fmla="*/ 26670 h 27622"/>
                <a:gd name="connsiteX10" fmla="*/ 25689 w 74268"/>
                <a:gd name="connsiteY10" fmla="*/ 24765 h 27622"/>
                <a:gd name="connsiteX11" fmla="*/ 14301 w 74268"/>
                <a:gd name="connsiteY11" fmla="*/ 2286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68" h="27622">
                  <a:moveTo>
                    <a:pt x="14301" y="22860"/>
                  </a:moveTo>
                  <a:cubicBezTo>
                    <a:pt x="11454" y="21907"/>
                    <a:pt x="1964" y="19050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952"/>
                    <a:pt x="38026" y="1905"/>
                  </a:cubicBezTo>
                  <a:cubicBezTo>
                    <a:pt x="43720" y="1905"/>
                    <a:pt x="47516" y="1905"/>
                    <a:pt x="51312" y="1905"/>
                  </a:cubicBezTo>
                  <a:cubicBezTo>
                    <a:pt x="55109" y="1905"/>
                    <a:pt x="59854" y="952"/>
                    <a:pt x="64599" y="2857"/>
                  </a:cubicBezTo>
                  <a:cubicBezTo>
                    <a:pt x="69344" y="3810"/>
                    <a:pt x="73140" y="8573"/>
                    <a:pt x="74089" y="12382"/>
                  </a:cubicBezTo>
                  <a:cubicBezTo>
                    <a:pt x="75038" y="18098"/>
                    <a:pt x="72191" y="22860"/>
                    <a:pt x="66497" y="24765"/>
                  </a:cubicBezTo>
                  <a:cubicBezTo>
                    <a:pt x="61752" y="26670"/>
                    <a:pt x="57956" y="26670"/>
                    <a:pt x="52262" y="27623"/>
                  </a:cubicBezTo>
                  <a:cubicBezTo>
                    <a:pt x="48465" y="27623"/>
                    <a:pt x="43720" y="26670"/>
                    <a:pt x="38026" y="26670"/>
                  </a:cubicBezTo>
                  <a:cubicBezTo>
                    <a:pt x="32332" y="26670"/>
                    <a:pt x="29485" y="25718"/>
                    <a:pt x="25689" y="24765"/>
                  </a:cubicBezTo>
                  <a:cubicBezTo>
                    <a:pt x="22842" y="24765"/>
                    <a:pt x="19046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F2DDBD-3831-4230-87EF-457741B6F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7" y="3257550"/>
              <a:ext cx="73419" cy="25405"/>
            </a:xfrm>
            <a:custGeom>
              <a:avLst/>
              <a:gdLst>
                <a:gd name="connsiteX0" fmla="*/ 242 w 73419"/>
                <a:gd name="connsiteY0" fmla="*/ 16193 h 25405"/>
                <a:gd name="connsiteX1" fmla="*/ 17324 w 73419"/>
                <a:gd name="connsiteY1" fmla="*/ 2857 h 25405"/>
                <a:gd name="connsiteX2" fmla="*/ 32508 w 73419"/>
                <a:gd name="connsiteY2" fmla="*/ 0 h 25405"/>
                <a:gd name="connsiteX3" fmla="*/ 47692 w 73419"/>
                <a:gd name="connsiteY3" fmla="*/ 953 h 25405"/>
                <a:gd name="connsiteX4" fmla="*/ 62877 w 73419"/>
                <a:gd name="connsiteY4" fmla="*/ 3810 h 25405"/>
                <a:gd name="connsiteX5" fmla="*/ 73316 w 73419"/>
                <a:gd name="connsiteY5" fmla="*/ 13335 h 25405"/>
                <a:gd name="connsiteX6" fmla="*/ 61928 w 73419"/>
                <a:gd name="connsiteY6" fmla="*/ 23813 h 25405"/>
                <a:gd name="connsiteX7" fmla="*/ 43896 w 73419"/>
                <a:gd name="connsiteY7" fmla="*/ 23813 h 25405"/>
                <a:gd name="connsiteX8" fmla="*/ 25865 w 73419"/>
                <a:gd name="connsiteY8" fmla="*/ 22860 h 25405"/>
                <a:gd name="connsiteX9" fmla="*/ 4987 w 73419"/>
                <a:gd name="connsiteY9" fmla="*/ 24765 h 25405"/>
                <a:gd name="connsiteX10" fmla="*/ 242 w 73419"/>
                <a:gd name="connsiteY10" fmla="*/ 16193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419" h="25405">
                  <a:moveTo>
                    <a:pt x="242" y="16193"/>
                  </a:moveTo>
                  <a:cubicBezTo>
                    <a:pt x="1191" y="9525"/>
                    <a:pt x="12579" y="4763"/>
                    <a:pt x="17324" y="2857"/>
                  </a:cubicBezTo>
                  <a:cubicBezTo>
                    <a:pt x="22069" y="1905"/>
                    <a:pt x="27763" y="953"/>
                    <a:pt x="32508" y="0"/>
                  </a:cubicBezTo>
                  <a:cubicBezTo>
                    <a:pt x="37253" y="0"/>
                    <a:pt x="42947" y="953"/>
                    <a:pt x="47692" y="953"/>
                  </a:cubicBezTo>
                  <a:cubicBezTo>
                    <a:pt x="53386" y="1905"/>
                    <a:pt x="58132" y="1905"/>
                    <a:pt x="62877" y="3810"/>
                  </a:cubicBezTo>
                  <a:cubicBezTo>
                    <a:pt x="69520" y="5715"/>
                    <a:pt x="73316" y="9525"/>
                    <a:pt x="73316" y="13335"/>
                  </a:cubicBezTo>
                  <a:cubicBezTo>
                    <a:pt x="74265" y="18097"/>
                    <a:pt x="68571" y="21907"/>
                    <a:pt x="61928" y="23813"/>
                  </a:cubicBezTo>
                  <a:cubicBezTo>
                    <a:pt x="55284" y="25718"/>
                    <a:pt x="50539" y="25718"/>
                    <a:pt x="43896" y="23813"/>
                  </a:cubicBezTo>
                  <a:cubicBezTo>
                    <a:pt x="39151" y="22860"/>
                    <a:pt x="33457" y="21907"/>
                    <a:pt x="25865" y="22860"/>
                  </a:cubicBezTo>
                  <a:cubicBezTo>
                    <a:pt x="15426" y="23813"/>
                    <a:pt x="10681" y="26670"/>
                    <a:pt x="4987" y="24765"/>
                  </a:cubicBezTo>
                  <a:cubicBezTo>
                    <a:pt x="1191" y="23813"/>
                    <a:pt x="-707" y="20003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3E8A81C-873B-6C17-686B-0ABB913266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410" y="3376189"/>
              <a:ext cx="73129" cy="23706"/>
            </a:xfrm>
            <a:custGeom>
              <a:avLst/>
              <a:gdLst>
                <a:gd name="connsiteX0" fmla="*/ 0 w 73129"/>
                <a:gd name="connsiteY0" fmla="*/ 10901 h 23706"/>
                <a:gd name="connsiteX1" fmla="*/ 16133 w 73129"/>
                <a:gd name="connsiteY1" fmla="*/ 3281 h 23706"/>
                <a:gd name="connsiteX2" fmla="*/ 30368 w 73129"/>
                <a:gd name="connsiteY2" fmla="*/ 423 h 23706"/>
                <a:gd name="connsiteX3" fmla="*/ 44604 w 73129"/>
                <a:gd name="connsiteY3" fmla="*/ 423 h 23706"/>
                <a:gd name="connsiteX4" fmla="*/ 57890 w 73129"/>
                <a:gd name="connsiteY4" fmla="*/ 4233 h 23706"/>
                <a:gd name="connsiteX5" fmla="*/ 73074 w 73129"/>
                <a:gd name="connsiteY5" fmla="*/ 10901 h 23706"/>
                <a:gd name="connsiteX6" fmla="*/ 54094 w 73129"/>
                <a:gd name="connsiteY6" fmla="*/ 19473 h 23706"/>
                <a:gd name="connsiteX7" fmla="*/ 38909 w 73129"/>
                <a:gd name="connsiteY7" fmla="*/ 23283 h 23706"/>
                <a:gd name="connsiteX8" fmla="*/ 23725 w 73129"/>
                <a:gd name="connsiteY8" fmla="*/ 23283 h 23706"/>
                <a:gd name="connsiteX9" fmla="*/ 8541 w 73129"/>
                <a:gd name="connsiteY9" fmla="*/ 18521 h 23706"/>
                <a:gd name="connsiteX10" fmla="*/ 0 w 73129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3706">
                  <a:moveTo>
                    <a:pt x="0" y="10901"/>
                  </a:moveTo>
                  <a:cubicBezTo>
                    <a:pt x="949" y="3281"/>
                    <a:pt x="9490" y="4233"/>
                    <a:pt x="16133" y="3281"/>
                  </a:cubicBezTo>
                  <a:cubicBezTo>
                    <a:pt x="19929" y="2328"/>
                    <a:pt x="24674" y="1376"/>
                    <a:pt x="30368" y="423"/>
                  </a:cubicBezTo>
                  <a:cubicBezTo>
                    <a:pt x="34164" y="423"/>
                    <a:pt x="39858" y="-529"/>
                    <a:pt x="44604" y="423"/>
                  </a:cubicBezTo>
                  <a:cubicBezTo>
                    <a:pt x="49349" y="423"/>
                    <a:pt x="53145" y="3281"/>
                    <a:pt x="57890" y="4233"/>
                  </a:cubicBezTo>
                  <a:cubicBezTo>
                    <a:pt x="62635" y="6138"/>
                    <a:pt x="74023" y="2328"/>
                    <a:pt x="73074" y="10901"/>
                  </a:cubicBezTo>
                  <a:cubicBezTo>
                    <a:pt x="72125" y="19473"/>
                    <a:pt x="57890" y="18521"/>
                    <a:pt x="54094" y="19473"/>
                  </a:cubicBezTo>
                  <a:cubicBezTo>
                    <a:pt x="52196" y="19473"/>
                    <a:pt x="47451" y="23283"/>
                    <a:pt x="38909" y="23283"/>
                  </a:cubicBezTo>
                  <a:cubicBezTo>
                    <a:pt x="34164" y="23283"/>
                    <a:pt x="28470" y="24236"/>
                    <a:pt x="23725" y="23283"/>
                  </a:cubicBezTo>
                  <a:cubicBezTo>
                    <a:pt x="18980" y="22331"/>
                    <a:pt x="14235" y="20426"/>
                    <a:pt x="8541" y="18521"/>
                  </a:cubicBezTo>
                  <a:cubicBezTo>
                    <a:pt x="5694" y="16616"/>
                    <a:pt x="0" y="13758"/>
                    <a:pt x="0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1564F4B-A472-6611-9C7C-38F2E323FE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9461" y="3430276"/>
              <a:ext cx="76869" cy="25393"/>
            </a:xfrm>
            <a:custGeom>
              <a:avLst/>
              <a:gdLst>
                <a:gd name="connsiteX0" fmla="*/ 13286 w 76869"/>
                <a:gd name="connsiteY0" fmla="*/ 628 h 25393"/>
                <a:gd name="connsiteX1" fmla="*/ 0 w 76869"/>
                <a:gd name="connsiteY1" fmla="*/ 9201 h 25393"/>
                <a:gd name="connsiteX2" fmla="*/ 18980 w 76869"/>
                <a:gd name="connsiteY2" fmla="*/ 22536 h 25393"/>
                <a:gd name="connsiteX3" fmla="*/ 35113 w 76869"/>
                <a:gd name="connsiteY3" fmla="*/ 25393 h 25393"/>
                <a:gd name="connsiteX4" fmla="*/ 51247 w 76869"/>
                <a:gd name="connsiteY4" fmla="*/ 22536 h 25393"/>
                <a:gd name="connsiteX5" fmla="*/ 66431 w 76869"/>
                <a:gd name="connsiteY5" fmla="*/ 19678 h 25393"/>
                <a:gd name="connsiteX6" fmla="*/ 76870 w 76869"/>
                <a:gd name="connsiteY6" fmla="*/ 9201 h 25393"/>
                <a:gd name="connsiteX7" fmla="*/ 65482 w 76869"/>
                <a:gd name="connsiteY7" fmla="*/ 5391 h 25393"/>
                <a:gd name="connsiteX8" fmla="*/ 51247 w 76869"/>
                <a:gd name="connsiteY8" fmla="*/ 5391 h 25393"/>
                <a:gd name="connsiteX9" fmla="*/ 37011 w 76869"/>
                <a:gd name="connsiteY9" fmla="*/ 3486 h 25393"/>
                <a:gd name="connsiteX10" fmla="*/ 13286 w 76869"/>
                <a:gd name="connsiteY10" fmla="*/ 628 h 2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93">
                  <a:moveTo>
                    <a:pt x="13286" y="628"/>
                  </a:moveTo>
                  <a:cubicBezTo>
                    <a:pt x="7592" y="2533"/>
                    <a:pt x="0" y="5391"/>
                    <a:pt x="0" y="9201"/>
                  </a:cubicBezTo>
                  <a:cubicBezTo>
                    <a:pt x="0" y="14916"/>
                    <a:pt x="12337" y="20631"/>
                    <a:pt x="18980" y="22536"/>
                  </a:cubicBezTo>
                  <a:cubicBezTo>
                    <a:pt x="23725" y="23488"/>
                    <a:pt x="29419" y="25393"/>
                    <a:pt x="35113" y="25393"/>
                  </a:cubicBezTo>
                  <a:cubicBezTo>
                    <a:pt x="40807" y="25393"/>
                    <a:pt x="45553" y="23488"/>
                    <a:pt x="51247" y="22536"/>
                  </a:cubicBezTo>
                  <a:cubicBezTo>
                    <a:pt x="56941" y="21583"/>
                    <a:pt x="62635" y="21583"/>
                    <a:pt x="66431" y="19678"/>
                  </a:cubicBezTo>
                  <a:cubicBezTo>
                    <a:pt x="73074" y="16821"/>
                    <a:pt x="76870" y="13963"/>
                    <a:pt x="76870" y="9201"/>
                  </a:cubicBezTo>
                  <a:cubicBezTo>
                    <a:pt x="76870" y="4438"/>
                    <a:pt x="73074" y="5391"/>
                    <a:pt x="65482" y="5391"/>
                  </a:cubicBezTo>
                  <a:cubicBezTo>
                    <a:pt x="61686" y="5391"/>
                    <a:pt x="56941" y="5391"/>
                    <a:pt x="51247" y="5391"/>
                  </a:cubicBezTo>
                  <a:cubicBezTo>
                    <a:pt x="47451" y="5391"/>
                    <a:pt x="41756" y="4438"/>
                    <a:pt x="37011" y="3486"/>
                  </a:cubicBezTo>
                  <a:cubicBezTo>
                    <a:pt x="27521" y="1581"/>
                    <a:pt x="21827" y="-1277"/>
                    <a:pt x="13286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9AA080E-C40C-032C-F02A-9380FE3805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01B262A-7E3F-85C9-90C8-479C295D0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13" y="3400425"/>
              <a:ext cx="76158" cy="26755"/>
            </a:xfrm>
            <a:custGeom>
              <a:avLst/>
              <a:gdLst>
                <a:gd name="connsiteX0" fmla="*/ 146 w 76158"/>
                <a:gd name="connsiteY0" fmla="*/ 16193 h 26755"/>
                <a:gd name="connsiteX1" fmla="*/ 19127 w 76158"/>
                <a:gd name="connsiteY1" fmla="*/ 2857 h 26755"/>
                <a:gd name="connsiteX2" fmla="*/ 34311 w 76158"/>
                <a:gd name="connsiteY2" fmla="*/ 0 h 26755"/>
                <a:gd name="connsiteX3" fmla="*/ 49495 w 76158"/>
                <a:gd name="connsiteY3" fmla="*/ 1905 h 26755"/>
                <a:gd name="connsiteX4" fmla="*/ 64679 w 76158"/>
                <a:gd name="connsiteY4" fmla="*/ 5715 h 26755"/>
                <a:gd name="connsiteX5" fmla="*/ 76067 w 76158"/>
                <a:gd name="connsiteY5" fmla="*/ 13335 h 26755"/>
                <a:gd name="connsiteX6" fmla="*/ 64679 w 76158"/>
                <a:gd name="connsiteY6" fmla="*/ 24765 h 26755"/>
                <a:gd name="connsiteX7" fmla="*/ 46648 w 76158"/>
                <a:gd name="connsiteY7" fmla="*/ 25718 h 26755"/>
                <a:gd name="connsiteX8" fmla="*/ 28617 w 76158"/>
                <a:gd name="connsiteY8" fmla="*/ 21907 h 26755"/>
                <a:gd name="connsiteX9" fmla="*/ 7738 w 76158"/>
                <a:gd name="connsiteY9" fmla="*/ 24765 h 26755"/>
                <a:gd name="connsiteX10" fmla="*/ 146 w 76158"/>
                <a:gd name="connsiteY10" fmla="*/ 16193 h 2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58" h="26755">
                  <a:moveTo>
                    <a:pt x="146" y="16193"/>
                  </a:moveTo>
                  <a:cubicBezTo>
                    <a:pt x="1095" y="9525"/>
                    <a:pt x="13433" y="4763"/>
                    <a:pt x="19127" y="2857"/>
                  </a:cubicBezTo>
                  <a:cubicBezTo>
                    <a:pt x="23872" y="1905"/>
                    <a:pt x="29566" y="952"/>
                    <a:pt x="34311" y="0"/>
                  </a:cubicBezTo>
                  <a:cubicBezTo>
                    <a:pt x="39056" y="0"/>
                    <a:pt x="44750" y="952"/>
                    <a:pt x="49495" y="1905"/>
                  </a:cubicBezTo>
                  <a:cubicBezTo>
                    <a:pt x="55189" y="2857"/>
                    <a:pt x="59934" y="3810"/>
                    <a:pt x="64679" y="5715"/>
                  </a:cubicBezTo>
                  <a:cubicBezTo>
                    <a:pt x="71322" y="7620"/>
                    <a:pt x="75118" y="10477"/>
                    <a:pt x="76067" y="13335"/>
                  </a:cubicBezTo>
                  <a:cubicBezTo>
                    <a:pt x="77016" y="18098"/>
                    <a:pt x="70373" y="22860"/>
                    <a:pt x="64679" y="24765"/>
                  </a:cubicBezTo>
                  <a:cubicBezTo>
                    <a:pt x="58036" y="26670"/>
                    <a:pt x="53291" y="27623"/>
                    <a:pt x="46648" y="25718"/>
                  </a:cubicBezTo>
                  <a:cubicBezTo>
                    <a:pt x="41903" y="24765"/>
                    <a:pt x="36209" y="20955"/>
                    <a:pt x="28617" y="21907"/>
                  </a:cubicBezTo>
                  <a:cubicBezTo>
                    <a:pt x="18178" y="22860"/>
                    <a:pt x="13433" y="27623"/>
                    <a:pt x="7738" y="24765"/>
                  </a:cubicBezTo>
                  <a:cubicBezTo>
                    <a:pt x="2993" y="22860"/>
                    <a:pt x="-803" y="19050"/>
                    <a:pt x="146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BBEEE00-EF83-DF66-7FB6-2F0FB3862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345180"/>
              <a:ext cx="76090" cy="24850"/>
            </a:xfrm>
            <a:custGeom>
              <a:avLst/>
              <a:gdLst>
                <a:gd name="connsiteX0" fmla="*/ 14301 w 76090"/>
                <a:gd name="connsiteY0" fmla="*/ 20955 h 24850"/>
                <a:gd name="connsiteX1" fmla="*/ 66 w 76090"/>
                <a:gd name="connsiteY1" fmla="*/ 13335 h 24850"/>
                <a:gd name="connsiteX2" fmla="*/ 17148 w 76090"/>
                <a:gd name="connsiteY2" fmla="*/ 0 h 24850"/>
                <a:gd name="connsiteX3" fmla="*/ 38975 w 76090"/>
                <a:gd name="connsiteY3" fmla="*/ 4763 h 24850"/>
                <a:gd name="connsiteX4" fmla="*/ 52261 w 76090"/>
                <a:gd name="connsiteY4" fmla="*/ 1905 h 24850"/>
                <a:gd name="connsiteX5" fmla="*/ 65548 w 76090"/>
                <a:gd name="connsiteY5" fmla="*/ 2857 h 24850"/>
                <a:gd name="connsiteX6" fmla="*/ 75987 w 76090"/>
                <a:gd name="connsiteY6" fmla="*/ 10477 h 24850"/>
                <a:gd name="connsiteX7" fmla="*/ 64599 w 76090"/>
                <a:gd name="connsiteY7" fmla="*/ 22860 h 24850"/>
                <a:gd name="connsiteX8" fmla="*/ 51312 w 76090"/>
                <a:gd name="connsiteY8" fmla="*/ 23813 h 24850"/>
                <a:gd name="connsiteX9" fmla="*/ 38026 w 76090"/>
                <a:gd name="connsiteY9" fmla="*/ 21907 h 24850"/>
                <a:gd name="connsiteX10" fmla="*/ 14301 w 76090"/>
                <a:gd name="connsiteY10" fmla="*/ 20955 h 2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4850">
                  <a:moveTo>
                    <a:pt x="14301" y="20955"/>
                  </a:moveTo>
                  <a:cubicBezTo>
                    <a:pt x="11454" y="20002"/>
                    <a:pt x="1015" y="18097"/>
                    <a:pt x="66" y="13335"/>
                  </a:cubicBezTo>
                  <a:cubicBezTo>
                    <a:pt x="-883" y="7620"/>
                    <a:pt x="8607" y="952"/>
                    <a:pt x="17148" y="0"/>
                  </a:cubicBezTo>
                  <a:cubicBezTo>
                    <a:pt x="26638" y="0"/>
                    <a:pt x="28536" y="3810"/>
                    <a:pt x="38975" y="4763"/>
                  </a:cubicBezTo>
                  <a:cubicBezTo>
                    <a:pt x="44669" y="4763"/>
                    <a:pt x="48465" y="2857"/>
                    <a:pt x="52261" y="1905"/>
                  </a:cubicBezTo>
                  <a:cubicBezTo>
                    <a:pt x="56057" y="952"/>
                    <a:pt x="59854" y="1905"/>
                    <a:pt x="65548" y="2857"/>
                  </a:cubicBezTo>
                  <a:cubicBezTo>
                    <a:pt x="70293" y="3810"/>
                    <a:pt x="75987" y="6668"/>
                    <a:pt x="75987" y="10477"/>
                  </a:cubicBezTo>
                  <a:cubicBezTo>
                    <a:pt x="76936" y="16193"/>
                    <a:pt x="71242" y="20002"/>
                    <a:pt x="64599" y="22860"/>
                  </a:cubicBezTo>
                  <a:cubicBezTo>
                    <a:pt x="59854" y="24765"/>
                    <a:pt x="57006" y="25718"/>
                    <a:pt x="51312" y="23813"/>
                  </a:cubicBezTo>
                  <a:cubicBezTo>
                    <a:pt x="47516" y="22860"/>
                    <a:pt x="43720" y="21907"/>
                    <a:pt x="38026" y="21907"/>
                  </a:cubicBezTo>
                  <a:cubicBezTo>
                    <a:pt x="25689" y="21907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FF2B6A2-8144-506B-0D1C-A01149C199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558" y="3170359"/>
              <a:ext cx="74022" cy="27606"/>
            </a:xfrm>
            <a:custGeom>
              <a:avLst/>
              <a:gdLst>
                <a:gd name="connsiteX0" fmla="*/ 10439 w 74022"/>
                <a:gd name="connsiteY0" fmla="*/ 513 h 27606"/>
                <a:gd name="connsiteX1" fmla="*/ 0 w 74022"/>
                <a:gd name="connsiteY1" fmla="*/ 11943 h 27606"/>
                <a:gd name="connsiteX2" fmla="*/ 17082 w 74022"/>
                <a:gd name="connsiteY2" fmla="*/ 23373 h 27606"/>
                <a:gd name="connsiteX3" fmla="*/ 32266 w 74022"/>
                <a:gd name="connsiteY3" fmla="*/ 27183 h 27606"/>
                <a:gd name="connsiteX4" fmla="*/ 48400 w 74022"/>
                <a:gd name="connsiteY4" fmla="*/ 27183 h 27606"/>
                <a:gd name="connsiteX5" fmla="*/ 63584 w 74022"/>
                <a:gd name="connsiteY5" fmla="*/ 23373 h 27606"/>
                <a:gd name="connsiteX6" fmla="*/ 74023 w 74022"/>
                <a:gd name="connsiteY6" fmla="*/ 12895 h 27606"/>
                <a:gd name="connsiteX7" fmla="*/ 62635 w 74022"/>
                <a:gd name="connsiteY7" fmla="*/ 8133 h 27606"/>
                <a:gd name="connsiteX8" fmla="*/ 48400 w 74022"/>
                <a:gd name="connsiteY8" fmla="*/ 8133 h 27606"/>
                <a:gd name="connsiteX9" fmla="*/ 34164 w 74022"/>
                <a:gd name="connsiteY9" fmla="*/ 5275 h 27606"/>
                <a:gd name="connsiteX10" fmla="*/ 10439 w 74022"/>
                <a:gd name="connsiteY10" fmla="*/ 513 h 2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7606">
                  <a:moveTo>
                    <a:pt x="10439" y="513"/>
                  </a:moveTo>
                  <a:cubicBezTo>
                    <a:pt x="4745" y="2418"/>
                    <a:pt x="0" y="7180"/>
                    <a:pt x="0" y="11943"/>
                  </a:cubicBezTo>
                  <a:cubicBezTo>
                    <a:pt x="0" y="17658"/>
                    <a:pt x="11388" y="21468"/>
                    <a:pt x="17082" y="23373"/>
                  </a:cubicBezTo>
                  <a:cubicBezTo>
                    <a:pt x="21827" y="24325"/>
                    <a:pt x="27521" y="27183"/>
                    <a:pt x="32266" y="27183"/>
                  </a:cubicBezTo>
                  <a:cubicBezTo>
                    <a:pt x="37960" y="27183"/>
                    <a:pt x="43655" y="28135"/>
                    <a:pt x="48400" y="27183"/>
                  </a:cubicBezTo>
                  <a:cubicBezTo>
                    <a:pt x="54094" y="26230"/>
                    <a:pt x="59788" y="25278"/>
                    <a:pt x="63584" y="23373"/>
                  </a:cubicBezTo>
                  <a:cubicBezTo>
                    <a:pt x="70227" y="20515"/>
                    <a:pt x="74023" y="16705"/>
                    <a:pt x="74023" y="12895"/>
                  </a:cubicBezTo>
                  <a:cubicBezTo>
                    <a:pt x="74023" y="8133"/>
                    <a:pt x="70227" y="8133"/>
                    <a:pt x="62635" y="8133"/>
                  </a:cubicBezTo>
                  <a:cubicBezTo>
                    <a:pt x="58839" y="8133"/>
                    <a:pt x="54094" y="9085"/>
                    <a:pt x="48400" y="8133"/>
                  </a:cubicBezTo>
                  <a:cubicBezTo>
                    <a:pt x="44604" y="8133"/>
                    <a:pt x="39858" y="6228"/>
                    <a:pt x="34164" y="5275"/>
                  </a:cubicBezTo>
                  <a:cubicBezTo>
                    <a:pt x="25623" y="2418"/>
                    <a:pt x="18980" y="-1392"/>
                    <a:pt x="10439" y="5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79DFE93-6A54-F6D1-9181-8674A8269F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37" y="3284749"/>
              <a:ext cx="75165" cy="22330"/>
            </a:xfrm>
            <a:custGeom>
              <a:avLst/>
              <a:gdLst>
                <a:gd name="connsiteX0" fmla="*/ 65602 w 75165"/>
                <a:gd name="connsiteY0" fmla="*/ 1376 h 22330"/>
                <a:gd name="connsiteX1" fmla="*/ 75092 w 75165"/>
                <a:gd name="connsiteY1" fmla="*/ 7091 h 22330"/>
                <a:gd name="connsiteX2" fmla="*/ 62755 w 75165"/>
                <a:gd name="connsiteY2" fmla="*/ 20426 h 22330"/>
                <a:gd name="connsiteX3" fmla="*/ 45673 w 75165"/>
                <a:gd name="connsiteY3" fmla="*/ 22331 h 22330"/>
                <a:gd name="connsiteX4" fmla="*/ 28591 w 75165"/>
                <a:gd name="connsiteY4" fmla="*/ 21378 h 22330"/>
                <a:gd name="connsiteX5" fmla="*/ 11508 w 75165"/>
                <a:gd name="connsiteY5" fmla="*/ 17568 h 22330"/>
                <a:gd name="connsiteX6" fmla="*/ 120 w 75165"/>
                <a:gd name="connsiteY6" fmla="*/ 8043 h 22330"/>
                <a:gd name="connsiteX7" fmla="*/ 14355 w 75165"/>
                <a:gd name="connsiteY7" fmla="*/ 423 h 22330"/>
                <a:gd name="connsiteX8" fmla="*/ 31438 w 75165"/>
                <a:gd name="connsiteY8" fmla="*/ 423 h 22330"/>
                <a:gd name="connsiteX9" fmla="*/ 48520 w 75165"/>
                <a:gd name="connsiteY9" fmla="*/ 423 h 22330"/>
                <a:gd name="connsiteX10" fmla="*/ 65602 w 75165"/>
                <a:gd name="connsiteY10" fmla="*/ 1376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330">
                  <a:moveTo>
                    <a:pt x="65602" y="1376"/>
                  </a:moveTo>
                  <a:cubicBezTo>
                    <a:pt x="70347" y="2328"/>
                    <a:pt x="74143" y="5186"/>
                    <a:pt x="75092" y="7091"/>
                  </a:cubicBezTo>
                  <a:cubicBezTo>
                    <a:pt x="76041" y="11853"/>
                    <a:pt x="67500" y="19473"/>
                    <a:pt x="62755" y="20426"/>
                  </a:cubicBezTo>
                  <a:cubicBezTo>
                    <a:pt x="58010" y="21378"/>
                    <a:pt x="51367" y="21378"/>
                    <a:pt x="45673" y="22331"/>
                  </a:cubicBezTo>
                  <a:cubicBezTo>
                    <a:pt x="39979" y="22331"/>
                    <a:pt x="34285" y="21378"/>
                    <a:pt x="28591" y="21378"/>
                  </a:cubicBezTo>
                  <a:cubicBezTo>
                    <a:pt x="21948" y="20426"/>
                    <a:pt x="16254" y="19473"/>
                    <a:pt x="11508" y="17568"/>
                  </a:cubicBezTo>
                  <a:cubicBezTo>
                    <a:pt x="3916" y="15663"/>
                    <a:pt x="-829" y="12806"/>
                    <a:pt x="120" y="8043"/>
                  </a:cubicBezTo>
                  <a:cubicBezTo>
                    <a:pt x="1069" y="5186"/>
                    <a:pt x="5814" y="1376"/>
                    <a:pt x="14355" y="423"/>
                  </a:cubicBezTo>
                  <a:cubicBezTo>
                    <a:pt x="19101" y="-529"/>
                    <a:pt x="25744" y="423"/>
                    <a:pt x="31438" y="423"/>
                  </a:cubicBezTo>
                  <a:cubicBezTo>
                    <a:pt x="37132" y="423"/>
                    <a:pt x="42826" y="423"/>
                    <a:pt x="48520" y="423"/>
                  </a:cubicBezTo>
                  <a:cubicBezTo>
                    <a:pt x="54214" y="1376"/>
                    <a:pt x="60857" y="423"/>
                    <a:pt x="65602" y="137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ECA7C53-7384-A5F8-C62F-89FC83C929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382" y="3229660"/>
              <a:ext cx="74249" cy="22174"/>
            </a:xfrm>
            <a:custGeom>
              <a:avLst/>
              <a:gdLst>
                <a:gd name="connsiteX0" fmla="*/ 226 w 74249"/>
                <a:gd name="connsiteY0" fmla="*/ 9792 h 22174"/>
                <a:gd name="connsiteX1" fmla="*/ 16360 w 74249"/>
                <a:gd name="connsiteY1" fmla="*/ 22174 h 22174"/>
                <a:gd name="connsiteX2" fmla="*/ 31544 w 74249"/>
                <a:gd name="connsiteY2" fmla="*/ 20269 h 22174"/>
                <a:gd name="connsiteX3" fmla="*/ 46728 w 74249"/>
                <a:gd name="connsiteY3" fmla="*/ 21222 h 22174"/>
                <a:gd name="connsiteX4" fmla="*/ 61912 w 74249"/>
                <a:gd name="connsiteY4" fmla="*/ 19317 h 22174"/>
                <a:gd name="connsiteX5" fmla="*/ 74249 w 74249"/>
                <a:gd name="connsiteY5" fmla="*/ 11697 h 22174"/>
                <a:gd name="connsiteX6" fmla="*/ 61912 w 74249"/>
                <a:gd name="connsiteY6" fmla="*/ 3124 h 22174"/>
                <a:gd name="connsiteX7" fmla="*/ 46728 w 74249"/>
                <a:gd name="connsiteY7" fmla="*/ 2172 h 22174"/>
                <a:gd name="connsiteX8" fmla="*/ 31544 w 74249"/>
                <a:gd name="connsiteY8" fmla="*/ 1219 h 22174"/>
                <a:gd name="connsiteX9" fmla="*/ 14462 w 74249"/>
                <a:gd name="connsiteY9" fmla="*/ 267 h 22174"/>
                <a:gd name="connsiteX10" fmla="*/ 226 w 74249"/>
                <a:gd name="connsiteY10" fmla="*/ 9792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2174">
                  <a:moveTo>
                    <a:pt x="226" y="9792"/>
                  </a:moveTo>
                  <a:cubicBezTo>
                    <a:pt x="-1672" y="14554"/>
                    <a:pt x="8768" y="22174"/>
                    <a:pt x="16360" y="22174"/>
                  </a:cubicBezTo>
                  <a:cubicBezTo>
                    <a:pt x="21105" y="22174"/>
                    <a:pt x="26799" y="20269"/>
                    <a:pt x="31544" y="20269"/>
                  </a:cubicBezTo>
                  <a:cubicBezTo>
                    <a:pt x="37238" y="20269"/>
                    <a:pt x="41983" y="21222"/>
                    <a:pt x="46728" y="21222"/>
                  </a:cubicBezTo>
                  <a:cubicBezTo>
                    <a:pt x="52422" y="21222"/>
                    <a:pt x="58116" y="20269"/>
                    <a:pt x="61912" y="19317"/>
                  </a:cubicBezTo>
                  <a:cubicBezTo>
                    <a:pt x="69504" y="18364"/>
                    <a:pt x="74249" y="15507"/>
                    <a:pt x="74249" y="11697"/>
                  </a:cubicBezTo>
                  <a:cubicBezTo>
                    <a:pt x="74249" y="8839"/>
                    <a:pt x="69504" y="5029"/>
                    <a:pt x="61912" y="3124"/>
                  </a:cubicBezTo>
                  <a:cubicBezTo>
                    <a:pt x="57167" y="2172"/>
                    <a:pt x="51473" y="3124"/>
                    <a:pt x="46728" y="2172"/>
                  </a:cubicBezTo>
                  <a:cubicBezTo>
                    <a:pt x="41983" y="1219"/>
                    <a:pt x="36289" y="1219"/>
                    <a:pt x="31544" y="1219"/>
                  </a:cubicBezTo>
                  <a:cubicBezTo>
                    <a:pt x="28697" y="1219"/>
                    <a:pt x="21105" y="-686"/>
                    <a:pt x="14462" y="267"/>
                  </a:cubicBezTo>
                  <a:cubicBezTo>
                    <a:pt x="7819" y="3124"/>
                    <a:pt x="2124" y="5982"/>
                    <a:pt x="226" y="979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ECDFCA8-529C-5469-239F-C6ACA8AE7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144888"/>
              <a:ext cx="75063" cy="26773"/>
            </a:xfrm>
            <a:custGeom>
              <a:avLst/>
              <a:gdLst>
                <a:gd name="connsiteX0" fmla="*/ 0 w 75063"/>
                <a:gd name="connsiteY0" fmla="*/ 15507 h 26773"/>
                <a:gd name="connsiteX1" fmla="*/ 18980 w 75063"/>
                <a:gd name="connsiteY1" fmla="*/ 4077 h 26773"/>
                <a:gd name="connsiteX2" fmla="*/ 34164 w 75063"/>
                <a:gd name="connsiteY2" fmla="*/ 1219 h 26773"/>
                <a:gd name="connsiteX3" fmla="*/ 49349 w 75063"/>
                <a:gd name="connsiteY3" fmla="*/ 267 h 26773"/>
                <a:gd name="connsiteX4" fmla="*/ 63584 w 75063"/>
                <a:gd name="connsiteY4" fmla="*/ 5982 h 26773"/>
                <a:gd name="connsiteX5" fmla="*/ 74972 w 75063"/>
                <a:gd name="connsiteY5" fmla="*/ 13602 h 26773"/>
                <a:gd name="connsiteX6" fmla="*/ 63584 w 75063"/>
                <a:gd name="connsiteY6" fmla="*/ 25984 h 26773"/>
                <a:gd name="connsiteX7" fmla="*/ 45553 w 75063"/>
                <a:gd name="connsiteY7" fmla="*/ 24079 h 26773"/>
                <a:gd name="connsiteX8" fmla="*/ 27521 w 75063"/>
                <a:gd name="connsiteY8" fmla="*/ 22174 h 26773"/>
                <a:gd name="connsiteX9" fmla="*/ 6643 w 75063"/>
                <a:gd name="connsiteY9" fmla="*/ 25984 h 26773"/>
                <a:gd name="connsiteX10" fmla="*/ 0 w 75063"/>
                <a:gd name="connsiteY10" fmla="*/ 15507 h 2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773">
                  <a:moveTo>
                    <a:pt x="0" y="15507"/>
                  </a:moveTo>
                  <a:cubicBezTo>
                    <a:pt x="949" y="8839"/>
                    <a:pt x="14235" y="5029"/>
                    <a:pt x="18980" y="4077"/>
                  </a:cubicBezTo>
                  <a:cubicBezTo>
                    <a:pt x="23725" y="3124"/>
                    <a:pt x="28470" y="2172"/>
                    <a:pt x="34164" y="1219"/>
                  </a:cubicBezTo>
                  <a:cubicBezTo>
                    <a:pt x="38909" y="1219"/>
                    <a:pt x="44604" y="-686"/>
                    <a:pt x="49349" y="267"/>
                  </a:cubicBezTo>
                  <a:cubicBezTo>
                    <a:pt x="55043" y="1219"/>
                    <a:pt x="59788" y="4077"/>
                    <a:pt x="63584" y="5982"/>
                  </a:cubicBezTo>
                  <a:cubicBezTo>
                    <a:pt x="70227" y="7887"/>
                    <a:pt x="74972" y="10744"/>
                    <a:pt x="74972" y="13602"/>
                  </a:cubicBezTo>
                  <a:cubicBezTo>
                    <a:pt x="75921" y="18364"/>
                    <a:pt x="69278" y="24079"/>
                    <a:pt x="63584" y="25984"/>
                  </a:cubicBezTo>
                  <a:cubicBezTo>
                    <a:pt x="56941" y="27889"/>
                    <a:pt x="52196" y="25984"/>
                    <a:pt x="45553" y="24079"/>
                  </a:cubicBezTo>
                  <a:cubicBezTo>
                    <a:pt x="40808" y="23127"/>
                    <a:pt x="35113" y="21222"/>
                    <a:pt x="27521" y="22174"/>
                  </a:cubicBezTo>
                  <a:cubicBezTo>
                    <a:pt x="17082" y="23127"/>
                    <a:pt x="12337" y="27889"/>
                    <a:pt x="6643" y="25984"/>
                  </a:cubicBezTo>
                  <a:cubicBezTo>
                    <a:pt x="2847" y="23127"/>
                    <a:pt x="0" y="18364"/>
                    <a:pt x="0" y="155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4BBB9D9-D326-477E-C6E0-F77D7BE1B3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203257"/>
              <a:ext cx="75969" cy="24765"/>
            </a:xfrm>
            <a:custGeom>
              <a:avLst/>
              <a:gdLst>
                <a:gd name="connsiteX0" fmla="*/ 0 w 75969"/>
                <a:gd name="connsiteY0" fmla="*/ 11430 h 24765"/>
                <a:gd name="connsiteX1" fmla="*/ 16133 w 75969"/>
                <a:gd name="connsiteY1" fmla="*/ 2858 h 24765"/>
                <a:gd name="connsiteX2" fmla="*/ 30368 w 75969"/>
                <a:gd name="connsiteY2" fmla="*/ 0 h 24765"/>
                <a:gd name="connsiteX3" fmla="*/ 44604 w 75969"/>
                <a:gd name="connsiteY3" fmla="*/ 953 h 24765"/>
                <a:gd name="connsiteX4" fmla="*/ 58839 w 75969"/>
                <a:gd name="connsiteY4" fmla="*/ 2858 h 24765"/>
                <a:gd name="connsiteX5" fmla="*/ 75921 w 75969"/>
                <a:gd name="connsiteY5" fmla="*/ 11430 h 24765"/>
                <a:gd name="connsiteX6" fmla="*/ 55992 w 75969"/>
                <a:gd name="connsiteY6" fmla="*/ 20955 h 24765"/>
                <a:gd name="connsiteX7" fmla="*/ 40807 w 75969"/>
                <a:gd name="connsiteY7" fmla="*/ 24765 h 24765"/>
                <a:gd name="connsiteX8" fmla="*/ 25623 w 75969"/>
                <a:gd name="connsiteY8" fmla="*/ 21908 h 24765"/>
                <a:gd name="connsiteX9" fmla="*/ 10439 w 75969"/>
                <a:gd name="connsiteY9" fmla="*/ 19050 h 24765"/>
                <a:gd name="connsiteX10" fmla="*/ 0 w 75969"/>
                <a:gd name="connsiteY10" fmla="*/ 11430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4765">
                  <a:moveTo>
                    <a:pt x="0" y="11430"/>
                  </a:moveTo>
                  <a:cubicBezTo>
                    <a:pt x="949" y="3810"/>
                    <a:pt x="9490" y="3810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9858" y="953"/>
                    <a:pt x="44604" y="953"/>
                  </a:cubicBezTo>
                  <a:cubicBezTo>
                    <a:pt x="49349" y="953"/>
                    <a:pt x="54094" y="1905"/>
                    <a:pt x="58839" y="2858"/>
                  </a:cubicBezTo>
                  <a:cubicBezTo>
                    <a:pt x="63584" y="4763"/>
                    <a:pt x="76870" y="2858"/>
                    <a:pt x="75921" y="11430"/>
                  </a:cubicBezTo>
                  <a:cubicBezTo>
                    <a:pt x="74972" y="20003"/>
                    <a:pt x="58839" y="20003"/>
                    <a:pt x="55992" y="20955"/>
                  </a:cubicBezTo>
                  <a:cubicBezTo>
                    <a:pt x="54094" y="20955"/>
                    <a:pt x="48400" y="24765"/>
                    <a:pt x="40807" y="24765"/>
                  </a:cubicBezTo>
                  <a:cubicBezTo>
                    <a:pt x="36062" y="24765"/>
                    <a:pt x="31317" y="22860"/>
                    <a:pt x="25623" y="21908"/>
                  </a:cubicBezTo>
                  <a:cubicBezTo>
                    <a:pt x="20878" y="20955"/>
                    <a:pt x="15184" y="20955"/>
                    <a:pt x="10439" y="19050"/>
                  </a:cubicBezTo>
                  <a:cubicBezTo>
                    <a:pt x="5694" y="18098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D808F07-9FB1-764A-A47E-893AE96E80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259455"/>
              <a:ext cx="75165" cy="26358"/>
            </a:xfrm>
            <a:custGeom>
              <a:avLst/>
              <a:gdLst>
                <a:gd name="connsiteX0" fmla="*/ 13359 w 75165"/>
                <a:gd name="connsiteY0" fmla="*/ 23813 h 26358"/>
                <a:gd name="connsiteX1" fmla="*/ 72 w 75165"/>
                <a:gd name="connsiteY1" fmla="*/ 14288 h 26358"/>
                <a:gd name="connsiteX2" fmla="*/ 16206 w 75165"/>
                <a:gd name="connsiteY2" fmla="*/ 0 h 26358"/>
                <a:gd name="connsiteX3" fmla="*/ 38033 w 75165"/>
                <a:gd name="connsiteY3" fmla="*/ 3810 h 26358"/>
                <a:gd name="connsiteX4" fmla="*/ 51319 w 75165"/>
                <a:gd name="connsiteY4" fmla="*/ 4763 h 26358"/>
                <a:gd name="connsiteX5" fmla="*/ 64605 w 75165"/>
                <a:gd name="connsiteY5" fmla="*/ 1905 h 26358"/>
                <a:gd name="connsiteX6" fmla="*/ 75044 w 75165"/>
                <a:gd name="connsiteY6" fmla="*/ 11430 h 26358"/>
                <a:gd name="connsiteX7" fmla="*/ 64605 w 75165"/>
                <a:gd name="connsiteY7" fmla="*/ 25717 h 26358"/>
                <a:gd name="connsiteX8" fmla="*/ 50370 w 75165"/>
                <a:gd name="connsiteY8" fmla="*/ 23813 h 26358"/>
                <a:gd name="connsiteX9" fmla="*/ 37084 w 75165"/>
                <a:gd name="connsiteY9" fmla="*/ 21907 h 26358"/>
                <a:gd name="connsiteX10" fmla="*/ 13359 w 75165"/>
                <a:gd name="connsiteY10" fmla="*/ 23813 h 2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6358">
                  <a:moveTo>
                    <a:pt x="13359" y="23813"/>
                  </a:moveTo>
                  <a:cubicBezTo>
                    <a:pt x="10512" y="22860"/>
                    <a:pt x="1021" y="20002"/>
                    <a:pt x="72" y="14288"/>
                  </a:cubicBezTo>
                  <a:cubicBezTo>
                    <a:pt x="-877" y="8572"/>
                    <a:pt x="7664" y="952"/>
                    <a:pt x="16206" y="0"/>
                  </a:cubicBezTo>
                  <a:cubicBezTo>
                    <a:pt x="25696" y="0"/>
                    <a:pt x="27594" y="2857"/>
                    <a:pt x="38033" y="3810"/>
                  </a:cubicBezTo>
                  <a:cubicBezTo>
                    <a:pt x="43727" y="3810"/>
                    <a:pt x="47523" y="5715"/>
                    <a:pt x="51319" y="4763"/>
                  </a:cubicBezTo>
                  <a:cubicBezTo>
                    <a:pt x="55115" y="3810"/>
                    <a:pt x="58911" y="952"/>
                    <a:pt x="64605" y="1905"/>
                  </a:cubicBezTo>
                  <a:cubicBezTo>
                    <a:pt x="69350" y="2857"/>
                    <a:pt x="74095" y="7620"/>
                    <a:pt x="75044" y="11430"/>
                  </a:cubicBezTo>
                  <a:cubicBezTo>
                    <a:pt x="75993" y="17145"/>
                    <a:pt x="71248" y="23813"/>
                    <a:pt x="64605" y="25717"/>
                  </a:cubicBezTo>
                  <a:cubicBezTo>
                    <a:pt x="59860" y="27622"/>
                    <a:pt x="56064" y="24765"/>
                    <a:pt x="50370" y="23813"/>
                  </a:cubicBezTo>
                  <a:cubicBezTo>
                    <a:pt x="46574" y="22860"/>
                    <a:pt x="42778" y="21907"/>
                    <a:pt x="37084" y="21907"/>
                  </a:cubicBezTo>
                  <a:cubicBezTo>
                    <a:pt x="25696" y="21907"/>
                    <a:pt x="21900" y="25717"/>
                    <a:pt x="13359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919536-3617-C057-D389-6DACC11141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317762"/>
              <a:ext cx="74971" cy="26888"/>
            </a:xfrm>
            <a:custGeom>
              <a:avLst/>
              <a:gdLst>
                <a:gd name="connsiteX0" fmla="*/ 13286 w 74971"/>
                <a:gd name="connsiteY0" fmla="*/ 747 h 26888"/>
                <a:gd name="connsiteX1" fmla="*/ 0 w 74971"/>
                <a:gd name="connsiteY1" fmla="*/ 10272 h 26888"/>
                <a:gd name="connsiteX2" fmla="*/ 18980 w 74971"/>
                <a:gd name="connsiteY2" fmla="*/ 21702 h 26888"/>
                <a:gd name="connsiteX3" fmla="*/ 34164 w 74971"/>
                <a:gd name="connsiteY3" fmla="*/ 26465 h 26888"/>
                <a:gd name="connsiteX4" fmla="*/ 50298 w 74971"/>
                <a:gd name="connsiteY4" fmla="*/ 26465 h 26888"/>
                <a:gd name="connsiteX5" fmla="*/ 65482 w 74971"/>
                <a:gd name="connsiteY5" fmla="*/ 21702 h 26888"/>
                <a:gd name="connsiteX6" fmla="*/ 74972 w 74971"/>
                <a:gd name="connsiteY6" fmla="*/ 11225 h 26888"/>
                <a:gd name="connsiteX7" fmla="*/ 65482 w 74971"/>
                <a:gd name="connsiteY7" fmla="*/ 7415 h 26888"/>
                <a:gd name="connsiteX8" fmla="*/ 51247 w 74971"/>
                <a:gd name="connsiteY8" fmla="*/ 4557 h 26888"/>
                <a:gd name="connsiteX9" fmla="*/ 37011 w 74971"/>
                <a:gd name="connsiteY9" fmla="*/ 4557 h 26888"/>
                <a:gd name="connsiteX10" fmla="*/ 13286 w 74971"/>
                <a:gd name="connsiteY10" fmla="*/ 747 h 2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888">
                  <a:moveTo>
                    <a:pt x="13286" y="747"/>
                  </a:moveTo>
                  <a:cubicBezTo>
                    <a:pt x="7592" y="2652"/>
                    <a:pt x="0" y="5510"/>
                    <a:pt x="0" y="10272"/>
                  </a:cubicBezTo>
                  <a:cubicBezTo>
                    <a:pt x="0" y="15987"/>
                    <a:pt x="13286" y="19797"/>
                    <a:pt x="18980" y="21702"/>
                  </a:cubicBezTo>
                  <a:cubicBezTo>
                    <a:pt x="23725" y="22655"/>
                    <a:pt x="29419" y="25512"/>
                    <a:pt x="34164" y="26465"/>
                  </a:cubicBezTo>
                  <a:cubicBezTo>
                    <a:pt x="39858" y="26465"/>
                    <a:pt x="45553" y="27417"/>
                    <a:pt x="50298" y="26465"/>
                  </a:cubicBezTo>
                  <a:cubicBezTo>
                    <a:pt x="55992" y="25512"/>
                    <a:pt x="61686" y="22655"/>
                    <a:pt x="65482" y="21702"/>
                  </a:cubicBezTo>
                  <a:cubicBezTo>
                    <a:pt x="72125" y="18845"/>
                    <a:pt x="74972" y="15035"/>
                    <a:pt x="74972" y="11225"/>
                  </a:cubicBezTo>
                  <a:cubicBezTo>
                    <a:pt x="74972" y="6462"/>
                    <a:pt x="72125" y="7415"/>
                    <a:pt x="65482" y="7415"/>
                  </a:cubicBezTo>
                  <a:cubicBezTo>
                    <a:pt x="61686" y="7415"/>
                    <a:pt x="56941" y="4557"/>
                    <a:pt x="51247" y="4557"/>
                  </a:cubicBezTo>
                  <a:cubicBezTo>
                    <a:pt x="47451" y="4557"/>
                    <a:pt x="41756" y="5510"/>
                    <a:pt x="37011" y="4557"/>
                  </a:cubicBezTo>
                  <a:cubicBezTo>
                    <a:pt x="27521" y="747"/>
                    <a:pt x="21827" y="-1158"/>
                    <a:pt x="13286" y="74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88BDE1-2D59-FCC9-CBA0-090999E58A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375660"/>
              <a:ext cx="77046" cy="23812"/>
            </a:xfrm>
            <a:custGeom>
              <a:avLst/>
              <a:gdLst>
                <a:gd name="connsiteX0" fmla="*/ 67483 w 77046"/>
                <a:gd name="connsiteY0" fmla="*/ 3810 h 23812"/>
                <a:gd name="connsiteX1" fmla="*/ 76973 w 77046"/>
                <a:gd name="connsiteY1" fmla="*/ 8572 h 23812"/>
                <a:gd name="connsiteX2" fmla="*/ 63687 w 77046"/>
                <a:gd name="connsiteY2" fmla="*/ 20002 h 23812"/>
                <a:gd name="connsiteX3" fmla="*/ 46605 w 77046"/>
                <a:gd name="connsiteY3" fmla="*/ 23813 h 23812"/>
                <a:gd name="connsiteX4" fmla="*/ 29523 w 77046"/>
                <a:gd name="connsiteY4" fmla="*/ 21907 h 23812"/>
                <a:gd name="connsiteX5" fmla="*/ 12441 w 77046"/>
                <a:gd name="connsiteY5" fmla="*/ 20002 h 23812"/>
                <a:gd name="connsiteX6" fmla="*/ 103 w 77046"/>
                <a:gd name="connsiteY6" fmla="*/ 8572 h 23812"/>
                <a:gd name="connsiteX7" fmla="*/ 16237 w 77046"/>
                <a:gd name="connsiteY7" fmla="*/ 2857 h 23812"/>
                <a:gd name="connsiteX8" fmla="*/ 33319 w 77046"/>
                <a:gd name="connsiteY8" fmla="*/ 0 h 23812"/>
                <a:gd name="connsiteX9" fmla="*/ 50401 w 77046"/>
                <a:gd name="connsiteY9" fmla="*/ 952 h 23812"/>
                <a:gd name="connsiteX10" fmla="*/ 67483 w 77046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46" h="23812">
                  <a:moveTo>
                    <a:pt x="67483" y="3810"/>
                  </a:moveTo>
                  <a:cubicBezTo>
                    <a:pt x="72228" y="4763"/>
                    <a:pt x="76024" y="5715"/>
                    <a:pt x="76973" y="8572"/>
                  </a:cubicBezTo>
                  <a:cubicBezTo>
                    <a:pt x="77922" y="13335"/>
                    <a:pt x="69381" y="19050"/>
                    <a:pt x="63687" y="20002"/>
                  </a:cubicBezTo>
                  <a:cubicBezTo>
                    <a:pt x="58942" y="20955"/>
                    <a:pt x="53248" y="23813"/>
                    <a:pt x="46605" y="23813"/>
                  </a:cubicBezTo>
                  <a:cubicBezTo>
                    <a:pt x="40911" y="23813"/>
                    <a:pt x="35217" y="21907"/>
                    <a:pt x="29523" y="21907"/>
                  </a:cubicBezTo>
                  <a:cubicBezTo>
                    <a:pt x="22880" y="20955"/>
                    <a:pt x="17186" y="20955"/>
                    <a:pt x="12441" y="20002"/>
                  </a:cubicBezTo>
                  <a:cubicBezTo>
                    <a:pt x="4849" y="18097"/>
                    <a:pt x="-846" y="13335"/>
                    <a:pt x="103" y="8572"/>
                  </a:cubicBezTo>
                  <a:cubicBezTo>
                    <a:pt x="1053" y="5715"/>
                    <a:pt x="7696" y="3810"/>
                    <a:pt x="16237" y="2857"/>
                  </a:cubicBezTo>
                  <a:cubicBezTo>
                    <a:pt x="20982" y="1905"/>
                    <a:pt x="26676" y="0"/>
                    <a:pt x="33319" y="0"/>
                  </a:cubicBezTo>
                  <a:cubicBezTo>
                    <a:pt x="39013" y="0"/>
                    <a:pt x="44707" y="952"/>
                    <a:pt x="50401" y="952"/>
                  </a:cubicBezTo>
                  <a:cubicBezTo>
                    <a:pt x="57044" y="1905"/>
                    <a:pt x="62738" y="2857"/>
                    <a:pt x="67483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C3944F8-1B07-DC31-2320-F2D59BBE96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2460" y="3435244"/>
              <a:ext cx="75307" cy="19473"/>
            </a:xfrm>
            <a:custGeom>
              <a:avLst/>
              <a:gdLst>
                <a:gd name="connsiteX0" fmla="*/ 245 w 75307"/>
                <a:gd name="connsiteY0" fmla="*/ 8043 h 19473"/>
                <a:gd name="connsiteX1" fmla="*/ 16378 w 75307"/>
                <a:gd name="connsiteY1" fmla="*/ 19473 h 19473"/>
                <a:gd name="connsiteX2" fmla="*/ 31562 w 75307"/>
                <a:gd name="connsiteY2" fmla="*/ 17568 h 19473"/>
                <a:gd name="connsiteX3" fmla="*/ 46746 w 75307"/>
                <a:gd name="connsiteY3" fmla="*/ 19473 h 19473"/>
                <a:gd name="connsiteX4" fmla="*/ 61931 w 75307"/>
                <a:gd name="connsiteY4" fmla="*/ 15663 h 19473"/>
                <a:gd name="connsiteX5" fmla="*/ 75217 w 75307"/>
                <a:gd name="connsiteY5" fmla="*/ 9948 h 19473"/>
                <a:gd name="connsiteX6" fmla="*/ 61931 w 75307"/>
                <a:gd name="connsiteY6" fmla="*/ 3281 h 19473"/>
                <a:gd name="connsiteX7" fmla="*/ 46746 w 75307"/>
                <a:gd name="connsiteY7" fmla="*/ 423 h 19473"/>
                <a:gd name="connsiteX8" fmla="*/ 31562 w 75307"/>
                <a:gd name="connsiteY8" fmla="*/ 423 h 19473"/>
                <a:gd name="connsiteX9" fmla="*/ 14480 w 75307"/>
                <a:gd name="connsiteY9" fmla="*/ 2328 h 19473"/>
                <a:gd name="connsiteX10" fmla="*/ 245 w 75307"/>
                <a:gd name="connsiteY10" fmla="*/ 8043 h 1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473">
                  <a:moveTo>
                    <a:pt x="245" y="8043"/>
                  </a:moveTo>
                  <a:cubicBezTo>
                    <a:pt x="-1653" y="12806"/>
                    <a:pt x="7837" y="19473"/>
                    <a:pt x="16378" y="19473"/>
                  </a:cubicBezTo>
                  <a:cubicBezTo>
                    <a:pt x="21123" y="19473"/>
                    <a:pt x="26817" y="17568"/>
                    <a:pt x="31562" y="17568"/>
                  </a:cubicBezTo>
                  <a:cubicBezTo>
                    <a:pt x="37256" y="17568"/>
                    <a:pt x="42001" y="19473"/>
                    <a:pt x="46746" y="19473"/>
                  </a:cubicBezTo>
                  <a:cubicBezTo>
                    <a:pt x="52441" y="19473"/>
                    <a:pt x="57186" y="16616"/>
                    <a:pt x="61931" y="15663"/>
                  </a:cubicBezTo>
                  <a:cubicBezTo>
                    <a:pt x="69523" y="14711"/>
                    <a:pt x="76166" y="12806"/>
                    <a:pt x="75217" y="9948"/>
                  </a:cubicBezTo>
                  <a:cubicBezTo>
                    <a:pt x="75217" y="7091"/>
                    <a:pt x="68574" y="5186"/>
                    <a:pt x="61931" y="3281"/>
                  </a:cubicBezTo>
                  <a:cubicBezTo>
                    <a:pt x="57186" y="2328"/>
                    <a:pt x="52441" y="423"/>
                    <a:pt x="46746" y="423"/>
                  </a:cubicBezTo>
                  <a:cubicBezTo>
                    <a:pt x="41052" y="-529"/>
                    <a:pt x="36307" y="423"/>
                    <a:pt x="31562" y="423"/>
                  </a:cubicBezTo>
                  <a:cubicBezTo>
                    <a:pt x="28715" y="423"/>
                    <a:pt x="21123" y="1376"/>
                    <a:pt x="14480" y="2328"/>
                  </a:cubicBezTo>
                  <a:cubicBezTo>
                    <a:pt x="7837" y="3281"/>
                    <a:pt x="1194" y="4233"/>
                    <a:pt x="245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175899-BF74-E199-DE41-F41C075B6E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5" y="3286125"/>
              <a:ext cx="77120" cy="27196"/>
            </a:xfrm>
            <a:custGeom>
              <a:avLst/>
              <a:gdLst>
                <a:gd name="connsiteX0" fmla="*/ 146 w 77120"/>
                <a:gd name="connsiteY0" fmla="*/ 14288 h 27196"/>
                <a:gd name="connsiteX1" fmla="*/ 20076 w 77120"/>
                <a:gd name="connsiteY1" fmla="*/ 3810 h 27196"/>
                <a:gd name="connsiteX2" fmla="*/ 35260 w 77120"/>
                <a:gd name="connsiteY2" fmla="*/ 0 h 27196"/>
                <a:gd name="connsiteX3" fmla="*/ 50444 w 77120"/>
                <a:gd name="connsiteY3" fmla="*/ 953 h 27196"/>
                <a:gd name="connsiteX4" fmla="*/ 65628 w 77120"/>
                <a:gd name="connsiteY4" fmla="*/ 3810 h 27196"/>
                <a:gd name="connsiteX5" fmla="*/ 77016 w 77120"/>
                <a:gd name="connsiteY5" fmla="*/ 12382 h 27196"/>
                <a:gd name="connsiteX6" fmla="*/ 65628 w 77120"/>
                <a:gd name="connsiteY6" fmla="*/ 24765 h 27196"/>
                <a:gd name="connsiteX7" fmla="*/ 47597 w 77120"/>
                <a:gd name="connsiteY7" fmla="*/ 24765 h 27196"/>
                <a:gd name="connsiteX8" fmla="*/ 29566 w 77120"/>
                <a:gd name="connsiteY8" fmla="*/ 23813 h 27196"/>
                <a:gd name="connsiteX9" fmla="*/ 7738 w 77120"/>
                <a:gd name="connsiteY9" fmla="*/ 26670 h 27196"/>
                <a:gd name="connsiteX10" fmla="*/ 146 w 77120"/>
                <a:gd name="connsiteY10" fmla="*/ 14288 h 27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20" h="27196">
                  <a:moveTo>
                    <a:pt x="146" y="14288"/>
                  </a:moveTo>
                  <a:cubicBezTo>
                    <a:pt x="1095" y="7620"/>
                    <a:pt x="14382" y="4763"/>
                    <a:pt x="20076" y="3810"/>
                  </a:cubicBezTo>
                  <a:cubicBezTo>
                    <a:pt x="24821" y="2857"/>
                    <a:pt x="29566" y="953"/>
                    <a:pt x="35260" y="0"/>
                  </a:cubicBezTo>
                  <a:cubicBezTo>
                    <a:pt x="40005" y="0"/>
                    <a:pt x="45699" y="0"/>
                    <a:pt x="50444" y="953"/>
                  </a:cubicBezTo>
                  <a:cubicBezTo>
                    <a:pt x="56138" y="1905"/>
                    <a:pt x="60883" y="1905"/>
                    <a:pt x="65628" y="3810"/>
                  </a:cubicBezTo>
                  <a:cubicBezTo>
                    <a:pt x="72271" y="5715"/>
                    <a:pt x="76067" y="9525"/>
                    <a:pt x="77016" y="12382"/>
                  </a:cubicBezTo>
                  <a:cubicBezTo>
                    <a:pt x="77965" y="17145"/>
                    <a:pt x="72271" y="21907"/>
                    <a:pt x="65628" y="24765"/>
                  </a:cubicBezTo>
                  <a:cubicBezTo>
                    <a:pt x="58985" y="26670"/>
                    <a:pt x="53291" y="26670"/>
                    <a:pt x="47597" y="24765"/>
                  </a:cubicBezTo>
                  <a:cubicBezTo>
                    <a:pt x="42852" y="23813"/>
                    <a:pt x="37158" y="22860"/>
                    <a:pt x="29566" y="23813"/>
                  </a:cubicBezTo>
                  <a:cubicBezTo>
                    <a:pt x="19127" y="24765"/>
                    <a:pt x="13433" y="28575"/>
                    <a:pt x="7738" y="26670"/>
                  </a:cubicBezTo>
                  <a:cubicBezTo>
                    <a:pt x="2993" y="22860"/>
                    <a:pt x="-803" y="17145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5DCF3F3-1DCE-D850-9E39-09656AA6E2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3493" y="3402330"/>
              <a:ext cx="72290" cy="20425"/>
            </a:xfrm>
            <a:custGeom>
              <a:avLst/>
              <a:gdLst>
                <a:gd name="connsiteX0" fmla="*/ 105 w 72290"/>
                <a:gd name="connsiteY0" fmla="*/ 11430 h 20425"/>
                <a:gd name="connsiteX1" fmla="*/ 15289 w 72290"/>
                <a:gd name="connsiteY1" fmla="*/ 3810 h 20425"/>
                <a:gd name="connsiteX2" fmla="*/ 29524 w 72290"/>
                <a:gd name="connsiteY2" fmla="*/ 0 h 20425"/>
                <a:gd name="connsiteX3" fmla="*/ 43760 w 72290"/>
                <a:gd name="connsiteY3" fmla="*/ 952 h 20425"/>
                <a:gd name="connsiteX4" fmla="*/ 57995 w 72290"/>
                <a:gd name="connsiteY4" fmla="*/ 952 h 20425"/>
                <a:gd name="connsiteX5" fmla="*/ 72230 w 72290"/>
                <a:gd name="connsiteY5" fmla="*/ 9525 h 20425"/>
                <a:gd name="connsiteX6" fmla="*/ 54199 w 72290"/>
                <a:gd name="connsiteY6" fmla="*/ 18097 h 20425"/>
                <a:gd name="connsiteX7" fmla="*/ 39014 w 72290"/>
                <a:gd name="connsiteY7" fmla="*/ 20002 h 20425"/>
                <a:gd name="connsiteX8" fmla="*/ 23830 w 72290"/>
                <a:gd name="connsiteY8" fmla="*/ 20002 h 20425"/>
                <a:gd name="connsiteX9" fmla="*/ 8646 w 72290"/>
                <a:gd name="connsiteY9" fmla="*/ 17145 h 20425"/>
                <a:gd name="connsiteX10" fmla="*/ 105 w 72290"/>
                <a:gd name="connsiteY10" fmla="*/ 11430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290" h="20425">
                  <a:moveTo>
                    <a:pt x="105" y="11430"/>
                  </a:moveTo>
                  <a:cubicBezTo>
                    <a:pt x="1054" y="3810"/>
                    <a:pt x="8646" y="5715"/>
                    <a:pt x="15289" y="3810"/>
                  </a:cubicBezTo>
                  <a:cubicBezTo>
                    <a:pt x="19085" y="2857"/>
                    <a:pt x="23830" y="952"/>
                    <a:pt x="29524" y="0"/>
                  </a:cubicBezTo>
                  <a:cubicBezTo>
                    <a:pt x="33320" y="0"/>
                    <a:pt x="38065" y="952"/>
                    <a:pt x="43760" y="952"/>
                  </a:cubicBezTo>
                  <a:cubicBezTo>
                    <a:pt x="48505" y="952"/>
                    <a:pt x="53250" y="0"/>
                    <a:pt x="57995" y="952"/>
                  </a:cubicBezTo>
                  <a:cubicBezTo>
                    <a:pt x="62740" y="2857"/>
                    <a:pt x="73179" y="952"/>
                    <a:pt x="72230" y="9525"/>
                  </a:cubicBezTo>
                  <a:cubicBezTo>
                    <a:pt x="71281" y="18097"/>
                    <a:pt x="57995" y="18097"/>
                    <a:pt x="54199" y="18097"/>
                  </a:cubicBezTo>
                  <a:cubicBezTo>
                    <a:pt x="52301" y="18097"/>
                    <a:pt x="46607" y="19050"/>
                    <a:pt x="39014" y="20002"/>
                  </a:cubicBezTo>
                  <a:cubicBezTo>
                    <a:pt x="34269" y="20002"/>
                    <a:pt x="29524" y="20955"/>
                    <a:pt x="23830" y="20002"/>
                  </a:cubicBezTo>
                  <a:cubicBezTo>
                    <a:pt x="19085" y="19050"/>
                    <a:pt x="13391" y="19050"/>
                    <a:pt x="8646" y="17145"/>
                  </a:cubicBezTo>
                  <a:cubicBezTo>
                    <a:pt x="4850" y="17145"/>
                    <a:pt x="-844" y="14288"/>
                    <a:pt x="105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46318FC-9764-9C72-F5EB-F3F6B9246B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85" y="3173729"/>
              <a:ext cx="75158" cy="24627"/>
            </a:xfrm>
            <a:custGeom>
              <a:avLst/>
              <a:gdLst>
                <a:gd name="connsiteX0" fmla="*/ 14301 w 75158"/>
                <a:gd name="connsiteY0" fmla="*/ 21908 h 24627"/>
                <a:gd name="connsiteX1" fmla="*/ 66 w 75158"/>
                <a:gd name="connsiteY1" fmla="*/ 13335 h 24627"/>
                <a:gd name="connsiteX2" fmla="*/ 17148 w 75158"/>
                <a:gd name="connsiteY2" fmla="*/ 0 h 24627"/>
                <a:gd name="connsiteX3" fmla="*/ 38975 w 75158"/>
                <a:gd name="connsiteY3" fmla="*/ 3810 h 24627"/>
                <a:gd name="connsiteX4" fmla="*/ 52261 w 75158"/>
                <a:gd name="connsiteY4" fmla="*/ 2858 h 24627"/>
                <a:gd name="connsiteX5" fmla="*/ 65548 w 75158"/>
                <a:gd name="connsiteY5" fmla="*/ 953 h 24627"/>
                <a:gd name="connsiteX6" fmla="*/ 75038 w 75158"/>
                <a:gd name="connsiteY6" fmla="*/ 11430 h 24627"/>
                <a:gd name="connsiteX7" fmla="*/ 64599 w 75158"/>
                <a:gd name="connsiteY7" fmla="*/ 23813 h 24627"/>
                <a:gd name="connsiteX8" fmla="*/ 51312 w 75158"/>
                <a:gd name="connsiteY8" fmla="*/ 22860 h 24627"/>
                <a:gd name="connsiteX9" fmla="*/ 38026 w 75158"/>
                <a:gd name="connsiteY9" fmla="*/ 21908 h 24627"/>
                <a:gd name="connsiteX10" fmla="*/ 14301 w 75158"/>
                <a:gd name="connsiteY10" fmla="*/ 21908 h 2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8" h="24627">
                  <a:moveTo>
                    <a:pt x="14301" y="21908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3810"/>
                    <a:pt x="52261" y="2858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7"/>
                    <a:pt x="75038" y="11430"/>
                  </a:cubicBezTo>
                  <a:cubicBezTo>
                    <a:pt x="75987" y="17145"/>
                    <a:pt x="71242" y="21908"/>
                    <a:pt x="64599" y="23813"/>
                  </a:cubicBezTo>
                  <a:cubicBezTo>
                    <a:pt x="59853" y="25717"/>
                    <a:pt x="57006" y="23813"/>
                    <a:pt x="51312" y="22860"/>
                  </a:cubicBezTo>
                  <a:cubicBezTo>
                    <a:pt x="47516" y="21908"/>
                    <a:pt x="43720" y="21908"/>
                    <a:pt x="38026" y="21908"/>
                  </a:cubicBezTo>
                  <a:cubicBezTo>
                    <a:pt x="26638" y="20955"/>
                    <a:pt x="23791" y="23813"/>
                    <a:pt x="14301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DB4AA30-CEDC-A4E9-358C-ABE86B11E6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2649" y="3456724"/>
              <a:ext cx="74971" cy="25615"/>
            </a:xfrm>
            <a:custGeom>
              <a:avLst/>
              <a:gdLst>
                <a:gd name="connsiteX0" fmla="*/ 11388 w 74971"/>
                <a:gd name="connsiteY0" fmla="*/ 1803 h 25615"/>
                <a:gd name="connsiteX1" fmla="*/ 0 w 74971"/>
                <a:gd name="connsiteY1" fmla="*/ 10376 h 25615"/>
                <a:gd name="connsiteX2" fmla="*/ 17082 w 74971"/>
                <a:gd name="connsiteY2" fmla="*/ 21806 h 25615"/>
                <a:gd name="connsiteX3" fmla="*/ 32266 w 74971"/>
                <a:gd name="connsiteY3" fmla="*/ 25616 h 25615"/>
                <a:gd name="connsiteX4" fmla="*/ 48400 w 74971"/>
                <a:gd name="connsiteY4" fmla="*/ 24663 h 25615"/>
                <a:gd name="connsiteX5" fmla="*/ 63584 w 74971"/>
                <a:gd name="connsiteY5" fmla="*/ 20853 h 25615"/>
                <a:gd name="connsiteX6" fmla="*/ 74972 w 74971"/>
                <a:gd name="connsiteY6" fmla="*/ 10376 h 25615"/>
                <a:gd name="connsiteX7" fmla="*/ 63584 w 74971"/>
                <a:gd name="connsiteY7" fmla="*/ 3708 h 25615"/>
                <a:gd name="connsiteX8" fmla="*/ 49349 w 74971"/>
                <a:gd name="connsiteY8" fmla="*/ 5613 h 25615"/>
                <a:gd name="connsiteX9" fmla="*/ 35113 w 74971"/>
                <a:gd name="connsiteY9" fmla="*/ 1803 h 25615"/>
                <a:gd name="connsiteX10" fmla="*/ 11388 w 74971"/>
                <a:gd name="connsiteY10" fmla="*/ 1803 h 2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615">
                  <a:moveTo>
                    <a:pt x="11388" y="1803"/>
                  </a:moveTo>
                  <a:cubicBezTo>
                    <a:pt x="5694" y="3708"/>
                    <a:pt x="0" y="5613"/>
                    <a:pt x="0" y="10376"/>
                  </a:cubicBezTo>
                  <a:cubicBezTo>
                    <a:pt x="0" y="16091"/>
                    <a:pt x="10439" y="20853"/>
                    <a:pt x="17082" y="21806"/>
                  </a:cubicBezTo>
                  <a:cubicBezTo>
                    <a:pt x="21827" y="22758"/>
                    <a:pt x="27521" y="25616"/>
                    <a:pt x="32266" y="25616"/>
                  </a:cubicBezTo>
                  <a:cubicBezTo>
                    <a:pt x="37960" y="25616"/>
                    <a:pt x="43655" y="25616"/>
                    <a:pt x="48400" y="24663"/>
                  </a:cubicBezTo>
                  <a:cubicBezTo>
                    <a:pt x="54094" y="23711"/>
                    <a:pt x="59788" y="21806"/>
                    <a:pt x="63584" y="20853"/>
                  </a:cubicBezTo>
                  <a:cubicBezTo>
                    <a:pt x="70227" y="17996"/>
                    <a:pt x="74972" y="15138"/>
                    <a:pt x="74972" y="10376"/>
                  </a:cubicBezTo>
                  <a:cubicBezTo>
                    <a:pt x="74972" y="5613"/>
                    <a:pt x="71176" y="3708"/>
                    <a:pt x="63584" y="3708"/>
                  </a:cubicBezTo>
                  <a:cubicBezTo>
                    <a:pt x="59788" y="3708"/>
                    <a:pt x="55043" y="5613"/>
                    <a:pt x="49349" y="5613"/>
                  </a:cubicBezTo>
                  <a:cubicBezTo>
                    <a:pt x="45553" y="5613"/>
                    <a:pt x="40808" y="3708"/>
                    <a:pt x="35113" y="1803"/>
                  </a:cubicBezTo>
                  <a:cubicBezTo>
                    <a:pt x="25623" y="-102"/>
                    <a:pt x="19929" y="-1054"/>
                    <a:pt x="11388" y="180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F15A7A-E30A-4155-84BB-F50FDC9AA3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580" y="3230880"/>
              <a:ext cx="77055" cy="22859"/>
            </a:xfrm>
            <a:custGeom>
              <a:avLst/>
              <a:gdLst>
                <a:gd name="connsiteX0" fmla="*/ 66551 w 77055"/>
                <a:gd name="connsiteY0" fmla="*/ 3810 h 22859"/>
                <a:gd name="connsiteX1" fmla="*/ 76990 w 77055"/>
                <a:gd name="connsiteY1" fmla="*/ 7620 h 22859"/>
                <a:gd name="connsiteX2" fmla="*/ 63703 w 77055"/>
                <a:gd name="connsiteY2" fmla="*/ 20002 h 22859"/>
                <a:gd name="connsiteX3" fmla="*/ 46621 w 77055"/>
                <a:gd name="connsiteY3" fmla="*/ 20955 h 22859"/>
                <a:gd name="connsiteX4" fmla="*/ 29539 w 77055"/>
                <a:gd name="connsiteY4" fmla="*/ 22860 h 22859"/>
                <a:gd name="connsiteX5" fmla="*/ 12457 w 77055"/>
                <a:gd name="connsiteY5" fmla="*/ 20002 h 22859"/>
                <a:gd name="connsiteX6" fmla="*/ 120 w 77055"/>
                <a:gd name="connsiteY6" fmla="*/ 7620 h 22859"/>
                <a:gd name="connsiteX7" fmla="*/ 15304 w 77055"/>
                <a:gd name="connsiteY7" fmla="*/ 952 h 22859"/>
                <a:gd name="connsiteX8" fmla="*/ 32386 w 77055"/>
                <a:gd name="connsiteY8" fmla="*/ 1905 h 22859"/>
                <a:gd name="connsiteX9" fmla="*/ 49468 w 77055"/>
                <a:gd name="connsiteY9" fmla="*/ 0 h 22859"/>
                <a:gd name="connsiteX10" fmla="*/ 66551 w 77055"/>
                <a:gd name="connsiteY10" fmla="*/ 3810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5" h="22859">
                  <a:moveTo>
                    <a:pt x="66551" y="3810"/>
                  </a:moveTo>
                  <a:cubicBezTo>
                    <a:pt x="71296" y="4763"/>
                    <a:pt x="76041" y="4763"/>
                    <a:pt x="76990" y="7620"/>
                  </a:cubicBezTo>
                  <a:cubicBezTo>
                    <a:pt x="77939" y="12382"/>
                    <a:pt x="68449" y="19050"/>
                    <a:pt x="63703" y="20002"/>
                  </a:cubicBezTo>
                  <a:cubicBezTo>
                    <a:pt x="58958" y="20955"/>
                    <a:pt x="52315" y="20955"/>
                    <a:pt x="46621" y="20955"/>
                  </a:cubicBezTo>
                  <a:cubicBezTo>
                    <a:pt x="40927" y="20955"/>
                    <a:pt x="35233" y="22860"/>
                    <a:pt x="29539" y="22860"/>
                  </a:cubicBezTo>
                  <a:cubicBezTo>
                    <a:pt x="22896" y="21907"/>
                    <a:pt x="17202" y="21907"/>
                    <a:pt x="12457" y="20002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49" y="0"/>
                    <a:pt x="26692" y="1905"/>
                    <a:pt x="32386" y="1905"/>
                  </a:cubicBezTo>
                  <a:cubicBezTo>
                    <a:pt x="38080" y="1905"/>
                    <a:pt x="43774" y="0"/>
                    <a:pt x="49468" y="0"/>
                  </a:cubicBezTo>
                  <a:cubicBezTo>
                    <a:pt x="56111" y="0"/>
                    <a:pt x="61805" y="2857"/>
                    <a:pt x="6655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C3D6CC4-6369-8156-2782-A8C39D5E09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490" y="3344913"/>
              <a:ext cx="75181" cy="21221"/>
            </a:xfrm>
            <a:custGeom>
              <a:avLst/>
              <a:gdLst>
                <a:gd name="connsiteX0" fmla="*/ 210 w 75181"/>
                <a:gd name="connsiteY0" fmla="*/ 8839 h 21221"/>
                <a:gd name="connsiteX1" fmla="*/ 17292 w 75181"/>
                <a:gd name="connsiteY1" fmla="*/ 19317 h 21221"/>
                <a:gd name="connsiteX2" fmla="*/ 32476 w 75181"/>
                <a:gd name="connsiteY2" fmla="*/ 21222 h 21221"/>
                <a:gd name="connsiteX3" fmla="*/ 47661 w 75181"/>
                <a:gd name="connsiteY3" fmla="*/ 20269 h 21221"/>
                <a:gd name="connsiteX4" fmla="*/ 62845 w 75181"/>
                <a:gd name="connsiteY4" fmla="*/ 16459 h 21221"/>
                <a:gd name="connsiteX5" fmla="*/ 75182 w 75181"/>
                <a:gd name="connsiteY5" fmla="*/ 10744 h 21221"/>
                <a:gd name="connsiteX6" fmla="*/ 62845 w 75181"/>
                <a:gd name="connsiteY6" fmla="*/ 5029 h 21221"/>
                <a:gd name="connsiteX7" fmla="*/ 48610 w 75181"/>
                <a:gd name="connsiteY7" fmla="*/ 2172 h 21221"/>
                <a:gd name="connsiteX8" fmla="*/ 33425 w 75181"/>
                <a:gd name="connsiteY8" fmla="*/ 1219 h 21221"/>
                <a:gd name="connsiteX9" fmla="*/ 16343 w 75181"/>
                <a:gd name="connsiteY9" fmla="*/ 267 h 21221"/>
                <a:gd name="connsiteX10" fmla="*/ 210 w 75181"/>
                <a:gd name="connsiteY10" fmla="*/ 8839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1" h="21221">
                  <a:moveTo>
                    <a:pt x="210" y="8839"/>
                  </a:moveTo>
                  <a:cubicBezTo>
                    <a:pt x="-1688" y="13602"/>
                    <a:pt x="9700" y="19317"/>
                    <a:pt x="17292" y="19317"/>
                  </a:cubicBezTo>
                  <a:cubicBezTo>
                    <a:pt x="22037" y="19317"/>
                    <a:pt x="27731" y="21222"/>
                    <a:pt x="32476" y="21222"/>
                  </a:cubicBezTo>
                  <a:cubicBezTo>
                    <a:pt x="38171" y="21222"/>
                    <a:pt x="42916" y="21222"/>
                    <a:pt x="47661" y="20269"/>
                  </a:cubicBezTo>
                  <a:cubicBezTo>
                    <a:pt x="53355" y="20269"/>
                    <a:pt x="58100" y="17412"/>
                    <a:pt x="62845" y="16459"/>
                  </a:cubicBezTo>
                  <a:cubicBezTo>
                    <a:pt x="70437" y="15507"/>
                    <a:pt x="75182" y="14554"/>
                    <a:pt x="75182" y="10744"/>
                  </a:cubicBezTo>
                  <a:cubicBezTo>
                    <a:pt x="75182" y="7887"/>
                    <a:pt x="70437" y="6934"/>
                    <a:pt x="62845" y="5029"/>
                  </a:cubicBezTo>
                  <a:cubicBezTo>
                    <a:pt x="58100" y="4077"/>
                    <a:pt x="53355" y="2172"/>
                    <a:pt x="48610" y="2172"/>
                  </a:cubicBezTo>
                  <a:cubicBezTo>
                    <a:pt x="42916" y="1219"/>
                    <a:pt x="38171" y="1219"/>
                    <a:pt x="33425" y="1219"/>
                  </a:cubicBezTo>
                  <a:cubicBezTo>
                    <a:pt x="30578" y="1219"/>
                    <a:pt x="22986" y="-686"/>
                    <a:pt x="16343" y="267"/>
                  </a:cubicBezTo>
                  <a:cubicBezTo>
                    <a:pt x="8751" y="2172"/>
                    <a:pt x="1159" y="5029"/>
                    <a:pt x="210" y="883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FC9BA54-BD35-4118-AD67-4ACE11480B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15" y="3426671"/>
              <a:ext cx="76234" cy="26933"/>
            </a:xfrm>
            <a:custGeom>
              <a:avLst/>
              <a:gdLst>
                <a:gd name="connsiteX0" fmla="*/ 233 w 76234"/>
                <a:gd name="connsiteY0" fmla="*/ 15663 h 26933"/>
                <a:gd name="connsiteX1" fmla="*/ 18264 w 76234"/>
                <a:gd name="connsiteY1" fmla="*/ 4233 h 26933"/>
                <a:gd name="connsiteX2" fmla="*/ 33448 w 76234"/>
                <a:gd name="connsiteY2" fmla="*/ 423 h 26933"/>
                <a:gd name="connsiteX3" fmla="*/ 48633 w 76234"/>
                <a:gd name="connsiteY3" fmla="*/ 423 h 26933"/>
                <a:gd name="connsiteX4" fmla="*/ 63817 w 76234"/>
                <a:gd name="connsiteY4" fmla="*/ 5186 h 26933"/>
                <a:gd name="connsiteX5" fmla="*/ 76154 w 76234"/>
                <a:gd name="connsiteY5" fmla="*/ 13758 h 26933"/>
                <a:gd name="connsiteX6" fmla="*/ 63817 w 76234"/>
                <a:gd name="connsiteY6" fmla="*/ 25188 h 26933"/>
                <a:gd name="connsiteX7" fmla="*/ 45786 w 76234"/>
                <a:gd name="connsiteY7" fmla="*/ 25188 h 26933"/>
                <a:gd name="connsiteX8" fmla="*/ 27754 w 76234"/>
                <a:gd name="connsiteY8" fmla="*/ 22331 h 26933"/>
                <a:gd name="connsiteX9" fmla="*/ 6876 w 76234"/>
                <a:gd name="connsiteY9" fmla="*/ 26141 h 26933"/>
                <a:gd name="connsiteX10" fmla="*/ 233 w 76234"/>
                <a:gd name="connsiteY10" fmla="*/ 15663 h 2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34" h="26933">
                  <a:moveTo>
                    <a:pt x="233" y="15663"/>
                  </a:moveTo>
                  <a:cubicBezTo>
                    <a:pt x="1182" y="8996"/>
                    <a:pt x="12570" y="6138"/>
                    <a:pt x="18264" y="4233"/>
                  </a:cubicBezTo>
                  <a:cubicBezTo>
                    <a:pt x="23009" y="3281"/>
                    <a:pt x="27754" y="423"/>
                    <a:pt x="33448" y="423"/>
                  </a:cubicBezTo>
                  <a:cubicBezTo>
                    <a:pt x="38193" y="423"/>
                    <a:pt x="43888" y="-529"/>
                    <a:pt x="48633" y="423"/>
                  </a:cubicBezTo>
                  <a:cubicBezTo>
                    <a:pt x="54327" y="1376"/>
                    <a:pt x="59072" y="3281"/>
                    <a:pt x="63817" y="5186"/>
                  </a:cubicBezTo>
                  <a:cubicBezTo>
                    <a:pt x="70460" y="7091"/>
                    <a:pt x="75205" y="9948"/>
                    <a:pt x="76154" y="13758"/>
                  </a:cubicBezTo>
                  <a:cubicBezTo>
                    <a:pt x="77103" y="18521"/>
                    <a:pt x="69511" y="22331"/>
                    <a:pt x="63817" y="25188"/>
                  </a:cubicBezTo>
                  <a:cubicBezTo>
                    <a:pt x="57174" y="27093"/>
                    <a:pt x="52429" y="27093"/>
                    <a:pt x="45786" y="25188"/>
                  </a:cubicBezTo>
                  <a:cubicBezTo>
                    <a:pt x="41040" y="24236"/>
                    <a:pt x="35346" y="21378"/>
                    <a:pt x="27754" y="22331"/>
                  </a:cubicBezTo>
                  <a:cubicBezTo>
                    <a:pt x="17315" y="23283"/>
                    <a:pt x="12570" y="28998"/>
                    <a:pt x="6876" y="26141"/>
                  </a:cubicBezTo>
                  <a:cubicBezTo>
                    <a:pt x="1182" y="24236"/>
                    <a:pt x="-716" y="19473"/>
                    <a:pt x="233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95D1792-CE50-2F43-C5A7-AB968AD07A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84" y="3371850"/>
              <a:ext cx="77975" cy="25864"/>
            </a:xfrm>
            <a:custGeom>
              <a:avLst/>
              <a:gdLst>
                <a:gd name="connsiteX0" fmla="*/ 14301 w 77975"/>
                <a:gd name="connsiteY0" fmla="*/ 21907 h 25864"/>
                <a:gd name="connsiteX1" fmla="*/ 66 w 77975"/>
                <a:gd name="connsiteY1" fmla="*/ 12382 h 25864"/>
                <a:gd name="connsiteX2" fmla="*/ 17148 w 77975"/>
                <a:gd name="connsiteY2" fmla="*/ 0 h 25864"/>
                <a:gd name="connsiteX3" fmla="*/ 38975 w 77975"/>
                <a:gd name="connsiteY3" fmla="*/ 3810 h 25864"/>
                <a:gd name="connsiteX4" fmla="*/ 52261 w 77975"/>
                <a:gd name="connsiteY4" fmla="*/ 2857 h 25864"/>
                <a:gd name="connsiteX5" fmla="*/ 65548 w 77975"/>
                <a:gd name="connsiteY5" fmla="*/ 1905 h 25864"/>
                <a:gd name="connsiteX6" fmla="*/ 77885 w 77975"/>
                <a:gd name="connsiteY6" fmla="*/ 10477 h 25864"/>
                <a:gd name="connsiteX7" fmla="*/ 65548 w 77975"/>
                <a:gd name="connsiteY7" fmla="*/ 24765 h 25864"/>
                <a:gd name="connsiteX8" fmla="*/ 51312 w 77975"/>
                <a:gd name="connsiteY8" fmla="*/ 24765 h 25864"/>
                <a:gd name="connsiteX9" fmla="*/ 38026 w 77975"/>
                <a:gd name="connsiteY9" fmla="*/ 22860 h 25864"/>
                <a:gd name="connsiteX10" fmla="*/ 14301 w 77975"/>
                <a:gd name="connsiteY10" fmla="*/ 21907 h 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5864">
                  <a:moveTo>
                    <a:pt x="14301" y="21907"/>
                  </a:moveTo>
                  <a:cubicBezTo>
                    <a:pt x="11454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59854" y="952"/>
                    <a:pt x="65548" y="1905"/>
                  </a:cubicBezTo>
                  <a:cubicBezTo>
                    <a:pt x="70293" y="2857"/>
                    <a:pt x="76936" y="6668"/>
                    <a:pt x="77885" y="10477"/>
                  </a:cubicBezTo>
                  <a:cubicBezTo>
                    <a:pt x="78834" y="16193"/>
                    <a:pt x="72191" y="21907"/>
                    <a:pt x="65548" y="24765"/>
                  </a:cubicBezTo>
                  <a:cubicBezTo>
                    <a:pt x="60803" y="26670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2860"/>
                  </a:cubicBezTo>
                  <a:cubicBezTo>
                    <a:pt x="25689" y="22860"/>
                    <a:pt x="22842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BF3001C-61D3-3E53-243A-349005EF1C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950" y="3198680"/>
              <a:ext cx="76869" cy="24579"/>
            </a:xfrm>
            <a:custGeom>
              <a:avLst/>
              <a:gdLst>
                <a:gd name="connsiteX0" fmla="*/ 13286 w 76869"/>
                <a:gd name="connsiteY0" fmla="*/ 767 h 24579"/>
                <a:gd name="connsiteX1" fmla="*/ 0 w 76869"/>
                <a:gd name="connsiteY1" fmla="*/ 9339 h 24579"/>
                <a:gd name="connsiteX2" fmla="*/ 18980 w 76869"/>
                <a:gd name="connsiteY2" fmla="*/ 22674 h 24579"/>
                <a:gd name="connsiteX3" fmla="*/ 35113 w 76869"/>
                <a:gd name="connsiteY3" fmla="*/ 24579 h 24579"/>
                <a:gd name="connsiteX4" fmla="*/ 51247 w 76869"/>
                <a:gd name="connsiteY4" fmla="*/ 24579 h 24579"/>
                <a:gd name="connsiteX5" fmla="*/ 66431 w 76869"/>
                <a:gd name="connsiteY5" fmla="*/ 20769 h 24579"/>
                <a:gd name="connsiteX6" fmla="*/ 76870 w 76869"/>
                <a:gd name="connsiteY6" fmla="*/ 10292 h 24579"/>
                <a:gd name="connsiteX7" fmla="*/ 66431 w 76869"/>
                <a:gd name="connsiteY7" fmla="*/ 6482 h 24579"/>
                <a:gd name="connsiteX8" fmla="*/ 52196 w 76869"/>
                <a:gd name="connsiteY8" fmla="*/ 5529 h 24579"/>
                <a:gd name="connsiteX9" fmla="*/ 37960 w 76869"/>
                <a:gd name="connsiteY9" fmla="*/ 3624 h 24579"/>
                <a:gd name="connsiteX10" fmla="*/ 13286 w 76869"/>
                <a:gd name="connsiteY10" fmla="*/ 767 h 2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4579">
                  <a:moveTo>
                    <a:pt x="13286" y="767"/>
                  </a:moveTo>
                  <a:cubicBezTo>
                    <a:pt x="7592" y="2672"/>
                    <a:pt x="0" y="4577"/>
                    <a:pt x="0" y="9339"/>
                  </a:cubicBezTo>
                  <a:cubicBezTo>
                    <a:pt x="0" y="15054"/>
                    <a:pt x="13286" y="20769"/>
                    <a:pt x="18980" y="22674"/>
                  </a:cubicBezTo>
                  <a:cubicBezTo>
                    <a:pt x="23725" y="23627"/>
                    <a:pt x="29419" y="24579"/>
                    <a:pt x="35113" y="24579"/>
                  </a:cubicBezTo>
                  <a:cubicBezTo>
                    <a:pt x="40808" y="24579"/>
                    <a:pt x="45553" y="24579"/>
                    <a:pt x="51247" y="24579"/>
                  </a:cubicBezTo>
                  <a:cubicBezTo>
                    <a:pt x="56941" y="23627"/>
                    <a:pt x="62635" y="22674"/>
                    <a:pt x="66431" y="20769"/>
                  </a:cubicBezTo>
                  <a:cubicBezTo>
                    <a:pt x="73074" y="17912"/>
                    <a:pt x="76870" y="15054"/>
                    <a:pt x="76870" y="10292"/>
                  </a:cubicBezTo>
                  <a:cubicBezTo>
                    <a:pt x="76870" y="5529"/>
                    <a:pt x="73074" y="6482"/>
                    <a:pt x="66431" y="6482"/>
                  </a:cubicBezTo>
                  <a:cubicBezTo>
                    <a:pt x="62635" y="6482"/>
                    <a:pt x="57890" y="5529"/>
                    <a:pt x="52196" y="5529"/>
                  </a:cubicBezTo>
                  <a:cubicBezTo>
                    <a:pt x="48400" y="5529"/>
                    <a:pt x="42705" y="4577"/>
                    <a:pt x="37960" y="3624"/>
                  </a:cubicBezTo>
                  <a:cubicBezTo>
                    <a:pt x="27521" y="767"/>
                    <a:pt x="20878" y="-1138"/>
                    <a:pt x="13286" y="76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5777E51-4CE6-A8D7-4F47-EFF92EC28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59" y="3309937"/>
              <a:ext cx="77975" cy="23812"/>
            </a:xfrm>
            <a:custGeom>
              <a:avLst/>
              <a:gdLst>
                <a:gd name="connsiteX0" fmla="*/ 67471 w 77975"/>
                <a:gd name="connsiteY0" fmla="*/ 3810 h 23812"/>
                <a:gd name="connsiteX1" fmla="*/ 77910 w 77975"/>
                <a:gd name="connsiteY1" fmla="*/ 8572 h 23812"/>
                <a:gd name="connsiteX2" fmla="*/ 64623 w 77975"/>
                <a:gd name="connsiteY2" fmla="*/ 21907 h 23812"/>
                <a:gd name="connsiteX3" fmla="*/ 47541 w 77975"/>
                <a:gd name="connsiteY3" fmla="*/ 23813 h 23812"/>
                <a:gd name="connsiteX4" fmla="*/ 30459 w 77975"/>
                <a:gd name="connsiteY4" fmla="*/ 21907 h 23812"/>
                <a:gd name="connsiteX5" fmla="*/ 13377 w 77975"/>
                <a:gd name="connsiteY5" fmla="*/ 18097 h 23812"/>
                <a:gd name="connsiteX6" fmla="*/ 91 w 77975"/>
                <a:gd name="connsiteY6" fmla="*/ 8572 h 23812"/>
                <a:gd name="connsiteX7" fmla="*/ 16224 w 77975"/>
                <a:gd name="connsiteY7" fmla="*/ 1905 h 23812"/>
                <a:gd name="connsiteX8" fmla="*/ 33306 w 77975"/>
                <a:gd name="connsiteY8" fmla="*/ 0 h 23812"/>
                <a:gd name="connsiteX9" fmla="*/ 50388 w 77975"/>
                <a:gd name="connsiteY9" fmla="*/ 0 h 23812"/>
                <a:gd name="connsiteX10" fmla="*/ 67471 w 77975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3812">
                  <a:moveTo>
                    <a:pt x="67471" y="3810"/>
                  </a:moveTo>
                  <a:cubicBezTo>
                    <a:pt x="72216" y="4763"/>
                    <a:pt x="76961" y="6668"/>
                    <a:pt x="77910" y="8572"/>
                  </a:cubicBezTo>
                  <a:cubicBezTo>
                    <a:pt x="78859" y="13335"/>
                    <a:pt x="69368" y="20955"/>
                    <a:pt x="64623" y="21907"/>
                  </a:cubicBezTo>
                  <a:cubicBezTo>
                    <a:pt x="59878" y="22860"/>
                    <a:pt x="53235" y="23813"/>
                    <a:pt x="47541" y="23813"/>
                  </a:cubicBezTo>
                  <a:cubicBezTo>
                    <a:pt x="41847" y="23813"/>
                    <a:pt x="36153" y="22860"/>
                    <a:pt x="30459" y="21907"/>
                  </a:cubicBezTo>
                  <a:cubicBezTo>
                    <a:pt x="23816" y="20955"/>
                    <a:pt x="19071" y="19050"/>
                    <a:pt x="13377" y="18097"/>
                  </a:cubicBezTo>
                  <a:cubicBezTo>
                    <a:pt x="5785" y="16193"/>
                    <a:pt x="-858" y="13335"/>
                    <a:pt x="91" y="8572"/>
                  </a:cubicBezTo>
                  <a:cubicBezTo>
                    <a:pt x="1040" y="5715"/>
                    <a:pt x="7683" y="3810"/>
                    <a:pt x="16224" y="1905"/>
                  </a:cubicBezTo>
                  <a:cubicBezTo>
                    <a:pt x="20969" y="953"/>
                    <a:pt x="27612" y="0"/>
                    <a:pt x="33306" y="0"/>
                  </a:cubicBezTo>
                  <a:cubicBezTo>
                    <a:pt x="39000" y="0"/>
                    <a:pt x="44694" y="0"/>
                    <a:pt x="50388" y="0"/>
                  </a:cubicBezTo>
                  <a:cubicBezTo>
                    <a:pt x="57031" y="1905"/>
                    <a:pt x="62725" y="2857"/>
                    <a:pt x="6747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FD263B1-786B-3C7A-7C31-141CC8D34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02" y="3257550"/>
              <a:ext cx="74268" cy="20955"/>
            </a:xfrm>
            <a:custGeom>
              <a:avLst/>
              <a:gdLst>
                <a:gd name="connsiteX0" fmla="*/ 246 w 74268"/>
                <a:gd name="connsiteY0" fmla="*/ 8572 h 20955"/>
                <a:gd name="connsiteX1" fmla="*/ 15430 w 74268"/>
                <a:gd name="connsiteY1" fmla="*/ 19050 h 20955"/>
                <a:gd name="connsiteX2" fmla="*/ 30614 w 74268"/>
                <a:gd name="connsiteY2" fmla="*/ 20955 h 20955"/>
                <a:gd name="connsiteX3" fmla="*/ 45798 w 74268"/>
                <a:gd name="connsiteY3" fmla="*/ 19050 h 20955"/>
                <a:gd name="connsiteX4" fmla="*/ 60982 w 74268"/>
                <a:gd name="connsiteY4" fmla="*/ 18097 h 20955"/>
                <a:gd name="connsiteX5" fmla="*/ 74268 w 74268"/>
                <a:gd name="connsiteY5" fmla="*/ 10478 h 20955"/>
                <a:gd name="connsiteX6" fmla="*/ 60982 w 74268"/>
                <a:gd name="connsiteY6" fmla="*/ 2857 h 20955"/>
                <a:gd name="connsiteX7" fmla="*/ 45798 w 74268"/>
                <a:gd name="connsiteY7" fmla="*/ 953 h 20955"/>
                <a:gd name="connsiteX8" fmla="*/ 32512 w 74268"/>
                <a:gd name="connsiteY8" fmla="*/ 0 h 20955"/>
                <a:gd name="connsiteX9" fmla="*/ 15430 w 74268"/>
                <a:gd name="connsiteY9" fmla="*/ 1905 h 20955"/>
                <a:gd name="connsiteX10" fmla="*/ 246 w 74268"/>
                <a:gd name="connsiteY10" fmla="*/ 8572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955">
                  <a:moveTo>
                    <a:pt x="246" y="8572"/>
                  </a:moveTo>
                  <a:cubicBezTo>
                    <a:pt x="-1652" y="13335"/>
                    <a:pt x="7838" y="19050"/>
                    <a:pt x="15430" y="19050"/>
                  </a:cubicBezTo>
                  <a:cubicBezTo>
                    <a:pt x="20175" y="19050"/>
                    <a:pt x="25869" y="20955"/>
                    <a:pt x="30614" y="20955"/>
                  </a:cubicBezTo>
                  <a:cubicBezTo>
                    <a:pt x="36308" y="20955"/>
                    <a:pt x="41053" y="19050"/>
                    <a:pt x="45798" y="19050"/>
                  </a:cubicBezTo>
                  <a:cubicBezTo>
                    <a:pt x="51492" y="19050"/>
                    <a:pt x="57186" y="19050"/>
                    <a:pt x="60982" y="18097"/>
                  </a:cubicBezTo>
                  <a:cubicBezTo>
                    <a:pt x="68574" y="17145"/>
                    <a:pt x="74268" y="13335"/>
                    <a:pt x="74268" y="10478"/>
                  </a:cubicBezTo>
                  <a:cubicBezTo>
                    <a:pt x="74268" y="7620"/>
                    <a:pt x="68574" y="3810"/>
                    <a:pt x="60982" y="2857"/>
                  </a:cubicBezTo>
                  <a:cubicBezTo>
                    <a:pt x="56237" y="1905"/>
                    <a:pt x="51492" y="1905"/>
                    <a:pt x="45798" y="953"/>
                  </a:cubicBezTo>
                  <a:cubicBezTo>
                    <a:pt x="42002" y="0"/>
                    <a:pt x="36308" y="0"/>
                    <a:pt x="32512" y="0"/>
                  </a:cubicBezTo>
                  <a:cubicBezTo>
                    <a:pt x="29665" y="0"/>
                    <a:pt x="22073" y="953"/>
                    <a:pt x="15430" y="1905"/>
                  </a:cubicBezTo>
                  <a:cubicBezTo>
                    <a:pt x="7838" y="2857"/>
                    <a:pt x="1195" y="4763"/>
                    <a:pt x="24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3FB1949-D497-2705-338B-A5DF577179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660" y="3059163"/>
              <a:ext cx="74246" cy="21221"/>
            </a:xfrm>
            <a:custGeom>
              <a:avLst/>
              <a:gdLst>
                <a:gd name="connsiteX0" fmla="*/ 65624 w 74246"/>
                <a:gd name="connsiteY0" fmla="*/ 3124 h 21221"/>
                <a:gd name="connsiteX1" fmla="*/ 74165 w 74246"/>
                <a:gd name="connsiteY1" fmla="*/ 7887 h 21221"/>
                <a:gd name="connsiteX2" fmla="*/ 62777 w 74246"/>
                <a:gd name="connsiteY2" fmla="*/ 19317 h 21221"/>
                <a:gd name="connsiteX3" fmla="*/ 45695 w 74246"/>
                <a:gd name="connsiteY3" fmla="*/ 21222 h 21221"/>
                <a:gd name="connsiteX4" fmla="*/ 28613 w 74246"/>
                <a:gd name="connsiteY4" fmla="*/ 20269 h 21221"/>
                <a:gd name="connsiteX5" fmla="*/ 11530 w 74246"/>
                <a:gd name="connsiteY5" fmla="*/ 19317 h 21221"/>
                <a:gd name="connsiteX6" fmla="*/ 142 w 74246"/>
                <a:gd name="connsiteY6" fmla="*/ 7887 h 21221"/>
                <a:gd name="connsiteX7" fmla="*/ 14378 w 74246"/>
                <a:gd name="connsiteY7" fmla="*/ 2172 h 21221"/>
                <a:gd name="connsiteX8" fmla="*/ 31460 w 74246"/>
                <a:gd name="connsiteY8" fmla="*/ 1219 h 21221"/>
                <a:gd name="connsiteX9" fmla="*/ 48542 w 74246"/>
                <a:gd name="connsiteY9" fmla="*/ 267 h 21221"/>
                <a:gd name="connsiteX10" fmla="*/ 65624 w 74246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6" h="21221">
                  <a:moveTo>
                    <a:pt x="65624" y="3124"/>
                  </a:moveTo>
                  <a:cubicBezTo>
                    <a:pt x="70369" y="4077"/>
                    <a:pt x="73216" y="5982"/>
                    <a:pt x="74165" y="7887"/>
                  </a:cubicBezTo>
                  <a:cubicBezTo>
                    <a:pt x="75114" y="12649"/>
                    <a:pt x="67522" y="18364"/>
                    <a:pt x="62777" y="19317"/>
                  </a:cubicBezTo>
                  <a:cubicBezTo>
                    <a:pt x="58032" y="20269"/>
                    <a:pt x="51389" y="21222"/>
                    <a:pt x="45695" y="21222"/>
                  </a:cubicBezTo>
                  <a:cubicBezTo>
                    <a:pt x="40001" y="21222"/>
                    <a:pt x="34307" y="20269"/>
                    <a:pt x="28613" y="20269"/>
                  </a:cubicBezTo>
                  <a:cubicBezTo>
                    <a:pt x="21970" y="19317"/>
                    <a:pt x="16276" y="20269"/>
                    <a:pt x="11530" y="19317"/>
                  </a:cubicBezTo>
                  <a:cubicBezTo>
                    <a:pt x="2989" y="17412"/>
                    <a:pt x="-807" y="12649"/>
                    <a:pt x="142" y="7887"/>
                  </a:cubicBezTo>
                  <a:cubicBezTo>
                    <a:pt x="1091" y="5029"/>
                    <a:pt x="5836" y="4077"/>
                    <a:pt x="14378" y="2172"/>
                  </a:cubicBezTo>
                  <a:cubicBezTo>
                    <a:pt x="19123" y="1219"/>
                    <a:pt x="24817" y="1219"/>
                    <a:pt x="31460" y="1219"/>
                  </a:cubicBezTo>
                  <a:cubicBezTo>
                    <a:pt x="37154" y="1219"/>
                    <a:pt x="42848" y="-686"/>
                    <a:pt x="48542" y="267"/>
                  </a:cubicBezTo>
                  <a:cubicBezTo>
                    <a:pt x="55185" y="267"/>
                    <a:pt x="60879" y="2172"/>
                    <a:pt x="65624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A3C8949-A30B-50EF-8D37-767BB4DC3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557" y="3119170"/>
              <a:ext cx="75307" cy="19316"/>
            </a:xfrm>
            <a:custGeom>
              <a:avLst/>
              <a:gdLst>
                <a:gd name="connsiteX0" fmla="*/ 245 w 75307"/>
                <a:gd name="connsiteY0" fmla="*/ 6934 h 19316"/>
                <a:gd name="connsiteX1" fmla="*/ 16378 w 75307"/>
                <a:gd name="connsiteY1" fmla="*/ 19317 h 19316"/>
                <a:gd name="connsiteX2" fmla="*/ 31562 w 75307"/>
                <a:gd name="connsiteY2" fmla="*/ 18364 h 19316"/>
                <a:gd name="connsiteX3" fmla="*/ 46746 w 75307"/>
                <a:gd name="connsiteY3" fmla="*/ 19317 h 19316"/>
                <a:gd name="connsiteX4" fmla="*/ 61931 w 75307"/>
                <a:gd name="connsiteY4" fmla="*/ 16459 h 19316"/>
                <a:gd name="connsiteX5" fmla="*/ 75217 w 75307"/>
                <a:gd name="connsiteY5" fmla="*/ 8839 h 19316"/>
                <a:gd name="connsiteX6" fmla="*/ 61931 w 75307"/>
                <a:gd name="connsiteY6" fmla="*/ 1219 h 19316"/>
                <a:gd name="connsiteX7" fmla="*/ 46746 w 75307"/>
                <a:gd name="connsiteY7" fmla="*/ 267 h 19316"/>
                <a:gd name="connsiteX8" fmla="*/ 31562 w 75307"/>
                <a:gd name="connsiteY8" fmla="*/ 1219 h 19316"/>
                <a:gd name="connsiteX9" fmla="*/ 14480 w 75307"/>
                <a:gd name="connsiteY9" fmla="*/ 2172 h 19316"/>
                <a:gd name="connsiteX10" fmla="*/ 245 w 75307"/>
                <a:gd name="connsiteY10" fmla="*/ 6934 h 1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316">
                  <a:moveTo>
                    <a:pt x="245" y="6934"/>
                  </a:moveTo>
                  <a:cubicBezTo>
                    <a:pt x="-1653" y="11697"/>
                    <a:pt x="7837" y="19317"/>
                    <a:pt x="16378" y="19317"/>
                  </a:cubicBezTo>
                  <a:cubicBezTo>
                    <a:pt x="21123" y="19317"/>
                    <a:pt x="26817" y="18364"/>
                    <a:pt x="31562" y="18364"/>
                  </a:cubicBezTo>
                  <a:cubicBezTo>
                    <a:pt x="37256" y="18364"/>
                    <a:pt x="42001" y="19317"/>
                    <a:pt x="46746" y="19317"/>
                  </a:cubicBezTo>
                  <a:cubicBezTo>
                    <a:pt x="52441" y="19317"/>
                    <a:pt x="58135" y="17412"/>
                    <a:pt x="61931" y="16459"/>
                  </a:cubicBezTo>
                  <a:cubicBezTo>
                    <a:pt x="69523" y="15507"/>
                    <a:pt x="76166" y="12649"/>
                    <a:pt x="75217" y="8839"/>
                  </a:cubicBezTo>
                  <a:cubicBezTo>
                    <a:pt x="75217" y="5982"/>
                    <a:pt x="69523" y="3124"/>
                    <a:pt x="61931" y="1219"/>
                  </a:cubicBezTo>
                  <a:cubicBezTo>
                    <a:pt x="57186" y="267"/>
                    <a:pt x="52441" y="267"/>
                    <a:pt x="46746" y="267"/>
                  </a:cubicBezTo>
                  <a:cubicBezTo>
                    <a:pt x="41052" y="-686"/>
                    <a:pt x="36307" y="1219"/>
                    <a:pt x="31562" y="1219"/>
                  </a:cubicBezTo>
                  <a:cubicBezTo>
                    <a:pt x="28715" y="1219"/>
                    <a:pt x="21123" y="1219"/>
                    <a:pt x="14480" y="2172"/>
                  </a:cubicBezTo>
                  <a:cubicBezTo>
                    <a:pt x="7837" y="1219"/>
                    <a:pt x="2143" y="3124"/>
                    <a:pt x="245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B565039-4258-8C17-4F6A-B39DF84AB2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087052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3 h 20002"/>
                <a:gd name="connsiteX8" fmla="*/ 23725 w 73129"/>
                <a:gd name="connsiteY8" fmla="*/ 18098 h 20002"/>
                <a:gd name="connsiteX9" fmla="*/ 8541 w 73129"/>
                <a:gd name="connsiteY9" fmla="*/ 18098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8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3"/>
                    <a:pt x="38909" y="20003"/>
                  </a:cubicBezTo>
                  <a:cubicBezTo>
                    <a:pt x="34164" y="20003"/>
                    <a:pt x="29419" y="19050"/>
                    <a:pt x="23725" y="18098"/>
                  </a:cubicBezTo>
                  <a:cubicBezTo>
                    <a:pt x="18980" y="18098"/>
                    <a:pt x="13286" y="20003"/>
                    <a:pt x="8541" y="18098"/>
                  </a:cubicBezTo>
                  <a:cubicBezTo>
                    <a:pt x="4745" y="16193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72BC9B7-62C1-EF14-177A-98992BC8EE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137443"/>
              <a:ext cx="74971" cy="26761"/>
            </a:xfrm>
            <a:custGeom>
              <a:avLst/>
              <a:gdLst>
                <a:gd name="connsiteX0" fmla="*/ 11388 w 74971"/>
                <a:gd name="connsiteY0" fmla="*/ 1044 h 26761"/>
                <a:gd name="connsiteX1" fmla="*/ 0 w 74971"/>
                <a:gd name="connsiteY1" fmla="*/ 11522 h 26761"/>
                <a:gd name="connsiteX2" fmla="*/ 18031 w 74971"/>
                <a:gd name="connsiteY2" fmla="*/ 23904 h 26761"/>
                <a:gd name="connsiteX3" fmla="*/ 33215 w 74971"/>
                <a:gd name="connsiteY3" fmla="*/ 26762 h 26761"/>
                <a:gd name="connsiteX4" fmla="*/ 49349 w 74971"/>
                <a:gd name="connsiteY4" fmla="*/ 24857 h 26761"/>
                <a:gd name="connsiteX5" fmla="*/ 65482 w 74971"/>
                <a:gd name="connsiteY5" fmla="*/ 22952 h 26761"/>
                <a:gd name="connsiteX6" fmla="*/ 74972 w 74971"/>
                <a:gd name="connsiteY6" fmla="*/ 11522 h 26761"/>
                <a:gd name="connsiteX7" fmla="*/ 65482 w 74971"/>
                <a:gd name="connsiteY7" fmla="*/ 6759 h 26761"/>
                <a:gd name="connsiteX8" fmla="*/ 51247 w 74971"/>
                <a:gd name="connsiteY8" fmla="*/ 4854 h 26761"/>
                <a:gd name="connsiteX9" fmla="*/ 37011 w 74971"/>
                <a:gd name="connsiteY9" fmla="*/ 2949 h 26761"/>
                <a:gd name="connsiteX10" fmla="*/ 11388 w 74971"/>
                <a:gd name="connsiteY10" fmla="*/ 1044 h 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61">
                  <a:moveTo>
                    <a:pt x="11388" y="1044"/>
                  </a:moveTo>
                  <a:cubicBezTo>
                    <a:pt x="5694" y="2949"/>
                    <a:pt x="0" y="7712"/>
                    <a:pt x="0" y="11522"/>
                  </a:cubicBezTo>
                  <a:cubicBezTo>
                    <a:pt x="0" y="17237"/>
                    <a:pt x="11388" y="21999"/>
                    <a:pt x="18031" y="23904"/>
                  </a:cubicBezTo>
                  <a:cubicBezTo>
                    <a:pt x="22776" y="24857"/>
                    <a:pt x="28470" y="26762"/>
                    <a:pt x="33215" y="26762"/>
                  </a:cubicBezTo>
                  <a:cubicBezTo>
                    <a:pt x="38909" y="26762"/>
                    <a:pt x="43654" y="25809"/>
                    <a:pt x="49349" y="24857"/>
                  </a:cubicBezTo>
                  <a:cubicBezTo>
                    <a:pt x="55043" y="23904"/>
                    <a:pt x="60737" y="23904"/>
                    <a:pt x="65482" y="22952"/>
                  </a:cubicBezTo>
                  <a:cubicBezTo>
                    <a:pt x="72125" y="20094"/>
                    <a:pt x="74972" y="16284"/>
                    <a:pt x="74972" y="11522"/>
                  </a:cubicBezTo>
                  <a:cubicBezTo>
                    <a:pt x="74972" y="6759"/>
                    <a:pt x="72125" y="6759"/>
                    <a:pt x="65482" y="6759"/>
                  </a:cubicBezTo>
                  <a:cubicBezTo>
                    <a:pt x="61686" y="6759"/>
                    <a:pt x="56941" y="5807"/>
                    <a:pt x="51247" y="4854"/>
                  </a:cubicBezTo>
                  <a:cubicBezTo>
                    <a:pt x="47451" y="4854"/>
                    <a:pt x="42705" y="3902"/>
                    <a:pt x="37011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13A773-4577-1E61-74E8-2AB6B1060C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01" y="3028950"/>
              <a:ext cx="76165" cy="20955"/>
            </a:xfrm>
            <a:custGeom>
              <a:avLst/>
              <a:gdLst>
                <a:gd name="connsiteX0" fmla="*/ 245 w 76165"/>
                <a:gd name="connsiteY0" fmla="*/ 8573 h 20955"/>
                <a:gd name="connsiteX1" fmla="*/ 16378 w 76165"/>
                <a:gd name="connsiteY1" fmla="*/ 19050 h 20955"/>
                <a:gd name="connsiteX2" fmla="*/ 31562 w 76165"/>
                <a:gd name="connsiteY2" fmla="*/ 20955 h 20955"/>
                <a:gd name="connsiteX3" fmla="*/ 46746 w 76165"/>
                <a:gd name="connsiteY3" fmla="*/ 20003 h 20955"/>
                <a:gd name="connsiteX4" fmla="*/ 61931 w 76165"/>
                <a:gd name="connsiteY4" fmla="*/ 18098 h 20955"/>
                <a:gd name="connsiteX5" fmla="*/ 76166 w 76165"/>
                <a:gd name="connsiteY5" fmla="*/ 10478 h 20955"/>
                <a:gd name="connsiteX6" fmla="*/ 61931 w 76165"/>
                <a:gd name="connsiteY6" fmla="*/ 4763 h 20955"/>
                <a:gd name="connsiteX7" fmla="*/ 47695 w 76165"/>
                <a:gd name="connsiteY7" fmla="*/ 1905 h 20955"/>
                <a:gd name="connsiteX8" fmla="*/ 32511 w 76165"/>
                <a:gd name="connsiteY8" fmla="*/ 0 h 20955"/>
                <a:gd name="connsiteX9" fmla="*/ 15429 w 76165"/>
                <a:gd name="connsiteY9" fmla="*/ 1905 h 20955"/>
                <a:gd name="connsiteX10" fmla="*/ 245 w 76165"/>
                <a:gd name="connsiteY10" fmla="*/ 8573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20955">
                  <a:moveTo>
                    <a:pt x="245" y="8573"/>
                  </a:moveTo>
                  <a:cubicBezTo>
                    <a:pt x="-1653" y="13335"/>
                    <a:pt x="7837" y="19050"/>
                    <a:pt x="16378" y="19050"/>
                  </a:cubicBezTo>
                  <a:cubicBezTo>
                    <a:pt x="21123" y="19050"/>
                    <a:pt x="26817" y="20955"/>
                    <a:pt x="31562" y="20955"/>
                  </a:cubicBezTo>
                  <a:cubicBezTo>
                    <a:pt x="37256" y="20955"/>
                    <a:pt x="42001" y="20003"/>
                    <a:pt x="46746" y="20003"/>
                  </a:cubicBezTo>
                  <a:cubicBezTo>
                    <a:pt x="52441" y="20003"/>
                    <a:pt x="58135" y="19050"/>
                    <a:pt x="61931" y="18098"/>
                  </a:cubicBezTo>
                  <a:cubicBezTo>
                    <a:pt x="69523" y="17145"/>
                    <a:pt x="76166" y="14288"/>
                    <a:pt x="76166" y="10478"/>
                  </a:cubicBezTo>
                  <a:cubicBezTo>
                    <a:pt x="76166" y="7620"/>
                    <a:pt x="69523" y="6668"/>
                    <a:pt x="61931" y="4763"/>
                  </a:cubicBezTo>
                  <a:cubicBezTo>
                    <a:pt x="57186" y="3810"/>
                    <a:pt x="52441" y="2858"/>
                    <a:pt x="47695" y="1905"/>
                  </a:cubicBezTo>
                  <a:cubicBezTo>
                    <a:pt x="42001" y="1905"/>
                    <a:pt x="37256" y="0"/>
                    <a:pt x="32511" y="0"/>
                  </a:cubicBezTo>
                  <a:cubicBezTo>
                    <a:pt x="29664" y="0"/>
                    <a:pt x="22072" y="953"/>
                    <a:pt x="15429" y="1905"/>
                  </a:cubicBezTo>
                  <a:cubicBezTo>
                    <a:pt x="7837" y="2858"/>
                    <a:pt x="1194" y="4763"/>
                    <a:pt x="245" y="857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0236323-14D0-7931-781C-612F99086D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06133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3 h 21907"/>
                <a:gd name="connsiteX7" fmla="*/ 39858 w 75020"/>
                <a:gd name="connsiteY7" fmla="*/ 21907 h 21907"/>
                <a:gd name="connsiteX8" fmla="*/ 24674 w 75020"/>
                <a:gd name="connsiteY8" fmla="*/ 20003 h 21907"/>
                <a:gd name="connsiteX9" fmla="*/ 9490 w 75020"/>
                <a:gd name="connsiteY9" fmla="*/ 18098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8"/>
                    <a:pt x="57890" y="19050"/>
                    <a:pt x="55043" y="20003"/>
                  </a:cubicBezTo>
                  <a:cubicBezTo>
                    <a:pt x="53145" y="20003"/>
                    <a:pt x="47451" y="21907"/>
                    <a:pt x="39858" y="21907"/>
                  </a:cubicBezTo>
                  <a:cubicBezTo>
                    <a:pt x="35113" y="21907"/>
                    <a:pt x="30368" y="20003"/>
                    <a:pt x="24674" y="20003"/>
                  </a:cubicBezTo>
                  <a:cubicBezTo>
                    <a:pt x="19929" y="19050"/>
                    <a:pt x="14235" y="20003"/>
                    <a:pt x="9490" y="18098"/>
                  </a:cubicBezTo>
                  <a:cubicBezTo>
                    <a:pt x="4745" y="16192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614E59E-4D41-5ECF-3495-9F879A2AFB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12324"/>
              <a:ext cx="74971" cy="25477"/>
            </a:xfrm>
            <a:custGeom>
              <a:avLst/>
              <a:gdLst>
                <a:gd name="connsiteX0" fmla="*/ 11388 w 74971"/>
                <a:gd name="connsiteY0" fmla="*/ 445 h 25477"/>
                <a:gd name="connsiteX1" fmla="*/ 0 w 74971"/>
                <a:gd name="connsiteY1" fmla="*/ 10923 h 25477"/>
                <a:gd name="connsiteX2" fmla="*/ 17082 w 74971"/>
                <a:gd name="connsiteY2" fmla="*/ 24258 h 25477"/>
                <a:gd name="connsiteX3" fmla="*/ 33215 w 74971"/>
                <a:gd name="connsiteY3" fmla="*/ 24258 h 25477"/>
                <a:gd name="connsiteX4" fmla="*/ 49349 w 74971"/>
                <a:gd name="connsiteY4" fmla="*/ 25210 h 25477"/>
                <a:gd name="connsiteX5" fmla="*/ 64533 w 74971"/>
                <a:gd name="connsiteY5" fmla="*/ 21400 h 25477"/>
                <a:gd name="connsiteX6" fmla="*/ 74972 w 74971"/>
                <a:gd name="connsiteY6" fmla="*/ 10923 h 25477"/>
                <a:gd name="connsiteX7" fmla="*/ 64533 w 74971"/>
                <a:gd name="connsiteY7" fmla="*/ 6160 h 25477"/>
                <a:gd name="connsiteX8" fmla="*/ 50298 w 74971"/>
                <a:gd name="connsiteY8" fmla="*/ 6160 h 25477"/>
                <a:gd name="connsiteX9" fmla="*/ 36062 w 74971"/>
                <a:gd name="connsiteY9" fmla="*/ 4255 h 25477"/>
                <a:gd name="connsiteX10" fmla="*/ 11388 w 74971"/>
                <a:gd name="connsiteY10" fmla="*/ 445 h 25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7">
                  <a:moveTo>
                    <a:pt x="11388" y="445"/>
                  </a:moveTo>
                  <a:cubicBezTo>
                    <a:pt x="5694" y="2350"/>
                    <a:pt x="0" y="6160"/>
                    <a:pt x="0" y="10923"/>
                  </a:cubicBezTo>
                  <a:cubicBezTo>
                    <a:pt x="0" y="16638"/>
                    <a:pt x="11388" y="23305"/>
                    <a:pt x="17082" y="24258"/>
                  </a:cubicBezTo>
                  <a:cubicBezTo>
                    <a:pt x="21827" y="25210"/>
                    <a:pt x="27521" y="24258"/>
                    <a:pt x="33215" y="24258"/>
                  </a:cubicBezTo>
                  <a:cubicBezTo>
                    <a:pt x="38909" y="24258"/>
                    <a:pt x="43654" y="26163"/>
                    <a:pt x="49349" y="25210"/>
                  </a:cubicBezTo>
                  <a:cubicBezTo>
                    <a:pt x="55043" y="24258"/>
                    <a:pt x="60737" y="23305"/>
                    <a:pt x="64533" y="21400"/>
                  </a:cubicBezTo>
                  <a:cubicBezTo>
                    <a:pt x="71176" y="18543"/>
                    <a:pt x="74972" y="14733"/>
                    <a:pt x="74972" y="10923"/>
                  </a:cubicBezTo>
                  <a:cubicBezTo>
                    <a:pt x="74972" y="6160"/>
                    <a:pt x="71176" y="6160"/>
                    <a:pt x="64533" y="6160"/>
                  </a:cubicBezTo>
                  <a:cubicBezTo>
                    <a:pt x="60737" y="6160"/>
                    <a:pt x="55992" y="6160"/>
                    <a:pt x="50298" y="6160"/>
                  </a:cubicBezTo>
                  <a:cubicBezTo>
                    <a:pt x="46502" y="6160"/>
                    <a:pt x="40808" y="5208"/>
                    <a:pt x="36062" y="4255"/>
                  </a:cubicBezTo>
                  <a:cubicBezTo>
                    <a:pt x="25623" y="3303"/>
                    <a:pt x="18980" y="-1460"/>
                    <a:pt x="11388" y="44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EFC6631-36CA-DF63-AEDF-9C79A979A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08567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2780D34-E764-1439-037D-4059E5EA1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028950"/>
              <a:ext cx="74199" cy="25580"/>
            </a:xfrm>
            <a:custGeom>
              <a:avLst/>
              <a:gdLst>
                <a:gd name="connsiteX0" fmla="*/ 12410 w 74199"/>
                <a:gd name="connsiteY0" fmla="*/ 21908 h 25580"/>
                <a:gd name="connsiteX1" fmla="*/ 73 w 74199"/>
                <a:gd name="connsiteY1" fmla="*/ 12383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8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8"/>
                  </a:moveTo>
                  <a:cubicBezTo>
                    <a:pt x="9563" y="20955"/>
                    <a:pt x="1022" y="18098"/>
                    <a:pt x="73" y="12383"/>
                  </a:cubicBezTo>
                  <a:cubicBezTo>
                    <a:pt x="-877" y="6668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8"/>
                    <a:pt x="57962" y="953"/>
                    <a:pt x="63656" y="1905"/>
                  </a:cubicBezTo>
                  <a:cubicBezTo>
                    <a:pt x="68401" y="2858"/>
                    <a:pt x="73146" y="6668"/>
                    <a:pt x="74095" y="11430"/>
                  </a:cubicBezTo>
                  <a:cubicBezTo>
                    <a:pt x="75044" y="17145"/>
                    <a:pt x="69350" y="21908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4765"/>
                    <a:pt x="12410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44DB35A-50ED-6524-9B4B-60842B5480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88" y="3458104"/>
              <a:ext cx="75135" cy="22971"/>
            </a:xfrm>
            <a:custGeom>
              <a:avLst/>
              <a:gdLst>
                <a:gd name="connsiteX0" fmla="*/ 14308 w 75135"/>
                <a:gd name="connsiteY0" fmla="*/ 22331 h 22971"/>
                <a:gd name="connsiteX1" fmla="*/ 72 w 75135"/>
                <a:gd name="connsiteY1" fmla="*/ 13758 h 22971"/>
                <a:gd name="connsiteX2" fmla="*/ 16206 w 75135"/>
                <a:gd name="connsiteY2" fmla="*/ 423 h 22971"/>
                <a:gd name="connsiteX3" fmla="*/ 38033 w 75135"/>
                <a:gd name="connsiteY3" fmla="*/ 423 h 22971"/>
                <a:gd name="connsiteX4" fmla="*/ 51319 w 75135"/>
                <a:gd name="connsiteY4" fmla="*/ 423 h 22971"/>
                <a:gd name="connsiteX5" fmla="*/ 64605 w 75135"/>
                <a:gd name="connsiteY5" fmla="*/ 1376 h 22971"/>
                <a:gd name="connsiteX6" fmla="*/ 75044 w 75135"/>
                <a:gd name="connsiteY6" fmla="*/ 10901 h 22971"/>
                <a:gd name="connsiteX7" fmla="*/ 63656 w 75135"/>
                <a:gd name="connsiteY7" fmla="*/ 19473 h 22971"/>
                <a:gd name="connsiteX8" fmla="*/ 50370 w 75135"/>
                <a:gd name="connsiteY8" fmla="*/ 21378 h 22971"/>
                <a:gd name="connsiteX9" fmla="*/ 37084 w 75135"/>
                <a:gd name="connsiteY9" fmla="*/ 20426 h 22971"/>
                <a:gd name="connsiteX10" fmla="*/ 14308 w 75135"/>
                <a:gd name="connsiteY10" fmla="*/ 22331 h 2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35" h="22971">
                  <a:moveTo>
                    <a:pt x="14308" y="22331"/>
                  </a:moveTo>
                  <a:cubicBezTo>
                    <a:pt x="11461" y="21378"/>
                    <a:pt x="1970" y="19473"/>
                    <a:pt x="72" y="13758"/>
                  </a:cubicBezTo>
                  <a:cubicBezTo>
                    <a:pt x="-877" y="8043"/>
                    <a:pt x="7664" y="423"/>
                    <a:pt x="16206" y="423"/>
                  </a:cubicBezTo>
                  <a:cubicBezTo>
                    <a:pt x="25696" y="423"/>
                    <a:pt x="27594" y="-529"/>
                    <a:pt x="38033" y="423"/>
                  </a:cubicBezTo>
                  <a:cubicBezTo>
                    <a:pt x="43727" y="423"/>
                    <a:pt x="47523" y="423"/>
                    <a:pt x="51319" y="423"/>
                  </a:cubicBezTo>
                  <a:cubicBezTo>
                    <a:pt x="55115" y="423"/>
                    <a:pt x="59860" y="423"/>
                    <a:pt x="64605" y="1376"/>
                  </a:cubicBezTo>
                  <a:cubicBezTo>
                    <a:pt x="69350" y="2328"/>
                    <a:pt x="74095" y="7091"/>
                    <a:pt x="75044" y="10901"/>
                  </a:cubicBezTo>
                  <a:cubicBezTo>
                    <a:pt x="75993" y="16616"/>
                    <a:pt x="69350" y="16616"/>
                    <a:pt x="63656" y="19473"/>
                  </a:cubicBezTo>
                  <a:cubicBezTo>
                    <a:pt x="59860" y="21378"/>
                    <a:pt x="56064" y="21378"/>
                    <a:pt x="50370" y="21378"/>
                  </a:cubicBezTo>
                  <a:cubicBezTo>
                    <a:pt x="46574" y="21378"/>
                    <a:pt x="42778" y="21378"/>
                    <a:pt x="37084" y="20426"/>
                  </a:cubicBezTo>
                  <a:cubicBezTo>
                    <a:pt x="26645" y="21378"/>
                    <a:pt x="23798" y="24236"/>
                    <a:pt x="14308" y="2233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62CD8B5-91E9-0EC1-098B-16063E542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7269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7592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CDA15E9-58FB-8A59-6D86-5D4408C419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218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7521" y="1980"/>
                    <a:pt x="20878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A86179C-A6C0-F2CD-F4B5-F12A1D2958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922" y="3303799"/>
              <a:ext cx="75216" cy="21378"/>
            </a:xfrm>
            <a:custGeom>
              <a:avLst/>
              <a:gdLst>
                <a:gd name="connsiteX0" fmla="*/ 245 w 75216"/>
                <a:gd name="connsiteY0" fmla="*/ 8996 h 21378"/>
                <a:gd name="connsiteX1" fmla="*/ 16378 w 75216"/>
                <a:gd name="connsiteY1" fmla="*/ 20426 h 21378"/>
                <a:gd name="connsiteX2" fmla="*/ 31562 w 75216"/>
                <a:gd name="connsiteY2" fmla="*/ 21378 h 21378"/>
                <a:gd name="connsiteX3" fmla="*/ 46746 w 75216"/>
                <a:gd name="connsiteY3" fmla="*/ 18521 h 21378"/>
                <a:gd name="connsiteX4" fmla="*/ 61931 w 75216"/>
                <a:gd name="connsiteY4" fmla="*/ 16616 h 21378"/>
                <a:gd name="connsiteX5" fmla="*/ 75217 w 75216"/>
                <a:gd name="connsiteY5" fmla="*/ 10901 h 21378"/>
                <a:gd name="connsiteX6" fmla="*/ 61931 w 75216"/>
                <a:gd name="connsiteY6" fmla="*/ 3281 h 21378"/>
                <a:gd name="connsiteX7" fmla="*/ 46746 w 75216"/>
                <a:gd name="connsiteY7" fmla="*/ 423 h 21378"/>
                <a:gd name="connsiteX8" fmla="*/ 31562 w 75216"/>
                <a:gd name="connsiteY8" fmla="*/ 423 h 21378"/>
                <a:gd name="connsiteX9" fmla="*/ 14480 w 75216"/>
                <a:gd name="connsiteY9" fmla="*/ 3281 h 21378"/>
                <a:gd name="connsiteX10" fmla="*/ 245 w 75216"/>
                <a:gd name="connsiteY10" fmla="*/ 8996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16" h="21378">
                  <a:moveTo>
                    <a:pt x="245" y="8996"/>
                  </a:moveTo>
                  <a:cubicBezTo>
                    <a:pt x="-1653" y="13758"/>
                    <a:pt x="7837" y="20426"/>
                    <a:pt x="16378" y="20426"/>
                  </a:cubicBezTo>
                  <a:cubicBezTo>
                    <a:pt x="21123" y="20426"/>
                    <a:pt x="26817" y="21378"/>
                    <a:pt x="31562" y="21378"/>
                  </a:cubicBezTo>
                  <a:cubicBezTo>
                    <a:pt x="37256" y="21378"/>
                    <a:pt x="42001" y="18521"/>
                    <a:pt x="46746" y="18521"/>
                  </a:cubicBezTo>
                  <a:cubicBezTo>
                    <a:pt x="52441" y="18521"/>
                    <a:pt x="57186" y="17568"/>
                    <a:pt x="61931" y="16616"/>
                  </a:cubicBezTo>
                  <a:cubicBezTo>
                    <a:pt x="69523" y="15663"/>
                    <a:pt x="75217" y="14711"/>
                    <a:pt x="75217" y="10901"/>
                  </a:cubicBezTo>
                  <a:cubicBezTo>
                    <a:pt x="75217" y="8043"/>
                    <a:pt x="69523" y="5186"/>
                    <a:pt x="61931" y="3281"/>
                  </a:cubicBezTo>
                  <a:cubicBezTo>
                    <a:pt x="57186" y="2328"/>
                    <a:pt x="52441" y="1376"/>
                    <a:pt x="46746" y="423"/>
                  </a:cubicBezTo>
                  <a:cubicBezTo>
                    <a:pt x="42001" y="-529"/>
                    <a:pt x="36307" y="423"/>
                    <a:pt x="31562" y="423"/>
                  </a:cubicBezTo>
                  <a:cubicBezTo>
                    <a:pt x="28715" y="423"/>
                    <a:pt x="21123" y="2328"/>
                    <a:pt x="14480" y="3281"/>
                  </a:cubicBezTo>
                  <a:cubicBezTo>
                    <a:pt x="8786" y="5186"/>
                    <a:pt x="2143" y="5186"/>
                    <a:pt x="245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808C61D-C975-BBE7-2541-B7DD983F0A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760" y="3400425"/>
              <a:ext cx="76001" cy="26506"/>
            </a:xfrm>
            <a:custGeom>
              <a:avLst/>
              <a:gdLst>
                <a:gd name="connsiteX0" fmla="*/ 0 w 76001"/>
                <a:gd name="connsiteY0" fmla="*/ 16193 h 26506"/>
                <a:gd name="connsiteX1" fmla="*/ 18031 w 76001"/>
                <a:gd name="connsiteY1" fmla="*/ 2857 h 26506"/>
                <a:gd name="connsiteX2" fmla="*/ 33215 w 76001"/>
                <a:gd name="connsiteY2" fmla="*/ 1905 h 26506"/>
                <a:gd name="connsiteX3" fmla="*/ 48400 w 76001"/>
                <a:gd name="connsiteY3" fmla="*/ 0 h 26506"/>
                <a:gd name="connsiteX4" fmla="*/ 62635 w 76001"/>
                <a:gd name="connsiteY4" fmla="*/ 5715 h 26506"/>
                <a:gd name="connsiteX5" fmla="*/ 75921 w 76001"/>
                <a:gd name="connsiteY5" fmla="*/ 13335 h 26506"/>
                <a:gd name="connsiteX6" fmla="*/ 62635 w 76001"/>
                <a:gd name="connsiteY6" fmla="*/ 25718 h 26506"/>
                <a:gd name="connsiteX7" fmla="*/ 44603 w 76001"/>
                <a:gd name="connsiteY7" fmla="*/ 23813 h 26506"/>
                <a:gd name="connsiteX8" fmla="*/ 26572 w 76001"/>
                <a:gd name="connsiteY8" fmla="*/ 21907 h 26506"/>
                <a:gd name="connsiteX9" fmla="*/ 5694 w 76001"/>
                <a:gd name="connsiteY9" fmla="*/ 23813 h 26506"/>
                <a:gd name="connsiteX10" fmla="*/ 0 w 76001"/>
                <a:gd name="connsiteY10" fmla="*/ 16193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6506">
                  <a:moveTo>
                    <a:pt x="0" y="16193"/>
                  </a:moveTo>
                  <a:cubicBezTo>
                    <a:pt x="949" y="9525"/>
                    <a:pt x="13286" y="4763"/>
                    <a:pt x="18031" y="2857"/>
                  </a:cubicBezTo>
                  <a:cubicBezTo>
                    <a:pt x="22776" y="1905"/>
                    <a:pt x="28470" y="1905"/>
                    <a:pt x="33215" y="1905"/>
                  </a:cubicBezTo>
                  <a:cubicBezTo>
                    <a:pt x="37960" y="1905"/>
                    <a:pt x="43654" y="0"/>
                    <a:pt x="48400" y="0"/>
                  </a:cubicBezTo>
                  <a:cubicBezTo>
                    <a:pt x="54094" y="952"/>
                    <a:pt x="58839" y="4763"/>
                    <a:pt x="62635" y="5715"/>
                  </a:cubicBezTo>
                  <a:cubicBezTo>
                    <a:pt x="69278" y="7620"/>
                    <a:pt x="74972" y="9525"/>
                    <a:pt x="75921" y="13335"/>
                  </a:cubicBezTo>
                  <a:cubicBezTo>
                    <a:pt x="76870" y="18098"/>
                    <a:pt x="69278" y="23813"/>
                    <a:pt x="62635" y="25718"/>
                  </a:cubicBezTo>
                  <a:cubicBezTo>
                    <a:pt x="55992" y="27623"/>
                    <a:pt x="51247" y="25718"/>
                    <a:pt x="44603" y="23813"/>
                  </a:cubicBezTo>
                  <a:cubicBezTo>
                    <a:pt x="39858" y="22860"/>
                    <a:pt x="34164" y="20955"/>
                    <a:pt x="26572" y="21907"/>
                  </a:cubicBezTo>
                  <a:cubicBezTo>
                    <a:pt x="16133" y="22860"/>
                    <a:pt x="11388" y="26670"/>
                    <a:pt x="5694" y="23813"/>
                  </a:cubicBezTo>
                  <a:cubicBezTo>
                    <a:pt x="2847" y="22860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A6B3D32-3128-F1D0-3BD5-510E98DE7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344227"/>
              <a:ext cx="74209" cy="24912"/>
            </a:xfrm>
            <a:custGeom>
              <a:avLst/>
              <a:gdLst>
                <a:gd name="connsiteX0" fmla="*/ 13352 w 74209"/>
                <a:gd name="connsiteY0" fmla="*/ 22860 h 24912"/>
                <a:gd name="connsiteX1" fmla="*/ 66 w 74209"/>
                <a:gd name="connsiteY1" fmla="*/ 14288 h 24912"/>
                <a:gd name="connsiteX2" fmla="*/ 16199 w 74209"/>
                <a:gd name="connsiteY2" fmla="*/ 0 h 24912"/>
                <a:gd name="connsiteX3" fmla="*/ 38026 w 74209"/>
                <a:gd name="connsiteY3" fmla="*/ 5715 h 24912"/>
                <a:gd name="connsiteX4" fmla="*/ 51313 w 74209"/>
                <a:gd name="connsiteY4" fmla="*/ 2858 h 24912"/>
                <a:gd name="connsiteX5" fmla="*/ 64599 w 74209"/>
                <a:gd name="connsiteY5" fmla="*/ 1905 h 24912"/>
                <a:gd name="connsiteX6" fmla="*/ 74089 w 74209"/>
                <a:gd name="connsiteY6" fmla="*/ 11430 h 24912"/>
                <a:gd name="connsiteX7" fmla="*/ 63650 w 74209"/>
                <a:gd name="connsiteY7" fmla="*/ 23813 h 24912"/>
                <a:gd name="connsiteX8" fmla="*/ 50363 w 74209"/>
                <a:gd name="connsiteY8" fmla="*/ 23813 h 24912"/>
                <a:gd name="connsiteX9" fmla="*/ 37077 w 74209"/>
                <a:gd name="connsiteY9" fmla="*/ 21908 h 24912"/>
                <a:gd name="connsiteX10" fmla="*/ 13352 w 74209"/>
                <a:gd name="connsiteY10" fmla="*/ 22860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9" h="24912">
                  <a:moveTo>
                    <a:pt x="13352" y="22860"/>
                  </a:moveTo>
                  <a:cubicBezTo>
                    <a:pt x="10505" y="21908"/>
                    <a:pt x="1015" y="19050"/>
                    <a:pt x="66" y="14288"/>
                  </a:cubicBezTo>
                  <a:cubicBezTo>
                    <a:pt x="-883" y="8573"/>
                    <a:pt x="8607" y="953"/>
                    <a:pt x="16199" y="0"/>
                  </a:cubicBezTo>
                  <a:cubicBezTo>
                    <a:pt x="25689" y="0"/>
                    <a:pt x="27587" y="4763"/>
                    <a:pt x="38026" y="5715"/>
                  </a:cubicBezTo>
                  <a:cubicBezTo>
                    <a:pt x="43720" y="5715"/>
                    <a:pt x="47516" y="3810"/>
                    <a:pt x="51313" y="2858"/>
                  </a:cubicBezTo>
                  <a:cubicBezTo>
                    <a:pt x="55109" y="1905"/>
                    <a:pt x="59854" y="953"/>
                    <a:pt x="64599" y="1905"/>
                  </a:cubicBezTo>
                  <a:cubicBezTo>
                    <a:pt x="69344" y="2858"/>
                    <a:pt x="73140" y="6668"/>
                    <a:pt x="74089" y="11430"/>
                  </a:cubicBezTo>
                  <a:cubicBezTo>
                    <a:pt x="75038" y="17145"/>
                    <a:pt x="70293" y="20955"/>
                    <a:pt x="63650" y="23813"/>
                  </a:cubicBezTo>
                  <a:cubicBezTo>
                    <a:pt x="58905" y="25718"/>
                    <a:pt x="56058" y="24765"/>
                    <a:pt x="50363" y="23813"/>
                  </a:cubicBezTo>
                  <a:cubicBezTo>
                    <a:pt x="46567" y="22860"/>
                    <a:pt x="42771" y="21908"/>
                    <a:pt x="37077" y="21908"/>
                  </a:cubicBezTo>
                  <a:cubicBezTo>
                    <a:pt x="24740" y="21908"/>
                    <a:pt x="21893" y="25718"/>
                    <a:pt x="13352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607AFFB-5758-F3DA-C1E8-3AEB3ABAF4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70244"/>
              <a:ext cx="74971" cy="27298"/>
            </a:xfrm>
            <a:custGeom>
              <a:avLst/>
              <a:gdLst>
                <a:gd name="connsiteX0" fmla="*/ 10439 w 74971"/>
                <a:gd name="connsiteY0" fmla="*/ 628 h 27298"/>
                <a:gd name="connsiteX1" fmla="*/ 0 w 74971"/>
                <a:gd name="connsiteY1" fmla="*/ 11106 h 27298"/>
                <a:gd name="connsiteX2" fmla="*/ 17082 w 74971"/>
                <a:gd name="connsiteY2" fmla="*/ 22536 h 27298"/>
                <a:gd name="connsiteX3" fmla="*/ 32266 w 74971"/>
                <a:gd name="connsiteY3" fmla="*/ 25393 h 27298"/>
                <a:gd name="connsiteX4" fmla="*/ 48400 w 74971"/>
                <a:gd name="connsiteY4" fmla="*/ 27298 h 27298"/>
                <a:gd name="connsiteX5" fmla="*/ 63584 w 74971"/>
                <a:gd name="connsiteY5" fmla="*/ 22536 h 27298"/>
                <a:gd name="connsiteX6" fmla="*/ 74972 w 74971"/>
                <a:gd name="connsiteY6" fmla="*/ 12058 h 27298"/>
                <a:gd name="connsiteX7" fmla="*/ 63584 w 74971"/>
                <a:gd name="connsiteY7" fmla="*/ 6343 h 27298"/>
                <a:gd name="connsiteX8" fmla="*/ 49349 w 74971"/>
                <a:gd name="connsiteY8" fmla="*/ 5391 h 27298"/>
                <a:gd name="connsiteX9" fmla="*/ 35113 w 74971"/>
                <a:gd name="connsiteY9" fmla="*/ 3486 h 27298"/>
                <a:gd name="connsiteX10" fmla="*/ 10439 w 74971"/>
                <a:gd name="connsiteY10" fmla="*/ 628 h 2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7298">
                  <a:moveTo>
                    <a:pt x="10439" y="628"/>
                  </a:moveTo>
                  <a:cubicBezTo>
                    <a:pt x="4745" y="2533"/>
                    <a:pt x="0" y="7296"/>
                    <a:pt x="0" y="11106"/>
                  </a:cubicBezTo>
                  <a:cubicBezTo>
                    <a:pt x="0" y="16821"/>
                    <a:pt x="11388" y="20631"/>
                    <a:pt x="17082" y="22536"/>
                  </a:cubicBezTo>
                  <a:cubicBezTo>
                    <a:pt x="21827" y="23488"/>
                    <a:pt x="27521" y="24441"/>
                    <a:pt x="32266" y="25393"/>
                  </a:cubicBezTo>
                  <a:cubicBezTo>
                    <a:pt x="37960" y="25393"/>
                    <a:pt x="43654" y="27298"/>
                    <a:pt x="48400" y="27298"/>
                  </a:cubicBezTo>
                  <a:cubicBezTo>
                    <a:pt x="54094" y="26346"/>
                    <a:pt x="58839" y="23488"/>
                    <a:pt x="63584" y="22536"/>
                  </a:cubicBezTo>
                  <a:cubicBezTo>
                    <a:pt x="70227" y="19678"/>
                    <a:pt x="74972" y="16821"/>
                    <a:pt x="74972" y="12058"/>
                  </a:cubicBezTo>
                  <a:cubicBezTo>
                    <a:pt x="74972" y="7296"/>
                    <a:pt x="70227" y="6343"/>
                    <a:pt x="63584" y="6343"/>
                  </a:cubicBezTo>
                  <a:cubicBezTo>
                    <a:pt x="59788" y="6343"/>
                    <a:pt x="55043" y="5391"/>
                    <a:pt x="49349" y="5391"/>
                  </a:cubicBezTo>
                  <a:cubicBezTo>
                    <a:pt x="45553" y="5391"/>
                    <a:pt x="40808" y="4438"/>
                    <a:pt x="35113" y="3486"/>
                  </a:cubicBezTo>
                  <a:cubicBezTo>
                    <a:pt x="25623" y="1581"/>
                    <a:pt x="18980" y="-1277"/>
                    <a:pt x="10439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7ABC6CD-4E1C-7A31-2F3B-56F83C91D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15" y="3286262"/>
              <a:ext cx="73308" cy="22722"/>
            </a:xfrm>
            <a:custGeom>
              <a:avLst/>
              <a:gdLst>
                <a:gd name="connsiteX0" fmla="*/ 65625 w 73308"/>
                <a:gd name="connsiteY0" fmla="*/ 815 h 22722"/>
                <a:gd name="connsiteX1" fmla="*/ 73217 w 73308"/>
                <a:gd name="connsiteY1" fmla="*/ 7483 h 22722"/>
                <a:gd name="connsiteX2" fmla="*/ 61829 w 73308"/>
                <a:gd name="connsiteY2" fmla="*/ 19865 h 22722"/>
                <a:gd name="connsiteX3" fmla="*/ 44747 w 73308"/>
                <a:gd name="connsiteY3" fmla="*/ 21770 h 22722"/>
                <a:gd name="connsiteX4" fmla="*/ 27665 w 73308"/>
                <a:gd name="connsiteY4" fmla="*/ 22723 h 22722"/>
                <a:gd name="connsiteX5" fmla="*/ 10582 w 73308"/>
                <a:gd name="connsiteY5" fmla="*/ 18913 h 22722"/>
                <a:gd name="connsiteX6" fmla="*/ 143 w 73308"/>
                <a:gd name="connsiteY6" fmla="*/ 8435 h 22722"/>
                <a:gd name="connsiteX7" fmla="*/ 13429 w 73308"/>
                <a:gd name="connsiteY7" fmla="*/ 815 h 22722"/>
                <a:gd name="connsiteX8" fmla="*/ 30512 w 73308"/>
                <a:gd name="connsiteY8" fmla="*/ 1768 h 22722"/>
                <a:gd name="connsiteX9" fmla="*/ 47594 w 73308"/>
                <a:gd name="connsiteY9" fmla="*/ 1768 h 22722"/>
                <a:gd name="connsiteX10" fmla="*/ 65625 w 73308"/>
                <a:gd name="connsiteY10" fmla="*/ 815 h 2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8" h="22722">
                  <a:moveTo>
                    <a:pt x="65625" y="815"/>
                  </a:moveTo>
                  <a:cubicBezTo>
                    <a:pt x="70370" y="1768"/>
                    <a:pt x="72268" y="4625"/>
                    <a:pt x="73217" y="7483"/>
                  </a:cubicBezTo>
                  <a:cubicBezTo>
                    <a:pt x="74166" y="12245"/>
                    <a:pt x="67523" y="18913"/>
                    <a:pt x="61829" y="19865"/>
                  </a:cubicBezTo>
                  <a:cubicBezTo>
                    <a:pt x="57084" y="20818"/>
                    <a:pt x="50441" y="20818"/>
                    <a:pt x="44747" y="21770"/>
                  </a:cubicBezTo>
                  <a:cubicBezTo>
                    <a:pt x="39053" y="21770"/>
                    <a:pt x="33359" y="22723"/>
                    <a:pt x="27665" y="22723"/>
                  </a:cubicBezTo>
                  <a:cubicBezTo>
                    <a:pt x="21022" y="21770"/>
                    <a:pt x="15327" y="19865"/>
                    <a:pt x="10582" y="18913"/>
                  </a:cubicBezTo>
                  <a:cubicBezTo>
                    <a:pt x="2990" y="17008"/>
                    <a:pt x="-806" y="13198"/>
                    <a:pt x="143" y="8435"/>
                  </a:cubicBezTo>
                  <a:cubicBezTo>
                    <a:pt x="1092" y="5578"/>
                    <a:pt x="4888" y="1768"/>
                    <a:pt x="13429" y="815"/>
                  </a:cubicBezTo>
                  <a:cubicBezTo>
                    <a:pt x="18175" y="-137"/>
                    <a:pt x="24818" y="1768"/>
                    <a:pt x="30512" y="1768"/>
                  </a:cubicBezTo>
                  <a:cubicBezTo>
                    <a:pt x="36206" y="1768"/>
                    <a:pt x="41900" y="1768"/>
                    <a:pt x="47594" y="1768"/>
                  </a:cubicBezTo>
                  <a:cubicBezTo>
                    <a:pt x="54237" y="815"/>
                    <a:pt x="60880" y="-1090"/>
                    <a:pt x="65625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923FC67-95C2-552B-FED0-5796BCEC6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534" y="3230880"/>
              <a:ext cx="75197" cy="20954"/>
            </a:xfrm>
            <a:custGeom>
              <a:avLst/>
              <a:gdLst>
                <a:gd name="connsiteX0" fmla="*/ 226 w 75197"/>
                <a:gd name="connsiteY0" fmla="*/ 8572 h 20954"/>
                <a:gd name="connsiteX1" fmla="*/ 17308 w 75197"/>
                <a:gd name="connsiteY1" fmla="*/ 20955 h 20954"/>
                <a:gd name="connsiteX2" fmla="*/ 32492 w 75197"/>
                <a:gd name="connsiteY2" fmla="*/ 20955 h 20954"/>
                <a:gd name="connsiteX3" fmla="*/ 47677 w 75197"/>
                <a:gd name="connsiteY3" fmla="*/ 20002 h 20954"/>
                <a:gd name="connsiteX4" fmla="*/ 62861 w 75197"/>
                <a:gd name="connsiteY4" fmla="*/ 18097 h 20954"/>
                <a:gd name="connsiteX5" fmla="*/ 75198 w 75197"/>
                <a:gd name="connsiteY5" fmla="*/ 11430 h 20954"/>
                <a:gd name="connsiteX6" fmla="*/ 62861 w 75197"/>
                <a:gd name="connsiteY6" fmla="*/ 3810 h 20954"/>
                <a:gd name="connsiteX7" fmla="*/ 47677 w 75197"/>
                <a:gd name="connsiteY7" fmla="*/ 952 h 20954"/>
                <a:gd name="connsiteX8" fmla="*/ 32492 w 75197"/>
                <a:gd name="connsiteY8" fmla="*/ 0 h 20954"/>
                <a:gd name="connsiteX9" fmla="*/ 15410 w 75197"/>
                <a:gd name="connsiteY9" fmla="*/ 952 h 20954"/>
                <a:gd name="connsiteX10" fmla="*/ 226 w 7519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7" h="20954">
                  <a:moveTo>
                    <a:pt x="226" y="8572"/>
                  </a:moveTo>
                  <a:cubicBezTo>
                    <a:pt x="-1672" y="13335"/>
                    <a:pt x="8767" y="20955"/>
                    <a:pt x="17308" y="20955"/>
                  </a:cubicBezTo>
                  <a:cubicBezTo>
                    <a:pt x="22053" y="20955"/>
                    <a:pt x="27747" y="20955"/>
                    <a:pt x="32492" y="20955"/>
                  </a:cubicBezTo>
                  <a:cubicBezTo>
                    <a:pt x="38186" y="20955"/>
                    <a:pt x="42931" y="20002"/>
                    <a:pt x="47677" y="20002"/>
                  </a:cubicBezTo>
                  <a:cubicBezTo>
                    <a:pt x="53371" y="20002"/>
                    <a:pt x="59065" y="19050"/>
                    <a:pt x="62861" y="18097"/>
                  </a:cubicBezTo>
                  <a:cubicBezTo>
                    <a:pt x="70453" y="17145"/>
                    <a:pt x="75198" y="15240"/>
                    <a:pt x="75198" y="11430"/>
                  </a:cubicBezTo>
                  <a:cubicBezTo>
                    <a:pt x="75198" y="8572"/>
                    <a:pt x="70453" y="5715"/>
                    <a:pt x="62861" y="3810"/>
                  </a:cubicBezTo>
                  <a:cubicBezTo>
                    <a:pt x="58116" y="2857"/>
                    <a:pt x="53371" y="1905"/>
                    <a:pt x="47677" y="952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0"/>
                    <a:pt x="15410" y="952"/>
                  </a:cubicBezTo>
                  <a:cubicBezTo>
                    <a:pt x="8767" y="1905"/>
                    <a:pt x="2124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E696677-C690-9087-1862-4416E0F5AF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144731"/>
              <a:ext cx="74113" cy="28571"/>
            </a:xfrm>
            <a:custGeom>
              <a:avLst/>
              <a:gdLst>
                <a:gd name="connsiteX0" fmla="*/ 0 w 74113"/>
                <a:gd name="connsiteY0" fmla="*/ 15663 h 28571"/>
                <a:gd name="connsiteX1" fmla="*/ 18031 w 74113"/>
                <a:gd name="connsiteY1" fmla="*/ 5186 h 28571"/>
                <a:gd name="connsiteX2" fmla="*/ 32266 w 74113"/>
                <a:gd name="connsiteY2" fmla="*/ 423 h 28571"/>
                <a:gd name="connsiteX3" fmla="*/ 47451 w 74113"/>
                <a:gd name="connsiteY3" fmla="*/ 423 h 28571"/>
                <a:gd name="connsiteX4" fmla="*/ 62635 w 74113"/>
                <a:gd name="connsiteY4" fmla="*/ 3281 h 28571"/>
                <a:gd name="connsiteX5" fmla="*/ 74023 w 74113"/>
                <a:gd name="connsiteY5" fmla="*/ 13758 h 28571"/>
                <a:gd name="connsiteX6" fmla="*/ 62635 w 74113"/>
                <a:gd name="connsiteY6" fmla="*/ 27093 h 28571"/>
                <a:gd name="connsiteX7" fmla="*/ 44603 w 74113"/>
                <a:gd name="connsiteY7" fmla="*/ 25188 h 28571"/>
                <a:gd name="connsiteX8" fmla="*/ 26572 w 74113"/>
                <a:gd name="connsiteY8" fmla="*/ 25188 h 28571"/>
                <a:gd name="connsiteX9" fmla="*/ 4745 w 74113"/>
                <a:gd name="connsiteY9" fmla="*/ 28046 h 28571"/>
                <a:gd name="connsiteX10" fmla="*/ 0 w 74113"/>
                <a:gd name="connsiteY10" fmla="*/ 15663 h 2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13" h="28571">
                  <a:moveTo>
                    <a:pt x="0" y="15663"/>
                  </a:moveTo>
                  <a:cubicBezTo>
                    <a:pt x="949" y="8996"/>
                    <a:pt x="13286" y="6138"/>
                    <a:pt x="18031" y="5186"/>
                  </a:cubicBezTo>
                  <a:cubicBezTo>
                    <a:pt x="22776" y="4233"/>
                    <a:pt x="27521" y="1376"/>
                    <a:pt x="32266" y="423"/>
                  </a:cubicBezTo>
                  <a:cubicBezTo>
                    <a:pt x="37011" y="423"/>
                    <a:pt x="42705" y="-529"/>
                    <a:pt x="47451" y="423"/>
                  </a:cubicBezTo>
                  <a:cubicBezTo>
                    <a:pt x="53145" y="1376"/>
                    <a:pt x="58839" y="2328"/>
                    <a:pt x="62635" y="3281"/>
                  </a:cubicBezTo>
                  <a:cubicBezTo>
                    <a:pt x="69278" y="5186"/>
                    <a:pt x="73074" y="9948"/>
                    <a:pt x="74023" y="13758"/>
                  </a:cubicBezTo>
                  <a:cubicBezTo>
                    <a:pt x="74972" y="18521"/>
                    <a:pt x="68329" y="24236"/>
                    <a:pt x="62635" y="27093"/>
                  </a:cubicBezTo>
                  <a:cubicBezTo>
                    <a:pt x="55992" y="28998"/>
                    <a:pt x="50298" y="26141"/>
                    <a:pt x="44603" y="25188"/>
                  </a:cubicBezTo>
                  <a:cubicBezTo>
                    <a:pt x="39858" y="24236"/>
                    <a:pt x="34164" y="24236"/>
                    <a:pt x="26572" y="25188"/>
                  </a:cubicBezTo>
                  <a:cubicBezTo>
                    <a:pt x="16133" y="26141"/>
                    <a:pt x="10439" y="29951"/>
                    <a:pt x="4745" y="28046"/>
                  </a:cubicBezTo>
                  <a:cubicBezTo>
                    <a:pt x="1898" y="24236"/>
                    <a:pt x="0" y="19473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11A2CCE-BF4F-4EB9-E74D-8930AF1BDA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204209"/>
              <a:ext cx="75023" cy="23812"/>
            </a:xfrm>
            <a:custGeom>
              <a:avLst/>
              <a:gdLst>
                <a:gd name="connsiteX0" fmla="*/ 0 w 75023"/>
                <a:gd name="connsiteY0" fmla="*/ 10478 h 23812"/>
                <a:gd name="connsiteX1" fmla="*/ 16133 w 75023"/>
                <a:gd name="connsiteY1" fmla="*/ 2858 h 23812"/>
                <a:gd name="connsiteX2" fmla="*/ 30368 w 75023"/>
                <a:gd name="connsiteY2" fmla="*/ 0 h 23812"/>
                <a:gd name="connsiteX3" fmla="*/ 44603 w 75023"/>
                <a:gd name="connsiteY3" fmla="*/ 953 h 23812"/>
                <a:gd name="connsiteX4" fmla="*/ 58839 w 75023"/>
                <a:gd name="connsiteY4" fmla="*/ 1905 h 23812"/>
                <a:gd name="connsiteX5" fmla="*/ 74972 w 75023"/>
                <a:gd name="connsiteY5" fmla="*/ 10478 h 23812"/>
                <a:gd name="connsiteX6" fmla="*/ 55043 w 75023"/>
                <a:gd name="connsiteY6" fmla="*/ 20003 h 23812"/>
                <a:gd name="connsiteX7" fmla="*/ 39858 w 75023"/>
                <a:gd name="connsiteY7" fmla="*/ 23813 h 23812"/>
                <a:gd name="connsiteX8" fmla="*/ 24674 w 75023"/>
                <a:gd name="connsiteY8" fmla="*/ 21908 h 23812"/>
                <a:gd name="connsiteX9" fmla="*/ 9490 w 75023"/>
                <a:gd name="connsiteY9" fmla="*/ 19050 h 23812"/>
                <a:gd name="connsiteX10" fmla="*/ 0 w 75023"/>
                <a:gd name="connsiteY10" fmla="*/ 1047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3812">
                  <a:moveTo>
                    <a:pt x="0" y="10478"/>
                  </a:moveTo>
                  <a:cubicBezTo>
                    <a:pt x="949" y="2858"/>
                    <a:pt x="9490" y="4763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8909" y="953"/>
                    <a:pt x="44603" y="953"/>
                  </a:cubicBezTo>
                  <a:cubicBezTo>
                    <a:pt x="49349" y="953"/>
                    <a:pt x="54094" y="0"/>
                    <a:pt x="58839" y="1905"/>
                  </a:cubicBezTo>
                  <a:cubicBezTo>
                    <a:pt x="63584" y="3810"/>
                    <a:pt x="75921" y="2858"/>
                    <a:pt x="74972" y="10478"/>
                  </a:cubicBezTo>
                  <a:cubicBezTo>
                    <a:pt x="74023" y="19050"/>
                    <a:pt x="58839" y="19050"/>
                    <a:pt x="55043" y="20003"/>
                  </a:cubicBezTo>
                  <a:cubicBezTo>
                    <a:pt x="53145" y="20003"/>
                    <a:pt x="47451" y="23813"/>
                    <a:pt x="39858" y="23813"/>
                  </a:cubicBezTo>
                  <a:cubicBezTo>
                    <a:pt x="35113" y="23813"/>
                    <a:pt x="30368" y="22860"/>
                    <a:pt x="24674" y="21908"/>
                  </a:cubicBezTo>
                  <a:cubicBezTo>
                    <a:pt x="19929" y="20955"/>
                    <a:pt x="14235" y="20955"/>
                    <a:pt x="9490" y="19050"/>
                  </a:cubicBezTo>
                  <a:cubicBezTo>
                    <a:pt x="5694" y="17145"/>
                    <a:pt x="0" y="13335"/>
                    <a:pt x="0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3F05DD5-4AE1-DD90-63C1-5DB063EC6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5842" y="3259455"/>
              <a:ext cx="75159" cy="25803"/>
            </a:xfrm>
            <a:custGeom>
              <a:avLst/>
              <a:gdLst>
                <a:gd name="connsiteX0" fmla="*/ 14301 w 75159"/>
                <a:gd name="connsiteY0" fmla="*/ 22860 h 25803"/>
                <a:gd name="connsiteX1" fmla="*/ 66 w 75159"/>
                <a:gd name="connsiteY1" fmla="*/ 14288 h 25803"/>
                <a:gd name="connsiteX2" fmla="*/ 17148 w 75159"/>
                <a:gd name="connsiteY2" fmla="*/ 0 h 25803"/>
                <a:gd name="connsiteX3" fmla="*/ 38975 w 75159"/>
                <a:gd name="connsiteY3" fmla="*/ 5715 h 25803"/>
                <a:gd name="connsiteX4" fmla="*/ 52261 w 75159"/>
                <a:gd name="connsiteY4" fmla="*/ 2857 h 25803"/>
                <a:gd name="connsiteX5" fmla="*/ 65548 w 75159"/>
                <a:gd name="connsiteY5" fmla="*/ 2857 h 25803"/>
                <a:gd name="connsiteX6" fmla="*/ 75038 w 75159"/>
                <a:gd name="connsiteY6" fmla="*/ 11430 h 25803"/>
                <a:gd name="connsiteX7" fmla="*/ 65548 w 75159"/>
                <a:gd name="connsiteY7" fmla="*/ 23813 h 25803"/>
                <a:gd name="connsiteX8" fmla="*/ 52261 w 75159"/>
                <a:gd name="connsiteY8" fmla="*/ 24765 h 25803"/>
                <a:gd name="connsiteX9" fmla="*/ 38975 w 75159"/>
                <a:gd name="connsiteY9" fmla="*/ 21907 h 25803"/>
                <a:gd name="connsiteX10" fmla="*/ 14301 w 75159"/>
                <a:gd name="connsiteY10" fmla="*/ 2286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9" h="25803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2"/>
                    <a:pt x="8607" y="952"/>
                    <a:pt x="17148" y="0"/>
                  </a:cubicBezTo>
                  <a:cubicBezTo>
                    <a:pt x="26638" y="0"/>
                    <a:pt x="28536" y="4763"/>
                    <a:pt x="38975" y="5715"/>
                  </a:cubicBezTo>
                  <a:cubicBezTo>
                    <a:pt x="44669" y="5715"/>
                    <a:pt x="48465" y="3810"/>
                    <a:pt x="52261" y="2857"/>
                  </a:cubicBezTo>
                  <a:cubicBezTo>
                    <a:pt x="56057" y="1905"/>
                    <a:pt x="60803" y="1905"/>
                    <a:pt x="65548" y="2857"/>
                  </a:cubicBezTo>
                  <a:cubicBezTo>
                    <a:pt x="70293" y="3810"/>
                    <a:pt x="74089" y="7620"/>
                    <a:pt x="75038" y="11430"/>
                  </a:cubicBezTo>
                  <a:cubicBezTo>
                    <a:pt x="75987" y="17145"/>
                    <a:pt x="71242" y="21907"/>
                    <a:pt x="65548" y="23813"/>
                  </a:cubicBezTo>
                  <a:cubicBezTo>
                    <a:pt x="60803" y="25717"/>
                    <a:pt x="57006" y="26670"/>
                    <a:pt x="52261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6638" y="22860"/>
                    <a:pt x="23791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1ABD4E6-8D71-773A-4CAF-AF1B6F180D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316742"/>
              <a:ext cx="75920" cy="25580"/>
            </a:xfrm>
            <a:custGeom>
              <a:avLst/>
              <a:gdLst>
                <a:gd name="connsiteX0" fmla="*/ 12337 w 75920"/>
                <a:gd name="connsiteY0" fmla="*/ 815 h 25580"/>
                <a:gd name="connsiteX1" fmla="*/ 0 w 75920"/>
                <a:gd name="connsiteY1" fmla="*/ 11293 h 25580"/>
                <a:gd name="connsiteX2" fmla="*/ 18031 w 75920"/>
                <a:gd name="connsiteY2" fmla="*/ 24628 h 25580"/>
                <a:gd name="connsiteX3" fmla="*/ 34164 w 75920"/>
                <a:gd name="connsiteY3" fmla="*/ 25580 h 25580"/>
                <a:gd name="connsiteX4" fmla="*/ 50298 w 75920"/>
                <a:gd name="connsiteY4" fmla="*/ 24628 h 25580"/>
                <a:gd name="connsiteX5" fmla="*/ 65482 w 75920"/>
                <a:gd name="connsiteY5" fmla="*/ 20818 h 25580"/>
                <a:gd name="connsiteX6" fmla="*/ 75921 w 75920"/>
                <a:gd name="connsiteY6" fmla="*/ 10340 h 25580"/>
                <a:gd name="connsiteX7" fmla="*/ 65482 w 75920"/>
                <a:gd name="connsiteY7" fmla="*/ 5578 h 25580"/>
                <a:gd name="connsiteX8" fmla="*/ 51247 w 75920"/>
                <a:gd name="connsiteY8" fmla="*/ 4625 h 25580"/>
                <a:gd name="connsiteX9" fmla="*/ 37011 w 75920"/>
                <a:gd name="connsiteY9" fmla="*/ 1768 h 25580"/>
                <a:gd name="connsiteX10" fmla="*/ 12337 w 75920"/>
                <a:gd name="connsiteY10" fmla="*/ 815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580">
                  <a:moveTo>
                    <a:pt x="12337" y="815"/>
                  </a:moveTo>
                  <a:cubicBezTo>
                    <a:pt x="6643" y="2720"/>
                    <a:pt x="0" y="6530"/>
                    <a:pt x="0" y="11293"/>
                  </a:cubicBezTo>
                  <a:cubicBezTo>
                    <a:pt x="0" y="17008"/>
                    <a:pt x="12337" y="22723"/>
                    <a:pt x="18031" y="24628"/>
                  </a:cubicBezTo>
                  <a:cubicBezTo>
                    <a:pt x="22776" y="25580"/>
                    <a:pt x="28470" y="25580"/>
                    <a:pt x="34164" y="25580"/>
                  </a:cubicBezTo>
                  <a:cubicBezTo>
                    <a:pt x="39858" y="25580"/>
                    <a:pt x="44603" y="25580"/>
                    <a:pt x="50298" y="24628"/>
                  </a:cubicBezTo>
                  <a:cubicBezTo>
                    <a:pt x="55992" y="23675"/>
                    <a:pt x="61686" y="22723"/>
                    <a:pt x="65482" y="20818"/>
                  </a:cubicBezTo>
                  <a:cubicBezTo>
                    <a:pt x="72125" y="17960"/>
                    <a:pt x="75921" y="15103"/>
                    <a:pt x="75921" y="10340"/>
                  </a:cubicBezTo>
                  <a:cubicBezTo>
                    <a:pt x="75921" y="5578"/>
                    <a:pt x="72125" y="5578"/>
                    <a:pt x="65482" y="5578"/>
                  </a:cubicBezTo>
                  <a:cubicBezTo>
                    <a:pt x="61686" y="5578"/>
                    <a:pt x="56941" y="4625"/>
                    <a:pt x="51247" y="4625"/>
                  </a:cubicBezTo>
                  <a:cubicBezTo>
                    <a:pt x="47451" y="4625"/>
                    <a:pt x="42705" y="2720"/>
                    <a:pt x="37011" y="1768"/>
                  </a:cubicBezTo>
                  <a:cubicBezTo>
                    <a:pt x="26572" y="815"/>
                    <a:pt x="19929" y="-1090"/>
                    <a:pt x="12337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2E1E76E-66A3-408A-1E1B-B5C65A10E1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806" y="3376612"/>
              <a:ext cx="75987" cy="22174"/>
            </a:xfrm>
            <a:custGeom>
              <a:avLst/>
              <a:gdLst>
                <a:gd name="connsiteX0" fmla="*/ 65482 w 75987"/>
                <a:gd name="connsiteY0" fmla="*/ 3810 h 22174"/>
                <a:gd name="connsiteX1" fmla="*/ 75921 w 75987"/>
                <a:gd name="connsiteY1" fmla="*/ 7620 h 22174"/>
                <a:gd name="connsiteX2" fmla="*/ 62635 w 75987"/>
                <a:gd name="connsiteY2" fmla="*/ 20002 h 22174"/>
                <a:gd name="connsiteX3" fmla="*/ 45552 w 75987"/>
                <a:gd name="connsiteY3" fmla="*/ 20955 h 22174"/>
                <a:gd name="connsiteX4" fmla="*/ 28470 w 75987"/>
                <a:gd name="connsiteY4" fmla="*/ 21907 h 22174"/>
                <a:gd name="connsiteX5" fmla="*/ 11388 w 75987"/>
                <a:gd name="connsiteY5" fmla="*/ 17145 h 22174"/>
                <a:gd name="connsiteX6" fmla="*/ 0 w 75987"/>
                <a:gd name="connsiteY6" fmla="*/ 7620 h 22174"/>
                <a:gd name="connsiteX7" fmla="*/ 14235 w 75987"/>
                <a:gd name="connsiteY7" fmla="*/ 1905 h 22174"/>
                <a:gd name="connsiteX8" fmla="*/ 31317 w 75987"/>
                <a:gd name="connsiteY8" fmla="*/ 0 h 22174"/>
                <a:gd name="connsiteX9" fmla="*/ 48400 w 75987"/>
                <a:gd name="connsiteY9" fmla="*/ 0 h 22174"/>
                <a:gd name="connsiteX10" fmla="*/ 65482 w 75987"/>
                <a:gd name="connsiteY10" fmla="*/ 3810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87" h="22174">
                  <a:moveTo>
                    <a:pt x="65482" y="3810"/>
                  </a:moveTo>
                  <a:cubicBezTo>
                    <a:pt x="70227" y="4763"/>
                    <a:pt x="74972" y="4763"/>
                    <a:pt x="75921" y="7620"/>
                  </a:cubicBezTo>
                  <a:cubicBezTo>
                    <a:pt x="76870" y="12382"/>
                    <a:pt x="67380" y="19050"/>
                    <a:pt x="62635" y="20002"/>
                  </a:cubicBezTo>
                  <a:cubicBezTo>
                    <a:pt x="57890" y="20955"/>
                    <a:pt x="51247" y="20955"/>
                    <a:pt x="45552" y="20955"/>
                  </a:cubicBezTo>
                  <a:cubicBezTo>
                    <a:pt x="39858" y="20955"/>
                    <a:pt x="34164" y="22860"/>
                    <a:pt x="28470" y="21907"/>
                  </a:cubicBezTo>
                  <a:cubicBezTo>
                    <a:pt x="21827" y="20955"/>
                    <a:pt x="16133" y="19050"/>
                    <a:pt x="11388" y="17145"/>
                  </a:cubicBezTo>
                  <a:cubicBezTo>
                    <a:pt x="3796" y="15240"/>
                    <a:pt x="0" y="12382"/>
                    <a:pt x="0" y="7620"/>
                  </a:cubicBezTo>
                  <a:cubicBezTo>
                    <a:pt x="949" y="4763"/>
                    <a:pt x="5694" y="2857"/>
                    <a:pt x="14235" y="1905"/>
                  </a:cubicBezTo>
                  <a:cubicBezTo>
                    <a:pt x="18980" y="952"/>
                    <a:pt x="24674" y="0"/>
                    <a:pt x="31317" y="0"/>
                  </a:cubicBezTo>
                  <a:cubicBezTo>
                    <a:pt x="37011" y="0"/>
                    <a:pt x="42705" y="0"/>
                    <a:pt x="48400" y="0"/>
                  </a:cubicBezTo>
                  <a:cubicBezTo>
                    <a:pt x="55043" y="952"/>
                    <a:pt x="60737" y="2857"/>
                    <a:pt x="6548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3649DAF-0D98-CFF2-2C65-B9A769560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30" y="3434291"/>
              <a:ext cx="73300" cy="20849"/>
            </a:xfrm>
            <a:custGeom>
              <a:avLst/>
              <a:gdLst>
                <a:gd name="connsiteX0" fmla="*/ 226 w 73300"/>
                <a:gd name="connsiteY0" fmla="*/ 8996 h 20849"/>
                <a:gd name="connsiteX1" fmla="*/ 16360 w 73300"/>
                <a:gd name="connsiteY1" fmla="*/ 20426 h 20849"/>
                <a:gd name="connsiteX2" fmla="*/ 31544 w 73300"/>
                <a:gd name="connsiteY2" fmla="*/ 20426 h 20849"/>
                <a:gd name="connsiteX3" fmla="*/ 46728 w 73300"/>
                <a:gd name="connsiteY3" fmla="*/ 18521 h 20849"/>
                <a:gd name="connsiteX4" fmla="*/ 61912 w 73300"/>
                <a:gd name="connsiteY4" fmla="*/ 19473 h 20849"/>
                <a:gd name="connsiteX5" fmla="*/ 73300 w 73300"/>
                <a:gd name="connsiteY5" fmla="*/ 11853 h 20849"/>
                <a:gd name="connsiteX6" fmla="*/ 61912 w 73300"/>
                <a:gd name="connsiteY6" fmla="*/ 4233 h 20849"/>
                <a:gd name="connsiteX7" fmla="*/ 46728 w 73300"/>
                <a:gd name="connsiteY7" fmla="*/ 423 h 20849"/>
                <a:gd name="connsiteX8" fmla="*/ 31544 w 73300"/>
                <a:gd name="connsiteY8" fmla="*/ 423 h 20849"/>
                <a:gd name="connsiteX9" fmla="*/ 14462 w 73300"/>
                <a:gd name="connsiteY9" fmla="*/ 1376 h 20849"/>
                <a:gd name="connsiteX10" fmla="*/ 226 w 73300"/>
                <a:gd name="connsiteY10" fmla="*/ 8996 h 2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0" h="20849">
                  <a:moveTo>
                    <a:pt x="226" y="8996"/>
                  </a:moveTo>
                  <a:cubicBezTo>
                    <a:pt x="-1672" y="13758"/>
                    <a:pt x="8768" y="20426"/>
                    <a:pt x="16360" y="20426"/>
                  </a:cubicBezTo>
                  <a:cubicBezTo>
                    <a:pt x="21105" y="20426"/>
                    <a:pt x="26799" y="21378"/>
                    <a:pt x="31544" y="20426"/>
                  </a:cubicBezTo>
                  <a:cubicBezTo>
                    <a:pt x="37238" y="20426"/>
                    <a:pt x="41983" y="18521"/>
                    <a:pt x="46728" y="18521"/>
                  </a:cubicBezTo>
                  <a:cubicBezTo>
                    <a:pt x="52422" y="18521"/>
                    <a:pt x="58116" y="19473"/>
                    <a:pt x="61912" y="19473"/>
                  </a:cubicBezTo>
                  <a:cubicBezTo>
                    <a:pt x="69504" y="18521"/>
                    <a:pt x="73300" y="14711"/>
                    <a:pt x="73300" y="11853"/>
                  </a:cubicBezTo>
                  <a:cubicBezTo>
                    <a:pt x="73300" y="8996"/>
                    <a:pt x="69504" y="6138"/>
                    <a:pt x="61912" y="4233"/>
                  </a:cubicBezTo>
                  <a:cubicBezTo>
                    <a:pt x="57167" y="3281"/>
                    <a:pt x="52422" y="1376"/>
                    <a:pt x="46728" y="423"/>
                  </a:cubicBezTo>
                  <a:cubicBezTo>
                    <a:pt x="41983" y="-529"/>
                    <a:pt x="36289" y="423"/>
                    <a:pt x="31544" y="423"/>
                  </a:cubicBezTo>
                  <a:cubicBezTo>
                    <a:pt x="28697" y="423"/>
                    <a:pt x="21105" y="423"/>
                    <a:pt x="14462" y="1376"/>
                  </a:cubicBezTo>
                  <a:cubicBezTo>
                    <a:pt x="8768" y="2328"/>
                    <a:pt x="2124" y="5186"/>
                    <a:pt x="226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2664FA-A980-3513-CB99-FF690EA4F5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750" y="3284219"/>
              <a:ext cx="75052" cy="26243"/>
            </a:xfrm>
            <a:custGeom>
              <a:avLst/>
              <a:gdLst>
                <a:gd name="connsiteX0" fmla="*/ 0 w 75052"/>
                <a:gd name="connsiteY0" fmla="*/ 16193 h 26243"/>
                <a:gd name="connsiteX1" fmla="*/ 17082 w 75052"/>
                <a:gd name="connsiteY1" fmla="*/ 4763 h 26243"/>
                <a:gd name="connsiteX2" fmla="*/ 32266 w 75052"/>
                <a:gd name="connsiteY2" fmla="*/ 1905 h 26243"/>
                <a:gd name="connsiteX3" fmla="*/ 47451 w 75052"/>
                <a:gd name="connsiteY3" fmla="*/ 0 h 26243"/>
                <a:gd name="connsiteX4" fmla="*/ 62635 w 75052"/>
                <a:gd name="connsiteY4" fmla="*/ 3810 h 26243"/>
                <a:gd name="connsiteX5" fmla="*/ 74972 w 75052"/>
                <a:gd name="connsiteY5" fmla="*/ 12383 h 26243"/>
                <a:gd name="connsiteX6" fmla="*/ 61686 w 75052"/>
                <a:gd name="connsiteY6" fmla="*/ 25718 h 26243"/>
                <a:gd name="connsiteX7" fmla="*/ 43655 w 75052"/>
                <a:gd name="connsiteY7" fmla="*/ 22860 h 26243"/>
                <a:gd name="connsiteX8" fmla="*/ 25623 w 75052"/>
                <a:gd name="connsiteY8" fmla="*/ 23813 h 26243"/>
                <a:gd name="connsiteX9" fmla="*/ 4745 w 75052"/>
                <a:gd name="connsiteY9" fmla="*/ 24765 h 26243"/>
                <a:gd name="connsiteX10" fmla="*/ 0 w 75052"/>
                <a:gd name="connsiteY10" fmla="*/ 16193 h 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52" h="26243">
                  <a:moveTo>
                    <a:pt x="0" y="16193"/>
                  </a:moveTo>
                  <a:cubicBezTo>
                    <a:pt x="949" y="9525"/>
                    <a:pt x="12337" y="6668"/>
                    <a:pt x="17082" y="4763"/>
                  </a:cubicBezTo>
                  <a:cubicBezTo>
                    <a:pt x="21827" y="3810"/>
                    <a:pt x="26572" y="2858"/>
                    <a:pt x="32266" y="1905"/>
                  </a:cubicBezTo>
                  <a:cubicBezTo>
                    <a:pt x="37011" y="1905"/>
                    <a:pt x="42705" y="0"/>
                    <a:pt x="47451" y="0"/>
                  </a:cubicBezTo>
                  <a:cubicBezTo>
                    <a:pt x="53145" y="953"/>
                    <a:pt x="57890" y="2858"/>
                    <a:pt x="62635" y="3810"/>
                  </a:cubicBezTo>
                  <a:cubicBezTo>
                    <a:pt x="69278" y="5715"/>
                    <a:pt x="74972" y="9525"/>
                    <a:pt x="74972" y="12383"/>
                  </a:cubicBezTo>
                  <a:cubicBezTo>
                    <a:pt x="75921" y="17145"/>
                    <a:pt x="68329" y="22860"/>
                    <a:pt x="61686" y="25718"/>
                  </a:cubicBezTo>
                  <a:cubicBezTo>
                    <a:pt x="55043" y="27623"/>
                    <a:pt x="50298" y="23813"/>
                    <a:pt x="43655" y="22860"/>
                  </a:cubicBezTo>
                  <a:cubicBezTo>
                    <a:pt x="38910" y="21908"/>
                    <a:pt x="33215" y="22860"/>
                    <a:pt x="25623" y="23813"/>
                  </a:cubicBezTo>
                  <a:cubicBezTo>
                    <a:pt x="15184" y="24765"/>
                    <a:pt x="10439" y="27623"/>
                    <a:pt x="4745" y="24765"/>
                  </a:cubicBezTo>
                  <a:cubicBezTo>
                    <a:pt x="949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1C7F51E-B728-7B9C-6B93-AD718E1FC7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402330"/>
              <a:ext cx="75023" cy="24079"/>
            </a:xfrm>
            <a:custGeom>
              <a:avLst/>
              <a:gdLst>
                <a:gd name="connsiteX0" fmla="*/ 0 w 75023"/>
                <a:gd name="connsiteY0" fmla="*/ 11430 h 24079"/>
                <a:gd name="connsiteX1" fmla="*/ 16133 w 75023"/>
                <a:gd name="connsiteY1" fmla="*/ 2857 h 24079"/>
                <a:gd name="connsiteX2" fmla="*/ 30368 w 75023"/>
                <a:gd name="connsiteY2" fmla="*/ 0 h 24079"/>
                <a:gd name="connsiteX3" fmla="*/ 44603 w 75023"/>
                <a:gd name="connsiteY3" fmla="*/ 952 h 24079"/>
                <a:gd name="connsiteX4" fmla="*/ 58839 w 75023"/>
                <a:gd name="connsiteY4" fmla="*/ 2857 h 24079"/>
                <a:gd name="connsiteX5" fmla="*/ 74972 w 75023"/>
                <a:gd name="connsiteY5" fmla="*/ 11430 h 24079"/>
                <a:gd name="connsiteX6" fmla="*/ 55043 w 75023"/>
                <a:gd name="connsiteY6" fmla="*/ 20002 h 24079"/>
                <a:gd name="connsiteX7" fmla="*/ 39858 w 75023"/>
                <a:gd name="connsiteY7" fmla="*/ 22860 h 24079"/>
                <a:gd name="connsiteX8" fmla="*/ 24674 w 75023"/>
                <a:gd name="connsiteY8" fmla="*/ 23813 h 24079"/>
                <a:gd name="connsiteX9" fmla="*/ 9490 w 75023"/>
                <a:gd name="connsiteY9" fmla="*/ 20002 h 24079"/>
                <a:gd name="connsiteX10" fmla="*/ 0 w 75023"/>
                <a:gd name="connsiteY10" fmla="*/ 11430 h 2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4079">
                  <a:moveTo>
                    <a:pt x="0" y="11430"/>
                  </a:moveTo>
                  <a:cubicBezTo>
                    <a:pt x="949" y="3810"/>
                    <a:pt x="9490" y="4763"/>
                    <a:pt x="16133" y="2857"/>
                  </a:cubicBezTo>
                  <a:cubicBezTo>
                    <a:pt x="19929" y="1905"/>
                    <a:pt x="24674" y="952"/>
                    <a:pt x="30368" y="0"/>
                  </a:cubicBezTo>
                  <a:cubicBezTo>
                    <a:pt x="34164" y="0"/>
                    <a:pt x="39858" y="952"/>
                    <a:pt x="44603" y="952"/>
                  </a:cubicBezTo>
                  <a:cubicBezTo>
                    <a:pt x="49349" y="952"/>
                    <a:pt x="54094" y="952"/>
                    <a:pt x="58839" y="2857"/>
                  </a:cubicBezTo>
                  <a:cubicBezTo>
                    <a:pt x="63584" y="4763"/>
                    <a:pt x="75921" y="3810"/>
                    <a:pt x="74972" y="11430"/>
                  </a:cubicBezTo>
                  <a:cubicBezTo>
                    <a:pt x="74023" y="20002"/>
                    <a:pt x="58839" y="19050"/>
                    <a:pt x="55043" y="20002"/>
                  </a:cubicBezTo>
                  <a:cubicBezTo>
                    <a:pt x="53145" y="20002"/>
                    <a:pt x="47451" y="21907"/>
                    <a:pt x="39858" y="22860"/>
                  </a:cubicBezTo>
                  <a:cubicBezTo>
                    <a:pt x="35113" y="22860"/>
                    <a:pt x="29419" y="24765"/>
                    <a:pt x="24674" y="23813"/>
                  </a:cubicBezTo>
                  <a:cubicBezTo>
                    <a:pt x="19929" y="22860"/>
                    <a:pt x="14235" y="21907"/>
                    <a:pt x="9490" y="20002"/>
                  </a:cubicBezTo>
                  <a:cubicBezTo>
                    <a:pt x="6643" y="18097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8F558D9-6360-B421-2E76-9EAD863F1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786" y="3172777"/>
              <a:ext cx="77026" cy="24912"/>
            </a:xfrm>
            <a:custGeom>
              <a:avLst/>
              <a:gdLst>
                <a:gd name="connsiteX0" fmla="*/ 14301 w 77026"/>
                <a:gd name="connsiteY0" fmla="*/ 23813 h 24912"/>
                <a:gd name="connsiteX1" fmla="*/ 66 w 77026"/>
                <a:gd name="connsiteY1" fmla="*/ 14288 h 24912"/>
                <a:gd name="connsiteX2" fmla="*/ 17148 w 77026"/>
                <a:gd name="connsiteY2" fmla="*/ 0 h 24912"/>
                <a:gd name="connsiteX3" fmla="*/ 38975 w 77026"/>
                <a:gd name="connsiteY3" fmla="*/ 3810 h 24912"/>
                <a:gd name="connsiteX4" fmla="*/ 52261 w 77026"/>
                <a:gd name="connsiteY4" fmla="*/ 3810 h 24912"/>
                <a:gd name="connsiteX5" fmla="*/ 65548 w 77026"/>
                <a:gd name="connsiteY5" fmla="*/ 2857 h 24912"/>
                <a:gd name="connsiteX6" fmla="*/ 76936 w 77026"/>
                <a:gd name="connsiteY6" fmla="*/ 11430 h 24912"/>
                <a:gd name="connsiteX7" fmla="*/ 65548 w 77026"/>
                <a:gd name="connsiteY7" fmla="*/ 23813 h 24912"/>
                <a:gd name="connsiteX8" fmla="*/ 52261 w 77026"/>
                <a:gd name="connsiteY8" fmla="*/ 23813 h 24912"/>
                <a:gd name="connsiteX9" fmla="*/ 38975 w 77026"/>
                <a:gd name="connsiteY9" fmla="*/ 22860 h 24912"/>
                <a:gd name="connsiteX10" fmla="*/ 14301 w 77026"/>
                <a:gd name="connsiteY10" fmla="*/ 23813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4912">
                  <a:moveTo>
                    <a:pt x="14301" y="23813"/>
                  </a:moveTo>
                  <a:cubicBezTo>
                    <a:pt x="11454" y="22860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7"/>
                    <a:pt x="59854" y="1905"/>
                    <a:pt x="65548" y="2857"/>
                  </a:cubicBezTo>
                  <a:cubicBezTo>
                    <a:pt x="70293" y="3810"/>
                    <a:pt x="75987" y="6667"/>
                    <a:pt x="76936" y="11430"/>
                  </a:cubicBezTo>
                  <a:cubicBezTo>
                    <a:pt x="77885" y="17145"/>
                    <a:pt x="71242" y="21907"/>
                    <a:pt x="65548" y="23813"/>
                  </a:cubicBezTo>
                  <a:cubicBezTo>
                    <a:pt x="60803" y="25717"/>
                    <a:pt x="57955" y="24765"/>
                    <a:pt x="52261" y="23813"/>
                  </a:cubicBezTo>
                  <a:cubicBezTo>
                    <a:pt x="48465" y="22860"/>
                    <a:pt x="44669" y="22860"/>
                    <a:pt x="38975" y="22860"/>
                  </a:cubicBezTo>
                  <a:cubicBezTo>
                    <a:pt x="26638" y="22860"/>
                    <a:pt x="22842" y="25717"/>
                    <a:pt x="14301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B8A3BA1-67A4-F788-F369-586310D28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6801" y="3455438"/>
              <a:ext cx="75920" cy="25948"/>
            </a:xfrm>
            <a:custGeom>
              <a:avLst/>
              <a:gdLst>
                <a:gd name="connsiteX0" fmla="*/ 12337 w 75920"/>
                <a:gd name="connsiteY0" fmla="*/ 1184 h 25948"/>
                <a:gd name="connsiteX1" fmla="*/ 0 w 75920"/>
                <a:gd name="connsiteY1" fmla="*/ 11661 h 25948"/>
                <a:gd name="connsiteX2" fmla="*/ 18980 w 75920"/>
                <a:gd name="connsiteY2" fmla="*/ 23091 h 25948"/>
                <a:gd name="connsiteX3" fmla="*/ 34164 w 75920"/>
                <a:gd name="connsiteY3" fmla="*/ 25949 h 25948"/>
                <a:gd name="connsiteX4" fmla="*/ 50298 w 75920"/>
                <a:gd name="connsiteY4" fmla="*/ 24996 h 25948"/>
                <a:gd name="connsiteX5" fmla="*/ 66431 w 75920"/>
                <a:gd name="connsiteY5" fmla="*/ 24044 h 25948"/>
                <a:gd name="connsiteX6" fmla="*/ 75921 w 75920"/>
                <a:gd name="connsiteY6" fmla="*/ 12614 h 25948"/>
                <a:gd name="connsiteX7" fmla="*/ 65482 w 75920"/>
                <a:gd name="connsiteY7" fmla="*/ 7851 h 25948"/>
                <a:gd name="connsiteX8" fmla="*/ 51247 w 75920"/>
                <a:gd name="connsiteY8" fmla="*/ 5946 h 25948"/>
                <a:gd name="connsiteX9" fmla="*/ 37011 w 75920"/>
                <a:gd name="connsiteY9" fmla="*/ 4041 h 25948"/>
                <a:gd name="connsiteX10" fmla="*/ 12337 w 75920"/>
                <a:gd name="connsiteY10" fmla="*/ 1184 h 2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948">
                  <a:moveTo>
                    <a:pt x="12337" y="1184"/>
                  </a:moveTo>
                  <a:cubicBezTo>
                    <a:pt x="6643" y="3089"/>
                    <a:pt x="0" y="6899"/>
                    <a:pt x="0" y="11661"/>
                  </a:cubicBezTo>
                  <a:cubicBezTo>
                    <a:pt x="0" y="17376"/>
                    <a:pt x="12337" y="22139"/>
                    <a:pt x="18980" y="23091"/>
                  </a:cubicBezTo>
                  <a:cubicBezTo>
                    <a:pt x="23725" y="24044"/>
                    <a:pt x="29419" y="25949"/>
                    <a:pt x="34164" y="25949"/>
                  </a:cubicBezTo>
                  <a:cubicBezTo>
                    <a:pt x="39859" y="25949"/>
                    <a:pt x="44604" y="24996"/>
                    <a:pt x="50298" y="24996"/>
                  </a:cubicBezTo>
                  <a:cubicBezTo>
                    <a:pt x="55992" y="24044"/>
                    <a:pt x="61686" y="24996"/>
                    <a:pt x="66431" y="24044"/>
                  </a:cubicBezTo>
                  <a:cubicBezTo>
                    <a:pt x="73074" y="21186"/>
                    <a:pt x="75921" y="16424"/>
                    <a:pt x="75921" y="12614"/>
                  </a:cubicBezTo>
                  <a:cubicBezTo>
                    <a:pt x="75921" y="7851"/>
                    <a:pt x="73074" y="7851"/>
                    <a:pt x="65482" y="7851"/>
                  </a:cubicBezTo>
                  <a:cubicBezTo>
                    <a:pt x="61686" y="7851"/>
                    <a:pt x="56941" y="5946"/>
                    <a:pt x="51247" y="5946"/>
                  </a:cubicBezTo>
                  <a:cubicBezTo>
                    <a:pt x="47451" y="5946"/>
                    <a:pt x="42705" y="4994"/>
                    <a:pt x="37011" y="4041"/>
                  </a:cubicBezTo>
                  <a:cubicBezTo>
                    <a:pt x="26572" y="1184"/>
                    <a:pt x="19929" y="-1674"/>
                    <a:pt x="12337" y="118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36708E2-9E9B-FB10-DD09-781B8BF20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629" y="3232784"/>
              <a:ext cx="76114" cy="21907"/>
            </a:xfrm>
            <a:custGeom>
              <a:avLst/>
              <a:gdLst>
                <a:gd name="connsiteX0" fmla="*/ 65602 w 76114"/>
                <a:gd name="connsiteY0" fmla="*/ 953 h 21907"/>
                <a:gd name="connsiteX1" fmla="*/ 76041 w 76114"/>
                <a:gd name="connsiteY1" fmla="*/ 5715 h 21907"/>
                <a:gd name="connsiteX2" fmla="*/ 62755 w 76114"/>
                <a:gd name="connsiteY2" fmla="*/ 19050 h 21907"/>
                <a:gd name="connsiteX3" fmla="*/ 45673 w 76114"/>
                <a:gd name="connsiteY3" fmla="*/ 21908 h 21907"/>
                <a:gd name="connsiteX4" fmla="*/ 28591 w 76114"/>
                <a:gd name="connsiteY4" fmla="*/ 20955 h 21907"/>
                <a:gd name="connsiteX5" fmla="*/ 11509 w 76114"/>
                <a:gd name="connsiteY5" fmla="*/ 19050 h 21907"/>
                <a:gd name="connsiteX6" fmla="*/ 120 w 76114"/>
                <a:gd name="connsiteY6" fmla="*/ 7620 h 21907"/>
                <a:gd name="connsiteX7" fmla="*/ 15305 w 76114"/>
                <a:gd name="connsiteY7" fmla="*/ 1905 h 21907"/>
                <a:gd name="connsiteX8" fmla="*/ 32387 w 76114"/>
                <a:gd name="connsiteY8" fmla="*/ 0 h 21907"/>
                <a:gd name="connsiteX9" fmla="*/ 49469 w 76114"/>
                <a:gd name="connsiteY9" fmla="*/ 1905 h 21907"/>
                <a:gd name="connsiteX10" fmla="*/ 65602 w 76114"/>
                <a:gd name="connsiteY10" fmla="*/ 953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14" h="21907">
                  <a:moveTo>
                    <a:pt x="65602" y="953"/>
                  </a:moveTo>
                  <a:cubicBezTo>
                    <a:pt x="70347" y="1905"/>
                    <a:pt x="75092" y="2858"/>
                    <a:pt x="76041" y="5715"/>
                  </a:cubicBezTo>
                  <a:cubicBezTo>
                    <a:pt x="76990" y="10478"/>
                    <a:pt x="68449" y="18097"/>
                    <a:pt x="62755" y="19050"/>
                  </a:cubicBezTo>
                  <a:cubicBezTo>
                    <a:pt x="58010" y="20003"/>
                    <a:pt x="51367" y="20955"/>
                    <a:pt x="45673" y="21908"/>
                  </a:cubicBezTo>
                  <a:cubicBezTo>
                    <a:pt x="39979" y="21908"/>
                    <a:pt x="34285" y="20955"/>
                    <a:pt x="28591" y="20955"/>
                  </a:cubicBezTo>
                  <a:cubicBezTo>
                    <a:pt x="21948" y="20003"/>
                    <a:pt x="16254" y="20003"/>
                    <a:pt x="11509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5" y="1905"/>
                  </a:cubicBezTo>
                  <a:cubicBezTo>
                    <a:pt x="20050" y="953"/>
                    <a:pt x="25744" y="0"/>
                    <a:pt x="32387" y="0"/>
                  </a:cubicBezTo>
                  <a:cubicBezTo>
                    <a:pt x="38081" y="0"/>
                    <a:pt x="43775" y="1905"/>
                    <a:pt x="49469" y="1905"/>
                  </a:cubicBezTo>
                  <a:cubicBezTo>
                    <a:pt x="55163" y="0"/>
                    <a:pt x="60857" y="0"/>
                    <a:pt x="65602" y="95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4F6409B-AE99-8534-6B13-219CF2570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505" y="3346890"/>
              <a:ext cx="74267" cy="19244"/>
            </a:xfrm>
            <a:custGeom>
              <a:avLst/>
              <a:gdLst>
                <a:gd name="connsiteX0" fmla="*/ 245 w 74267"/>
                <a:gd name="connsiteY0" fmla="*/ 7814 h 19244"/>
                <a:gd name="connsiteX1" fmla="*/ 16378 w 74267"/>
                <a:gd name="connsiteY1" fmla="*/ 19244 h 19244"/>
                <a:gd name="connsiteX2" fmla="*/ 31562 w 74267"/>
                <a:gd name="connsiteY2" fmla="*/ 18292 h 19244"/>
                <a:gd name="connsiteX3" fmla="*/ 46746 w 74267"/>
                <a:gd name="connsiteY3" fmla="*/ 18292 h 19244"/>
                <a:gd name="connsiteX4" fmla="*/ 61931 w 74267"/>
                <a:gd name="connsiteY4" fmla="*/ 17339 h 19244"/>
                <a:gd name="connsiteX5" fmla="*/ 74268 w 74267"/>
                <a:gd name="connsiteY5" fmla="*/ 10672 h 19244"/>
                <a:gd name="connsiteX6" fmla="*/ 61931 w 74267"/>
                <a:gd name="connsiteY6" fmla="*/ 3052 h 19244"/>
                <a:gd name="connsiteX7" fmla="*/ 46746 w 74267"/>
                <a:gd name="connsiteY7" fmla="*/ 194 h 19244"/>
                <a:gd name="connsiteX8" fmla="*/ 31562 w 74267"/>
                <a:gd name="connsiteY8" fmla="*/ 2099 h 19244"/>
                <a:gd name="connsiteX9" fmla="*/ 14480 w 74267"/>
                <a:gd name="connsiteY9" fmla="*/ 3052 h 19244"/>
                <a:gd name="connsiteX10" fmla="*/ 245 w 74267"/>
                <a:gd name="connsiteY10" fmla="*/ 7814 h 1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7" h="19244">
                  <a:moveTo>
                    <a:pt x="245" y="7814"/>
                  </a:moveTo>
                  <a:cubicBezTo>
                    <a:pt x="-1653" y="12577"/>
                    <a:pt x="7837" y="19244"/>
                    <a:pt x="16378" y="19244"/>
                  </a:cubicBezTo>
                  <a:cubicBezTo>
                    <a:pt x="21123" y="19244"/>
                    <a:pt x="26817" y="18292"/>
                    <a:pt x="31562" y="18292"/>
                  </a:cubicBezTo>
                  <a:cubicBezTo>
                    <a:pt x="37256" y="18292"/>
                    <a:pt x="42001" y="18292"/>
                    <a:pt x="46746" y="18292"/>
                  </a:cubicBezTo>
                  <a:cubicBezTo>
                    <a:pt x="52441" y="18292"/>
                    <a:pt x="58135" y="17339"/>
                    <a:pt x="61931" y="17339"/>
                  </a:cubicBezTo>
                  <a:cubicBezTo>
                    <a:pt x="69523" y="16387"/>
                    <a:pt x="74268" y="13529"/>
                    <a:pt x="74268" y="10672"/>
                  </a:cubicBezTo>
                  <a:cubicBezTo>
                    <a:pt x="74268" y="7814"/>
                    <a:pt x="69523" y="4957"/>
                    <a:pt x="61931" y="3052"/>
                  </a:cubicBezTo>
                  <a:cubicBezTo>
                    <a:pt x="57186" y="2099"/>
                    <a:pt x="52441" y="194"/>
                    <a:pt x="46746" y="194"/>
                  </a:cubicBezTo>
                  <a:cubicBezTo>
                    <a:pt x="42001" y="-758"/>
                    <a:pt x="36307" y="2099"/>
                    <a:pt x="31562" y="2099"/>
                  </a:cubicBezTo>
                  <a:cubicBezTo>
                    <a:pt x="28715" y="2099"/>
                    <a:pt x="21123" y="2099"/>
                    <a:pt x="14480" y="3052"/>
                  </a:cubicBezTo>
                  <a:cubicBezTo>
                    <a:pt x="7837" y="3052"/>
                    <a:pt x="1194" y="4004"/>
                    <a:pt x="245" y="781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84E6D51-EC98-729C-EE12-99282100B3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813" y="3427624"/>
              <a:ext cx="76187" cy="24864"/>
            </a:xfrm>
            <a:custGeom>
              <a:avLst/>
              <a:gdLst>
                <a:gd name="connsiteX0" fmla="*/ 186 w 76187"/>
                <a:gd name="connsiteY0" fmla="*/ 14711 h 24864"/>
                <a:gd name="connsiteX1" fmla="*/ 18217 w 76187"/>
                <a:gd name="connsiteY1" fmla="*/ 3281 h 24864"/>
                <a:gd name="connsiteX2" fmla="*/ 33402 w 76187"/>
                <a:gd name="connsiteY2" fmla="*/ 423 h 24864"/>
                <a:gd name="connsiteX3" fmla="*/ 48586 w 76187"/>
                <a:gd name="connsiteY3" fmla="*/ 423 h 24864"/>
                <a:gd name="connsiteX4" fmla="*/ 63770 w 76187"/>
                <a:gd name="connsiteY4" fmla="*/ 2328 h 24864"/>
                <a:gd name="connsiteX5" fmla="*/ 76107 w 76187"/>
                <a:gd name="connsiteY5" fmla="*/ 11853 h 24864"/>
                <a:gd name="connsiteX6" fmla="*/ 62821 w 76187"/>
                <a:gd name="connsiteY6" fmla="*/ 24236 h 24864"/>
                <a:gd name="connsiteX7" fmla="*/ 44790 w 76187"/>
                <a:gd name="connsiteY7" fmla="*/ 21378 h 24864"/>
                <a:gd name="connsiteX8" fmla="*/ 25810 w 76187"/>
                <a:gd name="connsiteY8" fmla="*/ 21378 h 24864"/>
                <a:gd name="connsiteX9" fmla="*/ 4931 w 76187"/>
                <a:gd name="connsiteY9" fmla="*/ 23283 h 24864"/>
                <a:gd name="connsiteX10" fmla="*/ 186 w 76187"/>
                <a:gd name="connsiteY10" fmla="*/ 14711 h 2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87" h="24864">
                  <a:moveTo>
                    <a:pt x="186" y="14711"/>
                  </a:moveTo>
                  <a:cubicBezTo>
                    <a:pt x="1135" y="8043"/>
                    <a:pt x="13472" y="4233"/>
                    <a:pt x="18217" y="3281"/>
                  </a:cubicBezTo>
                  <a:cubicBezTo>
                    <a:pt x="22962" y="2328"/>
                    <a:pt x="27708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974" y="423"/>
                    <a:pt x="63770" y="2328"/>
                  </a:cubicBezTo>
                  <a:cubicBezTo>
                    <a:pt x="70413" y="4233"/>
                    <a:pt x="76107" y="8996"/>
                    <a:pt x="76107" y="11853"/>
                  </a:cubicBezTo>
                  <a:cubicBezTo>
                    <a:pt x="77056" y="16616"/>
                    <a:pt x="69464" y="22331"/>
                    <a:pt x="62821" y="24236"/>
                  </a:cubicBezTo>
                  <a:cubicBezTo>
                    <a:pt x="56178" y="26141"/>
                    <a:pt x="51433" y="23283"/>
                    <a:pt x="44790" y="21378"/>
                  </a:cubicBezTo>
                  <a:cubicBezTo>
                    <a:pt x="40045" y="20426"/>
                    <a:pt x="34351" y="20426"/>
                    <a:pt x="25810" y="21378"/>
                  </a:cubicBezTo>
                  <a:cubicBezTo>
                    <a:pt x="15370" y="22331"/>
                    <a:pt x="10625" y="26141"/>
                    <a:pt x="4931" y="23283"/>
                  </a:cubicBezTo>
                  <a:cubicBezTo>
                    <a:pt x="2084" y="22331"/>
                    <a:pt x="-763" y="18521"/>
                    <a:pt x="186" y="1471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0B259FC-3C3A-0003-C7AB-C657291D6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27" y="3372802"/>
              <a:ext cx="75165" cy="24338"/>
            </a:xfrm>
            <a:custGeom>
              <a:avLst/>
              <a:gdLst>
                <a:gd name="connsiteX0" fmla="*/ 13359 w 75165"/>
                <a:gd name="connsiteY0" fmla="*/ 21908 h 24338"/>
                <a:gd name="connsiteX1" fmla="*/ 72 w 75165"/>
                <a:gd name="connsiteY1" fmla="*/ 12383 h 24338"/>
                <a:gd name="connsiteX2" fmla="*/ 16206 w 75165"/>
                <a:gd name="connsiteY2" fmla="*/ 0 h 24338"/>
                <a:gd name="connsiteX3" fmla="*/ 38033 w 75165"/>
                <a:gd name="connsiteY3" fmla="*/ 4763 h 24338"/>
                <a:gd name="connsiteX4" fmla="*/ 51319 w 75165"/>
                <a:gd name="connsiteY4" fmla="*/ 953 h 24338"/>
                <a:gd name="connsiteX5" fmla="*/ 64605 w 75165"/>
                <a:gd name="connsiteY5" fmla="*/ 1905 h 24338"/>
                <a:gd name="connsiteX6" fmla="*/ 75044 w 75165"/>
                <a:gd name="connsiteY6" fmla="*/ 9525 h 24338"/>
                <a:gd name="connsiteX7" fmla="*/ 64605 w 75165"/>
                <a:gd name="connsiteY7" fmla="*/ 23813 h 24338"/>
                <a:gd name="connsiteX8" fmla="*/ 51319 w 75165"/>
                <a:gd name="connsiteY8" fmla="*/ 20955 h 24338"/>
                <a:gd name="connsiteX9" fmla="*/ 38033 w 75165"/>
                <a:gd name="connsiteY9" fmla="*/ 20003 h 24338"/>
                <a:gd name="connsiteX10" fmla="*/ 13359 w 75165"/>
                <a:gd name="connsiteY10" fmla="*/ 21908 h 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4338">
                  <a:moveTo>
                    <a:pt x="13359" y="21908"/>
                  </a:moveTo>
                  <a:cubicBezTo>
                    <a:pt x="10512" y="20955"/>
                    <a:pt x="1971" y="17145"/>
                    <a:pt x="72" y="12383"/>
                  </a:cubicBezTo>
                  <a:cubicBezTo>
                    <a:pt x="-877" y="6668"/>
                    <a:pt x="7665" y="0"/>
                    <a:pt x="16206" y="0"/>
                  </a:cubicBezTo>
                  <a:cubicBezTo>
                    <a:pt x="25696" y="0"/>
                    <a:pt x="26645" y="3810"/>
                    <a:pt x="38033" y="4763"/>
                  </a:cubicBezTo>
                  <a:cubicBezTo>
                    <a:pt x="43727" y="4763"/>
                    <a:pt x="47523" y="1905"/>
                    <a:pt x="51319" y="953"/>
                  </a:cubicBezTo>
                  <a:cubicBezTo>
                    <a:pt x="55115" y="0"/>
                    <a:pt x="58911" y="953"/>
                    <a:pt x="64605" y="1905"/>
                  </a:cubicBezTo>
                  <a:cubicBezTo>
                    <a:pt x="69350" y="2858"/>
                    <a:pt x="74095" y="5715"/>
                    <a:pt x="75044" y="9525"/>
                  </a:cubicBezTo>
                  <a:cubicBezTo>
                    <a:pt x="75993" y="15240"/>
                    <a:pt x="71248" y="21908"/>
                    <a:pt x="64605" y="23813"/>
                  </a:cubicBezTo>
                  <a:cubicBezTo>
                    <a:pt x="59860" y="25718"/>
                    <a:pt x="56064" y="21908"/>
                    <a:pt x="51319" y="20955"/>
                  </a:cubicBezTo>
                  <a:cubicBezTo>
                    <a:pt x="47523" y="20003"/>
                    <a:pt x="43727" y="20003"/>
                    <a:pt x="38033" y="20003"/>
                  </a:cubicBezTo>
                  <a:cubicBezTo>
                    <a:pt x="24747" y="20003"/>
                    <a:pt x="21900" y="23813"/>
                    <a:pt x="13359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46E5D44-1EAA-BCF2-7170-352B40ACD2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948" y="3198409"/>
              <a:ext cx="74022" cy="26070"/>
            </a:xfrm>
            <a:custGeom>
              <a:avLst/>
              <a:gdLst>
                <a:gd name="connsiteX0" fmla="*/ 11388 w 74022"/>
                <a:gd name="connsiteY0" fmla="*/ 1038 h 26070"/>
                <a:gd name="connsiteX1" fmla="*/ 0 w 74022"/>
                <a:gd name="connsiteY1" fmla="*/ 9611 h 26070"/>
                <a:gd name="connsiteX2" fmla="*/ 17082 w 74022"/>
                <a:gd name="connsiteY2" fmla="*/ 21041 h 26070"/>
                <a:gd name="connsiteX3" fmla="*/ 32266 w 74022"/>
                <a:gd name="connsiteY3" fmla="*/ 24851 h 26070"/>
                <a:gd name="connsiteX4" fmla="*/ 48400 w 74022"/>
                <a:gd name="connsiteY4" fmla="*/ 25803 h 26070"/>
                <a:gd name="connsiteX5" fmla="*/ 64533 w 74022"/>
                <a:gd name="connsiteY5" fmla="*/ 21993 h 26070"/>
                <a:gd name="connsiteX6" fmla="*/ 74023 w 74022"/>
                <a:gd name="connsiteY6" fmla="*/ 10563 h 26070"/>
                <a:gd name="connsiteX7" fmla="*/ 63584 w 74022"/>
                <a:gd name="connsiteY7" fmla="*/ 3896 h 26070"/>
                <a:gd name="connsiteX8" fmla="*/ 49349 w 74022"/>
                <a:gd name="connsiteY8" fmla="*/ 3896 h 26070"/>
                <a:gd name="connsiteX9" fmla="*/ 35113 w 74022"/>
                <a:gd name="connsiteY9" fmla="*/ 1991 h 26070"/>
                <a:gd name="connsiteX10" fmla="*/ 11388 w 74022"/>
                <a:gd name="connsiteY10" fmla="*/ 1038 h 2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070">
                  <a:moveTo>
                    <a:pt x="11388" y="1038"/>
                  </a:moveTo>
                  <a:cubicBezTo>
                    <a:pt x="5694" y="2943"/>
                    <a:pt x="0" y="5801"/>
                    <a:pt x="0" y="9611"/>
                  </a:cubicBezTo>
                  <a:cubicBezTo>
                    <a:pt x="0" y="15326"/>
                    <a:pt x="11388" y="19136"/>
                    <a:pt x="17082" y="21041"/>
                  </a:cubicBezTo>
                  <a:cubicBezTo>
                    <a:pt x="21827" y="21993"/>
                    <a:pt x="27521" y="24851"/>
                    <a:pt x="32266" y="24851"/>
                  </a:cubicBezTo>
                  <a:cubicBezTo>
                    <a:pt x="37960" y="24851"/>
                    <a:pt x="43655" y="26756"/>
                    <a:pt x="48400" y="25803"/>
                  </a:cubicBezTo>
                  <a:cubicBezTo>
                    <a:pt x="54094" y="24851"/>
                    <a:pt x="59788" y="23898"/>
                    <a:pt x="64533" y="21993"/>
                  </a:cubicBezTo>
                  <a:cubicBezTo>
                    <a:pt x="71176" y="19136"/>
                    <a:pt x="74023" y="14373"/>
                    <a:pt x="74023" y="10563"/>
                  </a:cubicBezTo>
                  <a:cubicBezTo>
                    <a:pt x="74023" y="5801"/>
                    <a:pt x="70227" y="3896"/>
                    <a:pt x="63584" y="3896"/>
                  </a:cubicBezTo>
                  <a:cubicBezTo>
                    <a:pt x="59788" y="3896"/>
                    <a:pt x="55043" y="3896"/>
                    <a:pt x="49349" y="3896"/>
                  </a:cubicBezTo>
                  <a:cubicBezTo>
                    <a:pt x="45553" y="3896"/>
                    <a:pt x="40808" y="3896"/>
                    <a:pt x="35113" y="1991"/>
                  </a:cubicBezTo>
                  <a:cubicBezTo>
                    <a:pt x="25623" y="86"/>
                    <a:pt x="18980" y="-867"/>
                    <a:pt x="11388" y="103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AE1B6DE-0471-726A-4505-5CBE32E05E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0947" y="3312371"/>
              <a:ext cx="76097" cy="21645"/>
            </a:xfrm>
            <a:custGeom>
              <a:avLst/>
              <a:gdLst>
                <a:gd name="connsiteX0" fmla="*/ 66534 w 76097"/>
                <a:gd name="connsiteY0" fmla="*/ 3281 h 21645"/>
                <a:gd name="connsiteX1" fmla="*/ 76024 w 76097"/>
                <a:gd name="connsiteY1" fmla="*/ 7091 h 21645"/>
                <a:gd name="connsiteX2" fmla="*/ 63687 w 76097"/>
                <a:gd name="connsiteY2" fmla="*/ 19473 h 21645"/>
                <a:gd name="connsiteX3" fmla="*/ 46605 w 76097"/>
                <a:gd name="connsiteY3" fmla="*/ 20426 h 21645"/>
                <a:gd name="connsiteX4" fmla="*/ 29523 w 76097"/>
                <a:gd name="connsiteY4" fmla="*/ 21378 h 21645"/>
                <a:gd name="connsiteX5" fmla="*/ 12441 w 76097"/>
                <a:gd name="connsiteY5" fmla="*/ 18521 h 21645"/>
                <a:gd name="connsiteX6" fmla="*/ 103 w 76097"/>
                <a:gd name="connsiteY6" fmla="*/ 7091 h 21645"/>
                <a:gd name="connsiteX7" fmla="*/ 16237 w 76097"/>
                <a:gd name="connsiteY7" fmla="*/ 423 h 21645"/>
                <a:gd name="connsiteX8" fmla="*/ 33319 w 76097"/>
                <a:gd name="connsiteY8" fmla="*/ 423 h 21645"/>
                <a:gd name="connsiteX9" fmla="*/ 50401 w 76097"/>
                <a:gd name="connsiteY9" fmla="*/ 423 h 21645"/>
                <a:gd name="connsiteX10" fmla="*/ 66534 w 76097"/>
                <a:gd name="connsiteY10" fmla="*/ 3281 h 21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1645">
                  <a:moveTo>
                    <a:pt x="66534" y="3281"/>
                  </a:moveTo>
                  <a:cubicBezTo>
                    <a:pt x="71279" y="4233"/>
                    <a:pt x="75075" y="4233"/>
                    <a:pt x="76024" y="7091"/>
                  </a:cubicBezTo>
                  <a:cubicBezTo>
                    <a:pt x="76973" y="11853"/>
                    <a:pt x="68432" y="18521"/>
                    <a:pt x="63687" y="19473"/>
                  </a:cubicBezTo>
                  <a:cubicBezTo>
                    <a:pt x="58942" y="20426"/>
                    <a:pt x="52299" y="20426"/>
                    <a:pt x="46605" y="20426"/>
                  </a:cubicBezTo>
                  <a:cubicBezTo>
                    <a:pt x="40911" y="20426"/>
                    <a:pt x="35217" y="22331"/>
                    <a:pt x="29523" y="21378"/>
                  </a:cubicBezTo>
                  <a:cubicBezTo>
                    <a:pt x="22880" y="20426"/>
                    <a:pt x="17186" y="20426"/>
                    <a:pt x="12441" y="18521"/>
                  </a:cubicBezTo>
                  <a:cubicBezTo>
                    <a:pt x="4849" y="16616"/>
                    <a:pt x="-846" y="11853"/>
                    <a:pt x="103" y="7091"/>
                  </a:cubicBezTo>
                  <a:cubicBezTo>
                    <a:pt x="1052" y="4233"/>
                    <a:pt x="7696" y="1376"/>
                    <a:pt x="16237" y="423"/>
                  </a:cubicBezTo>
                  <a:cubicBezTo>
                    <a:pt x="20982" y="-529"/>
                    <a:pt x="27625" y="423"/>
                    <a:pt x="33319" y="423"/>
                  </a:cubicBezTo>
                  <a:cubicBezTo>
                    <a:pt x="39013" y="423"/>
                    <a:pt x="44707" y="423"/>
                    <a:pt x="50401" y="423"/>
                  </a:cubicBezTo>
                  <a:cubicBezTo>
                    <a:pt x="57044" y="423"/>
                    <a:pt x="62738" y="2328"/>
                    <a:pt x="66534" y="32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989FE65-4311-D226-7EFB-D259448C83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773" y="3255644"/>
              <a:ext cx="74249" cy="21907"/>
            </a:xfrm>
            <a:custGeom>
              <a:avLst/>
              <a:gdLst>
                <a:gd name="connsiteX0" fmla="*/ 226 w 74249"/>
                <a:gd name="connsiteY0" fmla="*/ 10478 h 21907"/>
                <a:gd name="connsiteX1" fmla="*/ 16360 w 74249"/>
                <a:gd name="connsiteY1" fmla="*/ 20955 h 21907"/>
                <a:gd name="connsiteX2" fmla="*/ 31544 w 74249"/>
                <a:gd name="connsiteY2" fmla="*/ 21908 h 21907"/>
                <a:gd name="connsiteX3" fmla="*/ 46728 w 74249"/>
                <a:gd name="connsiteY3" fmla="*/ 20955 h 21907"/>
                <a:gd name="connsiteX4" fmla="*/ 61912 w 74249"/>
                <a:gd name="connsiteY4" fmla="*/ 18098 h 21907"/>
                <a:gd name="connsiteX5" fmla="*/ 74249 w 74249"/>
                <a:gd name="connsiteY5" fmla="*/ 12383 h 21907"/>
                <a:gd name="connsiteX6" fmla="*/ 61912 w 74249"/>
                <a:gd name="connsiteY6" fmla="*/ 6668 h 21907"/>
                <a:gd name="connsiteX7" fmla="*/ 47677 w 74249"/>
                <a:gd name="connsiteY7" fmla="*/ 2858 h 21907"/>
                <a:gd name="connsiteX8" fmla="*/ 32493 w 74249"/>
                <a:gd name="connsiteY8" fmla="*/ 0 h 21907"/>
                <a:gd name="connsiteX9" fmla="*/ 15411 w 74249"/>
                <a:gd name="connsiteY9" fmla="*/ 1905 h 21907"/>
                <a:gd name="connsiteX10" fmla="*/ 226 w 74249"/>
                <a:gd name="connsiteY10" fmla="*/ 1047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1907">
                  <a:moveTo>
                    <a:pt x="226" y="10478"/>
                  </a:moveTo>
                  <a:cubicBezTo>
                    <a:pt x="-1672" y="15240"/>
                    <a:pt x="8768" y="20955"/>
                    <a:pt x="16360" y="20955"/>
                  </a:cubicBezTo>
                  <a:cubicBezTo>
                    <a:pt x="21105" y="20955"/>
                    <a:pt x="26799" y="21908"/>
                    <a:pt x="31544" y="21908"/>
                  </a:cubicBezTo>
                  <a:cubicBezTo>
                    <a:pt x="37238" y="21908"/>
                    <a:pt x="41983" y="21908"/>
                    <a:pt x="46728" y="20955"/>
                  </a:cubicBezTo>
                  <a:cubicBezTo>
                    <a:pt x="52422" y="20955"/>
                    <a:pt x="57167" y="19050"/>
                    <a:pt x="61912" y="18098"/>
                  </a:cubicBezTo>
                  <a:cubicBezTo>
                    <a:pt x="69504" y="17145"/>
                    <a:pt x="74249" y="15240"/>
                    <a:pt x="74249" y="12383"/>
                  </a:cubicBezTo>
                  <a:cubicBezTo>
                    <a:pt x="74249" y="9525"/>
                    <a:pt x="69504" y="8573"/>
                    <a:pt x="61912" y="6668"/>
                  </a:cubicBezTo>
                  <a:cubicBezTo>
                    <a:pt x="57167" y="5715"/>
                    <a:pt x="52422" y="3810"/>
                    <a:pt x="47677" y="2858"/>
                  </a:cubicBezTo>
                  <a:cubicBezTo>
                    <a:pt x="41983" y="1905"/>
                    <a:pt x="37238" y="0"/>
                    <a:pt x="32493" y="0"/>
                  </a:cubicBezTo>
                  <a:cubicBezTo>
                    <a:pt x="29646" y="0"/>
                    <a:pt x="22054" y="953"/>
                    <a:pt x="15411" y="1905"/>
                  </a:cubicBezTo>
                  <a:cubicBezTo>
                    <a:pt x="8768" y="3810"/>
                    <a:pt x="2125" y="6668"/>
                    <a:pt x="226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E3980E8-82BC-0766-F8BC-A0494D1AE6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059430"/>
              <a:ext cx="75165" cy="21907"/>
            </a:xfrm>
            <a:custGeom>
              <a:avLst/>
              <a:gdLst>
                <a:gd name="connsiteX0" fmla="*/ 65602 w 75165"/>
                <a:gd name="connsiteY0" fmla="*/ 2857 h 21907"/>
                <a:gd name="connsiteX1" fmla="*/ 75092 w 75165"/>
                <a:gd name="connsiteY1" fmla="*/ 7620 h 21907"/>
                <a:gd name="connsiteX2" fmla="*/ 62755 w 75165"/>
                <a:gd name="connsiteY2" fmla="*/ 20003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7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3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952"/>
                    <a:pt x="60857" y="1905"/>
                    <a:pt x="65602" y="285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B396FC5-62DC-22FC-8C9C-EACB7C608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28" y="3118484"/>
              <a:ext cx="76146" cy="20002"/>
            </a:xfrm>
            <a:custGeom>
              <a:avLst/>
              <a:gdLst>
                <a:gd name="connsiteX0" fmla="*/ 226 w 76146"/>
                <a:gd name="connsiteY0" fmla="*/ 6668 h 20002"/>
                <a:gd name="connsiteX1" fmla="*/ 17308 w 76146"/>
                <a:gd name="connsiteY1" fmla="*/ 20003 h 20002"/>
                <a:gd name="connsiteX2" fmla="*/ 32492 w 76146"/>
                <a:gd name="connsiteY2" fmla="*/ 19050 h 20002"/>
                <a:gd name="connsiteX3" fmla="*/ 47677 w 76146"/>
                <a:gd name="connsiteY3" fmla="*/ 19050 h 20002"/>
                <a:gd name="connsiteX4" fmla="*/ 62861 w 76146"/>
                <a:gd name="connsiteY4" fmla="*/ 17145 h 20002"/>
                <a:gd name="connsiteX5" fmla="*/ 76147 w 76146"/>
                <a:gd name="connsiteY5" fmla="*/ 10478 h 20002"/>
                <a:gd name="connsiteX6" fmla="*/ 62861 w 76146"/>
                <a:gd name="connsiteY6" fmla="*/ 3810 h 20002"/>
                <a:gd name="connsiteX7" fmla="*/ 47677 w 76146"/>
                <a:gd name="connsiteY7" fmla="*/ 953 h 20002"/>
                <a:gd name="connsiteX8" fmla="*/ 32492 w 76146"/>
                <a:gd name="connsiteY8" fmla="*/ 0 h 20002"/>
                <a:gd name="connsiteX9" fmla="*/ 15410 w 76146"/>
                <a:gd name="connsiteY9" fmla="*/ 2858 h 20002"/>
                <a:gd name="connsiteX10" fmla="*/ 226 w 76146"/>
                <a:gd name="connsiteY10" fmla="*/ 6668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6" h="20002">
                  <a:moveTo>
                    <a:pt x="226" y="6668"/>
                  </a:moveTo>
                  <a:cubicBezTo>
                    <a:pt x="-1672" y="11430"/>
                    <a:pt x="8767" y="20003"/>
                    <a:pt x="17308" y="20003"/>
                  </a:cubicBezTo>
                  <a:cubicBezTo>
                    <a:pt x="22053" y="20003"/>
                    <a:pt x="27747" y="19050"/>
                    <a:pt x="32492" y="19050"/>
                  </a:cubicBezTo>
                  <a:cubicBezTo>
                    <a:pt x="38186" y="19050"/>
                    <a:pt x="42931" y="19050"/>
                    <a:pt x="47677" y="19050"/>
                  </a:cubicBezTo>
                  <a:cubicBezTo>
                    <a:pt x="53371" y="19050"/>
                    <a:pt x="59065" y="18098"/>
                    <a:pt x="62861" y="17145"/>
                  </a:cubicBezTo>
                  <a:cubicBezTo>
                    <a:pt x="70453" y="16193"/>
                    <a:pt x="76147" y="13335"/>
                    <a:pt x="76147" y="10478"/>
                  </a:cubicBezTo>
                  <a:cubicBezTo>
                    <a:pt x="76147" y="7620"/>
                    <a:pt x="70453" y="5715"/>
                    <a:pt x="62861" y="3810"/>
                  </a:cubicBezTo>
                  <a:cubicBezTo>
                    <a:pt x="58116" y="2858"/>
                    <a:pt x="53371" y="1905"/>
                    <a:pt x="47677" y="953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1905"/>
                    <a:pt x="15410" y="2858"/>
                  </a:cubicBezTo>
                  <a:cubicBezTo>
                    <a:pt x="8767" y="2858"/>
                    <a:pt x="1175" y="2858"/>
                    <a:pt x="226" y="66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111C0E7-6C20-E016-59D0-D5FA1BE4DE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6372" y="3490912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2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7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2"/>
                    <a:pt x="33457" y="952"/>
                  </a:cubicBezTo>
                  <a:cubicBezTo>
                    <a:pt x="38202" y="952"/>
                    <a:pt x="43896" y="0"/>
                    <a:pt x="48641" y="0"/>
                  </a:cubicBezTo>
                  <a:cubicBezTo>
                    <a:pt x="54335" y="952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7"/>
                    <a:pt x="34406" y="20955"/>
                    <a:pt x="25865" y="21907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19050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381611A-7187-4AE7-45EF-52E58F7BCC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437" y="3376189"/>
              <a:ext cx="73221" cy="23706"/>
            </a:xfrm>
            <a:custGeom>
              <a:avLst/>
              <a:gdLst>
                <a:gd name="connsiteX0" fmla="*/ 92 w 73221"/>
                <a:gd name="connsiteY0" fmla="*/ 10901 h 23706"/>
                <a:gd name="connsiteX1" fmla="*/ 16225 w 73221"/>
                <a:gd name="connsiteY1" fmla="*/ 3281 h 23706"/>
                <a:gd name="connsiteX2" fmla="*/ 30460 w 73221"/>
                <a:gd name="connsiteY2" fmla="*/ 423 h 23706"/>
                <a:gd name="connsiteX3" fmla="*/ 44695 w 73221"/>
                <a:gd name="connsiteY3" fmla="*/ 423 h 23706"/>
                <a:gd name="connsiteX4" fmla="*/ 57982 w 73221"/>
                <a:gd name="connsiteY4" fmla="*/ 4233 h 23706"/>
                <a:gd name="connsiteX5" fmla="*/ 73166 w 73221"/>
                <a:gd name="connsiteY5" fmla="*/ 10901 h 23706"/>
                <a:gd name="connsiteX6" fmla="*/ 54186 w 73221"/>
                <a:gd name="connsiteY6" fmla="*/ 19473 h 23706"/>
                <a:gd name="connsiteX7" fmla="*/ 39001 w 73221"/>
                <a:gd name="connsiteY7" fmla="*/ 23283 h 23706"/>
                <a:gd name="connsiteX8" fmla="*/ 23817 w 73221"/>
                <a:gd name="connsiteY8" fmla="*/ 23283 h 23706"/>
                <a:gd name="connsiteX9" fmla="*/ 8633 w 73221"/>
                <a:gd name="connsiteY9" fmla="*/ 18521 h 23706"/>
                <a:gd name="connsiteX10" fmla="*/ 92 w 73221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21" h="23706">
                  <a:moveTo>
                    <a:pt x="92" y="10901"/>
                  </a:moveTo>
                  <a:cubicBezTo>
                    <a:pt x="1041" y="3281"/>
                    <a:pt x="9582" y="4233"/>
                    <a:pt x="16225" y="3281"/>
                  </a:cubicBezTo>
                  <a:cubicBezTo>
                    <a:pt x="20021" y="2328"/>
                    <a:pt x="24766" y="1376"/>
                    <a:pt x="30460" y="423"/>
                  </a:cubicBezTo>
                  <a:cubicBezTo>
                    <a:pt x="34256" y="423"/>
                    <a:pt x="39950" y="-529"/>
                    <a:pt x="44695" y="423"/>
                  </a:cubicBezTo>
                  <a:cubicBezTo>
                    <a:pt x="49441" y="423"/>
                    <a:pt x="53237" y="3281"/>
                    <a:pt x="57982" y="4233"/>
                  </a:cubicBezTo>
                  <a:cubicBezTo>
                    <a:pt x="62727" y="6138"/>
                    <a:pt x="74115" y="2328"/>
                    <a:pt x="73166" y="10901"/>
                  </a:cubicBezTo>
                  <a:cubicBezTo>
                    <a:pt x="72217" y="19473"/>
                    <a:pt x="57982" y="18521"/>
                    <a:pt x="54186" y="19473"/>
                  </a:cubicBezTo>
                  <a:cubicBezTo>
                    <a:pt x="52288" y="19473"/>
                    <a:pt x="47543" y="23283"/>
                    <a:pt x="39001" y="23283"/>
                  </a:cubicBezTo>
                  <a:cubicBezTo>
                    <a:pt x="34256" y="23283"/>
                    <a:pt x="28562" y="24236"/>
                    <a:pt x="23817" y="23283"/>
                  </a:cubicBezTo>
                  <a:cubicBezTo>
                    <a:pt x="19072" y="22331"/>
                    <a:pt x="14327" y="20426"/>
                    <a:pt x="8633" y="18521"/>
                  </a:cubicBezTo>
                  <a:cubicBezTo>
                    <a:pt x="5786" y="16616"/>
                    <a:pt x="-857" y="13758"/>
                    <a:pt x="92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25E7CA-26B2-B796-62F7-1A60E7C3B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4631" y="3430288"/>
              <a:ext cx="76869" cy="25381"/>
            </a:xfrm>
            <a:custGeom>
              <a:avLst/>
              <a:gdLst>
                <a:gd name="connsiteX0" fmla="*/ 13286 w 76869"/>
                <a:gd name="connsiteY0" fmla="*/ 617 h 25381"/>
                <a:gd name="connsiteX1" fmla="*/ 0 w 76869"/>
                <a:gd name="connsiteY1" fmla="*/ 9189 h 25381"/>
                <a:gd name="connsiteX2" fmla="*/ 18980 w 76869"/>
                <a:gd name="connsiteY2" fmla="*/ 22524 h 25381"/>
                <a:gd name="connsiteX3" fmla="*/ 35113 w 76869"/>
                <a:gd name="connsiteY3" fmla="*/ 25382 h 25381"/>
                <a:gd name="connsiteX4" fmla="*/ 51247 w 76869"/>
                <a:gd name="connsiteY4" fmla="*/ 22524 h 25381"/>
                <a:gd name="connsiteX5" fmla="*/ 66431 w 76869"/>
                <a:gd name="connsiteY5" fmla="*/ 19667 h 25381"/>
                <a:gd name="connsiteX6" fmla="*/ 76870 w 76869"/>
                <a:gd name="connsiteY6" fmla="*/ 10142 h 25381"/>
                <a:gd name="connsiteX7" fmla="*/ 65482 w 76869"/>
                <a:gd name="connsiteY7" fmla="*/ 6332 h 25381"/>
                <a:gd name="connsiteX8" fmla="*/ 51247 w 76869"/>
                <a:gd name="connsiteY8" fmla="*/ 6332 h 25381"/>
                <a:gd name="connsiteX9" fmla="*/ 37011 w 76869"/>
                <a:gd name="connsiteY9" fmla="*/ 4427 h 25381"/>
                <a:gd name="connsiteX10" fmla="*/ 13286 w 76869"/>
                <a:gd name="connsiteY10" fmla="*/ 617 h 2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81">
                  <a:moveTo>
                    <a:pt x="13286" y="617"/>
                  </a:moveTo>
                  <a:cubicBezTo>
                    <a:pt x="7592" y="2522"/>
                    <a:pt x="0" y="5379"/>
                    <a:pt x="0" y="9189"/>
                  </a:cubicBezTo>
                  <a:cubicBezTo>
                    <a:pt x="0" y="14904"/>
                    <a:pt x="12337" y="20619"/>
                    <a:pt x="18980" y="22524"/>
                  </a:cubicBezTo>
                  <a:cubicBezTo>
                    <a:pt x="23725" y="23477"/>
                    <a:pt x="29419" y="25382"/>
                    <a:pt x="35113" y="25382"/>
                  </a:cubicBezTo>
                  <a:cubicBezTo>
                    <a:pt x="40807" y="25382"/>
                    <a:pt x="45553" y="23477"/>
                    <a:pt x="51247" y="22524"/>
                  </a:cubicBezTo>
                  <a:cubicBezTo>
                    <a:pt x="56941" y="21572"/>
                    <a:pt x="62635" y="21572"/>
                    <a:pt x="66431" y="19667"/>
                  </a:cubicBezTo>
                  <a:cubicBezTo>
                    <a:pt x="73074" y="17762"/>
                    <a:pt x="76870" y="14904"/>
                    <a:pt x="76870" y="10142"/>
                  </a:cubicBezTo>
                  <a:cubicBezTo>
                    <a:pt x="76870" y="5379"/>
                    <a:pt x="73074" y="6332"/>
                    <a:pt x="65482" y="6332"/>
                  </a:cubicBezTo>
                  <a:cubicBezTo>
                    <a:pt x="61686" y="6332"/>
                    <a:pt x="56941" y="6332"/>
                    <a:pt x="51247" y="6332"/>
                  </a:cubicBezTo>
                  <a:cubicBezTo>
                    <a:pt x="47451" y="6332"/>
                    <a:pt x="41756" y="5379"/>
                    <a:pt x="37011" y="4427"/>
                  </a:cubicBezTo>
                  <a:cubicBezTo>
                    <a:pt x="27521" y="1569"/>
                    <a:pt x="21827" y="-1288"/>
                    <a:pt x="13286" y="61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EB186B2-45BF-525B-E49E-73C4E13917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28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091E28-BB65-31CE-E5C6-CF96D2DBDA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490912"/>
              <a:ext cx="75063" cy="26345"/>
            </a:xfrm>
            <a:custGeom>
              <a:avLst/>
              <a:gdLst>
                <a:gd name="connsiteX0" fmla="*/ 0 w 75063"/>
                <a:gd name="connsiteY0" fmla="*/ 16193 h 26345"/>
                <a:gd name="connsiteX1" fmla="*/ 18031 w 75063"/>
                <a:gd name="connsiteY1" fmla="*/ 4763 h 26345"/>
                <a:gd name="connsiteX2" fmla="*/ 33215 w 75063"/>
                <a:gd name="connsiteY2" fmla="*/ 952 h 26345"/>
                <a:gd name="connsiteX3" fmla="*/ 48400 w 75063"/>
                <a:gd name="connsiteY3" fmla="*/ 0 h 26345"/>
                <a:gd name="connsiteX4" fmla="*/ 62635 w 75063"/>
                <a:gd name="connsiteY4" fmla="*/ 4763 h 26345"/>
                <a:gd name="connsiteX5" fmla="*/ 74972 w 75063"/>
                <a:gd name="connsiteY5" fmla="*/ 13335 h 26345"/>
                <a:gd name="connsiteX6" fmla="*/ 63584 w 75063"/>
                <a:gd name="connsiteY6" fmla="*/ 25718 h 26345"/>
                <a:gd name="connsiteX7" fmla="*/ 45553 w 75063"/>
                <a:gd name="connsiteY7" fmla="*/ 22860 h 26345"/>
                <a:gd name="connsiteX8" fmla="*/ 26572 w 75063"/>
                <a:gd name="connsiteY8" fmla="*/ 21907 h 26345"/>
                <a:gd name="connsiteX9" fmla="*/ 5694 w 75063"/>
                <a:gd name="connsiteY9" fmla="*/ 24765 h 26345"/>
                <a:gd name="connsiteX10" fmla="*/ 0 w 75063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345">
                  <a:moveTo>
                    <a:pt x="0" y="16193"/>
                  </a:moveTo>
                  <a:cubicBezTo>
                    <a:pt x="949" y="9525"/>
                    <a:pt x="13286" y="6668"/>
                    <a:pt x="18031" y="4763"/>
                  </a:cubicBezTo>
                  <a:cubicBezTo>
                    <a:pt x="22776" y="3810"/>
                    <a:pt x="27521" y="952"/>
                    <a:pt x="33215" y="952"/>
                  </a:cubicBezTo>
                  <a:cubicBezTo>
                    <a:pt x="37960" y="952"/>
                    <a:pt x="43655" y="0"/>
                    <a:pt x="48400" y="0"/>
                  </a:cubicBezTo>
                  <a:cubicBezTo>
                    <a:pt x="54094" y="952"/>
                    <a:pt x="58839" y="3810"/>
                    <a:pt x="62635" y="4763"/>
                  </a:cubicBezTo>
                  <a:cubicBezTo>
                    <a:pt x="69278" y="6668"/>
                    <a:pt x="74023" y="9525"/>
                    <a:pt x="74972" y="13335"/>
                  </a:cubicBezTo>
                  <a:cubicBezTo>
                    <a:pt x="75921" y="18098"/>
                    <a:pt x="69278" y="23813"/>
                    <a:pt x="63584" y="25718"/>
                  </a:cubicBezTo>
                  <a:cubicBezTo>
                    <a:pt x="56941" y="27623"/>
                    <a:pt x="52196" y="24765"/>
                    <a:pt x="45553" y="22860"/>
                  </a:cubicBezTo>
                  <a:cubicBezTo>
                    <a:pt x="40807" y="21907"/>
                    <a:pt x="35113" y="20955"/>
                    <a:pt x="26572" y="21907"/>
                  </a:cubicBezTo>
                  <a:cubicBezTo>
                    <a:pt x="16133" y="22860"/>
                    <a:pt x="11388" y="27623"/>
                    <a:pt x="5694" y="24765"/>
                  </a:cubicBezTo>
                  <a:cubicBezTo>
                    <a:pt x="1898" y="23813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60D6C2A-A300-D540-4AD0-8F7F9B7927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5665" y="3549967"/>
              <a:ext cx="75969" cy="23283"/>
            </a:xfrm>
            <a:custGeom>
              <a:avLst/>
              <a:gdLst>
                <a:gd name="connsiteX0" fmla="*/ 0 w 75969"/>
                <a:gd name="connsiteY0" fmla="*/ 11430 h 23283"/>
                <a:gd name="connsiteX1" fmla="*/ 16133 w 75969"/>
                <a:gd name="connsiteY1" fmla="*/ 4763 h 23283"/>
                <a:gd name="connsiteX2" fmla="*/ 30368 w 75969"/>
                <a:gd name="connsiteY2" fmla="*/ 1905 h 23283"/>
                <a:gd name="connsiteX3" fmla="*/ 44604 w 75969"/>
                <a:gd name="connsiteY3" fmla="*/ 0 h 23283"/>
                <a:gd name="connsiteX4" fmla="*/ 58839 w 75969"/>
                <a:gd name="connsiteY4" fmla="*/ 2857 h 23283"/>
                <a:gd name="connsiteX5" fmla="*/ 75921 w 75969"/>
                <a:gd name="connsiteY5" fmla="*/ 11430 h 23283"/>
                <a:gd name="connsiteX6" fmla="*/ 55992 w 75969"/>
                <a:gd name="connsiteY6" fmla="*/ 21907 h 23283"/>
                <a:gd name="connsiteX7" fmla="*/ 40807 w 75969"/>
                <a:gd name="connsiteY7" fmla="*/ 22860 h 23283"/>
                <a:gd name="connsiteX8" fmla="*/ 25623 w 75969"/>
                <a:gd name="connsiteY8" fmla="*/ 22860 h 23283"/>
                <a:gd name="connsiteX9" fmla="*/ 11388 w 75969"/>
                <a:gd name="connsiteY9" fmla="*/ 18097 h 23283"/>
                <a:gd name="connsiteX10" fmla="*/ 0 w 75969"/>
                <a:gd name="connsiteY10" fmla="*/ 11430 h 2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3283">
                  <a:moveTo>
                    <a:pt x="0" y="11430"/>
                  </a:moveTo>
                  <a:cubicBezTo>
                    <a:pt x="949" y="3810"/>
                    <a:pt x="9490" y="6668"/>
                    <a:pt x="16133" y="4763"/>
                  </a:cubicBezTo>
                  <a:cubicBezTo>
                    <a:pt x="19929" y="3810"/>
                    <a:pt x="24674" y="2857"/>
                    <a:pt x="30368" y="1905"/>
                  </a:cubicBezTo>
                  <a:cubicBezTo>
                    <a:pt x="34164" y="1905"/>
                    <a:pt x="38909" y="0"/>
                    <a:pt x="44604" y="0"/>
                  </a:cubicBezTo>
                  <a:cubicBezTo>
                    <a:pt x="49349" y="0"/>
                    <a:pt x="54094" y="952"/>
                    <a:pt x="58839" y="2857"/>
                  </a:cubicBezTo>
                  <a:cubicBezTo>
                    <a:pt x="63584" y="4763"/>
                    <a:pt x="76870" y="2857"/>
                    <a:pt x="75921" y="11430"/>
                  </a:cubicBezTo>
                  <a:cubicBezTo>
                    <a:pt x="74972" y="20002"/>
                    <a:pt x="59788" y="20955"/>
                    <a:pt x="55992" y="21907"/>
                  </a:cubicBezTo>
                  <a:cubicBezTo>
                    <a:pt x="54094" y="21907"/>
                    <a:pt x="48400" y="21907"/>
                    <a:pt x="40807" y="22860"/>
                  </a:cubicBezTo>
                  <a:cubicBezTo>
                    <a:pt x="36062" y="22860"/>
                    <a:pt x="31317" y="23813"/>
                    <a:pt x="25623" y="22860"/>
                  </a:cubicBezTo>
                  <a:cubicBezTo>
                    <a:pt x="20878" y="21907"/>
                    <a:pt x="16133" y="20002"/>
                    <a:pt x="11388" y="18097"/>
                  </a:cubicBezTo>
                  <a:cubicBezTo>
                    <a:pt x="6643" y="16193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F6390B7-ACB0-4B03-1A20-21BF2E0309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316" y="3629977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3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8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3"/>
                    <a:pt x="33457" y="953"/>
                  </a:cubicBezTo>
                  <a:cubicBezTo>
                    <a:pt x="38202" y="953"/>
                    <a:pt x="43896" y="0"/>
                    <a:pt x="48641" y="0"/>
                  </a:cubicBezTo>
                  <a:cubicBezTo>
                    <a:pt x="54335" y="953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8"/>
                    <a:pt x="34406" y="20955"/>
                    <a:pt x="25865" y="21908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20002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6AB0285-16AD-A8E5-F141-4319553344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543" y="3519487"/>
              <a:ext cx="76107" cy="26532"/>
            </a:xfrm>
            <a:custGeom>
              <a:avLst/>
              <a:gdLst>
                <a:gd name="connsiteX0" fmla="*/ 14301 w 76107"/>
                <a:gd name="connsiteY0" fmla="*/ 22860 h 26532"/>
                <a:gd name="connsiteX1" fmla="*/ 66 w 76107"/>
                <a:gd name="connsiteY1" fmla="*/ 14288 h 26532"/>
                <a:gd name="connsiteX2" fmla="*/ 16199 w 76107"/>
                <a:gd name="connsiteY2" fmla="*/ 0 h 26532"/>
                <a:gd name="connsiteX3" fmla="*/ 38026 w 76107"/>
                <a:gd name="connsiteY3" fmla="*/ 6668 h 26532"/>
                <a:gd name="connsiteX4" fmla="*/ 52262 w 76107"/>
                <a:gd name="connsiteY4" fmla="*/ 5715 h 26532"/>
                <a:gd name="connsiteX5" fmla="*/ 65548 w 76107"/>
                <a:gd name="connsiteY5" fmla="*/ 1905 h 26532"/>
                <a:gd name="connsiteX6" fmla="*/ 75987 w 76107"/>
                <a:gd name="connsiteY6" fmla="*/ 12382 h 26532"/>
                <a:gd name="connsiteX7" fmla="*/ 65548 w 76107"/>
                <a:gd name="connsiteY7" fmla="*/ 25718 h 26532"/>
                <a:gd name="connsiteX8" fmla="*/ 52262 w 76107"/>
                <a:gd name="connsiteY8" fmla="*/ 24765 h 26532"/>
                <a:gd name="connsiteX9" fmla="*/ 38975 w 76107"/>
                <a:gd name="connsiteY9" fmla="*/ 21907 h 26532"/>
                <a:gd name="connsiteX10" fmla="*/ 14301 w 76107"/>
                <a:gd name="connsiteY10" fmla="*/ 22860 h 2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07" h="26532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5715"/>
                    <a:pt x="38026" y="6668"/>
                  </a:cubicBezTo>
                  <a:cubicBezTo>
                    <a:pt x="43720" y="6668"/>
                    <a:pt x="48465" y="6668"/>
                    <a:pt x="52262" y="5715"/>
                  </a:cubicBezTo>
                  <a:cubicBezTo>
                    <a:pt x="56058" y="4763"/>
                    <a:pt x="59854" y="952"/>
                    <a:pt x="65548" y="1905"/>
                  </a:cubicBezTo>
                  <a:cubicBezTo>
                    <a:pt x="70293" y="2857"/>
                    <a:pt x="75038" y="7620"/>
                    <a:pt x="75987" y="12382"/>
                  </a:cubicBezTo>
                  <a:cubicBezTo>
                    <a:pt x="76936" y="18098"/>
                    <a:pt x="72191" y="23813"/>
                    <a:pt x="65548" y="25718"/>
                  </a:cubicBezTo>
                  <a:cubicBezTo>
                    <a:pt x="60803" y="27623"/>
                    <a:pt x="57007" y="25718"/>
                    <a:pt x="52262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5689" y="20955"/>
                    <a:pt x="22842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D3DC64F-5FBC-EB44-0F20-0612CF2866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54" y="3576637"/>
              <a:ext cx="76097" cy="20955"/>
            </a:xfrm>
            <a:custGeom>
              <a:avLst/>
              <a:gdLst>
                <a:gd name="connsiteX0" fmla="*/ 66534 w 76097"/>
                <a:gd name="connsiteY0" fmla="*/ 1905 h 20955"/>
                <a:gd name="connsiteX1" fmla="*/ 76024 w 76097"/>
                <a:gd name="connsiteY1" fmla="*/ 7620 h 20955"/>
                <a:gd name="connsiteX2" fmla="*/ 63687 w 76097"/>
                <a:gd name="connsiteY2" fmla="*/ 20002 h 20955"/>
                <a:gd name="connsiteX3" fmla="*/ 46605 w 76097"/>
                <a:gd name="connsiteY3" fmla="*/ 20955 h 20955"/>
                <a:gd name="connsiteX4" fmla="*/ 29523 w 76097"/>
                <a:gd name="connsiteY4" fmla="*/ 20002 h 20955"/>
                <a:gd name="connsiteX5" fmla="*/ 12441 w 76097"/>
                <a:gd name="connsiteY5" fmla="*/ 19050 h 20955"/>
                <a:gd name="connsiteX6" fmla="*/ 103 w 76097"/>
                <a:gd name="connsiteY6" fmla="*/ 7620 h 20955"/>
                <a:gd name="connsiteX7" fmla="*/ 16237 w 76097"/>
                <a:gd name="connsiteY7" fmla="*/ 2857 h 20955"/>
                <a:gd name="connsiteX8" fmla="*/ 33319 w 76097"/>
                <a:gd name="connsiteY8" fmla="*/ 952 h 20955"/>
                <a:gd name="connsiteX9" fmla="*/ 50401 w 76097"/>
                <a:gd name="connsiteY9" fmla="*/ 0 h 20955"/>
                <a:gd name="connsiteX10" fmla="*/ 66534 w 76097"/>
                <a:gd name="connsiteY10" fmla="*/ 1905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5">
                  <a:moveTo>
                    <a:pt x="66534" y="1905"/>
                  </a:moveTo>
                  <a:cubicBezTo>
                    <a:pt x="71279" y="2857"/>
                    <a:pt x="75075" y="5715"/>
                    <a:pt x="76024" y="7620"/>
                  </a:cubicBezTo>
                  <a:cubicBezTo>
                    <a:pt x="76973" y="12382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2"/>
                    <a:pt x="103" y="7620"/>
                  </a:cubicBezTo>
                  <a:cubicBezTo>
                    <a:pt x="1052" y="4763"/>
                    <a:pt x="7696" y="3810"/>
                    <a:pt x="16237" y="2857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5146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7C670EB-EC2C-4072-5B8F-EE4EBFF033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492817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5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3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5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3"/>
                  </a:cubicBezTo>
                  <a:cubicBezTo>
                    <a:pt x="6643" y="14288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8A95FC4-8F4E-7539-C3AC-6A464F7C8C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028950"/>
              <a:ext cx="9490" cy="9525"/>
            </a:xfrm>
            <a:custGeom>
              <a:avLst/>
              <a:gdLst/>
              <a:ahLst/>
              <a:cxnLst/>
              <a:rect l="l" t="t" r="r" b="b"/>
              <a:pathLst>
                <a:path w="9490" h="9525"/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2A82BAC-EAED-E74A-ADD5-AAA63D70F6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717607"/>
              <a:ext cx="76084" cy="26817"/>
            </a:xfrm>
            <a:custGeom>
              <a:avLst/>
              <a:gdLst>
                <a:gd name="connsiteX0" fmla="*/ 12410 w 76084"/>
                <a:gd name="connsiteY0" fmla="*/ 23813 h 26817"/>
                <a:gd name="connsiteX1" fmla="*/ 72 w 76084"/>
                <a:gd name="connsiteY1" fmla="*/ 13335 h 26817"/>
                <a:gd name="connsiteX2" fmla="*/ 16206 w 76084"/>
                <a:gd name="connsiteY2" fmla="*/ 0 h 26817"/>
                <a:gd name="connsiteX3" fmla="*/ 38033 w 76084"/>
                <a:gd name="connsiteY3" fmla="*/ 4763 h 26817"/>
                <a:gd name="connsiteX4" fmla="*/ 51319 w 76084"/>
                <a:gd name="connsiteY4" fmla="*/ 4763 h 26817"/>
                <a:gd name="connsiteX5" fmla="*/ 64605 w 76084"/>
                <a:gd name="connsiteY5" fmla="*/ 3810 h 26817"/>
                <a:gd name="connsiteX6" fmla="*/ 75993 w 76084"/>
                <a:gd name="connsiteY6" fmla="*/ 11430 h 26817"/>
                <a:gd name="connsiteX7" fmla="*/ 64605 w 76084"/>
                <a:gd name="connsiteY7" fmla="*/ 25717 h 26817"/>
                <a:gd name="connsiteX8" fmla="*/ 50370 w 76084"/>
                <a:gd name="connsiteY8" fmla="*/ 25717 h 26817"/>
                <a:gd name="connsiteX9" fmla="*/ 37084 w 76084"/>
                <a:gd name="connsiteY9" fmla="*/ 23813 h 26817"/>
                <a:gd name="connsiteX10" fmla="*/ 12410 w 76084"/>
                <a:gd name="connsiteY10" fmla="*/ 23813 h 2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84" h="26817">
                  <a:moveTo>
                    <a:pt x="12410" y="23813"/>
                  </a:moveTo>
                  <a:cubicBezTo>
                    <a:pt x="9563" y="22860"/>
                    <a:pt x="1021" y="19050"/>
                    <a:pt x="72" y="13335"/>
                  </a:cubicBezTo>
                  <a:cubicBezTo>
                    <a:pt x="-877" y="7620"/>
                    <a:pt x="7664" y="0"/>
                    <a:pt x="16206" y="0"/>
                  </a:cubicBezTo>
                  <a:cubicBezTo>
                    <a:pt x="25696" y="0"/>
                    <a:pt x="27594" y="3810"/>
                    <a:pt x="38033" y="4763"/>
                  </a:cubicBezTo>
                  <a:cubicBezTo>
                    <a:pt x="43727" y="4763"/>
                    <a:pt x="47523" y="5715"/>
                    <a:pt x="51319" y="4763"/>
                  </a:cubicBezTo>
                  <a:cubicBezTo>
                    <a:pt x="55115" y="3810"/>
                    <a:pt x="58911" y="2857"/>
                    <a:pt x="64605" y="3810"/>
                  </a:cubicBezTo>
                  <a:cubicBezTo>
                    <a:pt x="69350" y="4763"/>
                    <a:pt x="75044" y="7620"/>
                    <a:pt x="75993" y="11430"/>
                  </a:cubicBezTo>
                  <a:cubicBezTo>
                    <a:pt x="76942" y="17145"/>
                    <a:pt x="70299" y="23813"/>
                    <a:pt x="64605" y="25717"/>
                  </a:cubicBezTo>
                  <a:cubicBezTo>
                    <a:pt x="59860" y="27622"/>
                    <a:pt x="56064" y="26670"/>
                    <a:pt x="50370" y="25717"/>
                  </a:cubicBezTo>
                  <a:cubicBezTo>
                    <a:pt x="46574" y="24765"/>
                    <a:pt x="42778" y="23813"/>
                    <a:pt x="37084" y="23813"/>
                  </a:cubicBezTo>
                  <a:cubicBezTo>
                    <a:pt x="23798" y="22860"/>
                    <a:pt x="20951" y="25717"/>
                    <a:pt x="12410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CCC8341-5220-8BA9-50B5-A59972595E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544160"/>
              <a:ext cx="74971" cy="25809"/>
            </a:xfrm>
            <a:custGeom>
              <a:avLst/>
              <a:gdLst>
                <a:gd name="connsiteX0" fmla="*/ 11388 w 74971"/>
                <a:gd name="connsiteY0" fmla="*/ 1044 h 25809"/>
                <a:gd name="connsiteX1" fmla="*/ 0 w 74971"/>
                <a:gd name="connsiteY1" fmla="*/ 10569 h 25809"/>
                <a:gd name="connsiteX2" fmla="*/ 17082 w 74971"/>
                <a:gd name="connsiteY2" fmla="*/ 22952 h 25809"/>
                <a:gd name="connsiteX3" fmla="*/ 33215 w 74971"/>
                <a:gd name="connsiteY3" fmla="*/ 25809 h 25809"/>
                <a:gd name="connsiteX4" fmla="*/ 49349 w 74971"/>
                <a:gd name="connsiteY4" fmla="*/ 24857 h 25809"/>
                <a:gd name="connsiteX5" fmla="*/ 64533 w 74971"/>
                <a:gd name="connsiteY5" fmla="*/ 20094 h 25809"/>
                <a:gd name="connsiteX6" fmla="*/ 74972 w 74971"/>
                <a:gd name="connsiteY6" fmla="*/ 10569 h 25809"/>
                <a:gd name="connsiteX7" fmla="*/ 63584 w 74971"/>
                <a:gd name="connsiteY7" fmla="*/ 5807 h 25809"/>
                <a:gd name="connsiteX8" fmla="*/ 49349 w 74971"/>
                <a:gd name="connsiteY8" fmla="*/ 4854 h 25809"/>
                <a:gd name="connsiteX9" fmla="*/ 35113 w 74971"/>
                <a:gd name="connsiteY9" fmla="*/ 2949 h 25809"/>
                <a:gd name="connsiteX10" fmla="*/ 11388 w 74971"/>
                <a:gd name="connsiteY10" fmla="*/ 1044 h 2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809">
                  <a:moveTo>
                    <a:pt x="11388" y="1044"/>
                  </a:moveTo>
                  <a:cubicBezTo>
                    <a:pt x="5694" y="2949"/>
                    <a:pt x="0" y="6759"/>
                    <a:pt x="0" y="10569"/>
                  </a:cubicBezTo>
                  <a:cubicBezTo>
                    <a:pt x="0" y="16284"/>
                    <a:pt x="11388" y="21999"/>
                    <a:pt x="17082" y="22952"/>
                  </a:cubicBezTo>
                  <a:cubicBezTo>
                    <a:pt x="21827" y="23904"/>
                    <a:pt x="27521" y="25809"/>
                    <a:pt x="33215" y="25809"/>
                  </a:cubicBezTo>
                  <a:cubicBezTo>
                    <a:pt x="38909" y="25809"/>
                    <a:pt x="44604" y="24857"/>
                    <a:pt x="49349" y="24857"/>
                  </a:cubicBezTo>
                  <a:cubicBezTo>
                    <a:pt x="55043" y="23904"/>
                    <a:pt x="59788" y="21999"/>
                    <a:pt x="64533" y="20094"/>
                  </a:cubicBezTo>
                  <a:cubicBezTo>
                    <a:pt x="71176" y="17237"/>
                    <a:pt x="74972" y="14379"/>
                    <a:pt x="74972" y="10569"/>
                  </a:cubicBezTo>
                  <a:cubicBezTo>
                    <a:pt x="74972" y="5807"/>
                    <a:pt x="71176" y="5807"/>
                    <a:pt x="63584" y="5807"/>
                  </a:cubicBezTo>
                  <a:cubicBezTo>
                    <a:pt x="59788" y="5807"/>
                    <a:pt x="55043" y="4854"/>
                    <a:pt x="49349" y="4854"/>
                  </a:cubicBezTo>
                  <a:cubicBezTo>
                    <a:pt x="45553" y="4854"/>
                    <a:pt x="39858" y="4854"/>
                    <a:pt x="35113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1E5E973-EEB6-3DC1-0831-F18BCFC393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657600"/>
              <a:ext cx="76097" cy="20954"/>
            </a:xfrm>
            <a:custGeom>
              <a:avLst/>
              <a:gdLst>
                <a:gd name="connsiteX0" fmla="*/ 66534 w 76097"/>
                <a:gd name="connsiteY0" fmla="*/ 1905 h 20954"/>
                <a:gd name="connsiteX1" fmla="*/ 76024 w 76097"/>
                <a:gd name="connsiteY1" fmla="*/ 7620 h 20954"/>
                <a:gd name="connsiteX2" fmla="*/ 63687 w 76097"/>
                <a:gd name="connsiteY2" fmla="*/ 20002 h 20954"/>
                <a:gd name="connsiteX3" fmla="*/ 46605 w 76097"/>
                <a:gd name="connsiteY3" fmla="*/ 20955 h 20954"/>
                <a:gd name="connsiteX4" fmla="*/ 29523 w 76097"/>
                <a:gd name="connsiteY4" fmla="*/ 20002 h 20954"/>
                <a:gd name="connsiteX5" fmla="*/ 12441 w 76097"/>
                <a:gd name="connsiteY5" fmla="*/ 19050 h 20954"/>
                <a:gd name="connsiteX6" fmla="*/ 103 w 76097"/>
                <a:gd name="connsiteY6" fmla="*/ 7620 h 20954"/>
                <a:gd name="connsiteX7" fmla="*/ 16237 w 76097"/>
                <a:gd name="connsiteY7" fmla="*/ 2858 h 20954"/>
                <a:gd name="connsiteX8" fmla="*/ 33319 w 76097"/>
                <a:gd name="connsiteY8" fmla="*/ 952 h 20954"/>
                <a:gd name="connsiteX9" fmla="*/ 50401 w 76097"/>
                <a:gd name="connsiteY9" fmla="*/ 0 h 20954"/>
                <a:gd name="connsiteX10" fmla="*/ 66534 w 76097"/>
                <a:gd name="connsiteY10" fmla="*/ 190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4">
                  <a:moveTo>
                    <a:pt x="66534" y="1905"/>
                  </a:moveTo>
                  <a:cubicBezTo>
                    <a:pt x="71279" y="2858"/>
                    <a:pt x="75075" y="5715"/>
                    <a:pt x="76024" y="7620"/>
                  </a:cubicBezTo>
                  <a:cubicBezTo>
                    <a:pt x="76973" y="12383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3"/>
                    <a:pt x="103" y="7620"/>
                  </a:cubicBezTo>
                  <a:cubicBezTo>
                    <a:pt x="1053" y="4763"/>
                    <a:pt x="7696" y="3810"/>
                    <a:pt x="16237" y="2858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6095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946F8D8-E732-DC14-E5A0-09706F999F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511" y="3604789"/>
              <a:ext cx="73319" cy="18520"/>
            </a:xfrm>
            <a:custGeom>
              <a:avLst/>
              <a:gdLst>
                <a:gd name="connsiteX0" fmla="*/ 246 w 73319"/>
                <a:gd name="connsiteY0" fmla="*/ 7091 h 18520"/>
                <a:gd name="connsiteX1" fmla="*/ 15430 w 73319"/>
                <a:gd name="connsiteY1" fmla="*/ 17568 h 18520"/>
                <a:gd name="connsiteX2" fmla="*/ 30614 w 73319"/>
                <a:gd name="connsiteY2" fmla="*/ 18521 h 18520"/>
                <a:gd name="connsiteX3" fmla="*/ 45798 w 73319"/>
                <a:gd name="connsiteY3" fmla="*/ 18521 h 18520"/>
                <a:gd name="connsiteX4" fmla="*/ 60982 w 73319"/>
                <a:gd name="connsiteY4" fmla="*/ 16616 h 18520"/>
                <a:gd name="connsiteX5" fmla="*/ 73319 w 73319"/>
                <a:gd name="connsiteY5" fmla="*/ 8996 h 18520"/>
                <a:gd name="connsiteX6" fmla="*/ 60982 w 73319"/>
                <a:gd name="connsiteY6" fmla="*/ 2328 h 18520"/>
                <a:gd name="connsiteX7" fmla="*/ 45798 w 73319"/>
                <a:gd name="connsiteY7" fmla="*/ 423 h 18520"/>
                <a:gd name="connsiteX8" fmla="*/ 30614 w 73319"/>
                <a:gd name="connsiteY8" fmla="*/ 423 h 18520"/>
                <a:gd name="connsiteX9" fmla="*/ 13532 w 73319"/>
                <a:gd name="connsiteY9" fmla="*/ 423 h 18520"/>
                <a:gd name="connsiteX10" fmla="*/ 246 w 73319"/>
                <a:gd name="connsiteY10" fmla="*/ 7091 h 1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8520">
                  <a:moveTo>
                    <a:pt x="246" y="7091"/>
                  </a:moveTo>
                  <a:cubicBezTo>
                    <a:pt x="-1652" y="11853"/>
                    <a:pt x="7838" y="17568"/>
                    <a:pt x="15430" y="17568"/>
                  </a:cubicBezTo>
                  <a:cubicBezTo>
                    <a:pt x="20175" y="17568"/>
                    <a:pt x="25869" y="18521"/>
                    <a:pt x="30614" y="18521"/>
                  </a:cubicBezTo>
                  <a:cubicBezTo>
                    <a:pt x="36308" y="18521"/>
                    <a:pt x="41053" y="18521"/>
                    <a:pt x="45798" y="18521"/>
                  </a:cubicBezTo>
                  <a:cubicBezTo>
                    <a:pt x="51492" y="18521"/>
                    <a:pt x="57186" y="17568"/>
                    <a:pt x="60982" y="16616"/>
                  </a:cubicBezTo>
                  <a:cubicBezTo>
                    <a:pt x="68574" y="15663"/>
                    <a:pt x="73319" y="12806"/>
                    <a:pt x="73319" y="8996"/>
                  </a:cubicBezTo>
                  <a:cubicBezTo>
                    <a:pt x="73319" y="6138"/>
                    <a:pt x="67625" y="4233"/>
                    <a:pt x="60982" y="2328"/>
                  </a:cubicBezTo>
                  <a:cubicBezTo>
                    <a:pt x="56237" y="1376"/>
                    <a:pt x="51492" y="1376"/>
                    <a:pt x="45798" y="423"/>
                  </a:cubicBezTo>
                  <a:cubicBezTo>
                    <a:pt x="41053" y="-529"/>
                    <a:pt x="35359" y="423"/>
                    <a:pt x="30614" y="423"/>
                  </a:cubicBezTo>
                  <a:cubicBezTo>
                    <a:pt x="27767" y="423"/>
                    <a:pt x="20175" y="-529"/>
                    <a:pt x="13532" y="423"/>
                  </a:cubicBezTo>
                  <a:cubicBezTo>
                    <a:pt x="7838" y="2328"/>
                    <a:pt x="1195" y="3281"/>
                    <a:pt x="246" y="709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CFA4B3F-48BF-D652-2AE3-EB9C443F1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904" y="3515677"/>
              <a:ext cx="76001" cy="27146"/>
            </a:xfrm>
            <a:custGeom>
              <a:avLst/>
              <a:gdLst>
                <a:gd name="connsiteX0" fmla="*/ 0 w 76001"/>
                <a:gd name="connsiteY0" fmla="*/ 16193 h 27146"/>
                <a:gd name="connsiteX1" fmla="*/ 18980 w 76001"/>
                <a:gd name="connsiteY1" fmla="*/ 2858 h 27146"/>
                <a:gd name="connsiteX2" fmla="*/ 34164 w 76001"/>
                <a:gd name="connsiteY2" fmla="*/ 0 h 27146"/>
                <a:gd name="connsiteX3" fmla="*/ 49349 w 76001"/>
                <a:gd name="connsiteY3" fmla="*/ 2858 h 27146"/>
                <a:gd name="connsiteX4" fmla="*/ 64533 w 76001"/>
                <a:gd name="connsiteY4" fmla="*/ 4763 h 27146"/>
                <a:gd name="connsiteX5" fmla="*/ 75921 w 76001"/>
                <a:gd name="connsiteY5" fmla="*/ 14288 h 27146"/>
                <a:gd name="connsiteX6" fmla="*/ 63584 w 76001"/>
                <a:gd name="connsiteY6" fmla="*/ 25718 h 27146"/>
                <a:gd name="connsiteX7" fmla="*/ 45553 w 76001"/>
                <a:gd name="connsiteY7" fmla="*/ 25718 h 27146"/>
                <a:gd name="connsiteX8" fmla="*/ 27521 w 76001"/>
                <a:gd name="connsiteY8" fmla="*/ 22860 h 27146"/>
                <a:gd name="connsiteX9" fmla="*/ 6643 w 76001"/>
                <a:gd name="connsiteY9" fmla="*/ 26670 h 27146"/>
                <a:gd name="connsiteX10" fmla="*/ 0 w 76001"/>
                <a:gd name="connsiteY10" fmla="*/ 16193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7146">
                  <a:moveTo>
                    <a:pt x="0" y="16193"/>
                  </a:moveTo>
                  <a:cubicBezTo>
                    <a:pt x="949" y="9525"/>
                    <a:pt x="13286" y="4763"/>
                    <a:pt x="18980" y="2858"/>
                  </a:cubicBezTo>
                  <a:cubicBezTo>
                    <a:pt x="23725" y="1905"/>
                    <a:pt x="29419" y="953"/>
                    <a:pt x="34164" y="0"/>
                  </a:cubicBezTo>
                  <a:cubicBezTo>
                    <a:pt x="38909" y="0"/>
                    <a:pt x="44604" y="1905"/>
                    <a:pt x="49349" y="2858"/>
                  </a:cubicBezTo>
                  <a:cubicBezTo>
                    <a:pt x="55043" y="3810"/>
                    <a:pt x="60737" y="2858"/>
                    <a:pt x="64533" y="4763"/>
                  </a:cubicBezTo>
                  <a:cubicBezTo>
                    <a:pt x="71176" y="6668"/>
                    <a:pt x="75921" y="10478"/>
                    <a:pt x="75921" y="14288"/>
                  </a:cubicBezTo>
                  <a:cubicBezTo>
                    <a:pt x="76870" y="19050"/>
                    <a:pt x="69278" y="22860"/>
                    <a:pt x="63584" y="25718"/>
                  </a:cubicBezTo>
                  <a:cubicBezTo>
                    <a:pt x="56941" y="27623"/>
                    <a:pt x="52196" y="27623"/>
                    <a:pt x="45553" y="25718"/>
                  </a:cubicBezTo>
                  <a:cubicBezTo>
                    <a:pt x="40808" y="24765"/>
                    <a:pt x="35113" y="21908"/>
                    <a:pt x="27521" y="22860"/>
                  </a:cubicBezTo>
                  <a:cubicBezTo>
                    <a:pt x="17082" y="23813"/>
                    <a:pt x="12337" y="28575"/>
                    <a:pt x="6643" y="26670"/>
                  </a:cubicBezTo>
                  <a:cubicBezTo>
                    <a:pt x="2847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42B5A2-5CBD-483E-327E-D43DEF4E97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823" y="3574732"/>
              <a:ext cx="76054" cy="25031"/>
            </a:xfrm>
            <a:custGeom>
              <a:avLst/>
              <a:gdLst>
                <a:gd name="connsiteX0" fmla="*/ 81 w 76054"/>
                <a:gd name="connsiteY0" fmla="*/ 11430 h 25031"/>
                <a:gd name="connsiteX1" fmla="*/ 18113 w 76054"/>
                <a:gd name="connsiteY1" fmla="*/ 5715 h 25031"/>
                <a:gd name="connsiteX2" fmla="*/ 31399 w 76054"/>
                <a:gd name="connsiteY2" fmla="*/ 0 h 25031"/>
                <a:gd name="connsiteX3" fmla="*/ 45634 w 76054"/>
                <a:gd name="connsiteY3" fmla="*/ 1905 h 25031"/>
                <a:gd name="connsiteX4" fmla="*/ 59869 w 76054"/>
                <a:gd name="connsiteY4" fmla="*/ 3810 h 25031"/>
                <a:gd name="connsiteX5" fmla="*/ 76002 w 76054"/>
                <a:gd name="connsiteY5" fmla="*/ 12382 h 25031"/>
                <a:gd name="connsiteX6" fmla="*/ 56073 w 76054"/>
                <a:gd name="connsiteY6" fmla="*/ 21907 h 25031"/>
                <a:gd name="connsiteX7" fmla="*/ 40889 w 76054"/>
                <a:gd name="connsiteY7" fmla="*/ 23813 h 25031"/>
                <a:gd name="connsiteX8" fmla="*/ 25705 w 76054"/>
                <a:gd name="connsiteY8" fmla="*/ 24765 h 25031"/>
                <a:gd name="connsiteX9" fmla="*/ 10520 w 76054"/>
                <a:gd name="connsiteY9" fmla="*/ 21907 h 25031"/>
                <a:gd name="connsiteX10" fmla="*/ 81 w 76054"/>
                <a:gd name="connsiteY10" fmla="*/ 11430 h 2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4" h="25031">
                  <a:moveTo>
                    <a:pt x="81" y="11430"/>
                  </a:moveTo>
                  <a:cubicBezTo>
                    <a:pt x="1030" y="3810"/>
                    <a:pt x="11469" y="6668"/>
                    <a:pt x="18113" y="5715"/>
                  </a:cubicBezTo>
                  <a:cubicBezTo>
                    <a:pt x="21909" y="4763"/>
                    <a:pt x="25705" y="953"/>
                    <a:pt x="31399" y="0"/>
                  </a:cubicBezTo>
                  <a:cubicBezTo>
                    <a:pt x="35195" y="0"/>
                    <a:pt x="40889" y="953"/>
                    <a:pt x="45634" y="1905"/>
                  </a:cubicBezTo>
                  <a:cubicBezTo>
                    <a:pt x="50379" y="1905"/>
                    <a:pt x="55124" y="1905"/>
                    <a:pt x="59869" y="3810"/>
                  </a:cubicBezTo>
                  <a:cubicBezTo>
                    <a:pt x="64614" y="5715"/>
                    <a:pt x="76951" y="3810"/>
                    <a:pt x="76002" y="12382"/>
                  </a:cubicBezTo>
                  <a:cubicBezTo>
                    <a:pt x="75053" y="20955"/>
                    <a:pt x="59869" y="20955"/>
                    <a:pt x="56073" y="21907"/>
                  </a:cubicBezTo>
                  <a:cubicBezTo>
                    <a:pt x="54175" y="21907"/>
                    <a:pt x="48481" y="22860"/>
                    <a:pt x="40889" y="23813"/>
                  </a:cubicBezTo>
                  <a:cubicBezTo>
                    <a:pt x="36144" y="23813"/>
                    <a:pt x="31399" y="25718"/>
                    <a:pt x="25705" y="24765"/>
                  </a:cubicBezTo>
                  <a:cubicBezTo>
                    <a:pt x="20960" y="23813"/>
                    <a:pt x="15266" y="23813"/>
                    <a:pt x="10520" y="21907"/>
                  </a:cubicBezTo>
                  <a:cubicBezTo>
                    <a:pt x="6724" y="19050"/>
                    <a:pt x="-868" y="15240"/>
                    <a:pt x="81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4BA8603-B6C1-59B0-E4D4-45E03F39B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8787" y="3631882"/>
              <a:ext cx="77026" cy="28148"/>
            </a:xfrm>
            <a:custGeom>
              <a:avLst/>
              <a:gdLst>
                <a:gd name="connsiteX0" fmla="*/ 14301 w 77026"/>
                <a:gd name="connsiteY0" fmla="*/ 21907 h 28148"/>
                <a:gd name="connsiteX1" fmla="*/ 66 w 77026"/>
                <a:gd name="connsiteY1" fmla="*/ 14288 h 28148"/>
                <a:gd name="connsiteX2" fmla="*/ 16199 w 77026"/>
                <a:gd name="connsiteY2" fmla="*/ 0 h 28148"/>
                <a:gd name="connsiteX3" fmla="*/ 38026 w 77026"/>
                <a:gd name="connsiteY3" fmla="*/ 4763 h 28148"/>
                <a:gd name="connsiteX4" fmla="*/ 51312 w 77026"/>
                <a:gd name="connsiteY4" fmla="*/ 4763 h 28148"/>
                <a:gd name="connsiteX5" fmla="*/ 64599 w 77026"/>
                <a:gd name="connsiteY5" fmla="*/ 4763 h 28148"/>
                <a:gd name="connsiteX6" fmla="*/ 76936 w 77026"/>
                <a:gd name="connsiteY6" fmla="*/ 12382 h 28148"/>
                <a:gd name="connsiteX7" fmla="*/ 65548 w 77026"/>
                <a:gd name="connsiteY7" fmla="*/ 27622 h 28148"/>
                <a:gd name="connsiteX8" fmla="*/ 52261 w 77026"/>
                <a:gd name="connsiteY8" fmla="*/ 24765 h 28148"/>
                <a:gd name="connsiteX9" fmla="*/ 38026 w 77026"/>
                <a:gd name="connsiteY9" fmla="*/ 25718 h 28148"/>
                <a:gd name="connsiteX10" fmla="*/ 14301 w 77026"/>
                <a:gd name="connsiteY10" fmla="*/ 21907 h 2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8148">
                  <a:moveTo>
                    <a:pt x="14301" y="21907"/>
                  </a:moveTo>
                  <a:cubicBezTo>
                    <a:pt x="11454" y="20955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6199" y="0"/>
                  </a:cubicBezTo>
                  <a:cubicBezTo>
                    <a:pt x="25689" y="0"/>
                    <a:pt x="27587" y="3810"/>
                    <a:pt x="38026" y="4763"/>
                  </a:cubicBezTo>
                  <a:cubicBezTo>
                    <a:pt x="43720" y="4763"/>
                    <a:pt x="47516" y="5715"/>
                    <a:pt x="51312" y="4763"/>
                  </a:cubicBezTo>
                  <a:cubicBezTo>
                    <a:pt x="55109" y="3810"/>
                    <a:pt x="58905" y="3810"/>
                    <a:pt x="64599" y="4763"/>
                  </a:cubicBezTo>
                  <a:cubicBezTo>
                    <a:pt x="69344" y="5715"/>
                    <a:pt x="75987" y="8572"/>
                    <a:pt x="76936" y="12382"/>
                  </a:cubicBezTo>
                  <a:cubicBezTo>
                    <a:pt x="77885" y="18097"/>
                    <a:pt x="71242" y="24765"/>
                    <a:pt x="65548" y="27622"/>
                  </a:cubicBezTo>
                  <a:cubicBezTo>
                    <a:pt x="60803" y="29528"/>
                    <a:pt x="57007" y="25718"/>
                    <a:pt x="52261" y="24765"/>
                  </a:cubicBezTo>
                  <a:cubicBezTo>
                    <a:pt x="48465" y="23813"/>
                    <a:pt x="44669" y="25718"/>
                    <a:pt x="38026" y="25718"/>
                  </a:cubicBezTo>
                  <a:cubicBezTo>
                    <a:pt x="25689" y="23813"/>
                    <a:pt x="22842" y="23813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963B3F1-2974-3258-345D-05797E754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802" y="3689276"/>
              <a:ext cx="74971" cy="25473"/>
            </a:xfrm>
            <a:custGeom>
              <a:avLst/>
              <a:gdLst>
                <a:gd name="connsiteX0" fmla="*/ 11388 w 74971"/>
                <a:gd name="connsiteY0" fmla="*/ 1661 h 25473"/>
                <a:gd name="connsiteX1" fmla="*/ 0 w 74971"/>
                <a:gd name="connsiteY1" fmla="*/ 11186 h 25473"/>
                <a:gd name="connsiteX2" fmla="*/ 17082 w 74971"/>
                <a:gd name="connsiteY2" fmla="*/ 23569 h 25473"/>
                <a:gd name="connsiteX3" fmla="*/ 33215 w 74971"/>
                <a:gd name="connsiteY3" fmla="*/ 24521 h 25473"/>
                <a:gd name="connsiteX4" fmla="*/ 49349 w 74971"/>
                <a:gd name="connsiteY4" fmla="*/ 25474 h 25473"/>
                <a:gd name="connsiteX5" fmla="*/ 64533 w 74971"/>
                <a:gd name="connsiteY5" fmla="*/ 22616 h 25473"/>
                <a:gd name="connsiteX6" fmla="*/ 74972 w 74971"/>
                <a:gd name="connsiteY6" fmla="*/ 12139 h 25473"/>
                <a:gd name="connsiteX7" fmla="*/ 64533 w 74971"/>
                <a:gd name="connsiteY7" fmla="*/ 6424 h 25473"/>
                <a:gd name="connsiteX8" fmla="*/ 50298 w 74971"/>
                <a:gd name="connsiteY8" fmla="*/ 5471 h 25473"/>
                <a:gd name="connsiteX9" fmla="*/ 36062 w 74971"/>
                <a:gd name="connsiteY9" fmla="*/ 3566 h 25473"/>
                <a:gd name="connsiteX10" fmla="*/ 11388 w 74971"/>
                <a:gd name="connsiteY10" fmla="*/ 1661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3">
                  <a:moveTo>
                    <a:pt x="11388" y="1661"/>
                  </a:moveTo>
                  <a:cubicBezTo>
                    <a:pt x="5694" y="3566"/>
                    <a:pt x="0" y="6424"/>
                    <a:pt x="0" y="11186"/>
                  </a:cubicBezTo>
                  <a:cubicBezTo>
                    <a:pt x="0" y="16901"/>
                    <a:pt x="11388" y="21664"/>
                    <a:pt x="17082" y="23569"/>
                  </a:cubicBezTo>
                  <a:cubicBezTo>
                    <a:pt x="21827" y="24521"/>
                    <a:pt x="27521" y="24521"/>
                    <a:pt x="33215" y="24521"/>
                  </a:cubicBezTo>
                  <a:cubicBezTo>
                    <a:pt x="38909" y="24521"/>
                    <a:pt x="43655" y="25474"/>
                    <a:pt x="49349" y="25474"/>
                  </a:cubicBezTo>
                  <a:cubicBezTo>
                    <a:pt x="55043" y="24521"/>
                    <a:pt x="60737" y="23569"/>
                    <a:pt x="64533" y="22616"/>
                  </a:cubicBezTo>
                  <a:cubicBezTo>
                    <a:pt x="71176" y="19759"/>
                    <a:pt x="74972" y="15949"/>
                    <a:pt x="74972" y="12139"/>
                  </a:cubicBezTo>
                  <a:cubicBezTo>
                    <a:pt x="74972" y="7376"/>
                    <a:pt x="71176" y="6424"/>
                    <a:pt x="64533" y="6424"/>
                  </a:cubicBezTo>
                  <a:cubicBezTo>
                    <a:pt x="60737" y="6424"/>
                    <a:pt x="55992" y="5471"/>
                    <a:pt x="50298" y="5471"/>
                  </a:cubicBezTo>
                  <a:cubicBezTo>
                    <a:pt x="46502" y="5471"/>
                    <a:pt x="41756" y="4519"/>
                    <a:pt x="36062" y="3566"/>
                  </a:cubicBezTo>
                  <a:cubicBezTo>
                    <a:pt x="25623" y="-243"/>
                    <a:pt x="18980" y="-1196"/>
                    <a:pt x="11388" y="166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E82E42F-D6BA-5B64-6925-0CD611D3F2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702" y="3656224"/>
              <a:ext cx="77106" cy="26617"/>
            </a:xfrm>
            <a:custGeom>
              <a:avLst/>
              <a:gdLst>
                <a:gd name="connsiteX0" fmla="*/ 145 w 77106"/>
                <a:gd name="connsiteY0" fmla="*/ 15663 h 26617"/>
                <a:gd name="connsiteX1" fmla="*/ 20075 w 77106"/>
                <a:gd name="connsiteY1" fmla="*/ 5186 h 26617"/>
                <a:gd name="connsiteX2" fmla="*/ 35259 w 77106"/>
                <a:gd name="connsiteY2" fmla="*/ 423 h 26617"/>
                <a:gd name="connsiteX3" fmla="*/ 50443 w 77106"/>
                <a:gd name="connsiteY3" fmla="*/ 423 h 26617"/>
                <a:gd name="connsiteX4" fmla="*/ 65627 w 77106"/>
                <a:gd name="connsiteY4" fmla="*/ 4233 h 26617"/>
                <a:gd name="connsiteX5" fmla="*/ 77015 w 77106"/>
                <a:gd name="connsiteY5" fmla="*/ 13758 h 26617"/>
                <a:gd name="connsiteX6" fmla="*/ 65627 w 77106"/>
                <a:gd name="connsiteY6" fmla="*/ 25188 h 26617"/>
                <a:gd name="connsiteX7" fmla="*/ 47596 w 77106"/>
                <a:gd name="connsiteY7" fmla="*/ 25188 h 26617"/>
                <a:gd name="connsiteX8" fmla="*/ 29565 w 77106"/>
                <a:gd name="connsiteY8" fmla="*/ 22331 h 26617"/>
                <a:gd name="connsiteX9" fmla="*/ 8686 w 77106"/>
                <a:gd name="connsiteY9" fmla="*/ 25188 h 26617"/>
                <a:gd name="connsiteX10" fmla="*/ 145 w 77106"/>
                <a:gd name="connsiteY10" fmla="*/ 15663 h 2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6" h="26617">
                  <a:moveTo>
                    <a:pt x="145" y="15663"/>
                  </a:moveTo>
                  <a:cubicBezTo>
                    <a:pt x="1094" y="8996"/>
                    <a:pt x="15329" y="6138"/>
                    <a:pt x="20075" y="5186"/>
                  </a:cubicBezTo>
                  <a:cubicBezTo>
                    <a:pt x="24820" y="4233"/>
                    <a:pt x="29565" y="1376"/>
                    <a:pt x="35259" y="423"/>
                  </a:cubicBezTo>
                  <a:cubicBezTo>
                    <a:pt x="40004" y="423"/>
                    <a:pt x="45698" y="-529"/>
                    <a:pt x="50443" y="423"/>
                  </a:cubicBezTo>
                  <a:cubicBezTo>
                    <a:pt x="56137" y="1376"/>
                    <a:pt x="60882" y="2328"/>
                    <a:pt x="65627" y="4233"/>
                  </a:cubicBezTo>
                  <a:cubicBezTo>
                    <a:pt x="72270" y="6138"/>
                    <a:pt x="76066" y="10901"/>
                    <a:pt x="77015" y="13758"/>
                  </a:cubicBezTo>
                  <a:cubicBezTo>
                    <a:pt x="77964" y="18521"/>
                    <a:pt x="71321" y="23283"/>
                    <a:pt x="65627" y="25188"/>
                  </a:cubicBezTo>
                  <a:cubicBezTo>
                    <a:pt x="58984" y="27093"/>
                    <a:pt x="54239" y="27093"/>
                    <a:pt x="47596" y="25188"/>
                  </a:cubicBezTo>
                  <a:cubicBezTo>
                    <a:pt x="42851" y="24236"/>
                    <a:pt x="37157" y="21378"/>
                    <a:pt x="29565" y="22331"/>
                  </a:cubicBezTo>
                  <a:cubicBezTo>
                    <a:pt x="19126" y="23283"/>
                    <a:pt x="14380" y="28046"/>
                    <a:pt x="8686" y="25188"/>
                  </a:cubicBezTo>
                  <a:cubicBezTo>
                    <a:pt x="2992" y="23283"/>
                    <a:pt x="-804" y="19473"/>
                    <a:pt x="145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A16BC32-9352-5EEE-B365-039CEF05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8731" y="3546157"/>
              <a:ext cx="74210" cy="23959"/>
            </a:xfrm>
            <a:custGeom>
              <a:avLst/>
              <a:gdLst>
                <a:gd name="connsiteX0" fmla="*/ 13352 w 74210"/>
                <a:gd name="connsiteY0" fmla="*/ 21907 h 23959"/>
                <a:gd name="connsiteX1" fmla="*/ 66 w 74210"/>
                <a:gd name="connsiteY1" fmla="*/ 12382 h 23959"/>
                <a:gd name="connsiteX2" fmla="*/ 16199 w 74210"/>
                <a:gd name="connsiteY2" fmla="*/ 0 h 23959"/>
                <a:gd name="connsiteX3" fmla="*/ 38026 w 74210"/>
                <a:gd name="connsiteY3" fmla="*/ 2857 h 23959"/>
                <a:gd name="connsiteX4" fmla="*/ 51313 w 74210"/>
                <a:gd name="connsiteY4" fmla="*/ 953 h 23959"/>
                <a:gd name="connsiteX5" fmla="*/ 64599 w 74210"/>
                <a:gd name="connsiteY5" fmla="*/ 2857 h 23959"/>
                <a:gd name="connsiteX6" fmla="*/ 74089 w 74210"/>
                <a:gd name="connsiteY6" fmla="*/ 10478 h 23959"/>
                <a:gd name="connsiteX7" fmla="*/ 64599 w 74210"/>
                <a:gd name="connsiteY7" fmla="*/ 22860 h 23959"/>
                <a:gd name="connsiteX8" fmla="*/ 51313 w 74210"/>
                <a:gd name="connsiteY8" fmla="*/ 22860 h 23959"/>
                <a:gd name="connsiteX9" fmla="*/ 38026 w 74210"/>
                <a:gd name="connsiteY9" fmla="*/ 20955 h 23959"/>
                <a:gd name="connsiteX10" fmla="*/ 13352 w 74210"/>
                <a:gd name="connsiteY10" fmla="*/ 21907 h 2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0" h="23959">
                  <a:moveTo>
                    <a:pt x="13352" y="21907"/>
                  </a:moveTo>
                  <a:cubicBezTo>
                    <a:pt x="10505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6199" y="0"/>
                  </a:cubicBezTo>
                  <a:cubicBezTo>
                    <a:pt x="25689" y="0"/>
                    <a:pt x="27587" y="1905"/>
                    <a:pt x="38026" y="2857"/>
                  </a:cubicBezTo>
                  <a:cubicBezTo>
                    <a:pt x="43720" y="2857"/>
                    <a:pt x="47516" y="1905"/>
                    <a:pt x="51313" y="953"/>
                  </a:cubicBezTo>
                  <a:cubicBezTo>
                    <a:pt x="55109" y="0"/>
                    <a:pt x="59854" y="953"/>
                    <a:pt x="64599" y="2857"/>
                  </a:cubicBezTo>
                  <a:cubicBezTo>
                    <a:pt x="69344" y="3810"/>
                    <a:pt x="73140" y="6668"/>
                    <a:pt x="74089" y="10478"/>
                  </a:cubicBezTo>
                  <a:cubicBezTo>
                    <a:pt x="75038" y="16193"/>
                    <a:pt x="70293" y="20955"/>
                    <a:pt x="64599" y="22860"/>
                  </a:cubicBezTo>
                  <a:cubicBezTo>
                    <a:pt x="59854" y="24765"/>
                    <a:pt x="57007" y="23813"/>
                    <a:pt x="51313" y="22860"/>
                  </a:cubicBezTo>
                  <a:cubicBezTo>
                    <a:pt x="47516" y="21907"/>
                    <a:pt x="43720" y="21907"/>
                    <a:pt x="38026" y="20955"/>
                  </a:cubicBezTo>
                  <a:cubicBezTo>
                    <a:pt x="25689" y="20003"/>
                    <a:pt x="21893" y="23813"/>
                    <a:pt x="13352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83798A3-B061-F507-6E09-C1C0591AB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625" y="3601402"/>
              <a:ext cx="74224" cy="22330"/>
            </a:xfrm>
            <a:custGeom>
              <a:avLst/>
              <a:gdLst>
                <a:gd name="connsiteX0" fmla="*/ 65602 w 74224"/>
                <a:gd name="connsiteY0" fmla="*/ 5715 h 22330"/>
                <a:gd name="connsiteX1" fmla="*/ 74143 w 74224"/>
                <a:gd name="connsiteY1" fmla="*/ 9525 h 22330"/>
                <a:gd name="connsiteX2" fmla="*/ 62755 w 74224"/>
                <a:gd name="connsiteY2" fmla="*/ 21908 h 22330"/>
                <a:gd name="connsiteX3" fmla="*/ 45673 w 74224"/>
                <a:gd name="connsiteY3" fmla="*/ 21908 h 22330"/>
                <a:gd name="connsiteX4" fmla="*/ 28591 w 74224"/>
                <a:gd name="connsiteY4" fmla="*/ 20955 h 22330"/>
                <a:gd name="connsiteX5" fmla="*/ 11509 w 74224"/>
                <a:gd name="connsiteY5" fmla="*/ 18098 h 22330"/>
                <a:gd name="connsiteX6" fmla="*/ 120 w 74224"/>
                <a:gd name="connsiteY6" fmla="*/ 8573 h 22330"/>
                <a:gd name="connsiteX7" fmla="*/ 14355 w 74224"/>
                <a:gd name="connsiteY7" fmla="*/ 1905 h 22330"/>
                <a:gd name="connsiteX8" fmla="*/ 31438 w 74224"/>
                <a:gd name="connsiteY8" fmla="*/ 0 h 22330"/>
                <a:gd name="connsiteX9" fmla="*/ 48520 w 74224"/>
                <a:gd name="connsiteY9" fmla="*/ 953 h 22330"/>
                <a:gd name="connsiteX10" fmla="*/ 65602 w 74224"/>
                <a:gd name="connsiteY10" fmla="*/ 5715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24" h="22330">
                  <a:moveTo>
                    <a:pt x="65602" y="5715"/>
                  </a:moveTo>
                  <a:cubicBezTo>
                    <a:pt x="70347" y="6668"/>
                    <a:pt x="73194" y="7620"/>
                    <a:pt x="74143" y="9525"/>
                  </a:cubicBezTo>
                  <a:cubicBezTo>
                    <a:pt x="75092" y="14288"/>
                    <a:pt x="67500" y="20955"/>
                    <a:pt x="62755" y="21908"/>
                  </a:cubicBezTo>
                  <a:cubicBezTo>
                    <a:pt x="58010" y="22860"/>
                    <a:pt x="51367" y="21908"/>
                    <a:pt x="45673" y="21908"/>
                  </a:cubicBezTo>
                  <a:cubicBezTo>
                    <a:pt x="39979" y="21908"/>
                    <a:pt x="34285" y="21908"/>
                    <a:pt x="28591" y="20955"/>
                  </a:cubicBezTo>
                  <a:cubicBezTo>
                    <a:pt x="21948" y="20003"/>
                    <a:pt x="16254" y="20003"/>
                    <a:pt x="11509" y="18098"/>
                  </a:cubicBezTo>
                  <a:cubicBezTo>
                    <a:pt x="3916" y="16193"/>
                    <a:pt x="-829" y="13335"/>
                    <a:pt x="120" y="8573"/>
                  </a:cubicBezTo>
                  <a:cubicBezTo>
                    <a:pt x="1069" y="5715"/>
                    <a:pt x="5814" y="2858"/>
                    <a:pt x="14355" y="1905"/>
                  </a:cubicBezTo>
                  <a:cubicBezTo>
                    <a:pt x="19101" y="953"/>
                    <a:pt x="25744" y="0"/>
                    <a:pt x="31438" y="0"/>
                  </a:cubicBezTo>
                  <a:cubicBezTo>
                    <a:pt x="37132" y="0"/>
                    <a:pt x="42826" y="953"/>
                    <a:pt x="48520" y="953"/>
                  </a:cubicBezTo>
                  <a:cubicBezTo>
                    <a:pt x="55163" y="1905"/>
                    <a:pt x="60857" y="4763"/>
                    <a:pt x="65602" y="57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8AF72E7-684C-9E25-A69D-EF22BD5EDD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19" y="3717607"/>
              <a:ext cx="76147" cy="20954"/>
            </a:xfrm>
            <a:custGeom>
              <a:avLst/>
              <a:gdLst>
                <a:gd name="connsiteX0" fmla="*/ 226 w 76147"/>
                <a:gd name="connsiteY0" fmla="*/ 8572 h 20954"/>
                <a:gd name="connsiteX1" fmla="*/ 16360 w 76147"/>
                <a:gd name="connsiteY1" fmla="*/ 19050 h 20954"/>
                <a:gd name="connsiteX2" fmla="*/ 31544 w 76147"/>
                <a:gd name="connsiteY2" fmla="*/ 20955 h 20954"/>
                <a:gd name="connsiteX3" fmla="*/ 46728 w 76147"/>
                <a:gd name="connsiteY3" fmla="*/ 20002 h 20954"/>
                <a:gd name="connsiteX4" fmla="*/ 61912 w 76147"/>
                <a:gd name="connsiteY4" fmla="*/ 18097 h 20954"/>
                <a:gd name="connsiteX5" fmla="*/ 76147 w 76147"/>
                <a:gd name="connsiteY5" fmla="*/ 10477 h 20954"/>
                <a:gd name="connsiteX6" fmla="*/ 61912 w 76147"/>
                <a:gd name="connsiteY6" fmla="*/ 4763 h 20954"/>
                <a:gd name="connsiteX7" fmla="*/ 47677 w 76147"/>
                <a:gd name="connsiteY7" fmla="*/ 1905 h 20954"/>
                <a:gd name="connsiteX8" fmla="*/ 32493 w 76147"/>
                <a:gd name="connsiteY8" fmla="*/ 0 h 20954"/>
                <a:gd name="connsiteX9" fmla="*/ 15411 w 76147"/>
                <a:gd name="connsiteY9" fmla="*/ 1905 h 20954"/>
                <a:gd name="connsiteX10" fmla="*/ 226 w 7614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7" h="20954">
                  <a:moveTo>
                    <a:pt x="226" y="8572"/>
                  </a:moveTo>
                  <a:cubicBezTo>
                    <a:pt x="-1672" y="13335"/>
                    <a:pt x="8768" y="19050"/>
                    <a:pt x="16360" y="19050"/>
                  </a:cubicBezTo>
                  <a:cubicBezTo>
                    <a:pt x="21105" y="19050"/>
                    <a:pt x="26799" y="20955"/>
                    <a:pt x="31544" y="20955"/>
                  </a:cubicBezTo>
                  <a:cubicBezTo>
                    <a:pt x="37238" y="20955"/>
                    <a:pt x="41983" y="20002"/>
                    <a:pt x="46728" y="20002"/>
                  </a:cubicBezTo>
                  <a:cubicBezTo>
                    <a:pt x="52422" y="20002"/>
                    <a:pt x="58116" y="19050"/>
                    <a:pt x="61912" y="18097"/>
                  </a:cubicBezTo>
                  <a:cubicBezTo>
                    <a:pt x="69504" y="17145"/>
                    <a:pt x="76147" y="14288"/>
                    <a:pt x="76147" y="10477"/>
                  </a:cubicBezTo>
                  <a:cubicBezTo>
                    <a:pt x="76147" y="7620"/>
                    <a:pt x="69504" y="6667"/>
                    <a:pt x="61912" y="4763"/>
                  </a:cubicBezTo>
                  <a:cubicBezTo>
                    <a:pt x="57167" y="3810"/>
                    <a:pt x="52422" y="2857"/>
                    <a:pt x="47677" y="1905"/>
                  </a:cubicBezTo>
                  <a:cubicBezTo>
                    <a:pt x="42932" y="952"/>
                    <a:pt x="37238" y="0"/>
                    <a:pt x="32493" y="0"/>
                  </a:cubicBezTo>
                  <a:cubicBezTo>
                    <a:pt x="29646" y="0"/>
                    <a:pt x="22054" y="952"/>
                    <a:pt x="15411" y="1905"/>
                  </a:cubicBezTo>
                  <a:cubicBezTo>
                    <a:pt x="7819" y="3810"/>
                    <a:pt x="1175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A66DA69-422F-7E26-8B01-0DD4FE61C3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848" y="3494722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4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2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4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2"/>
                  </a:cubicBezTo>
                  <a:cubicBezTo>
                    <a:pt x="6643" y="15240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B0E2953-D9C3-BFCF-FEB0-DB0B1A471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476201"/>
              <a:ext cx="76011" cy="27185"/>
            </a:xfrm>
            <a:custGeom>
              <a:avLst/>
              <a:gdLst>
                <a:gd name="connsiteX0" fmla="*/ 0 w 76011"/>
                <a:gd name="connsiteY0" fmla="*/ 15663 h 27185"/>
                <a:gd name="connsiteX1" fmla="*/ 18980 w 76011"/>
                <a:gd name="connsiteY1" fmla="*/ 2328 h 27185"/>
                <a:gd name="connsiteX2" fmla="*/ 34164 w 76011"/>
                <a:gd name="connsiteY2" fmla="*/ 423 h 27185"/>
                <a:gd name="connsiteX3" fmla="*/ 49349 w 76011"/>
                <a:gd name="connsiteY3" fmla="*/ 423 h 27185"/>
                <a:gd name="connsiteX4" fmla="*/ 63584 w 76011"/>
                <a:gd name="connsiteY4" fmla="*/ 5186 h 27185"/>
                <a:gd name="connsiteX5" fmla="*/ 75921 w 76011"/>
                <a:gd name="connsiteY5" fmla="*/ 12806 h 27185"/>
                <a:gd name="connsiteX6" fmla="*/ 63584 w 76011"/>
                <a:gd name="connsiteY6" fmla="*/ 24236 h 27185"/>
                <a:gd name="connsiteX7" fmla="*/ 45553 w 76011"/>
                <a:gd name="connsiteY7" fmla="*/ 25188 h 27185"/>
                <a:gd name="connsiteX8" fmla="*/ 27521 w 76011"/>
                <a:gd name="connsiteY8" fmla="*/ 24236 h 27185"/>
                <a:gd name="connsiteX9" fmla="*/ 5694 w 76011"/>
                <a:gd name="connsiteY9" fmla="*/ 26141 h 27185"/>
                <a:gd name="connsiteX10" fmla="*/ 0 w 76011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11" h="27185">
                  <a:moveTo>
                    <a:pt x="0" y="15663"/>
                  </a:moveTo>
                  <a:cubicBezTo>
                    <a:pt x="949" y="8996"/>
                    <a:pt x="14235" y="3281"/>
                    <a:pt x="18980" y="2328"/>
                  </a:cubicBezTo>
                  <a:cubicBezTo>
                    <a:pt x="23725" y="1376"/>
                    <a:pt x="29419" y="1376"/>
                    <a:pt x="34164" y="423"/>
                  </a:cubicBezTo>
                  <a:cubicBezTo>
                    <a:pt x="38910" y="423"/>
                    <a:pt x="44603" y="-529"/>
                    <a:pt x="49349" y="423"/>
                  </a:cubicBezTo>
                  <a:cubicBezTo>
                    <a:pt x="55043" y="1376"/>
                    <a:pt x="59788" y="3281"/>
                    <a:pt x="63584" y="5186"/>
                  </a:cubicBezTo>
                  <a:cubicBezTo>
                    <a:pt x="70227" y="7091"/>
                    <a:pt x="74972" y="9948"/>
                    <a:pt x="75921" y="12806"/>
                  </a:cubicBezTo>
                  <a:cubicBezTo>
                    <a:pt x="76870" y="17568"/>
                    <a:pt x="70227" y="21378"/>
                    <a:pt x="63584" y="24236"/>
                  </a:cubicBezTo>
                  <a:cubicBezTo>
                    <a:pt x="56941" y="26141"/>
                    <a:pt x="52196" y="27093"/>
                    <a:pt x="45553" y="25188"/>
                  </a:cubicBezTo>
                  <a:cubicBezTo>
                    <a:pt x="40808" y="24236"/>
                    <a:pt x="35113" y="23283"/>
                    <a:pt x="27521" y="24236"/>
                  </a:cubicBezTo>
                  <a:cubicBezTo>
                    <a:pt x="17082" y="25188"/>
                    <a:pt x="11388" y="28998"/>
                    <a:pt x="5694" y="26141"/>
                  </a:cubicBezTo>
                  <a:cubicBezTo>
                    <a:pt x="2847" y="24236"/>
                    <a:pt x="0" y="18521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AA4488A-27C2-633A-9F9B-8D272811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7592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1BD0E47-3553-3626-3414-ABE92A077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1150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6643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D367E8B-96BA-5E7B-4A05-7B5431FA86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2099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6572" y="1980"/>
                    <a:pt x="19929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AE3C0FB-42EE-390D-38EC-38ECE09100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170" y="3476201"/>
              <a:ext cx="76195" cy="27185"/>
            </a:xfrm>
            <a:custGeom>
              <a:avLst/>
              <a:gdLst>
                <a:gd name="connsiteX0" fmla="*/ 184 w 76195"/>
                <a:gd name="connsiteY0" fmla="*/ 15663 h 27185"/>
                <a:gd name="connsiteX1" fmla="*/ 19164 w 76195"/>
                <a:gd name="connsiteY1" fmla="*/ 2328 h 27185"/>
                <a:gd name="connsiteX2" fmla="*/ 34348 w 76195"/>
                <a:gd name="connsiteY2" fmla="*/ 423 h 27185"/>
                <a:gd name="connsiteX3" fmla="*/ 49532 w 76195"/>
                <a:gd name="connsiteY3" fmla="*/ 423 h 27185"/>
                <a:gd name="connsiteX4" fmla="*/ 63768 w 76195"/>
                <a:gd name="connsiteY4" fmla="*/ 5186 h 27185"/>
                <a:gd name="connsiteX5" fmla="*/ 76105 w 76195"/>
                <a:gd name="connsiteY5" fmla="*/ 12806 h 27185"/>
                <a:gd name="connsiteX6" fmla="*/ 63768 w 76195"/>
                <a:gd name="connsiteY6" fmla="*/ 24236 h 27185"/>
                <a:gd name="connsiteX7" fmla="*/ 45736 w 76195"/>
                <a:gd name="connsiteY7" fmla="*/ 25188 h 27185"/>
                <a:gd name="connsiteX8" fmla="*/ 27705 w 76195"/>
                <a:gd name="connsiteY8" fmla="*/ 24236 h 27185"/>
                <a:gd name="connsiteX9" fmla="*/ 5878 w 76195"/>
                <a:gd name="connsiteY9" fmla="*/ 26141 h 27185"/>
                <a:gd name="connsiteX10" fmla="*/ 184 w 76195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95" h="27185">
                  <a:moveTo>
                    <a:pt x="184" y="15663"/>
                  </a:moveTo>
                  <a:cubicBezTo>
                    <a:pt x="1133" y="8996"/>
                    <a:pt x="14419" y="3281"/>
                    <a:pt x="19164" y="2328"/>
                  </a:cubicBezTo>
                  <a:cubicBezTo>
                    <a:pt x="23909" y="1376"/>
                    <a:pt x="29603" y="1376"/>
                    <a:pt x="34348" y="423"/>
                  </a:cubicBezTo>
                  <a:cubicBezTo>
                    <a:pt x="39093" y="423"/>
                    <a:pt x="44787" y="-529"/>
                    <a:pt x="49532" y="423"/>
                  </a:cubicBezTo>
                  <a:cubicBezTo>
                    <a:pt x="55227" y="1376"/>
                    <a:pt x="59972" y="3281"/>
                    <a:pt x="63768" y="5186"/>
                  </a:cubicBezTo>
                  <a:cubicBezTo>
                    <a:pt x="70411" y="7091"/>
                    <a:pt x="75156" y="9948"/>
                    <a:pt x="76105" y="12806"/>
                  </a:cubicBezTo>
                  <a:cubicBezTo>
                    <a:pt x="77054" y="17568"/>
                    <a:pt x="70411" y="21378"/>
                    <a:pt x="63768" y="24236"/>
                  </a:cubicBezTo>
                  <a:cubicBezTo>
                    <a:pt x="57125" y="26141"/>
                    <a:pt x="52380" y="27093"/>
                    <a:pt x="45736" y="25188"/>
                  </a:cubicBezTo>
                  <a:cubicBezTo>
                    <a:pt x="40991" y="24236"/>
                    <a:pt x="35297" y="23283"/>
                    <a:pt x="27705" y="24236"/>
                  </a:cubicBezTo>
                  <a:cubicBezTo>
                    <a:pt x="17266" y="25188"/>
                    <a:pt x="11572" y="28998"/>
                    <a:pt x="5878" y="26141"/>
                  </a:cubicBezTo>
                  <a:cubicBezTo>
                    <a:pt x="2082" y="24236"/>
                    <a:pt x="-765" y="18521"/>
                    <a:pt x="184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9A3CE46-79F6-D5AE-F161-44A5ABDB0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354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6643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B027F71-A8D7-8537-871F-B94E1415E8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4356" y="3591877"/>
              <a:ext cx="76090" cy="25138"/>
            </a:xfrm>
            <a:custGeom>
              <a:avLst/>
              <a:gdLst>
                <a:gd name="connsiteX0" fmla="*/ 14301 w 76090"/>
                <a:gd name="connsiteY0" fmla="*/ 20955 h 25138"/>
                <a:gd name="connsiteX1" fmla="*/ 66 w 76090"/>
                <a:gd name="connsiteY1" fmla="*/ 13335 h 25138"/>
                <a:gd name="connsiteX2" fmla="*/ 17148 w 76090"/>
                <a:gd name="connsiteY2" fmla="*/ 0 h 25138"/>
                <a:gd name="connsiteX3" fmla="*/ 38975 w 76090"/>
                <a:gd name="connsiteY3" fmla="*/ 3810 h 25138"/>
                <a:gd name="connsiteX4" fmla="*/ 52261 w 76090"/>
                <a:gd name="connsiteY4" fmla="*/ 3810 h 25138"/>
                <a:gd name="connsiteX5" fmla="*/ 65548 w 76090"/>
                <a:gd name="connsiteY5" fmla="*/ 953 h 25138"/>
                <a:gd name="connsiteX6" fmla="*/ 75987 w 76090"/>
                <a:gd name="connsiteY6" fmla="*/ 10478 h 25138"/>
                <a:gd name="connsiteX7" fmla="*/ 64599 w 76090"/>
                <a:gd name="connsiteY7" fmla="*/ 22860 h 25138"/>
                <a:gd name="connsiteX8" fmla="*/ 51312 w 76090"/>
                <a:gd name="connsiteY8" fmla="*/ 24765 h 25138"/>
                <a:gd name="connsiteX9" fmla="*/ 38026 w 76090"/>
                <a:gd name="connsiteY9" fmla="*/ 23813 h 25138"/>
                <a:gd name="connsiteX10" fmla="*/ 14301 w 76090"/>
                <a:gd name="connsiteY10" fmla="*/ 20955 h 2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5138">
                  <a:moveTo>
                    <a:pt x="14301" y="20955"/>
                  </a:moveTo>
                  <a:cubicBezTo>
                    <a:pt x="11454" y="20003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8"/>
                    <a:pt x="59854" y="0"/>
                    <a:pt x="65548" y="953"/>
                  </a:cubicBezTo>
                  <a:cubicBezTo>
                    <a:pt x="70293" y="1905"/>
                    <a:pt x="75038" y="6668"/>
                    <a:pt x="75987" y="10478"/>
                  </a:cubicBezTo>
                  <a:cubicBezTo>
                    <a:pt x="76936" y="16193"/>
                    <a:pt x="71242" y="20003"/>
                    <a:pt x="64599" y="22860"/>
                  </a:cubicBezTo>
                  <a:cubicBezTo>
                    <a:pt x="59854" y="24765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3813"/>
                  </a:cubicBezTo>
                  <a:cubicBezTo>
                    <a:pt x="24740" y="22860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E24F603B-A94E-B9F3-1800-43BBD26979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14" y="3631882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7 h 25405"/>
                <a:gd name="connsiteX2" fmla="*/ 34311 w 75222"/>
                <a:gd name="connsiteY2" fmla="*/ 0 h 25405"/>
                <a:gd name="connsiteX3" fmla="*/ 49495 w 75222"/>
                <a:gd name="connsiteY3" fmla="*/ 953 h 25405"/>
                <a:gd name="connsiteX4" fmla="*/ 64679 w 75222"/>
                <a:gd name="connsiteY4" fmla="*/ 3810 h 25405"/>
                <a:gd name="connsiteX5" fmla="*/ 75118 w 75222"/>
                <a:gd name="connsiteY5" fmla="*/ 12382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8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7"/>
                  </a:cubicBezTo>
                  <a:cubicBezTo>
                    <a:pt x="23872" y="1905"/>
                    <a:pt x="28617" y="953"/>
                    <a:pt x="34311" y="0"/>
                  </a:cubicBezTo>
                  <a:cubicBezTo>
                    <a:pt x="39056" y="0"/>
                    <a:pt x="44750" y="953"/>
                    <a:pt x="49495" y="953"/>
                  </a:cubicBezTo>
                  <a:cubicBezTo>
                    <a:pt x="55189" y="1905"/>
                    <a:pt x="59934" y="2857"/>
                    <a:pt x="64679" y="3810"/>
                  </a:cubicBezTo>
                  <a:cubicBezTo>
                    <a:pt x="71322" y="5715"/>
                    <a:pt x="75118" y="8572"/>
                    <a:pt x="75118" y="12382"/>
                  </a:cubicBezTo>
                  <a:cubicBezTo>
                    <a:pt x="76067" y="17145"/>
                    <a:pt x="70373" y="21907"/>
                    <a:pt x="64679" y="23813"/>
                  </a:cubicBezTo>
                  <a:cubicBezTo>
                    <a:pt x="58036" y="25718"/>
                    <a:pt x="53291" y="24765"/>
                    <a:pt x="46648" y="22860"/>
                  </a:cubicBezTo>
                  <a:cubicBezTo>
                    <a:pt x="41903" y="21907"/>
                    <a:pt x="36209" y="21907"/>
                    <a:pt x="28617" y="22860"/>
                  </a:cubicBezTo>
                  <a:cubicBezTo>
                    <a:pt x="18178" y="23813"/>
                    <a:pt x="13433" y="26670"/>
                    <a:pt x="7738" y="24765"/>
                  </a:cubicBezTo>
                  <a:cubicBezTo>
                    <a:pt x="2993" y="22860"/>
                    <a:pt x="-803" y="18097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F04DBCD-FE2A-A188-C8B1-7F2113B0D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521392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3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3"/>
                    <a:pt x="72191" y="21907"/>
                    <a:pt x="65548" y="24765"/>
                  </a:cubicBezTo>
                  <a:cubicBezTo>
                    <a:pt x="60803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5689" y="20002"/>
                    <a:pt x="22842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F8AB0AC-A711-EE51-AE7A-8DD545025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38" y="3577589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8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4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3"/>
                    <a:pt x="67500" y="20003"/>
                    <a:pt x="62755" y="20955"/>
                  </a:cubicBezTo>
                  <a:cubicBezTo>
                    <a:pt x="58010" y="21908"/>
                    <a:pt x="51367" y="21908"/>
                    <a:pt x="45673" y="22860"/>
                  </a:cubicBezTo>
                  <a:cubicBezTo>
                    <a:pt x="39979" y="22860"/>
                    <a:pt x="34285" y="22860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4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1905"/>
                    <a:pt x="60857" y="2858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039AF2D9-5906-80D0-5809-578DBE525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483" y="3692842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3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8 h 20002"/>
                <a:gd name="connsiteX6" fmla="*/ 61912 w 75198"/>
                <a:gd name="connsiteY6" fmla="*/ 4763 h 20002"/>
                <a:gd name="connsiteX7" fmla="*/ 46728 w 75198"/>
                <a:gd name="connsiteY7" fmla="*/ 2858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3"/>
                    <a:pt x="8768" y="20003"/>
                    <a:pt x="16360" y="20003"/>
                  </a:cubicBezTo>
                  <a:cubicBezTo>
                    <a:pt x="21105" y="20003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3"/>
                    <a:pt x="75198" y="14288"/>
                    <a:pt x="75198" y="10478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8"/>
                    <a:pt x="46728" y="2858"/>
                  </a:cubicBezTo>
                  <a:cubicBezTo>
                    <a:pt x="41034" y="1905"/>
                    <a:pt x="36289" y="0"/>
                    <a:pt x="31544" y="0"/>
                  </a:cubicBezTo>
                  <a:cubicBezTo>
                    <a:pt x="28697" y="0"/>
                    <a:pt x="21105" y="953"/>
                    <a:pt x="14462" y="1905"/>
                  </a:cubicBezTo>
                  <a:cubicBezTo>
                    <a:pt x="8768" y="2858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4DAC581F-0C8B-9901-390B-3A4982C4B7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77" y="3489960"/>
              <a:ext cx="75105" cy="23812"/>
            </a:xfrm>
            <a:custGeom>
              <a:avLst/>
              <a:gdLst>
                <a:gd name="connsiteX0" fmla="*/ 82 w 75105"/>
                <a:gd name="connsiteY0" fmla="*/ 11430 h 23812"/>
                <a:gd name="connsiteX1" fmla="*/ 17164 w 75105"/>
                <a:gd name="connsiteY1" fmla="*/ 2857 h 23812"/>
                <a:gd name="connsiteX2" fmla="*/ 31399 w 75105"/>
                <a:gd name="connsiteY2" fmla="*/ 952 h 23812"/>
                <a:gd name="connsiteX3" fmla="*/ 45634 w 75105"/>
                <a:gd name="connsiteY3" fmla="*/ 0 h 23812"/>
                <a:gd name="connsiteX4" fmla="*/ 58920 w 75105"/>
                <a:gd name="connsiteY4" fmla="*/ 4763 h 23812"/>
                <a:gd name="connsiteX5" fmla="*/ 75053 w 75105"/>
                <a:gd name="connsiteY5" fmla="*/ 11430 h 23812"/>
                <a:gd name="connsiteX6" fmla="*/ 55124 w 75105"/>
                <a:gd name="connsiteY6" fmla="*/ 20002 h 23812"/>
                <a:gd name="connsiteX7" fmla="*/ 39940 w 75105"/>
                <a:gd name="connsiteY7" fmla="*/ 23813 h 23812"/>
                <a:gd name="connsiteX8" fmla="*/ 24756 w 75105"/>
                <a:gd name="connsiteY8" fmla="*/ 22860 h 23812"/>
                <a:gd name="connsiteX9" fmla="*/ 9572 w 75105"/>
                <a:gd name="connsiteY9" fmla="*/ 19050 h 23812"/>
                <a:gd name="connsiteX10" fmla="*/ 82 w 75105"/>
                <a:gd name="connsiteY10" fmla="*/ 1143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05" h="23812">
                  <a:moveTo>
                    <a:pt x="82" y="11430"/>
                  </a:moveTo>
                  <a:cubicBezTo>
                    <a:pt x="1031" y="3810"/>
                    <a:pt x="10521" y="4763"/>
                    <a:pt x="17164" y="2857"/>
                  </a:cubicBezTo>
                  <a:cubicBezTo>
                    <a:pt x="20960" y="1905"/>
                    <a:pt x="25705" y="1905"/>
                    <a:pt x="31399" y="952"/>
                  </a:cubicBezTo>
                  <a:cubicBezTo>
                    <a:pt x="35195" y="952"/>
                    <a:pt x="40889" y="0"/>
                    <a:pt x="45634" y="0"/>
                  </a:cubicBezTo>
                  <a:cubicBezTo>
                    <a:pt x="50379" y="0"/>
                    <a:pt x="54175" y="2857"/>
                    <a:pt x="58920" y="4763"/>
                  </a:cubicBezTo>
                  <a:cubicBezTo>
                    <a:pt x="63665" y="6667"/>
                    <a:pt x="76002" y="3810"/>
                    <a:pt x="75053" y="11430"/>
                  </a:cubicBezTo>
                  <a:cubicBezTo>
                    <a:pt x="74104" y="20002"/>
                    <a:pt x="58920" y="19050"/>
                    <a:pt x="55124" y="20002"/>
                  </a:cubicBezTo>
                  <a:cubicBezTo>
                    <a:pt x="53226" y="20002"/>
                    <a:pt x="47532" y="23813"/>
                    <a:pt x="39940" y="23813"/>
                  </a:cubicBezTo>
                  <a:cubicBezTo>
                    <a:pt x="35195" y="23813"/>
                    <a:pt x="29501" y="23813"/>
                    <a:pt x="24756" y="22860"/>
                  </a:cubicBezTo>
                  <a:cubicBezTo>
                    <a:pt x="20011" y="21907"/>
                    <a:pt x="14317" y="20955"/>
                    <a:pt x="9572" y="19050"/>
                  </a:cubicBezTo>
                  <a:cubicBezTo>
                    <a:pt x="6725" y="19050"/>
                    <a:pt x="-867" y="15240"/>
                    <a:pt x="82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F72329E-DCA8-E7A2-9FB1-0522EAED52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718560"/>
              <a:ext cx="74199" cy="25580"/>
            </a:xfrm>
            <a:custGeom>
              <a:avLst/>
              <a:gdLst>
                <a:gd name="connsiteX0" fmla="*/ 12410 w 74199"/>
                <a:gd name="connsiteY0" fmla="*/ 21907 h 25580"/>
                <a:gd name="connsiteX1" fmla="*/ 73 w 74199"/>
                <a:gd name="connsiteY1" fmla="*/ 12382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7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7"/>
                  </a:moveTo>
                  <a:cubicBezTo>
                    <a:pt x="9563" y="20955"/>
                    <a:pt x="1022" y="18098"/>
                    <a:pt x="73" y="12382"/>
                  </a:cubicBezTo>
                  <a:cubicBezTo>
                    <a:pt x="-877" y="6667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7"/>
                    <a:pt x="57962" y="952"/>
                    <a:pt x="63656" y="1905"/>
                  </a:cubicBezTo>
                  <a:cubicBezTo>
                    <a:pt x="68401" y="2857"/>
                    <a:pt x="73146" y="6667"/>
                    <a:pt x="74095" y="11430"/>
                  </a:cubicBezTo>
                  <a:cubicBezTo>
                    <a:pt x="75044" y="17145"/>
                    <a:pt x="69350" y="21907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3813"/>
                    <a:pt x="12410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30ADA41-52CB-039D-20CC-715DCC4705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543459"/>
              <a:ext cx="74971" cy="26776"/>
            </a:xfrm>
            <a:custGeom>
              <a:avLst/>
              <a:gdLst>
                <a:gd name="connsiteX0" fmla="*/ 10439 w 74971"/>
                <a:gd name="connsiteY0" fmla="*/ 793 h 26776"/>
                <a:gd name="connsiteX1" fmla="*/ 0 w 74971"/>
                <a:gd name="connsiteY1" fmla="*/ 11270 h 26776"/>
                <a:gd name="connsiteX2" fmla="*/ 17082 w 74971"/>
                <a:gd name="connsiteY2" fmla="*/ 23653 h 26776"/>
                <a:gd name="connsiteX3" fmla="*/ 32266 w 74971"/>
                <a:gd name="connsiteY3" fmla="*/ 25558 h 26776"/>
                <a:gd name="connsiteX4" fmla="*/ 48400 w 74971"/>
                <a:gd name="connsiteY4" fmla="*/ 26510 h 26776"/>
                <a:gd name="connsiteX5" fmla="*/ 63584 w 74971"/>
                <a:gd name="connsiteY5" fmla="*/ 20795 h 26776"/>
                <a:gd name="connsiteX6" fmla="*/ 74972 w 74971"/>
                <a:gd name="connsiteY6" fmla="*/ 10318 h 26776"/>
                <a:gd name="connsiteX7" fmla="*/ 63584 w 74971"/>
                <a:gd name="connsiteY7" fmla="*/ 3650 h 26776"/>
                <a:gd name="connsiteX8" fmla="*/ 49349 w 74971"/>
                <a:gd name="connsiteY8" fmla="*/ 5555 h 26776"/>
                <a:gd name="connsiteX9" fmla="*/ 35113 w 74971"/>
                <a:gd name="connsiteY9" fmla="*/ 4603 h 26776"/>
                <a:gd name="connsiteX10" fmla="*/ 10439 w 74971"/>
                <a:gd name="connsiteY10" fmla="*/ 793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76">
                  <a:moveTo>
                    <a:pt x="10439" y="793"/>
                  </a:moveTo>
                  <a:cubicBezTo>
                    <a:pt x="4745" y="2698"/>
                    <a:pt x="0" y="7460"/>
                    <a:pt x="0" y="11270"/>
                  </a:cubicBezTo>
                  <a:cubicBezTo>
                    <a:pt x="0" y="16985"/>
                    <a:pt x="11388" y="21748"/>
                    <a:pt x="17082" y="23653"/>
                  </a:cubicBezTo>
                  <a:cubicBezTo>
                    <a:pt x="21827" y="24605"/>
                    <a:pt x="27521" y="25558"/>
                    <a:pt x="32266" y="25558"/>
                  </a:cubicBezTo>
                  <a:cubicBezTo>
                    <a:pt x="37960" y="25558"/>
                    <a:pt x="43654" y="27463"/>
                    <a:pt x="48400" y="26510"/>
                  </a:cubicBezTo>
                  <a:cubicBezTo>
                    <a:pt x="54094" y="25558"/>
                    <a:pt x="58839" y="22700"/>
                    <a:pt x="63584" y="20795"/>
                  </a:cubicBezTo>
                  <a:cubicBezTo>
                    <a:pt x="70227" y="17938"/>
                    <a:pt x="74972" y="15080"/>
                    <a:pt x="74972" y="10318"/>
                  </a:cubicBezTo>
                  <a:cubicBezTo>
                    <a:pt x="74972" y="5555"/>
                    <a:pt x="71176" y="3650"/>
                    <a:pt x="63584" y="3650"/>
                  </a:cubicBezTo>
                  <a:cubicBezTo>
                    <a:pt x="59788" y="3650"/>
                    <a:pt x="55043" y="5555"/>
                    <a:pt x="49349" y="5555"/>
                  </a:cubicBezTo>
                  <a:cubicBezTo>
                    <a:pt x="45552" y="5555"/>
                    <a:pt x="39858" y="5555"/>
                    <a:pt x="35113" y="4603"/>
                  </a:cubicBezTo>
                  <a:cubicBezTo>
                    <a:pt x="25623" y="3650"/>
                    <a:pt x="18980" y="-2065"/>
                    <a:pt x="10439" y="7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166CAF92-33F4-8696-972A-0FD0141E3A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663" y="3659642"/>
              <a:ext cx="74239" cy="21770"/>
            </a:xfrm>
            <a:custGeom>
              <a:avLst/>
              <a:gdLst>
                <a:gd name="connsiteX0" fmla="*/ 64676 w 74239"/>
                <a:gd name="connsiteY0" fmla="*/ 1768 h 21770"/>
                <a:gd name="connsiteX1" fmla="*/ 74166 w 74239"/>
                <a:gd name="connsiteY1" fmla="*/ 6530 h 21770"/>
                <a:gd name="connsiteX2" fmla="*/ 61829 w 74239"/>
                <a:gd name="connsiteY2" fmla="*/ 20818 h 21770"/>
                <a:gd name="connsiteX3" fmla="*/ 44747 w 74239"/>
                <a:gd name="connsiteY3" fmla="*/ 21770 h 21770"/>
                <a:gd name="connsiteX4" fmla="*/ 27665 w 74239"/>
                <a:gd name="connsiteY4" fmla="*/ 20818 h 21770"/>
                <a:gd name="connsiteX5" fmla="*/ 10582 w 74239"/>
                <a:gd name="connsiteY5" fmla="*/ 18913 h 21770"/>
                <a:gd name="connsiteX6" fmla="*/ 143 w 74239"/>
                <a:gd name="connsiteY6" fmla="*/ 7483 h 21770"/>
                <a:gd name="connsiteX7" fmla="*/ 14378 w 74239"/>
                <a:gd name="connsiteY7" fmla="*/ 2720 h 21770"/>
                <a:gd name="connsiteX8" fmla="*/ 31461 w 74239"/>
                <a:gd name="connsiteY8" fmla="*/ 815 h 21770"/>
                <a:gd name="connsiteX9" fmla="*/ 48543 w 74239"/>
                <a:gd name="connsiteY9" fmla="*/ 815 h 21770"/>
                <a:gd name="connsiteX10" fmla="*/ 64676 w 74239"/>
                <a:gd name="connsiteY10" fmla="*/ 1768 h 2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39" h="21770">
                  <a:moveTo>
                    <a:pt x="64676" y="1768"/>
                  </a:moveTo>
                  <a:cubicBezTo>
                    <a:pt x="69421" y="2720"/>
                    <a:pt x="73217" y="3673"/>
                    <a:pt x="74166" y="6530"/>
                  </a:cubicBezTo>
                  <a:cubicBezTo>
                    <a:pt x="75115" y="11293"/>
                    <a:pt x="66574" y="19865"/>
                    <a:pt x="61829" y="20818"/>
                  </a:cubicBezTo>
                  <a:cubicBezTo>
                    <a:pt x="57084" y="21770"/>
                    <a:pt x="50441" y="21770"/>
                    <a:pt x="44747" y="21770"/>
                  </a:cubicBezTo>
                  <a:cubicBezTo>
                    <a:pt x="39053" y="21770"/>
                    <a:pt x="33359" y="20818"/>
                    <a:pt x="27665" y="20818"/>
                  </a:cubicBezTo>
                  <a:cubicBezTo>
                    <a:pt x="21022" y="19865"/>
                    <a:pt x="15327" y="19865"/>
                    <a:pt x="10582" y="18913"/>
                  </a:cubicBezTo>
                  <a:cubicBezTo>
                    <a:pt x="2990" y="17008"/>
                    <a:pt x="-806" y="12245"/>
                    <a:pt x="143" y="7483"/>
                  </a:cubicBezTo>
                  <a:cubicBezTo>
                    <a:pt x="1092" y="4625"/>
                    <a:pt x="5837" y="3673"/>
                    <a:pt x="14378" y="2720"/>
                  </a:cubicBezTo>
                  <a:cubicBezTo>
                    <a:pt x="19124" y="1768"/>
                    <a:pt x="24818" y="815"/>
                    <a:pt x="31461" y="815"/>
                  </a:cubicBezTo>
                  <a:cubicBezTo>
                    <a:pt x="37155" y="815"/>
                    <a:pt x="42849" y="-137"/>
                    <a:pt x="48543" y="815"/>
                  </a:cubicBezTo>
                  <a:cubicBezTo>
                    <a:pt x="54237" y="-1090"/>
                    <a:pt x="59931" y="815"/>
                    <a:pt x="64676" y="17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00E2B84-2C3D-AC03-040C-C90F9155C5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11" y="3604945"/>
              <a:ext cx="73319" cy="17411"/>
            </a:xfrm>
            <a:custGeom>
              <a:avLst/>
              <a:gdLst>
                <a:gd name="connsiteX0" fmla="*/ 246 w 73319"/>
                <a:gd name="connsiteY0" fmla="*/ 6934 h 17411"/>
                <a:gd name="connsiteX1" fmla="*/ 15430 w 73319"/>
                <a:gd name="connsiteY1" fmla="*/ 17412 h 17411"/>
                <a:gd name="connsiteX2" fmla="*/ 30614 w 73319"/>
                <a:gd name="connsiteY2" fmla="*/ 17412 h 17411"/>
                <a:gd name="connsiteX3" fmla="*/ 45798 w 73319"/>
                <a:gd name="connsiteY3" fmla="*/ 17412 h 17411"/>
                <a:gd name="connsiteX4" fmla="*/ 60982 w 73319"/>
                <a:gd name="connsiteY4" fmla="*/ 16459 h 17411"/>
                <a:gd name="connsiteX5" fmla="*/ 73319 w 73319"/>
                <a:gd name="connsiteY5" fmla="*/ 9792 h 17411"/>
                <a:gd name="connsiteX6" fmla="*/ 60982 w 73319"/>
                <a:gd name="connsiteY6" fmla="*/ 3124 h 17411"/>
                <a:gd name="connsiteX7" fmla="*/ 45798 w 73319"/>
                <a:gd name="connsiteY7" fmla="*/ 2172 h 17411"/>
                <a:gd name="connsiteX8" fmla="*/ 30614 w 73319"/>
                <a:gd name="connsiteY8" fmla="*/ 1219 h 17411"/>
                <a:gd name="connsiteX9" fmla="*/ 13532 w 73319"/>
                <a:gd name="connsiteY9" fmla="*/ 267 h 17411"/>
                <a:gd name="connsiteX10" fmla="*/ 246 w 73319"/>
                <a:gd name="connsiteY10" fmla="*/ 6934 h 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7411">
                  <a:moveTo>
                    <a:pt x="246" y="6934"/>
                  </a:moveTo>
                  <a:cubicBezTo>
                    <a:pt x="-1652" y="11697"/>
                    <a:pt x="7838" y="17412"/>
                    <a:pt x="15430" y="17412"/>
                  </a:cubicBezTo>
                  <a:cubicBezTo>
                    <a:pt x="20175" y="17412"/>
                    <a:pt x="25869" y="17412"/>
                    <a:pt x="30614" y="17412"/>
                  </a:cubicBezTo>
                  <a:cubicBezTo>
                    <a:pt x="36308" y="17412"/>
                    <a:pt x="41053" y="17412"/>
                    <a:pt x="45798" y="17412"/>
                  </a:cubicBezTo>
                  <a:cubicBezTo>
                    <a:pt x="51492" y="17412"/>
                    <a:pt x="57186" y="17412"/>
                    <a:pt x="60982" y="16459"/>
                  </a:cubicBezTo>
                  <a:cubicBezTo>
                    <a:pt x="68574" y="15507"/>
                    <a:pt x="73319" y="12649"/>
                    <a:pt x="73319" y="9792"/>
                  </a:cubicBezTo>
                  <a:cubicBezTo>
                    <a:pt x="73319" y="6934"/>
                    <a:pt x="68574" y="5029"/>
                    <a:pt x="60982" y="3124"/>
                  </a:cubicBezTo>
                  <a:cubicBezTo>
                    <a:pt x="56237" y="2172"/>
                    <a:pt x="51492" y="2172"/>
                    <a:pt x="45798" y="2172"/>
                  </a:cubicBezTo>
                  <a:cubicBezTo>
                    <a:pt x="40104" y="1219"/>
                    <a:pt x="35359" y="1219"/>
                    <a:pt x="30614" y="1219"/>
                  </a:cubicBezTo>
                  <a:cubicBezTo>
                    <a:pt x="27767" y="1219"/>
                    <a:pt x="20175" y="-686"/>
                    <a:pt x="13532" y="267"/>
                  </a:cubicBezTo>
                  <a:cubicBezTo>
                    <a:pt x="7838" y="267"/>
                    <a:pt x="1195" y="4077"/>
                    <a:pt x="246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7B14998-B358-6341-0472-81D474C1EF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72" y="3516630"/>
              <a:ext cx="77132" cy="26506"/>
            </a:xfrm>
            <a:custGeom>
              <a:avLst/>
              <a:gdLst>
                <a:gd name="connsiteX0" fmla="*/ 182 w 77132"/>
                <a:gd name="connsiteY0" fmla="*/ 15240 h 26506"/>
                <a:gd name="connsiteX1" fmla="*/ 18213 w 77132"/>
                <a:gd name="connsiteY1" fmla="*/ 3810 h 26506"/>
                <a:gd name="connsiteX2" fmla="*/ 33397 w 77132"/>
                <a:gd name="connsiteY2" fmla="*/ 0 h 26506"/>
                <a:gd name="connsiteX3" fmla="*/ 48581 w 77132"/>
                <a:gd name="connsiteY3" fmla="*/ 952 h 26506"/>
                <a:gd name="connsiteX4" fmla="*/ 63766 w 77132"/>
                <a:gd name="connsiteY4" fmla="*/ 4763 h 26506"/>
                <a:gd name="connsiteX5" fmla="*/ 77052 w 77132"/>
                <a:gd name="connsiteY5" fmla="*/ 13335 h 26506"/>
                <a:gd name="connsiteX6" fmla="*/ 63766 w 77132"/>
                <a:gd name="connsiteY6" fmla="*/ 25718 h 26506"/>
                <a:gd name="connsiteX7" fmla="*/ 45734 w 77132"/>
                <a:gd name="connsiteY7" fmla="*/ 23813 h 26506"/>
                <a:gd name="connsiteX8" fmla="*/ 27703 w 77132"/>
                <a:gd name="connsiteY8" fmla="*/ 23813 h 26506"/>
                <a:gd name="connsiteX9" fmla="*/ 6825 w 77132"/>
                <a:gd name="connsiteY9" fmla="*/ 24765 h 26506"/>
                <a:gd name="connsiteX10" fmla="*/ 182 w 77132"/>
                <a:gd name="connsiteY10" fmla="*/ 15240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32" h="26506">
                  <a:moveTo>
                    <a:pt x="182" y="15240"/>
                  </a:moveTo>
                  <a:cubicBezTo>
                    <a:pt x="1131" y="8572"/>
                    <a:pt x="13468" y="4763"/>
                    <a:pt x="18213" y="3810"/>
                  </a:cubicBezTo>
                  <a:cubicBezTo>
                    <a:pt x="22958" y="2857"/>
                    <a:pt x="27703" y="952"/>
                    <a:pt x="33397" y="0"/>
                  </a:cubicBezTo>
                  <a:cubicBezTo>
                    <a:pt x="38142" y="0"/>
                    <a:pt x="43836" y="0"/>
                    <a:pt x="48581" y="952"/>
                  </a:cubicBezTo>
                  <a:cubicBezTo>
                    <a:pt x="54275" y="1905"/>
                    <a:pt x="59021" y="2857"/>
                    <a:pt x="63766" y="4763"/>
                  </a:cubicBezTo>
                  <a:cubicBezTo>
                    <a:pt x="70409" y="6668"/>
                    <a:pt x="76103" y="9525"/>
                    <a:pt x="77052" y="13335"/>
                  </a:cubicBezTo>
                  <a:cubicBezTo>
                    <a:pt x="78001" y="18097"/>
                    <a:pt x="70409" y="23813"/>
                    <a:pt x="63766" y="25718"/>
                  </a:cubicBezTo>
                  <a:cubicBezTo>
                    <a:pt x="57123" y="27622"/>
                    <a:pt x="52377" y="25718"/>
                    <a:pt x="45734" y="23813"/>
                  </a:cubicBezTo>
                  <a:cubicBezTo>
                    <a:pt x="40989" y="22860"/>
                    <a:pt x="35295" y="22860"/>
                    <a:pt x="27703" y="23813"/>
                  </a:cubicBezTo>
                  <a:cubicBezTo>
                    <a:pt x="17264" y="24765"/>
                    <a:pt x="12519" y="27622"/>
                    <a:pt x="6825" y="24765"/>
                  </a:cubicBezTo>
                  <a:cubicBezTo>
                    <a:pt x="2080" y="23813"/>
                    <a:pt x="-767" y="19050"/>
                    <a:pt x="182" y="1524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A35ADE2-B799-1526-F16D-251610C65E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903" y="3577589"/>
              <a:ext cx="73129" cy="22860"/>
            </a:xfrm>
            <a:custGeom>
              <a:avLst/>
              <a:gdLst>
                <a:gd name="connsiteX0" fmla="*/ 0 w 73129"/>
                <a:gd name="connsiteY0" fmla="*/ 9525 h 22860"/>
                <a:gd name="connsiteX1" fmla="*/ 15184 w 73129"/>
                <a:gd name="connsiteY1" fmla="*/ 1905 h 22860"/>
                <a:gd name="connsiteX2" fmla="*/ 29419 w 73129"/>
                <a:gd name="connsiteY2" fmla="*/ 0 h 22860"/>
                <a:gd name="connsiteX3" fmla="*/ 43654 w 73129"/>
                <a:gd name="connsiteY3" fmla="*/ 953 h 22860"/>
                <a:gd name="connsiteX4" fmla="*/ 57890 w 73129"/>
                <a:gd name="connsiteY4" fmla="*/ 1905 h 22860"/>
                <a:gd name="connsiteX5" fmla="*/ 73074 w 73129"/>
                <a:gd name="connsiteY5" fmla="*/ 9525 h 22860"/>
                <a:gd name="connsiteX6" fmla="*/ 54094 w 73129"/>
                <a:gd name="connsiteY6" fmla="*/ 19050 h 22860"/>
                <a:gd name="connsiteX7" fmla="*/ 38909 w 73129"/>
                <a:gd name="connsiteY7" fmla="*/ 22860 h 22860"/>
                <a:gd name="connsiteX8" fmla="*/ 23725 w 73129"/>
                <a:gd name="connsiteY8" fmla="*/ 21908 h 22860"/>
                <a:gd name="connsiteX9" fmla="*/ 9490 w 73129"/>
                <a:gd name="connsiteY9" fmla="*/ 16193 h 22860"/>
                <a:gd name="connsiteX10" fmla="*/ 0 w 73129"/>
                <a:gd name="connsiteY10" fmla="*/ 9525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2860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3"/>
                    <a:pt x="23725" y="0"/>
                    <a:pt x="29419" y="0"/>
                  </a:cubicBezTo>
                  <a:cubicBezTo>
                    <a:pt x="33215" y="0"/>
                    <a:pt x="37960" y="953"/>
                    <a:pt x="43654" y="953"/>
                  </a:cubicBezTo>
                  <a:cubicBezTo>
                    <a:pt x="48400" y="953"/>
                    <a:pt x="53145" y="0"/>
                    <a:pt x="57890" y="1905"/>
                  </a:cubicBezTo>
                  <a:cubicBezTo>
                    <a:pt x="62635" y="3810"/>
                    <a:pt x="74023" y="1905"/>
                    <a:pt x="73074" y="9525"/>
                  </a:cubicBezTo>
                  <a:cubicBezTo>
                    <a:pt x="72125" y="18098"/>
                    <a:pt x="57890" y="18098"/>
                    <a:pt x="54094" y="19050"/>
                  </a:cubicBezTo>
                  <a:cubicBezTo>
                    <a:pt x="52196" y="19050"/>
                    <a:pt x="46502" y="21908"/>
                    <a:pt x="38909" y="22860"/>
                  </a:cubicBezTo>
                  <a:cubicBezTo>
                    <a:pt x="34164" y="22860"/>
                    <a:pt x="28470" y="22860"/>
                    <a:pt x="23725" y="21908"/>
                  </a:cubicBezTo>
                  <a:cubicBezTo>
                    <a:pt x="18980" y="20955"/>
                    <a:pt x="14235" y="18098"/>
                    <a:pt x="9490" y="16193"/>
                  </a:cubicBezTo>
                  <a:cubicBezTo>
                    <a:pt x="5694" y="14288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1BBDDD3-C5FF-A3A2-336D-BD7C7BD575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2939" y="3631882"/>
              <a:ext cx="75182" cy="24453"/>
            </a:xfrm>
            <a:custGeom>
              <a:avLst/>
              <a:gdLst>
                <a:gd name="connsiteX0" fmla="*/ 14301 w 75182"/>
                <a:gd name="connsiteY0" fmla="*/ 21907 h 24453"/>
                <a:gd name="connsiteX1" fmla="*/ 66 w 75182"/>
                <a:gd name="connsiteY1" fmla="*/ 13335 h 24453"/>
                <a:gd name="connsiteX2" fmla="*/ 17148 w 75182"/>
                <a:gd name="connsiteY2" fmla="*/ 0 h 24453"/>
                <a:gd name="connsiteX3" fmla="*/ 38975 w 75182"/>
                <a:gd name="connsiteY3" fmla="*/ 3810 h 24453"/>
                <a:gd name="connsiteX4" fmla="*/ 52261 w 75182"/>
                <a:gd name="connsiteY4" fmla="*/ 2857 h 24453"/>
                <a:gd name="connsiteX5" fmla="*/ 65548 w 75182"/>
                <a:gd name="connsiteY5" fmla="*/ 953 h 24453"/>
                <a:gd name="connsiteX6" fmla="*/ 75038 w 75182"/>
                <a:gd name="connsiteY6" fmla="*/ 10478 h 24453"/>
                <a:gd name="connsiteX7" fmla="*/ 65548 w 75182"/>
                <a:gd name="connsiteY7" fmla="*/ 23813 h 24453"/>
                <a:gd name="connsiteX8" fmla="*/ 52261 w 75182"/>
                <a:gd name="connsiteY8" fmla="*/ 21907 h 24453"/>
                <a:gd name="connsiteX9" fmla="*/ 38975 w 75182"/>
                <a:gd name="connsiteY9" fmla="*/ 21907 h 24453"/>
                <a:gd name="connsiteX10" fmla="*/ 14301 w 75182"/>
                <a:gd name="connsiteY10" fmla="*/ 21907 h 2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2" h="24453">
                  <a:moveTo>
                    <a:pt x="14301" y="21907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8"/>
                    <a:pt x="75038" y="10478"/>
                  </a:cubicBezTo>
                  <a:cubicBezTo>
                    <a:pt x="75987" y="16193"/>
                    <a:pt x="72191" y="21907"/>
                    <a:pt x="65548" y="23813"/>
                  </a:cubicBezTo>
                  <a:cubicBezTo>
                    <a:pt x="60803" y="25718"/>
                    <a:pt x="57956" y="22860"/>
                    <a:pt x="52261" y="21907"/>
                  </a:cubicBezTo>
                  <a:cubicBezTo>
                    <a:pt x="48465" y="20955"/>
                    <a:pt x="44669" y="22860"/>
                    <a:pt x="38975" y="21907"/>
                  </a:cubicBezTo>
                  <a:cubicBezTo>
                    <a:pt x="25689" y="23813"/>
                    <a:pt x="23791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E06CCFD7-4DD7-A391-65B4-7A8A77570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689103"/>
              <a:ext cx="74022" cy="26865"/>
            </a:xfrm>
            <a:custGeom>
              <a:avLst/>
              <a:gdLst>
                <a:gd name="connsiteX0" fmla="*/ 10439 w 74022"/>
                <a:gd name="connsiteY0" fmla="*/ 881 h 26865"/>
                <a:gd name="connsiteX1" fmla="*/ 0 w 74022"/>
                <a:gd name="connsiteY1" fmla="*/ 11359 h 26865"/>
                <a:gd name="connsiteX2" fmla="*/ 17082 w 74022"/>
                <a:gd name="connsiteY2" fmla="*/ 22789 h 26865"/>
                <a:gd name="connsiteX3" fmla="*/ 32266 w 74022"/>
                <a:gd name="connsiteY3" fmla="*/ 25646 h 26865"/>
                <a:gd name="connsiteX4" fmla="*/ 48400 w 74022"/>
                <a:gd name="connsiteY4" fmla="*/ 26599 h 26865"/>
                <a:gd name="connsiteX5" fmla="*/ 63584 w 74022"/>
                <a:gd name="connsiteY5" fmla="*/ 21836 h 26865"/>
                <a:gd name="connsiteX6" fmla="*/ 74023 w 74022"/>
                <a:gd name="connsiteY6" fmla="*/ 11359 h 26865"/>
                <a:gd name="connsiteX7" fmla="*/ 63584 w 74022"/>
                <a:gd name="connsiteY7" fmla="*/ 5644 h 26865"/>
                <a:gd name="connsiteX8" fmla="*/ 49349 w 74022"/>
                <a:gd name="connsiteY8" fmla="*/ 6596 h 26865"/>
                <a:gd name="connsiteX9" fmla="*/ 35113 w 74022"/>
                <a:gd name="connsiteY9" fmla="*/ 5644 h 26865"/>
                <a:gd name="connsiteX10" fmla="*/ 10439 w 74022"/>
                <a:gd name="connsiteY10" fmla="*/ 881 h 2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865">
                  <a:moveTo>
                    <a:pt x="10439" y="881"/>
                  </a:moveTo>
                  <a:cubicBezTo>
                    <a:pt x="4745" y="2786"/>
                    <a:pt x="0" y="6596"/>
                    <a:pt x="0" y="11359"/>
                  </a:cubicBezTo>
                  <a:cubicBezTo>
                    <a:pt x="0" y="17074"/>
                    <a:pt x="10439" y="20884"/>
                    <a:pt x="17082" y="22789"/>
                  </a:cubicBezTo>
                  <a:cubicBezTo>
                    <a:pt x="21827" y="23741"/>
                    <a:pt x="27521" y="25646"/>
                    <a:pt x="32266" y="25646"/>
                  </a:cubicBezTo>
                  <a:cubicBezTo>
                    <a:pt x="37960" y="25646"/>
                    <a:pt x="42705" y="27551"/>
                    <a:pt x="48400" y="26599"/>
                  </a:cubicBezTo>
                  <a:cubicBezTo>
                    <a:pt x="54094" y="25646"/>
                    <a:pt x="58839" y="23741"/>
                    <a:pt x="63584" y="21836"/>
                  </a:cubicBezTo>
                  <a:cubicBezTo>
                    <a:pt x="70227" y="18979"/>
                    <a:pt x="74023" y="16121"/>
                    <a:pt x="74023" y="11359"/>
                  </a:cubicBezTo>
                  <a:cubicBezTo>
                    <a:pt x="74023" y="6596"/>
                    <a:pt x="70227" y="5644"/>
                    <a:pt x="63584" y="5644"/>
                  </a:cubicBezTo>
                  <a:cubicBezTo>
                    <a:pt x="59788" y="5644"/>
                    <a:pt x="55043" y="6596"/>
                    <a:pt x="49349" y="6596"/>
                  </a:cubicBezTo>
                  <a:cubicBezTo>
                    <a:pt x="45553" y="6596"/>
                    <a:pt x="39858" y="6596"/>
                    <a:pt x="35113" y="5644"/>
                  </a:cubicBezTo>
                  <a:cubicBezTo>
                    <a:pt x="24674" y="2786"/>
                    <a:pt x="18031" y="-1976"/>
                    <a:pt x="10439" y="8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B59CE49-3B09-DF5F-AF67-92CFEA7329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02" y="3657600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8 h 25405"/>
                <a:gd name="connsiteX2" fmla="*/ 34311 w 75222"/>
                <a:gd name="connsiteY2" fmla="*/ 0 h 25405"/>
                <a:gd name="connsiteX3" fmla="*/ 49495 w 75222"/>
                <a:gd name="connsiteY3" fmla="*/ 952 h 25405"/>
                <a:gd name="connsiteX4" fmla="*/ 64679 w 75222"/>
                <a:gd name="connsiteY4" fmla="*/ 3810 h 25405"/>
                <a:gd name="connsiteX5" fmla="*/ 75118 w 75222"/>
                <a:gd name="connsiteY5" fmla="*/ 12383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9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8"/>
                  </a:cubicBezTo>
                  <a:cubicBezTo>
                    <a:pt x="23872" y="1905"/>
                    <a:pt x="28617" y="952"/>
                    <a:pt x="34311" y="0"/>
                  </a:cubicBezTo>
                  <a:cubicBezTo>
                    <a:pt x="39056" y="0"/>
                    <a:pt x="44750" y="952"/>
                    <a:pt x="49495" y="952"/>
                  </a:cubicBezTo>
                  <a:cubicBezTo>
                    <a:pt x="55189" y="1905"/>
                    <a:pt x="59934" y="2858"/>
                    <a:pt x="64679" y="3810"/>
                  </a:cubicBezTo>
                  <a:cubicBezTo>
                    <a:pt x="71322" y="5715"/>
                    <a:pt x="75118" y="8573"/>
                    <a:pt x="75118" y="12383"/>
                  </a:cubicBezTo>
                  <a:cubicBezTo>
                    <a:pt x="76067" y="17145"/>
                    <a:pt x="70373" y="21908"/>
                    <a:pt x="64679" y="23813"/>
                  </a:cubicBezTo>
                  <a:cubicBezTo>
                    <a:pt x="58036" y="25717"/>
                    <a:pt x="53291" y="24765"/>
                    <a:pt x="46648" y="22860"/>
                  </a:cubicBezTo>
                  <a:cubicBezTo>
                    <a:pt x="41903" y="21908"/>
                    <a:pt x="36209" y="21908"/>
                    <a:pt x="28617" y="22860"/>
                  </a:cubicBezTo>
                  <a:cubicBezTo>
                    <a:pt x="18178" y="23813"/>
                    <a:pt x="13433" y="26670"/>
                    <a:pt x="7739" y="24765"/>
                  </a:cubicBezTo>
                  <a:cubicBezTo>
                    <a:pt x="2993" y="22860"/>
                    <a:pt x="-803" y="18098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BC26E8C-B187-BEB8-FCC6-7930974426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83" y="3547110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7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4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2"/>
                    <a:pt x="72191" y="21907"/>
                    <a:pt x="65548" y="24765"/>
                  </a:cubicBezTo>
                  <a:cubicBezTo>
                    <a:pt x="60802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6638" y="20002"/>
                    <a:pt x="23791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C762DFE-04F1-18E6-165E-A2B25D599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4726" y="3603307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7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5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2"/>
                    <a:pt x="67500" y="20003"/>
                    <a:pt x="62755" y="20955"/>
                  </a:cubicBezTo>
                  <a:cubicBezTo>
                    <a:pt x="58010" y="21907"/>
                    <a:pt x="51367" y="21907"/>
                    <a:pt x="45673" y="22860"/>
                  </a:cubicBezTo>
                  <a:cubicBezTo>
                    <a:pt x="39979" y="22860"/>
                    <a:pt x="34285" y="22860"/>
                    <a:pt x="28591" y="21907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2857"/>
                    <a:pt x="15305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953"/>
                    <a:pt x="60857" y="2857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C8A0D02-A732-6ECD-A7D8-0173A0BF63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3671" y="3718560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2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7 h 20002"/>
                <a:gd name="connsiteX6" fmla="*/ 61912 w 75198"/>
                <a:gd name="connsiteY6" fmla="*/ 4763 h 20002"/>
                <a:gd name="connsiteX7" fmla="*/ 46728 w 75198"/>
                <a:gd name="connsiteY7" fmla="*/ 2857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2"/>
                    <a:pt x="8768" y="20002"/>
                    <a:pt x="16360" y="20002"/>
                  </a:cubicBezTo>
                  <a:cubicBezTo>
                    <a:pt x="21105" y="20002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2"/>
                    <a:pt x="75198" y="14288"/>
                    <a:pt x="75198" y="10477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7"/>
                    <a:pt x="46728" y="2857"/>
                  </a:cubicBezTo>
                  <a:cubicBezTo>
                    <a:pt x="41983" y="1905"/>
                    <a:pt x="36289" y="0"/>
                    <a:pt x="31544" y="0"/>
                  </a:cubicBezTo>
                  <a:cubicBezTo>
                    <a:pt x="28697" y="0"/>
                    <a:pt x="21105" y="952"/>
                    <a:pt x="14462" y="1905"/>
                  </a:cubicBezTo>
                  <a:cubicBezTo>
                    <a:pt x="8768" y="2857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A66B5BCD-D90C-4DCE-4BA3-1A3F45C20B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18" y="3494722"/>
              <a:ext cx="76053" cy="20425"/>
            </a:xfrm>
            <a:custGeom>
              <a:avLst/>
              <a:gdLst>
                <a:gd name="connsiteX0" fmla="*/ 81 w 76053"/>
                <a:gd name="connsiteY0" fmla="*/ 9525 h 20425"/>
                <a:gd name="connsiteX1" fmla="*/ 17163 w 76053"/>
                <a:gd name="connsiteY1" fmla="*/ 2857 h 20425"/>
                <a:gd name="connsiteX2" fmla="*/ 31399 w 76053"/>
                <a:gd name="connsiteY2" fmla="*/ 952 h 20425"/>
                <a:gd name="connsiteX3" fmla="*/ 45634 w 76053"/>
                <a:gd name="connsiteY3" fmla="*/ 0 h 20425"/>
                <a:gd name="connsiteX4" fmla="*/ 59869 w 76053"/>
                <a:gd name="connsiteY4" fmla="*/ 1905 h 20425"/>
                <a:gd name="connsiteX5" fmla="*/ 76002 w 76053"/>
                <a:gd name="connsiteY5" fmla="*/ 9525 h 20425"/>
                <a:gd name="connsiteX6" fmla="*/ 57022 w 76053"/>
                <a:gd name="connsiteY6" fmla="*/ 20002 h 20425"/>
                <a:gd name="connsiteX7" fmla="*/ 41838 w 76053"/>
                <a:gd name="connsiteY7" fmla="*/ 20002 h 20425"/>
                <a:gd name="connsiteX8" fmla="*/ 26653 w 76053"/>
                <a:gd name="connsiteY8" fmla="*/ 20002 h 20425"/>
                <a:gd name="connsiteX9" fmla="*/ 11469 w 76053"/>
                <a:gd name="connsiteY9" fmla="*/ 17145 h 20425"/>
                <a:gd name="connsiteX10" fmla="*/ 81 w 76053"/>
                <a:gd name="connsiteY10" fmla="*/ 9525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3" h="20425">
                  <a:moveTo>
                    <a:pt x="81" y="9525"/>
                  </a:moveTo>
                  <a:cubicBezTo>
                    <a:pt x="1030" y="1905"/>
                    <a:pt x="10520" y="4763"/>
                    <a:pt x="17163" y="2857"/>
                  </a:cubicBezTo>
                  <a:cubicBezTo>
                    <a:pt x="20959" y="1905"/>
                    <a:pt x="25705" y="952"/>
                    <a:pt x="31399" y="952"/>
                  </a:cubicBezTo>
                  <a:cubicBezTo>
                    <a:pt x="35195" y="952"/>
                    <a:pt x="39940" y="0"/>
                    <a:pt x="45634" y="0"/>
                  </a:cubicBezTo>
                  <a:cubicBezTo>
                    <a:pt x="50379" y="0"/>
                    <a:pt x="55124" y="952"/>
                    <a:pt x="59869" y="1905"/>
                  </a:cubicBezTo>
                  <a:cubicBezTo>
                    <a:pt x="64614" y="3810"/>
                    <a:pt x="76951" y="952"/>
                    <a:pt x="76002" y="9525"/>
                  </a:cubicBezTo>
                  <a:cubicBezTo>
                    <a:pt x="75053" y="18097"/>
                    <a:pt x="59869" y="20002"/>
                    <a:pt x="57022" y="20002"/>
                  </a:cubicBezTo>
                  <a:cubicBezTo>
                    <a:pt x="55124" y="20002"/>
                    <a:pt x="49430" y="20002"/>
                    <a:pt x="41838" y="20002"/>
                  </a:cubicBezTo>
                  <a:cubicBezTo>
                    <a:pt x="37093" y="20002"/>
                    <a:pt x="32348" y="20955"/>
                    <a:pt x="26653" y="20002"/>
                  </a:cubicBezTo>
                  <a:cubicBezTo>
                    <a:pt x="21908" y="19050"/>
                    <a:pt x="16214" y="19050"/>
                    <a:pt x="11469" y="17145"/>
                  </a:cubicBezTo>
                  <a:cubicBezTo>
                    <a:pt x="6724" y="17145"/>
                    <a:pt x="-868" y="13335"/>
                    <a:pt x="81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CAE8F32-E03D-78B4-CCEC-D8B74D0845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775889" y="411708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A978868-6227-23E1-EAA7-C2F5031C58B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241807" y="3367575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469DF3B-E3F4-9F64-0A58-8057E35BB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40" name="Text Placeholder 9">
            <a:extLst>
              <a:ext uri="{FF2B5EF4-FFF2-40B4-BE49-F238E27FC236}">
                <a16:creationId xmlns:a16="http://schemas.microsoft.com/office/drawing/2014/main" id="{7009B006-D1FD-AC9C-8200-A4459BF45D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614D9D2-1DA6-3A7A-0840-C6704562F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6A340EC-BB99-D451-E569-FBB153E95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57785-3942-923A-C715-CCBDB79B1F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FCA7865-FA56-DFED-C38E-35145584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270622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9512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9342CC5-6790-D3C2-ED9B-DC5B77D35D0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20BF8E-229D-D1D3-CBB2-BBB9A53A24E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73F58FD-3E61-6133-2728-BFE069BA97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31AECE7-5AE9-F11F-7B5F-BEF72BA3C1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649" y="156286"/>
            <a:ext cx="2334776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E11AAF5-5C1D-829B-EDE0-631CC515A4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97247" y="4836747"/>
            <a:ext cx="2188177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42F29B8-09F9-5A7C-C3B5-2BEF1686E0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2017" y="2286000"/>
            <a:ext cx="3283408" cy="2286000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F2F7B99-FEDB-FCCC-8789-31E9E131B5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5714" y="156286"/>
            <a:ext cx="2334776" cy="3073529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A142BC-BDB9-AAC5-935F-E06EC37889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5714" y="3429000"/>
            <a:ext cx="2334776" cy="3272714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1E17D05-1DDD-3E40-803A-9DB20A9C8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5303838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4E6482B-0FD5-DD2D-9B18-CEA157F73A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582" y="993550"/>
            <a:ext cx="5303838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89B5902-11C3-DCE2-D614-24FD8E46D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ABFE57B-4C25-B9C0-5754-2EB6B8000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45C5D1-61A4-067F-9AAD-56A5D7D9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04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7818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E83C0D-3D92-5AA2-EC42-688A335866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5084" y="700008"/>
            <a:ext cx="6279792" cy="5489272"/>
            <a:chOff x="795084" y="700008"/>
            <a:chExt cx="6279792" cy="5489272"/>
          </a:xfrm>
        </p:grpSpPr>
        <p:sp>
          <p:nvSpPr>
            <p:cNvPr id="42" name="Graphic 24">
              <a:extLst>
                <a:ext uri="{FF2B5EF4-FFF2-40B4-BE49-F238E27FC236}">
                  <a16:creationId xmlns:a16="http://schemas.microsoft.com/office/drawing/2014/main" id="{78A1A4E8-7255-EC6A-6D6B-627FFCE308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5084" y="700008"/>
              <a:ext cx="6138210" cy="5489272"/>
            </a:xfrm>
            <a:custGeom>
              <a:avLst/>
              <a:gdLst>
                <a:gd name="connsiteX0" fmla="*/ 5250750 w 6138210"/>
                <a:gd name="connsiteY0" fmla="*/ 1951117 h 5489272"/>
                <a:gd name="connsiteX1" fmla="*/ 2868865 w 6138210"/>
                <a:gd name="connsiteY1" fmla="*/ 841772 h 5489272"/>
                <a:gd name="connsiteX2" fmla="*/ 346010 w 6138210"/>
                <a:gd name="connsiteY2" fmla="*/ 1575197 h 5489272"/>
                <a:gd name="connsiteX3" fmla="*/ 222820 w 6138210"/>
                <a:gd name="connsiteY3" fmla="*/ 3039507 h 5489272"/>
                <a:gd name="connsiteX4" fmla="*/ 1789365 w 6138210"/>
                <a:gd name="connsiteY4" fmla="*/ 4866402 h 5489272"/>
                <a:gd name="connsiteX5" fmla="*/ 3322890 w 6138210"/>
                <a:gd name="connsiteY5" fmla="*/ 4983877 h 5489272"/>
                <a:gd name="connsiteX6" fmla="*/ 5149150 w 6138210"/>
                <a:gd name="connsiteY6" fmla="*/ 3417332 h 5489272"/>
                <a:gd name="connsiteX7" fmla="*/ 5250750 w 6138210"/>
                <a:gd name="connsiteY7" fmla="*/ 1951117 h 5489272"/>
                <a:gd name="connsiteX8" fmla="*/ 2871405 w 6138210"/>
                <a:gd name="connsiteY8" fmla="*/ 238522 h 5489272"/>
                <a:gd name="connsiteX9" fmla="*/ 1762060 w 6138210"/>
                <a:gd name="connsiteY9" fmla="*/ 2620407 h 5489272"/>
                <a:gd name="connsiteX10" fmla="*/ 2495485 w 6138210"/>
                <a:gd name="connsiteY10" fmla="*/ 5143262 h 5489272"/>
                <a:gd name="connsiteX11" fmla="*/ 3959795 w 6138210"/>
                <a:gd name="connsiteY11" fmla="*/ 5266452 h 5489272"/>
                <a:gd name="connsiteX12" fmla="*/ 5786056 w 6138210"/>
                <a:gd name="connsiteY12" fmla="*/ 3699907 h 5489272"/>
                <a:gd name="connsiteX13" fmla="*/ 5903531 w 6138210"/>
                <a:gd name="connsiteY13" fmla="*/ 2166382 h 5489272"/>
                <a:gd name="connsiteX14" fmla="*/ 4336985 w 6138210"/>
                <a:gd name="connsiteY14" fmla="*/ 340122 h 5489272"/>
                <a:gd name="connsiteX15" fmla="*/ 2871405 w 6138210"/>
                <a:gd name="connsiteY15" fmla="*/ 238522 h 548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38210" h="5489272">
                  <a:moveTo>
                    <a:pt x="5250750" y="1951117"/>
                  </a:moveTo>
                  <a:cubicBezTo>
                    <a:pt x="4687506" y="1269127"/>
                    <a:pt x="3818190" y="921147"/>
                    <a:pt x="2868865" y="841772"/>
                  </a:cubicBezTo>
                  <a:cubicBezTo>
                    <a:pt x="1918270" y="775732"/>
                    <a:pt x="1006410" y="987187"/>
                    <a:pt x="346010" y="1575197"/>
                  </a:cubicBezTo>
                  <a:cubicBezTo>
                    <a:pt x="11365" y="1873012"/>
                    <a:pt x="-170245" y="2388632"/>
                    <a:pt x="222820" y="3039507"/>
                  </a:cubicBezTo>
                  <a:cubicBezTo>
                    <a:pt x="533970" y="3554492"/>
                    <a:pt x="1311210" y="4445397"/>
                    <a:pt x="1789365" y="4866402"/>
                  </a:cubicBezTo>
                  <a:cubicBezTo>
                    <a:pt x="2274505" y="5293757"/>
                    <a:pt x="2776790" y="5331222"/>
                    <a:pt x="3322890" y="4983877"/>
                  </a:cubicBezTo>
                  <a:cubicBezTo>
                    <a:pt x="3860100" y="4642247"/>
                    <a:pt x="4763706" y="3878977"/>
                    <a:pt x="5149150" y="3417332"/>
                  </a:cubicBezTo>
                  <a:cubicBezTo>
                    <a:pt x="5636831" y="2833767"/>
                    <a:pt x="5535865" y="2296557"/>
                    <a:pt x="5250750" y="1951117"/>
                  </a:cubicBezTo>
                  <a:moveTo>
                    <a:pt x="2871405" y="238522"/>
                  </a:moveTo>
                  <a:cubicBezTo>
                    <a:pt x="2189415" y="801767"/>
                    <a:pt x="1841435" y="1671082"/>
                    <a:pt x="1762060" y="2620407"/>
                  </a:cubicBezTo>
                  <a:cubicBezTo>
                    <a:pt x="1696020" y="3571002"/>
                    <a:pt x="1907475" y="4482862"/>
                    <a:pt x="2495485" y="5143262"/>
                  </a:cubicBezTo>
                  <a:cubicBezTo>
                    <a:pt x="2793300" y="5477907"/>
                    <a:pt x="3308920" y="5659517"/>
                    <a:pt x="3959795" y="5266452"/>
                  </a:cubicBezTo>
                  <a:cubicBezTo>
                    <a:pt x="4474781" y="4955302"/>
                    <a:pt x="5365685" y="4178062"/>
                    <a:pt x="5786056" y="3699907"/>
                  </a:cubicBezTo>
                  <a:cubicBezTo>
                    <a:pt x="6213410" y="3214767"/>
                    <a:pt x="6250875" y="2712482"/>
                    <a:pt x="5903531" y="2166382"/>
                  </a:cubicBezTo>
                  <a:cubicBezTo>
                    <a:pt x="5561900" y="1629172"/>
                    <a:pt x="4798631" y="725567"/>
                    <a:pt x="4336985" y="340122"/>
                  </a:cubicBezTo>
                  <a:cubicBezTo>
                    <a:pt x="3754055" y="-146923"/>
                    <a:pt x="3216845" y="-45958"/>
                    <a:pt x="2871405" y="238522"/>
                  </a:cubicBezTo>
                </a:path>
              </a:pathLst>
            </a:custGeom>
            <a:noFill/>
            <a:ln w="1690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6E967E11-8F28-7042-57B9-4AD428AECAB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34913">
              <a:off x="4946600" y="952750"/>
              <a:ext cx="1780229" cy="1936823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0CC4A51-A273-8795-24A8-B7C008BAED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461912">
              <a:off x="1063185" y="3720369"/>
              <a:ext cx="1780229" cy="19368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0210990-4237-9FDA-58DC-2314772B08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409794" y="1020877"/>
              <a:ext cx="5665082" cy="4820400"/>
            </a:xfrm>
            <a:prstGeom prst="rect">
              <a:avLst/>
            </a:prstGeom>
          </p:spPr>
        </p:pic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8917F1-E0E2-31BF-F989-F89D9549A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1613" y="2593652"/>
            <a:ext cx="4851400" cy="985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4D61D94-5664-84CA-D646-5D6A8E705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1613" y="3611988"/>
            <a:ext cx="4851400" cy="993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IT" dirty="0"/>
              <a:t>Your name</a:t>
            </a:r>
          </a:p>
          <a:p>
            <a:pPr lvl="0"/>
            <a:r>
              <a:rPr lang="en-IT" dirty="0"/>
              <a:t>Your contact info.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99BB1-AEC6-002F-53F1-8B0B40447661}"/>
              </a:ext>
            </a:extLst>
          </p:cNvPr>
          <p:cNvSpPr/>
          <p:nvPr userDrawn="1"/>
        </p:nvSpPr>
        <p:spPr>
          <a:xfrm>
            <a:off x="0" y="6071616"/>
            <a:ext cx="487680" cy="72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0A98F65-9FDA-4469-8BCA-5CED90E1DC78}"/>
              </a:ext>
            </a:extLst>
          </p:cNvPr>
          <p:cNvSpPr txBox="1">
            <a:spLocks/>
          </p:cNvSpPr>
          <p:nvPr userDrawn="1"/>
        </p:nvSpPr>
        <p:spPr>
          <a:xfrm>
            <a:off x="9274338" y="2603461"/>
            <a:ext cx="1584351" cy="18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@RelexSolutions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0DF95A43-B230-D8E4-1703-6DA5477B86FC}"/>
              </a:ext>
            </a:extLst>
          </p:cNvPr>
          <p:cNvSpPr txBox="1">
            <a:spLocks/>
          </p:cNvSpPr>
          <p:nvPr userDrawn="1"/>
        </p:nvSpPr>
        <p:spPr>
          <a:xfrm>
            <a:off x="9274338" y="3049734"/>
            <a:ext cx="1584351" cy="17917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>
                <a:latin typeface="Arial" charset="0"/>
                <a:ea typeface="Arial" charset="0"/>
                <a:cs typeface="Arial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9pPr>
          </a:lstStyle>
          <a:p>
            <a:pPr lvl="0" algn="l"/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RELEX Solutions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898E2DD-B0D9-1074-B122-434787ADF99A}"/>
              </a:ext>
            </a:extLst>
          </p:cNvPr>
          <p:cNvSpPr txBox="1">
            <a:spLocks/>
          </p:cNvSpPr>
          <p:nvPr userDrawn="1"/>
        </p:nvSpPr>
        <p:spPr>
          <a:xfrm>
            <a:off x="8918054" y="2189293"/>
            <a:ext cx="2659521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b="1" u="none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www.relexsolutions.com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9F50B166-BBAF-D4A7-54D7-A8ED777312D3}"/>
              </a:ext>
            </a:extLst>
          </p:cNvPr>
          <p:cNvSpPr txBox="1">
            <a:spLocks/>
          </p:cNvSpPr>
          <p:nvPr userDrawn="1"/>
        </p:nvSpPr>
        <p:spPr>
          <a:xfrm>
            <a:off x="8918053" y="3459756"/>
            <a:ext cx="2659522" cy="1951092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0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HelveticaNeueDeskInterface-Regular" charset="0"/>
              <a:buNone/>
              <a:tabLst/>
              <a:defRPr lang="en-US" sz="18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charset="0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 typeface="Arial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© Retail Logistics Excellence - RELEX Oy. All rights reserved. RELEX and its logo are trademarks of RELEX. Other names of companies and products mentioned herein may be the trademarks of their respective owners.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This document contains information of confidential and proprietary nature. All information contained herein must be kept in confidence and is provided for the original recipient’s use only.</a:t>
            </a:r>
            <a:endParaRPr lang="en-US" sz="1000" i="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988A39-1C25-0515-406F-B488BC87830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39587" y="2586245"/>
            <a:ext cx="216000" cy="215953"/>
            <a:chOff x="3051486" y="601867"/>
            <a:chExt cx="4483030" cy="448204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8D46676-0DBD-5C94-D835-99104DBA3570}"/>
                </a:ext>
              </a:extLst>
            </p:cNvPr>
            <p:cNvSpPr/>
            <p:nvPr/>
          </p:nvSpPr>
          <p:spPr>
            <a:xfrm>
              <a:off x="3051486" y="601867"/>
              <a:ext cx="4483030" cy="4482044"/>
            </a:xfrm>
            <a:custGeom>
              <a:avLst/>
              <a:gdLst>
                <a:gd name="connsiteX0" fmla="*/ 4483031 w 4483030"/>
                <a:gd name="connsiteY0" fmla="*/ 2241022 h 4482044"/>
                <a:gd name="connsiteX1" fmla="*/ 2241515 w 4483030"/>
                <a:gd name="connsiteY1" fmla="*/ 4482044 h 4482044"/>
                <a:gd name="connsiteX2" fmla="*/ 0 w 4483030"/>
                <a:gd name="connsiteY2" fmla="*/ 2241022 h 4482044"/>
                <a:gd name="connsiteX3" fmla="*/ 2241515 w 4483030"/>
                <a:gd name="connsiteY3" fmla="*/ 0 h 4482044"/>
                <a:gd name="connsiteX4" fmla="*/ 4483031 w 4483030"/>
                <a:gd name="connsiteY4" fmla="*/ 2241022 h 44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3030" h="4482044">
                  <a:moveTo>
                    <a:pt x="4483031" y="2241022"/>
                  </a:moveTo>
                  <a:cubicBezTo>
                    <a:pt x="4483031" y="3478704"/>
                    <a:pt x="3479470" y="4482044"/>
                    <a:pt x="2241515" y="4482044"/>
                  </a:cubicBezTo>
                  <a:cubicBezTo>
                    <a:pt x="1003560" y="4482044"/>
                    <a:pt x="0" y="3478704"/>
                    <a:pt x="0" y="2241022"/>
                  </a:cubicBezTo>
                  <a:cubicBezTo>
                    <a:pt x="0" y="1003339"/>
                    <a:pt x="1003561" y="0"/>
                    <a:pt x="2241515" y="0"/>
                  </a:cubicBezTo>
                  <a:cubicBezTo>
                    <a:pt x="3479470" y="0"/>
                    <a:pt x="4483031" y="1003339"/>
                    <a:pt x="4483031" y="2241022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EA7D4A-C7E0-1CB6-3CDF-1F9635C2A943}"/>
                </a:ext>
              </a:extLst>
            </p:cNvPr>
            <p:cNvSpPr/>
            <p:nvPr/>
          </p:nvSpPr>
          <p:spPr>
            <a:xfrm>
              <a:off x="3905472" y="1544506"/>
              <a:ext cx="2775058" cy="2596732"/>
            </a:xfrm>
            <a:custGeom>
              <a:avLst/>
              <a:gdLst>
                <a:gd name="connsiteX0" fmla="*/ 6805 w 2775058"/>
                <a:gd name="connsiteY0" fmla="*/ -25 h 2596732"/>
                <a:gd name="connsiteX1" fmla="*/ 1078223 w 2775058"/>
                <a:gd name="connsiteY1" fmla="*/ 1432221 h 2596732"/>
                <a:gd name="connsiteX2" fmla="*/ 52 w 2775058"/>
                <a:gd name="connsiteY2" fmla="*/ 2596708 h 2596732"/>
                <a:gd name="connsiteX3" fmla="*/ 242724 w 2775058"/>
                <a:gd name="connsiteY3" fmla="*/ 2596708 h 2596732"/>
                <a:gd name="connsiteX4" fmla="*/ 1186682 w 2775058"/>
                <a:gd name="connsiteY4" fmla="*/ 1577159 h 2596732"/>
                <a:gd name="connsiteX5" fmla="*/ 1949346 w 2775058"/>
                <a:gd name="connsiteY5" fmla="*/ 2596708 h 2596732"/>
                <a:gd name="connsiteX6" fmla="*/ 2775111 w 2775058"/>
                <a:gd name="connsiteY6" fmla="*/ 2596708 h 2596732"/>
                <a:gd name="connsiteX7" fmla="*/ 1643387 w 2775058"/>
                <a:gd name="connsiteY7" fmla="*/ 1083914 h 2596732"/>
                <a:gd name="connsiteX8" fmla="*/ 2646953 w 2775058"/>
                <a:gd name="connsiteY8" fmla="*/ -25 h 2596732"/>
                <a:gd name="connsiteX9" fmla="*/ 2404281 w 2775058"/>
                <a:gd name="connsiteY9" fmla="*/ -25 h 2596732"/>
                <a:gd name="connsiteX10" fmla="*/ 1534973 w 2775058"/>
                <a:gd name="connsiteY10" fmla="*/ 938929 h 2596732"/>
                <a:gd name="connsiteX11" fmla="*/ 832570 w 2775058"/>
                <a:gd name="connsiteY11" fmla="*/ -25 h 2596732"/>
                <a:gd name="connsiteX12" fmla="*/ 6805 w 2775058"/>
                <a:gd name="connsiteY12" fmla="*/ -25 h 2596732"/>
                <a:gd name="connsiteX13" fmla="*/ 363665 w 2775058"/>
                <a:gd name="connsiteY13" fmla="*/ 178668 h 2596732"/>
                <a:gd name="connsiteX14" fmla="*/ 743017 w 2775058"/>
                <a:gd name="connsiteY14" fmla="*/ 178668 h 2596732"/>
                <a:gd name="connsiteX15" fmla="*/ 2418205 w 2775058"/>
                <a:gd name="connsiteY15" fmla="*/ 2418014 h 2596732"/>
                <a:gd name="connsiteX16" fmla="*/ 2038852 w 2775058"/>
                <a:gd name="connsiteY16" fmla="*/ 2418014 h 2596732"/>
                <a:gd name="connsiteX17" fmla="*/ 363665 w 2775058"/>
                <a:gd name="connsiteY17" fmla="*/ 178668 h 259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5058" h="2596732">
                  <a:moveTo>
                    <a:pt x="6805" y="-25"/>
                  </a:moveTo>
                  <a:lnTo>
                    <a:pt x="1078223" y="1432221"/>
                  </a:lnTo>
                  <a:lnTo>
                    <a:pt x="52" y="2596708"/>
                  </a:lnTo>
                  <a:lnTo>
                    <a:pt x="242724" y="2596708"/>
                  </a:lnTo>
                  <a:lnTo>
                    <a:pt x="1186682" y="1577159"/>
                  </a:lnTo>
                  <a:lnTo>
                    <a:pt x="1949346" y="2596708"/>
                  </a:lnTo>
                  <a:lnTo>
                    <a:pt x="2775111" y="2596708"/>
                  </a:lnTo>
                  <a:lnTo>
                    <a:pt x="1643387" y="1083914"/>
                  </a:lnTo>
                  <a:lnTo>
                    <a:pt x="2646953" y="-25"/>
                  </a:lnTo>
                  <a:lnTo>
                    <a:pt x="2404281" y="-25"/>
                  </a:lnTo>
                  <a:lnTo>
                    <a:pt x="1534973" y="938929"/>
                  </a:lnTo>
                  <a:lnTo>
                    <a:pt x="832570" y="-25"/>
                  </a:lnTo>
                  <a:lnTo>
                    <a:pt x="6805" y="-25"/>
                  </a:lnTo>
                  <a:close/>
                  <a:moveTo>
                    <a:pt x="363665" y="178668"/>
                  </a:moveTo>
                  <a:lnTo>
                    <a:pt x="743017" y="178668"/>
                  </a:lnTo>
                  <a:lnTo>
                    <a:pt x="2418205" y="2418014"/>
                  </a:lnTo>
                  <a:lnTo>
                    <a:pt x="2038852" y="2418014"/>
                  </a:lnTo>
                  <a:lnTo>
                    <a:pt x="363665" y="178668"/>
                  </a:lnTo>
                  <a:close/>
                </a:path>
              </a:pathLst>
            </a:custGeom>
            <a:solidFill>
              <a:srgbClr val="FFFFFF"/>
            </a:solidFill>
            <a:ln w="4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B105B44D-D994-E468-E95A-48242BB5EC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463" r="20425"/>
          <a:stretch/>
        </p:blipFill>
        <p:spPr>
          <a:xfrm>
            <a:off x="8918054" y="3005800"/>
            <a:ext cx="271038" cy="262356"/>
          </a:xfrm>
          <a:prstGeom prst="rect">
            <a:avLst/>
          </a:prstGeom>
        </p:spPr>
      </p:pic>
      <p:sp>
        <p:nvSpPr>
          <p:cNvPr id="39" name="Graphic 49">
            <a:extLst>
              <a:ext uri="{FF2B5EF4-FFF2-40B4-BE49-F238E27FC236}">
                <a16:creationId xmlns:a16="http://schemas.microsoft.com/office/drawing/2014/main" id="{BADCCF75-8DEC-63C8-9C78-F799C17DD091}"/>
              </a:ext>
            </a:extLst>
          </p:cNvPr>
          <p:cNvSpPr/>
          <p:nvPr userDrawn="1"/>
        </p:nvSpPr>
        <p:spPr>
          <a:xfrm>
            <a:off x="8918054" y="1600629"/>
            <a:ext cx="1032704" cy="311103"/>
          </a:xfrm>
          <a:custGeom>
            <a:avLst/>
            <a:gdLst>
              <a:gd name="connsiteX0" fmla="*/ 29919 w 1032704"/>
              <a:gd name="connsiteY0" fmla="*/ 32167 h 311103"/>
              <a:gd name="connsiteX1" fmla="*/ 36675 w 1032704"/>
              <a:gd name="connsiteY1" fmla="*/ 33607 h 311103"/>
              <a:gd name="connsiteX2" fmla="*/ 133431 w 1032704"/>
              <a:gd name="connsiteY2" fmla="*/ 168275 h 311103"/>
              <a:gd name="connsiteX3" fmla="*/ 1206 w 1032704"/>
              <a:gd name="connsiteY3" fmla="*/ 79936 h 311103"/>
              <a:gd name="connsiteX4" fmla="*/ 0 w 1032704"/>
              <a:gd name="connsiteY4" fmla="*/ 73935 h 311103"/>
              <a:gd name="connsiteX5" fmla="*/ 0 w 1032704"/>
              <a:gd name="connsiteY5" fmla="*/ 73215 h 311103"/>
              <a:gd name="connsiteX6" fmla="*/ 0 w 1032704"/>
              <a:gd name="connsiteY6" fmla="*/ 71775 h 311103"/>
              <a:gd name="connsiteX7" fmla="*/ 2654 w 1032704"/>
              <a:gd name="connsiteY7" fmla="*/ 64333 h 311103"/>
              <a:gd name="connsiteX8" fmla="*/ 20509 w 1032704"/>
              <a:gd name="connsiteY8" fmla="*/ 37448 h 311103"/>
              <a:gd name="connsiteX9" fmla="*/ 27265 w 1032704"/>
              <a:gd name="connsiteY9" fmla="*/ 32647 h 311103"/>
              <a:gd name="connsiteX10" fmla="*/ 29919 w 1032704"/>
              <a:gd name="connsiteY10" fmla="*/ 32167 h 311103"/>
              <a:gd name="connsiteX11" fmla="*/ 226085 w 1032704"/>
              <a:gd name="connsiteY11" fmla="*/ 307983 h 311103"/>
              <a:gd name="connsiteX12" fmla="*/ 236702 w 1032704"/>
              <a:gd name="connsiteY12" fmla="*/ 311104 h 311103"/>
              <a:gd name="connsiteX13" fmla="*/ 237425 w 1032704"/>
              <a:gd name="connsiteY13" fmla="*/ 311104 h 311103"/>
              <a:gd name="connsiteX14" fmla="*/ 237908 w 1032704"/>
              <a:gd name="connsiteY14" fmla="*/ 311104 h 311103"/>
              <a:gd name="connsiteX15" fmla="*/ 250455 w 1032704"/>
              <a:gd name="connsiteY15" fmla="*/ 307503 h 311103"/>
              <a:gd name="connsiteX16" fmla="*/ 271447 w 1032704"/>
              <a:gd name="connsiteY16" fmla="*/ 295021 h 311103"/>
              <a:gd name="connsiteX17" fmla="*/ 278685 w 1032704"/>
              <a:gd name="connsiteY17" fmla="*/ 283978 h 311103"/>
              <a:gd name="connsiteX18" fmla="*/ 277479 w 1032704"/>
              <a:gd name="connsiteY18" fmla="*/ 271016 h 311103"/>
              <a:gd name="connsiteX19" fmla="*/ 144048 w 1032704"/>
              <a:gd name="connsiteY19" fmla="*/ 179557 h 311103"/>
              <a:gd name="connsiteX20" fmla="*/ 226085 w 1032704"/>
              <a:gd name="connsiteY20" fmla="*/ 307983 h 311103"/>
              <a:gd name="connsiteX21" fmla="*/ 20268 w 1032704"/>
              <a:gd name="connsiteY21" fmla="*/ 234288 h 311103"/>
              <a:gd name="connsiteX22" fmla="*/ 14477 w 1032704"/>
              <a:gd name="connsiteY22" fmla="*/ 247971 h 311103"/>
              <a:gd name="connsiteX23" fmla="*/ 18096 w 1032704"/>
              <a:gd name="connsiteY23" fmla="*/ 260934 h 311103"/>
              <a:gd name="connsiteX24" fmla="*/ 51394 w 1032704"/>
              <a:gd name="connsiteY24" fmla="*/ 293820 h 311103"/>
              <a:gd name="connsiteX25" fmla="*/ 62976 w 1032704"/>
              <a:gd name="connsiteY25" fmla="*/ 297901 h 311103"/>
              <a:gd name="connsiteX26" fmla="*/ 74557 w 1032704"/>
              <a:gd name="connsiteY26" fmla="*/ 293580 h 311103"/>
              <a:gd name="connsiteX27" fmla="*/ 132466 w 1032704"/>
              <a:gd name="connsiteY27" fmla="*/ 179317 h 311103"/>
              <a:gd name="connsiteX28" fmla="*/ 20268 w 1032704"/>
              <a:gd name="connsiteY28" fmla="*/ 234288 h 311103"/>
              <a:gd name="connsiteX29" fmla="*/ 236702 w 1032704"/>
              <a:gd name="connsiteY29" fmla="*/ 5521 h 311103"/>
              <a:gd name="connsiteX30" fmla="*/ 144530 w 1032704"/>
              <a:gd name="connsiteY30" fmla="*/ 167794 h 311103"/>
              <a:gd name="connsiteX31" fmla="*/ 308846 w 1032704"/>
              <a:gd name="connsiteY31" fmla="*/ 74175 h 311103"/>
              <a:gd name="connsiteX32" fmla="*/ 313430 w 1032704"/>
              <a:gd name="connsiteY32" fmla="*/ 53771 h 311103"/>
              <a:gd name="connsiteX33" fmla="*/ 306433 w 1032704"/>
              <a:gd name="connsiteY33" fmla="*/ 38648 h 311103"/>
              <a:gd name="connsiteX34" fmla="*/ 271688 w 1032704"/>
              <a:gd name="connsiteY34" fmla="*/ 4561 h 311103"/>
              <a:gd name="connsiteX35" fmla="*/ 254557 w 1032704"/>
              <a:gd name="connsiteY35" fmla="*/ 0 h 311103"/>
              <a:gd name="connsiteX36" fmla="*/ 253592 w 1032704"/>
              <a:gd name="connsiteY36" fmla="*/ 0 h 311103"/>
              <a:gd name="connsiteX37" fmla="*/ 236702 w 1032704"/>
              <a:gd name="connsiteY37" fmla="*/ 5521 h 311103"/>
              <a:gd name="connsiteX38" fmla="*/ 467371 w 1032704"/>
              <a:gd name="connsiteY38" fmla="*/ 179557 h 311103"/>
              <a:gd name="connsiteX39" fmla="*/ 496567 w 1032704"/>
              <a:gd name="connsiteY39" fmla="*/ 265014 h 311103"/>
              <a:gd name="connsiteX40" fmla="*/ 465199 w 1032704"/>
              <a:gd name="connsiteY40" fmla="*/ 265014 h 311103"/>
              <a:gd name="connsiteX41" fmla="*/ 439141 w 1032704"/>
              <a:gd name="connsiteY41" fmla="*/ 186518 h 311103"/>
              <a:gd name="connsiteX42" fmla="*/ 435521 w 1032704"/>
              <a:gd name="connsiteY42" fmla="*/ 186758 h 311103"/>
              <a:gd name="connsiteX43" fmla="*/ 424422 w 1032704"/>
              <a:gd name="connsiteY43" fmla="*/ 186758 h 311103"/>
              <a:gd name="connsiteX44" fmla="*/ 424422 w 1032704"/>
              <a:gd name="connsiteY44" fmla="*/ 265014 h 311103"/>
              <a:gd name="connsiteX45" fmla="*/ 394261 w 1032704"/>
              <a:gd name="connsiteY45" fmla="*/ 265014 h 311103"/>
              <a:gd name="connsiteX46" fmla="*/ 394261 w 1032704"/>
              <a:gd name="connsiteY46" fmla="*/ 77296 h 311103"/>
              <a:gd name="connsiteX47" fmla="*/ 436728 w 1032704"/>
              <a:gd name="connsiteY47" fmla="*/ 77296 h 311103"/>
              <a:gd name="connsiteX48" fmla="*/ 480400 w 1032704"/>
              <a:gd name="connsiteY48" fmla="*/ 90499 h 311103"/>
              <a:gd name="connsiteX49" fmla="*/ 494395 w 1032704"/>
              <a:gd name="connsiteY49" fmla="*/ 128906 h 311103"/>
              <a:gd name="connsiteX50" fmla="*/ 469543 w 1032704"/>
              <a:gd name="connsiteY50" fmla="*/ 178357 h 311103"/>
              <a:gd name="connsiteX51" fmla="*/ 467371 w 1032704"/>
              <a:gd name="connsiteY51" fmla="*/ 179557 h 311103"/>
              <a:gd name="connsiteX52" fmla="*/ 438175 w 1032704"/>
              <a:gd name="connsiteY52" fmla="*/ 102501 h 311103"/>
              <a:gd name="connsiteX53" fmla="*/ 424422 w 1032704"/>
              <a:gd name="connsiteY53" fmla="*/ 102261 h 311103"/>
              <a:gd name="connsiteX54" fmla="*/ 424422 w 1032704"/>
              <a:gd name="connsiteY54" fmla="*/ 162033 h 311103"/>
              <a:gd name="connsiteX55" fmla="*/ 436004 w 1032704"/>
              <a:gd name="connsiteY55" fmla="*/ 162033 h 311103"/>
              <a:gd name="connsiteX56" fmla="*/ 438658 w 1032704"/>
              <a:gd name="connsiteY56" fmla="*/ 162033 h 311103"/>
              <a:gd name="connsiteX57" fmla="*/ 456031 w 1032704"/>
              <a:gd name="connsiteY57" fmla="*/ 155312 h 311103"/>
              <a:gd name="connsiteX58" fmla="*/ 463752 w 1032704"/>
              <a:gd name="connsiteY58" fmla="*/ 131067 h 311103"/>
              <a:gd name="connsiteX59" fmla="*/ 438175 w 1032704"/>
              <a:gd name="connsiteY59" fmla="*/ 102501 h 311103"/>
              <a:gd name="connsiteX60" fmla="*/ 568470 w 1032704"/>
              <a:gd name="connsiteY60" fmla="*/ 182918 h 311103"/>
              <a:gd name="connsiteX61" fmla="*/ 616003 w 1032704"/>
              <a:gd name="connsiteY61" fmla="*/ 182918 h 311103"/>
              <a:gd name="connsiteX62" fmla="*/ 616003 w 1032704"/>
              <a:gd name="connsiteY62" fmla="*/ 156032 h 311103"/>
              <a:gd name="connsiteX63" fmla="*/ 568470 w 1032704"/>
              <a:gd name="connsiteY63" fmla="*/ 156032 h 311103"/>
              <a:gd name="connsiteX64" fmla="*/ 568470 w 1032704"/>
              <a:gd name="connsiteY64" fmla="*/ 104661 h 311103"/>
              <a:gd name="connsiteX65" fmla="*/ 627826 w 1032704"/>
              <a:gd name="connsiteY65" fmla="*/ 104661 h 311103"/>
              <a:gd name="connsiteX66" fmla="*/ 627826 w 1032704"/>
              <a:gd name="connsiteY66" fmla="*/ 77296 h 311103"/>
              <a:gd name="connsiteX67" fmla="*/ 538309 w 1032704"/>
              <a:gd name="connsiteY67" fmla="*/ 77296 h 311103"/>
              <a:gd name="connsiteX68" fmla="*/ 538309 w 1032704"/>
              <a:gd name="connsiteY68" fmla="*/ 265014 h 311103"/>
              <a:gd name="connsiteX69" fmla="*/ 631204 w 1032704"/>
              <a:gd name="connsiteY69" fmla="*/ 265014 h 311103"/>
              <a:gd name="connsiteX70" fmla="*/ 631204 w 1032704"/>
              <a:gd name="connsiteY70" fmla="*/ 237649 h 311103"/>
              <a:gd name="connsiteX71" fmla="*/ 568470 w 1032704"/>
              <a:gd name="connsiteY71" fmla="*/ 237649 h 311103"/>
              <a:gd name="connsiteX72" fmla="*/ 568470 w 1032704"/>
              <a:gd name="connsiteY72" fmla="*/ 182918 h 311103"/>
              <a:gd name="connsiteX73" fmla="*/ 824474 w 1032704"/>
              <a:gd name="connsiteY73" fmla="*/ 182918 h 311103"/>
              <a:gd name="connsiteX74" fmla="*/ 872008 w 1032704"/>
              <a:gd name="connsiteY74" fmla="*/ 182918 h 311103"/>
              <a:gd name="connsiteX75" fmla="*/ 872008 w 1032704"/>
              <a:gd name="connsiteY75" fmla="*/ 156032 h 311103"/>
              <a:gd name="connsiteX76" fmla="*/ 824474 w 1032704"/>
              <a:gd name="connsiteY76" fmla="*/ 156032 h 311103"/>
              <a:gd name="connsiteX77" fmla="*/ 824474 w 1032704"/>
              <a:gd name="connsiteY77" fmla="*/ 104661 h 311103"/>
              <a:gd name="connsiteX78" fmla="*/ 884072 w 1032704"/>
              <a:gd name="connsiteY78" fmla="*/ 104661 h 311103"/>
              <a:gd name="connsiteX79" fmla="*/ 884072 w 1032704"/>
              <a:gd name="connsiteY79" fmla="*/ 77296 h 311103"/>
              <a:gd name="connsiteX80" fmla="*/ 794555 w 1032704"/>
              <a:gd name="connsiteY80" fmla="*/ 77296 h 311103"/>
              <a:gd name="connsiteX81" fmla="*/ 794555 w 1032704"/>
              <a:gd name="connsiteY81" fmla="*/ 265014 h 311103"/>
              <a:gd name="connsiteX82" fmla="*/ 887450 w 1032704"/>
              <a:gd name="connsiteY82" fmla="*/ 265014 h 311103"/>
              <a:gd name="connsiteX83" fmla="*/ 887450 w 1032704"/>
              <a:gd name="connsiteY83" fmla="*/ 237649 h 311103"/>
              <a:gd name="connsiteX84" fmla="*/ 824715 w 1032704"/>
              <a:gd name="connsiteY84" fmla="*/ 237649 h 311103"/>
              <a:gd name="connsiteX85" fmla="*/ 824715 w 1032704"/>
              <a:gd name="connsiteY85" fmla="*/ 182918 h 311103"/>
              <a:gd name="connsiteX86" fmla="*/ 700212 w 1032704"/>
              <a:gd name="connsiteY86" fmla="*/ 77296 h 311103"/>
              <a:gd name="connsiteX87" fmla="*/ 670051 w 1032704"/>
              <a:gd name="connsiteY87" fmla="*/ 77296 h 311103"/>
              <a:gd name="connsiteX88" fmla="*/ 670051 w 1032704"/>
              <a:gd name="connsiteY88" fmla="*/ 265014 h 311103"/>
              <a:gd name="connsiteX89" fmla="*/ 761499 w 1032704"/>
              <a:gd name="connsiteY89" fmla="*/ 265014 h 311103"/>
              <a:gd name="connsiteX90" fmla="*/ 761499 w 1032704"/>
              <a:gd name="connsiteY90" fmla="*/ 238129 h 311103"/>
              <a:gd name="connsiteX91" fmla="*/ 700212 w 1032704"/>
              <a:gd name="connsiteY91" fmla="*/ 238129 h 311103"/>
              <a:gd name="connsiteX92" fmla="*/ 700212 w 1032704"/>
              <a:gd name="connsiteY92" fmla="*/ 77296 h 311103"/>
              <a:gd name="connsiteX93" fmla="*/ 989273 w 1032704"/>
              <a:gd name="connsiteY93" fmla="*/ 168755 h 311103"/>
              <a:gd name="connsiteX94" fmla="*/ 1028843 w 1032704"/>
              <a:gd name="connsiteY94" fmla="*/ 77296 h 311103"/>
              <a:gd name="connsiteX95" fmla="*/ 998683 w 1032704"/>
              <a:gd name="connsiteY95" fmla="*/ 77296 h 311103"/>
              <a:gd name="connsiteX96" fmla="*/ 980345 w 1032704"/>
              <a:gd name="connsiteY96" fmla="*/ 120985 h 311103"/>
              <a:gd name="connsiteX97" fmla="*/ 973589 w 1032704"/>
              <a:gd name="connsiteY97" fmla="*/ 138268 h 311103"/>
              <a:gd name="connsiteX98" fmla="*/ 966109 w 1032704"/>
              <a:gd name="connsiteY98" fmla="*/ 121705 h 311103"/>
              <a:gd name="connsiteX99" fmla="*/ 947771 w 1032704"/>
              <a:gd name="connsiteY99" fmla="*/ 78496 h 311103"/>
              <a:gd name="connsiteX100" fmla="*/ 947289 w 1032704"/>
              <a:gd name="connsiteY100" fmla="*/ 77536 h 311103"/>
              <a:gd name="connsiteX101" fmla="*/ 916404 w 1032704"/>
              <a:gd name="connsiteY101" fmla="*/ 77536 h 311103"/>
              <a:gd name="connsiteX102" fmla="*/ 954769 w 1032704"/>
              <a:gd name="connsiteY102" fmla="*/ 169475 h 311103"/>
              <a:gd name="connsiteX103" fmla="*/ 913267 w 1032704"/>
              <a:gd name="connsiteY103" fmla="*/ 262854 h 311103"/>
              <a:gd name="connsiteX104" fmla="*/ 912061 w 1032704"/>
              <a:gd name="connsiteY104" fmla="*/ 265254 h 311103"/>
              <a:gd name="connsiteX105" fmla="*/ 944152 w 1032704"/>
              <a:gd name="connsiteY105" fmla="*/ 265254 h 311103"/>
              <a:gd name="connsiteX106" fmla="*/ 963455 w 1032704"/>
              <a:gd name="connsiteY106" fmla="*/ 219885 h 311103"/>
              <a:gd name="connsiteX107" fmla="*/ 971659 w 1032704"/>
              <a:gd name="connsiteY107" fmla="*/ 199721 h 311103"/>
              <a:gd name="connsiteX108" fmla="*/ 979862 w 1032704"/>
              <a:gd name="connsiteY108" fmla="*/ 219405 h 311103"/>
              <a:gd name="connsiteX109" fmla="*/ 999648 w 1032704"/>
              <a:gd name="connsiteY109" fmla="*/ 264294 h 311103"/>
              <a:gd name="connsiteX110" fmla="*/ 1000130 w 1032704"/>
              <a:gd name="connsiteY110" fmla="*/ 265254 h 311103"/>
              <a:gd name="connsiteX111" fmla="*/ 1032704 w 1032704"/>
              <a:gd name="connsiteY111" fmla="*/ 265254 h 311103"/>
              <a:gd name="connsiteX112" fmla="*/ 989273 w 1032704"/>
              <a:gd name="connsiteY112" fmla="*/ 168755 h 311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032704" h="311103">
                <a:moveTo>
                  <a:pt x="29919" y="32167"/>
                </a:moveTo>
                <a:cubicBezTo>
                  <a:pt x="32091" y="32167"/>
                  <a:pt x="34263" y="32647"/>
                  <a:pt x="36675" y="33607"/>
                </a:cubicBezTo>
                <a:cubicBezTo>
                  <a:pt x="93136" y="52811"/>
                  <a:pt x="133431" y="105622"/>
                  <a:pt x="133431" y="168275"/>
                </a:cubicBezTo>
                <a:cubicBezTo>
                  <a:pt x="73592" y="168275"/>
                  <a:pt x="22440" y="131787"/>
                  <a:pt x="1206" y="79936"/>
                </a:cubicBezTo>
                <a:cubicBezTo>
                  <a:pt x="483" y="78016"/>
                  <a:pt x="0" y="76096"/>
                  <a:pt x="0" y="73935"/>
                </a:cubicBezTo>
                <a:lnTo>
                  <a:pt x="0" y="73215"/>
                </a:lnTo>
                <a:cubicBezTo>
                  <a:pt x="0" y="72735"/>
                  <a:pt x="0" y="72255"/>
                  <a:pt x="0" y="71775"/>
                </a:cubicBezTo>
                <a:cubicBezTo>
                  <a:pt x="241" y="69134"/>
                  <a:pt x="1206" y="66974"/>
                  <a:pt x="2654" y="64333"/>
                </a:cubicBezTo>
                <a:cubicBezTo>
                  <a:pt x="7721" y="54731"/>
                  <a:pt x="13753" y="45849"/>
                  <a:pt x="20509" y="37448"/>
                </a:cubicBezTo>
                <a:cubicBezTo>
                  <a:pt x="22440" y="35047"/>
                  <a:pt x="24370" y="33367"/>
                  <a:pt x="27265" y="32647"/>
                </a:cubicBezTo>
                <a:cubicBezTo>
                  <a:pt x="28230" y="32407"/>
                  <a:pt x="28954" y="32167"/>
                  <a:pt x="29919" y="32167"/>
                </a:cubicBezTo>
                <a:moveTo>
                  <a:pt x="226085" y="307983"/>
                </a:moveTo>
                <a:cubicBezTo>
                  <a:pt x="229704" y="309664"/>
                  <a:pt x="233324" y="310864"/>
                  <a:pt x="236702" y="311104"/>
                </a:cubicBezTo>
                <a:lnTo>
                  <a:pt x="237425" y="311104"/>
                </a:lnTo>
                <a:cubicBezTo>
                  <a:pt x="237667" y="311104"/>
                  <a:pt x="237667" y="311104"/>
                  <a:pt x="237908" y="311104"/>
                </a:cubicBezTo>
                <a:cubicBezTo>
                  <a:pt x="241527" y="310864"/>
                  <a:pt x="246594" y="309664"/>
                  <a:pt x="250455" y="307503"/>
                </a:cubicBezTo>
                <a:cubicBezTo>
                  <a:pt x="258176" y="303182"/>
                  <a:pt x="264449" y="300302"/>
                  <a:pt x="271447" y="295021"/>
                </a:cubicBezTo>
                <a:cubicBezTo>
                  <a:pt x="274583" y="292620"/>
                  <a:pt x="277479" y="289259"/>
                  <a:pt x="278685" y="283978"/>
                </a:cubicBezTo>
                <a:cubicBezTo>
                  <a:pt x="279409" y="279897"/>
                  <a:pt x="279168" y="275336"/>
                  <a:pt x="277479" y="271016"/>
                </a:cubicBezTo>
                <a:cubicBezTo>
                  <a:pt x="257452" y="216524"/>
                  <a:pt x="205817" y="179557"/>
                  <a:pt x="144048" y="179557"/>
                </a:cubicBezTo>
                <a:cubicBezTo>
                  <a:pt x="143806" y="237169"/>
                  <a:pt x="176863" y="285419"/>
                  <a:pt x="226085" y="307983"/>
                </a:cubicBezTo>
                <a:moveTo>
                  <a:pt x="20268" y="234288"/>
                </a:moveTo>
                <a:cubicBezTo>
                  <a:pt x="16407" y="239089"/>
                  <a:pt x="14718" y="243170"/>
                  <a:pt x="14477" y="247971"/>
                </a:cubicBezTo>
                <a:cubicBezTo>
                  <a:pt x="14236" y="252772"/>
                  <a:pt x="15201" y="257333"/>
                  <a:pt x="18096" y="260934"/>
                </a:cubicBezTo>
                <a:cubicBezTo>
                  <a:pt x="27748" y="273416"/>
                  <a:pt x="38847" y="284458"/>
                  <a:pt x="51394" y="293820"/>
                </a:cubicBezTo>
                <a:cubicBezTo>
                  <a:pt x="55013" y="296461"/>
                  <a:pt x="58874" y="297901"/>
                  <a:pt x="62976" y="297901"/>
                </a:cubicBezTo>
                <a:cubicBezTo>
                  <a:pt x="67078" y="298141"/>
                  <a:pt x="70697" y="296461"/>
                  <a:pt x="74557" y="293580"/>
                </a:cubicBezTo>
                <a:cubicBezTo>
                  <a:pt x="109785" y="267655"/>
                  <a:pt x="132466" y="226126"/>
                  <a:pt x="132466" y="179317"/>
                </a:cubicBezTo>
                <a:cubicBezTo>
                  <a:pt x="87104" y="179557"/>
                  <a:pt x="46327" y="201161"/>
                  <a:pt x="20268" y="234288"/>
                </a:cubicBezTo>
                <a:moveTo>
                  <a:pt x="236702" y="5521"/>
                </a:moveTo>
                <a:cubicBezTo>
                  <a:pt x="181447" y="38888"/>
                  <a:pt x="144530" y="98900"/>
                  <a:pt x="144530" y="167794"/>
                </a:cubicBezTo>
                <a:cubicBezTo>
                  <a:pt x="214503" y="167794"/>
                  <a:pt x="275790" y="130107"/>
                  <a:pt x="308846" y="74175"/>
                </a:cubicBezTo>
                <a:cubicBezTo>
                  <a:pt x="312224" y="68414"/>
                  <a:pt x="314637" y="61213"/>
                  <a:pt x="313430" y="53771"/>
                </a:cubicBezTo>
                <a:cubicBezTo>
                  <a:pt x="312224" y="46570"/>
                  <a:pt x="310776" y="44169"/>
                  <a:pt x="306433" y="38648"/>
                </a:cubicBezTo>
                <a:cubicBezTo>
                  <a:pt x="296540" y="25685"/>
                  <a:pt x="284717" y="14403"/>
                  <a:pt x="271688" y="4561"/>
                </a:cubicBezTo>
                <a:cubicBezTo>
                  <a:pt x="267345" y="1200"/>
                  <a:pt x="259865" y="0"/>
                  <a:pt x="254557" y="0"/>
                </a:cubicBezTo>
                <a:lnTo>
                  <a:pt x="253592" y="0"/>
                </a:lnTo>
                <a:cubicBezTo>
                  <a:pt x="248283" y="480"/>
                  <a:pt x="243216" y="1680"/>
                  <a:pt x="236702" y="5521"/>
                </a:cubicBezTo>
                <a:moveTo>
                  <a:pt x="467371" y="179557"/>
                </a:moveTo>
                <a:lnTo>
                  <a:pt x="496567" y="265014"/>
                </a:lnTo>
                <a:lnTo>
                  <a:pt x="465199" y="265014"/>
                </a:lnTo>
                <a:lnTo>
                  <a:pt x="439141" y="186518"/>
                </a:lnTo>
                <a:cubicBezTo>
                  <a:pt x="437934" y="186518"/>
                  <a:pt x="436969" y="186758"/>
                  <a:pt x="435521" y="186758"/>
                </a:cubicBezTo>
                <a:lnTo>
                  <a:pt x="424422" y="186758"/>
                </a:lnTo>
                <a:lnTo>
                  <a:pt x="424422" y="265014"/>
                </a:lnTo>
                <a:lnTo>
                  <a:pt x="394261" y="265014"/>
                </a:lnTo>
                <a:lnTo>
                  <a:pt x="394261" y="77296"/>
                </a:lnTo>
                <a:lnTo>
                  <a:pt x="436728" y="77296"/>
                </a:lnTo>
                <a:cubicBezTo>
                  <a:pt x="457478" y="77296"/>
                  <a:pt x="470990" y="81377"/>
                  <a:pt x="480400" y="90499"/>
                </a:cubicBezTo>
                <a:cubicBezTo>
                  <a:pt x="489569" y="100101"/>
                  <a:pt x="494395" y="112823"/>
                  <a:pt x="494395" y="128906"/>
                </a:cubicBezTo>
                <a:cubicBezTo>
                  <a:pt x="494395" y="151951"/>
                  <a:pt x="485709" y="169235"/>
                  <a:pt x="469543" y="178357"/>
                </a:cubicBezTo>
                <a:cubicBezTo>
                  <a:pt x="468819" y="178837"/>
                  <a:pt x="468095" y="179077"/>
                  <a:pt x="467371" y="179557"/>
                </a:cubicBezTo>
                <a:moveTo>
                  <a:pt x="438175" y="102501"/>
                </a:moveTo>
                <a:cubicBezTo>
                  <a:pt x="435521" y="102501"/>
                  <a:pt x="428041" y="102501"/>
                  <a:pt x="424422" y="102261"/>
                </a:cubicBezTo>
                <a:lnTo>
                  <a:pt x="424422" y="162033"/>
                </a:lnTo>
                <a:lnTo>
                  <a:pt x="436004" y="162033"/>
                </a:lnTo>
                <a:cubicBezTo>
                  <a:pt x="436969" y="162033"/>
                  <a:pt x="437934" y="162033"/>
                  <a:pt x="438658" y="162033"/>
                </a:cubicBezTo>
                <a:cubicBezTo>
                  <a:pt x="445655" y="162033"/>
                  <a:pt x="451687" y="159633"/>
                  <a:pt x="456031" y="155312"/>
                </a:cubicBezTo>
                <a:cubicBezTo>
                  <a:pt x="461339" y="149791"/>
                  <a:pt x="463993" y="141389"/>
                  <a:pt x="463752" y="131067"/>
                </a:cubicBezTo>
                <a:cubicBezTo>
                  <a:pt x="463510" y="111383"/>
                  <a:pt x="455789" y="102741"/>
                  <a:pt x="438175" y="102501"/>
                </a:cubicBezTo>
                <a:moveTo>
                  <a:pt x="568470" y="182918"/>
                </a:moveTo>
                <a:lnTo>
                  <a:pt x="616003" y="182918"/>
                </a:lnTo>
                <a:lnTo>
                  <a:pt x="616003" y="156032"/>
                </a:lnTo>
                <a:lnTo>
                  <a:pt x="568470" y="156032"/>
                </a:lnTo>
                <a:lnTo>
                  <a:pt x="568470" y="104661"/>
                </a:lnTo>
                <a:lnTo>
                  <a:pt x="627826" y="104661"/>
                </a:lnTo>
                <a:lnTo>
                  <a:pt x="627826" y="77296"/>
                </a:lnTo>
                <a:lnTo>
                  <a:pt x="538309" y="77296"/>
                </a:lnTo>
                <a:lnTo>
                  <a:pt x="538309" y="265014"/>
                </a:lnTo>
                <a:lnTo>
                  <a:pt x="631204" y="265014"/>
                </a:lnTo>
                <a:lnTo>
                  <a:pt x="631204" y="237649"/>
                </a:lnTo>
                <a:lnTo>
                  <a:pt x="568470" y="237649"/>
                </a:lnTo>
                <a:lnTo>
                  <a:pt x="568470" y="182918"/>
                </a:lnTo>
                <a:close/>
                <a:moveTo>
                  <a:pt x="824474" y="182918"/>
                </a:moveTo>
                <a:lnTo>
                  <a:pt x="872008" y="182918"/>
                </a:lnTo>
                <a:lnTo>
                  <a:pt x="872008" y="156032"/>
                </a:lnTo>
                <a:lnTo>
                  <a:pt x="824474" y="156032"/>
                </a:lnTo>
                <a:lnTo>
                  <a:pt x="824474" y="104661"/>
                </a:lnTo>
                <a:lnTo>
                  <a:pt x="884072" y="104661"/>
                </a:lnTo>
                <a:lnTo>
                  <a:pt x="884072" y="77296"/>
                </a:lnTo>
                <a:lnTo>
                  <a:pt x="794555" y="77296"/>
                </a:lnTo>
                <a:lnTo>
                  <a:pt x="794555" y="265014"/>
                </a:lnTo>
                <a:lnTo>
                  <a:pt x="887450" y="265014"/>
                </a:lnTo>
                <a:lnTo>
                  <a:pt x="887450" y="237649"/>
                </a:lnTo>
                <a:lnTo>
                  <a:pt x="824715" y="237649"/>
                </a:lnTo>
                <a:lnTo>
                  <a:pt x="824715" y="182918"/>
                </a:lnTo>
                <a:close/>
                <a:moveTo>
                  <a:pt x="700212" y="77296"/>
                </a:moveTo>
                <a:lnTo>
                  <a:pt x="670051" y="77296"/>
                </a:lnTo>
                <a:lnTo>
                  <a:pt x="670051" y="265014"/>
                </a:lnTo>
                <a:lnTo>
                  <a:pt x="761499" y="265014"/>
                </a:lnTo>
                <a:lnTo>
                  <a:pt x="761499" y="238129"/>
                </a:lnTo>
                <a:lnTo>
                  <a:pt x="700212" y="238129"/>
                </a:lnTo>
                <a:lnTo>
                  <a:pt x="700212" y="77296"/>
                </a:lnTo>
                <a:close/>
                <a:moveTo>
                  <a:pt x="989273" y="168755"/>
                </a:moveTo>
                <a:lnTo>
                  <a:pt x="1028843" y="77296"/>
                </a:lnTo>
                <a:lnTo>
                  <a:pt x="998683" y="77296"/>
                </a:lnTo>
                <a:lnTo>
                  <a:pt x="980345" y="120985"/>
                </a:lnTo>
                <a:cubicBezTo>
                  <a:pt x="978173" y="126506"/>
                  <a:pt x="976002" y="131787"/>
                  <a:pt x="973589" y="138268"/>
                </a:cubicBezTo>
                <a:cubicBezTo>
                  <a:pt x="970935" y="132027"/>
                  <a:pt x="968763" y="126746"/>
                  <a:pt x="966109" y="121705"/>
                </a:cubicBezTo>
                <a:lnTo>
                  <a:pt x="947771" y="78496"/>
                </a:lnTo>
                <a:lnTo>
                  <a:pt x="947289" y="77536"/>
                </a:lnTo>
                <a:lnTo>
                  <a:pt x="916404" y="77536"/>
                </a:lnTo>
                <a:lnTo>
                  <a:pt x="954769" y="169475"/>
                </a:lnTo>
                <a:lnTo>
                  <a:pt x="913267" y="262854"/>
                </a:lnTo>
                <a:lnTo>
                  <a:pt x="912061" y="265254"/>
                </a:lnTo>
                <a:lnTo>
                  <a:pt x="944152" y="265254"/>
                </a:lnTo>
                <a:lnTo>
                  <a:pt x="963455" y="219885"/>
                </a:lnTo>
                <a:cubicBezTo>
                  <a:pt x="966350" y="213404"/>
                  <a:pt x="969005" y="206442"/>
                  <a:pt x="971659" y="199721"/>
                </a:cubicBezTo>
                <a:cubicBezTo>
                  <a:pt x="974554" y="206922"/>
                  <a:pt x="976967" y="212924"/>
                  <a:pt x="979862" y="219405"/>
                </a:cubicBezTo>
                <a:lnTo>
                  <a:pt x="999648" y="264294"/>
                </a:lnTo>
                <a:lnTo>
                  <a:pt x="1000130" y="265254"/>
                </a:lnTo>
                <a:lnTo>
                  <a:pt x="1032704" y="265254"/>
                </a:lnTo>
                <a:lnTo>
                  <a:pt x="989273" y="168755"/>
                </a:lnTo>
                <a:close/>
              </a:path>
            </a:pathLst>
          </a:custGeom>
          <a:solidFill>
            <a:schemeClr val="tx1"/>
          </a:solidFill>
          <a:ln w="2404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898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FB901F-DADC-4AB9-B6EA-2FB3CBA9A687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B901F-DADC-4AB9-B6EA-2FB3CBA9A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344FC-5B11-C642-AE6F-56454708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433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IT" dirty="0"/>
              <a:t>Header 28pt</a:t>
            </a:r>
            <a:endParaRPr lang="fi-FI" dirty="0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1572A4-0C6D-68B8-00DE-A757029D16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1572A4-0C6D-68B8-00DE-A757029D1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1F47D3A-6CCB-041C-58AD-03345F79B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BA669E5-C1BC-174E-A0FC-1AEF1F26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693494"/>
            <a:ext cx="1101883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234A7-FFC8-245E-8CD8-EC6A55CE7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11620"/>
            <a:ext cx="990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RELEX internal</a:t>
            </a:r>
          </a:p>
        </p:txBody>
      </p:sp>
    </p:spTree>
    <p:extLst>
      <p:ext uri="{BB962C8B-B14F-4D97-AF65-F5344CB8AC3E}">
        <p14:creationId xmlns:p14="http://schemas.microsoft.com/office/powerpoint/2010/main" val="39784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4" r:id="rId2"/>
    <p:sldLayoutId id="2147484256" r:id="rId3"/>
    <p:sldLayoutId id="2147484257" r:id="rId4"/>
    <p:sldLayoutId id="2147484221" r:id="rId5"/>
    <p:sldLayoutId id="2147484258" r:id="rId6"/>
    <p:sldLayoutId id="2147484223" r:id="rId7"/>
    <p:sldLayoutId id="2147484224" r:id="rId8"/>
    <p:sldLayoutId id="2147484248" r:id="rId9"/>
    <p:sldLayoutId id="2147484227" r:id="rId10"/>
    <p:sldLayoutId id="2147484228" r:id="rId11"/>
    <p:sldLayoutId id="2147484229" r:id="rId12"/>
    <p:sldLayoutId id="2147484230" r:id="rId13"/>
    <p:sldLayoutId id="2147484231" r:id="rId14"/>
    <p:sldLayoutId id="2147484232" r:id="rId15"/>
    <p:sldLayoutId id="2147484233" r:id="rId16"/>
    <p:sldLayoutId id="2147484234" r:id="rId17"/>
    <p:sldLayoutId id="2147484235" r:id="rId18"/>
    <p:sldLayoutId id="2147484236" r:id="rId19"/>
    <p:sldLayoutId id="2147484237" r:id="rId20"/>
    <p:sldLayoutId id="2147484238" r:id="rId21"/>
    <p:sldLayoutId id="2147484239" r:id="rId22"/>
    <p:sldLayoutId id="2147484240" r:id="rId23"/>
    <p:sldLayoutId id="2147484241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spc="-20" baseline="0">
          <a:solidFill>
            <a:srgbClr val="0033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−"/>
        <a:tabLst/>
        <a:defRPr lang="en-GB" sz="1600" kern="1200" noProof="0" dirty="0" smtClean="0">
          <a:solidFill>
            <a:srgbClr val="003359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rgbClr val="003359"/>
          </a:solidFill>
          <a:latin typeface="+mn-lt"/>
          <a:ea typeface="+mn-ea"/>
          <a:cs typeface="+mn-cs"/>
        </a:defRPr>
      </a:lvl3pPr>
      <a:lvl4pPr marL="72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∙"/>
        <a:tabLst/>
        <a:defRPr sz="1200" kern="1200">
          <a:solidFill>
            <a:srgbClr val="003359"/>
          </a:solidFill>
          <a:latin typeface="+mn-lt"/>
          <a:ea typeface="+mn-ea"/>
          <a:cs typeface="+mn-cs"/>
        </a:defRPr>
      </a:lvl4pPr>
      <a:lvl5pPr marL="540000" marR="0" indent="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Pct val="70000"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3" pos="370">
          <p15:clr>
            <a:srgbClr val="F26B43"/>
          </p15:clr>
        </p15:guide>
        <p15:guide id="5" pos="7310">
          <p15:clr>
            <a:srgbClr val="F26B43"/>
          </p15:clr>
        </p15:guide>
        <p15:guide id="10" pos="7514">
          <p15:clr>
            <a:srgbClr val="F26B43"/>
          </p15:clr>
        </p15:guide>
        <p15:guide id="11" orient="horz" pos="346">
          <p15:clr>
            <a:srgbClr val="F26B43"/>
          </p15:clr>
        </p15:guide>
        <p15:guide id="12" orient="horz" pos="3906">
          <p15:clr>
            <a:srgbClr val="F26B43"/>
          </p15:clr>
        </p15:guide>
      </p15:sldGuideLst>
    </p:ext>
  </p:extLst>
</p:sldMaster>
</file>

<file path=ppt/slides/_rels/slide29.xml.rels><?xml version="1.0" encoding="UTF-8" standalone="yes"?>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67C8-58EF-2210-3C62-675F551AA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Forward Deployed Engineer, RELEX  |  Week 6  |  St. Louis, MO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F47BE6-2E95-ABE6-E10C-78A67CDB8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RELEX Store Operations</a:t>
            </a:r>
            <a:br>
              <a:rPr lang="en-US" noProof="0" dirty="0"/>
            </a:br>
            <a:r>
              <a:rPr lang="en-US" noProof="0" dirty="0"/>
              <a:t>Recovery Plan — Northbridge Grocers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1E52-380D-18CB-BB8D-1AE264D56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Week 6 Steering Committee — Data Integration, SSO, and the Path to Go-Live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C2AC-3D3C-47BC-982F-344D64147A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82" y="3355848"/>
            <a:ext cx="4405404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1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Where We Stand at 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noProof="0" dirty="0"/>
              <a:t>Foundation is solid: kickoff complete, data feed contents agreed, store master data done, 25 tablets provisioned, product catalog issue root-caused</a:t>
            </a:r>
          </a:p>
          <a:p>
            <a:pPr lvl="1"/>
            <a:r>
              <a:rPr lang="en-US" noProof="0" dirty="0"/>
              <a:t>Two decisions that were never actually finalized — how data lands in RELEX, how orders land back in SAP — are closed this week, pending your approval today</a:t>
            </a:r>
          </a:p>
          <a:p>
            <a:pPr lvl="1"/>
            <a:r>
              <a:rPr lang="en-US" noProof="0" dirty="0"/>
              <a:t>SSO has three open items with Northbridge IT Security; a working session is scheduled this week — not yet a blocker, becomes one if it slips past Week 7</a:t>
            </a:r>
          </a:p>
          <a:p>
            <a:pPr lvl="1"/>
            <a:r>
              <a:rPr lang="en-US" noProof="0" dirty="0"/>
              <a:t>No change to pilot scope: 25 stores, Iowa / Missouri, Fresh Produce, Bakery, Dairy, Frozen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On track for Week 12 — two decisions closed this week, need your sign-off today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05990-7490-3B93-D863-0F5ADDB19A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6" y="1693496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 b="1"/>
              <a:t>Data In — Snowflake Read Access</a:t>
            </a:r>
          </a:p>
          <a:p>
            <a:pPr lvl="1"/>
            <a:r>
              <a:rPr lang="en-US" noProof="0" dirty="0"/>
              <a:t>Read-only access to NB_RETAIL_CORE — covers sales, deliveries, stock movements, and product catalog in one integration</a:t>
            </a:r>
          </a:p>
          <a:p>
            <a:pPr lvl="1"/>
            <a:r>
              <a:rPr lang="en-US" noProof="0" dirty="0"/>
              <a:t>Avoids the 6–8 week new-API approval process; Raj has already offered read-only access</a:t>
            </a:r>
          </a:p>
          <a:p>
            <a:pPr lvl="1"/>
            <a:r>
              <a:rPr lang="en-US" noProof="0" dirty="0"/>
              <a:t>Rejected for pilot: SFTP-per-feed direct from SAP CAR / IS-Retail — six integration points instead of one, no material benefit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FA70C-308B-C59F-51F5-C99FE6796C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00786" y="1693495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 b="1"/>
              <a:t>Orders Out — Existing SFTP Order Channel</a:t>
            </a:r>
          </a:p>
          <a:p>
            <a:pPr lvl="1"/>
            <a:r>
              <a:rPr lang="en-US" noProof="0" dirty="0"/>
              <a:t>Flat-file drop into Z_ORD_INBOUND_PROC — 4-year-old production infrastructure already used for vendor PO confirmations</a:t>
            </a:r>
          </a:p>
          <a:p>
            <a:pPr lvl="1"/>
            <a:r>
              <a:rPr lang="en-US" noProof="0" dirty="0"/>
              <a:t>Rejected for pilot: SAP IDoc (WHSORD03) — needs ~6 weeks basis + 2 weeks ABAP dev Marcus’s team doesn’t have until January</a:t>
            </a:r>
          </a:p>
          <a:p>
            <a:pPr lvl="1"/>
            <a:r>
              <a:rPr lang="en-US" noProof="0" dirty="0"/>
              <a:t>Known limitation, flagged not hidden: orders tagged ORDER_TYPE=REGULAR for pilot; a proper order-type value is a fast-follow ask to Raj’s team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00FDE0-1003-32A6-7F32-EE6837C3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Integration Plan: Recommendation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055E7-543A-D91B-F4CD-C518F757B3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Both directions reuse infrastructure Northbridge already runs today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1525-EFC6-7257-95B3-CA8718561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993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E349F3-EF61-0571-6293-D2AB5353A5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Measurable, Pre-Agreed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E44D-0CA3-0692-AD49-03388A6987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≥95%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FF54-E3B0-6051-3DEE-A07004F69B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dirty="0"/>
              <a:t>SAP order acceptance rate across all 25 pilot stores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FE524-6988-24D4-6543-44DC95F2C4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&lt;2%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E67443-AD7B-C650-A909-1E3C09F705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Unresolved product master conflicts after dedup, on a fresh extract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40D32D-E4F5-DEE9-F2BF-5D873EBAB20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noProof="0" dirty="0"/>
              <a:t>20 / 25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68619E-C04F-87ED-08E9-68DF4B3EFC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noProof="0" dirty="0"/>
              <a:t>Store managers signing off tablet workflow as usable in daily operation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DB67F3-781C-7B98-E4E4-F061C84E21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7"/>
            <a:ext cx="6913679" cy="4370400"/>
          </a:xfrm>
        </p:spPr>
        <p:txBody>
          <a:bodyPr/>
          <a:lstStyle/>
          <a:p>
            <a:pPr lvl="1"/>
            <a:r>
              <a:rPr lang="en-US" noProof="0" dirty="0"/>
              <a:t>SSO live for all store managers and category managers, with correct per-store access scoping</a:t>
            </a:r>
          </a:p>
          <a:p>
            <a:pPr lvl="1"/>
            <a:r>
              <a:rPr lang="en-US" noProof="0" dirty="0"/>
              <a:t>Zero P1 data-quality incidents during the Week 11 parallel run</a:t>
            </a:r>
          </a:p>
          <a:p>
            <a:pPr lvl="1"/>
            <a:r>
              <a:rPr lang="en-US" noProof="0" dirty="0"/>
              <a:t>Next status checkpoint: Week 8, same format, same audience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2979E3-0116-4F7E-D3D7-3F536F9E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 / No-Go Criteria for Week 12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7AACE0-82CC-24B2-2F0A-E3104BFC86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Every criterion is measurable — no “system feels ready” language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CF4868-6BE9-947C-4E77-E6B1AEA6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705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ELEX Solutions 2026 template">
  <a:themeElements>
    <a:clrScheme name="RELEX 2024">
      <a:dk1>
        <a:srgbClr val="0A3256"/>
      </a:dk1>
      <a:lt1>
        <a:srgbClr val="FFFFFF"/>
      </a:lt1>
      <a:dk2>
        <a:srgbClr val="E6F2FF"/>
      </a:dk2>
      <a:lt2>
        <a:srgbClr val="CCCCCC"/>
      </a:lt2>
      <a:accent1>
        <a:srgbClr val="87BEEB"/>
      </a:accent1>
      <a:accent2>
        <a:srgbClr val="1779BF"/>
      </a:accent2>
      <a:accent3>
        <a:srgbClr val="E6F2FF"/>
      </a:accent3>
      <a:accent4>
        <a:srgbClr val="E9F7DF"/>
      </a:accent4>
      <a:accent5>
        <a:srgbClr val="FFEBDE"/>
      </a:accent5>
      <a:accent6>
        <a:srgbClr val="FFF3CC"/>
      </a:accent6>
      <a:hlink>
        <a:srgbClr val="1779BE"/>
      </a:hlink>
      <a:folHlink>
        <a:srgbClr val="1779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EX Solutions_PowerPoint Template" id="{8F2F10D1-A7B0-C54F-B9A1-00976A2DB2EB}" vid="{BBBF4F23-4317-2640-9AD7-0E50A3687F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B2C201D5827841BBC0058C1E6CF5C4" ma:contentTypeVersion="4" ma:contentTypeDescription="Create a new document." ma:contentTypeScope="" ma:versionID="2b49e8fd1a08211a4f808a121d6a808f">
  <xsd:schema xmlns:xsd="http://www.w3.org/2001/XMLSchema" xmlns:xs="http://www.w3.org/2001/XMLSchema" xmlns:p="http://schemas.microsoft.com/office/2006/metadata/properties" xmlns:ns2="613948f9-b531-4aa3-a342-4fd47bb91e22" targetNamespace="http://schemas.microsoft.com/office/2006/metadata/properties" ma:root="true" ma:fieldsID="addff68bfb03c4982899732afd948211" ns2:_="">
    <xsd:import namespace="613948f9-b531-4aa3-a342-4fd47bb91e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948f9-b531-4aa3-a342-4fd47bb91e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C2205A-93DA-4C65-A3D5-1DC3C606D1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3948f9-b531-4aa3-a342-4fd47bb91e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82BB33-FAE9-4F3C-B0C2-72554C0A0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A645EA-D0DE-4402-9DF5-0FB634BBA551}">
  <ds:schemaRefs>
    <ds:schemaRef ds:uri="http://schemas.microsoft.com/office/2006/documentManagement/types"/>
    <ds:schemaRef ds:uri="http://schemas.microsoft.com/office/2006/metadata/properties"/>
    <ds:schemaRef ds:uri="f85b9eff-d476-4c8f-b4ff-c2d1aee18dbe"/>
    <ds:schemaRef ds:uri="http://www.w3.org/XML/1998/namespace"/>
    <ds:schemaRef ds:uri="http://purl.org/dc/terms/"/>
    <ds:schemaRef ds:uri="04f145f8-3fa1-41c0-8abf-e06d91fd401f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584</Words>
  <Application>Microsoft Office PowerPoint</Application>
  <PresentationFormat>Widescreen</PresentationFormat>
  <Paragraphs>220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RELEX Solutions 2026 template</vt:lpstr>
      <vt:lpstr>PowerPoint Presentation</vt:lpstr>
      <vt:lpstr>PowerPoint Presentation</vt:lpstr>
      <vt:lpstr>PowerPoint Presentation</vt:lpstr>
      <vt:lpstr>PowerPoint Presentation</vt:lpstr>
      <vt:lpstr>RELEX Solutions PowerPoint template</vt:lpstr>
      <vt:lpstr>Icons</vt:lpstr>
      <vt:lpstr>Photography</vt:lpstr>
      <vt:lpstr>Brand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Header 28pt</vt:lpstr>
      <vt:lpstr>Header 28pt</vt:lpstr>
      <vt:lpstr>Header 28pt</vt:lpstr>
      <vt:lpstr>Header 28pt</vt:lpstr>
      <vt:lpstr>Header 28pt</vt:lpstr>
      <vt:lpstr>Header 28pt</vt:lpstr>
      <vt:lpstr>Header 28pt</vt:lpstr>
      <vt:lpstr>Header 28pt </vt:lpstr>
      <vt:lpstr>Header 28pt</vt:lpstr>
      <vt:lpstr>Header 28pt</vt:lpstr>
      <vt:lpstr>Header 28pt </vt:lpstr>
      <vt:lpstr>Header 28pt</vt:lpstr>
      <vt:lpstr>Header 28pt</vt:lpstr>
      <vt:lpstr>Header 28pt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2026-02-24T14:42:32Z</dcterms:created>
  <dcterms:modified xsi:type="dcterms:W3CDTF">2026-02-24T14:42:38Z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0x010100CFB2C201D5827841BBC0058C1E6CF5C4</vt:lpwstr>
  </property>
  <property fmtid="{D5CDD505-2E9C-101B-9397-08002B2CF9AE}" pid="3" name="Order">
    <vt:r8>7700</vt:r8>
  </property>
  <property fmtid="{D5CDD505-2E9C-101B-9397-08002B2CF9AE}" pid="4" name="_dlc_DocIdItemGuid">
    <vt:lpwstr>ba365200-025f-4696-8665-1dfc96b16929</vt:lpwstr>
  </property>
  <property fmtid="{D5CDD505-2E9C-101B-9397-08002B2CF9AE}" pid="5" name="MediaServiceImageTags">
    <vt:lpwstr/>
  </property>
  <property fmtid="{D5CDD505-2E9C-101B-9397-08002B2CF9AE}" pid="6" name="MSIP_Label_d8cb3a15-cbb3-4dbf-a619-9d0684635dfd_ActionId">
    <vt:lpwstr>871a3e2d-8413-4b25-a5f5-f83385be04af</vt:lpwstr>
  </property>
  <property fmtid="{D5CDD505-2E9C-101B-9397-08002B2CF9AE}" pid="7" name="MSIP_Label_d8cb3a15-cbb3-4dbf-a619-9d0684635dfd_SiteId">
    <vt:lpwstr>5cc03bdc-149c-4153-9632-d4137b9fc517</vt:lpwstr>
  </property>
  <property fmtid="{D5CDD505-2E9C-101B-9397-08002B2CF9AE}" pid="8" name="MSIP_Label_d8cb3a15-cbb3-4dbf-a619-9d0684635dfd_Method">
    <vt:lpwstr>Privileged</vt:lpwstr>
  </property>
  <property fmtid="{D5CDD505-2E9C-101B-9397-08002B2CF9AE}" pid="9" name="MSIP_Label_d8cb3a15-cbb3-4dbf-a619-9d0684635dfd_Enabled">
    <vt:lpwstr>true</vt:lpwstr>
  </property>
  <property fmtid="{D5CDD505-2E9C-101B-9397-08002B2CF9AE}" pid="10" name="MSIP_Label_d8cb3a15-cbb3-4dbf-a619-9d0684635dfd_SetDate">
    <vt:lpwstr>2025-02-06T14:04:01Z</vt:lpwstr>
  </property>
  <property fmtid="{D5CDD505-2E9C-101B-9397-08002B2CF9AE}" pid="11" name="MSIP_Label_d8cb3a15-cbb3-4dbf-a619-9d0684635dfd_Name">
    <vt:lpwstr>Public label</vt:lpwstr>
  </property>
  <property fmtid="{D5CDD505-2E9C-101B-9397-08002B2CF9AE}" pid="12" name="MSIP_Label_d8cb3a15-cbb3-4dbf-a619-9d0684635dfd_ContentBits">
    <vt:lpwstr>0</vt:lpwstr>
  </property>
  <property fmtid="{D5CDD505-2E9C-101B-9397-08002B2CF9AE}" pid="13" name="MSIP_Label_d8cb3a15-cbb3-4dbf-a619-9d0684635dfd_Tag">
    <vt:lpwstr>50, 0, 1, 1</vt:lpwstr>
  </property>
  <property fmtid="{D5CDD505-2E9C-101B-9397-08002B2CF9AE}" pid="14" name="MSIP_Label_984b0e7d-eff1-4aa6-8a8f-f61f59e35622_Enabled">
    <vt:lpwstr>true</vt:lpwstr>
  </property>
  <property fmtid="{D5CDD505-2E9C-101B-9397-08002B2CF9AE}" pid="15" name="MSIP_Label_984b0e7d-eff1-4aa6-8a8f-f61f59e35622_SetDate">
    <vt:lpwstr>2026-01-27T13:01:41Z</vt:lpwstr>
  </property>
  <property fmtid="{D5CDD505-2E9C-101B-9397-08002B2CF9AE}" pid="16" name="MSIP_Label_984b0e7d-eff1-4aa6-8a8f-f61f59e35622_Method">
    <vt:lpwstr>Privileged</vt:lpwstr>
  </property>
  <property fmtid="{D5CDD505-2E9C-101B-9397-08002B2CF9AE}" pid="17" name="MSIP_Label_984b0e7d-eff1-4aa6-8a8f-f61f59e35622_Name">
    <vt:lpwstr>RELEX internal</vt:lpwstr>
  </property>
  <property fmtid="{D5CDD505-2E9C-101B-9397-08002B2CF9AE}" pid="18" name="MSIP_Label_984b0e7d-eff1-4aa6-8a8f-f61f59e35622_SiteId">
    <vt:lpwstr>5cc03bdc-149c-4153-9632-d4137b9fc517</vt:lpwstr>
  </property>
  <property fmtid="{D5CDD505-2E9C-101B-9397-08002B2CF9AE}" pid="19" name="MSIP_Label_984b0e7d-eff1-4aa6-8a8f-f61f59e35622_ActionId">
    <vt:lpwstr>18657a93-4cbd-42d8-ab7b-fb68a1796467</vt:lpwstr>
  </property>
  <property fmtid="{D5CDD505-2E9C-101B-9397-08002B2CF9AE}" pid="20" name="MSIP_Label_984b0e7d-eff1-4aa6-8a8f-f61f59e35622_ContentBits">
    <vt:lpwstr>2</vt:lpwstr>
  </property>
  <property fmtid="{D5CDD505-2E9C-101B-9397-08002B2CF9AE}" pid="21" name="MSIP_Label_984b0e7d-eff1-4aa6-8a8f-f61f59e35622_Tag">
    <vt:lpwstr>50, 0, 1, 1</vt:lpwstr>
  </property>
  <property fmtid="{D5CDD505-2E9C-101B-9397-08002B2CF9AE}" pid="22" name="ClassificationContentMarkingFooterLocations">
    <vt:lpwstr>RELEX Solutions 2026 template:8</vt:lpwstr>
  </property>
  <property fmtid="{D5CDD505-2E9C-101B-9397-08002B2CF9AE}" pid="23" name="ClassificationContentMarkingFooterText">
    <vt:lpwstr>RELEX internal</vt:lpwstr>
  </property>
</Properties>
</file>