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media/image10.svg" ContentType="image/svg+xml"/>
  <Override PartName="/ppt/media/image13.svg" ContentType="image/svg+xml"/>
  <Override PartName="/ppt/media/image15.svg" ContentType="image/svg+xml"/>
  <Override PartName="/ppt/media/image20.svg" ContentType="image/svg+xml"/>
  <Override PartName="/ppt/media/image22.svg" ContentType="image/svg+xml"/>
  <Override PartName="/ppt/media/image25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18" r:id="rId4"/>
  </p:sldMasterIdLst>
  <p:notesMasterIdLst>
    <p:notesMasterId r:id="rId33"/>
  </p:notesMasterIdLst>
  <p:handoutMasterIdLst>
    <p:handoutMasterId r:id="rId34"/>
  </p:handoutMasterIdLst>
  <p:sldIdLst>
    <p:sldId id="298" r:id="rId42"/>
    <p:sldId id="299" r:id="rId43"/>
    <p:sldId id="300" r:id="rId44"/>
    <p:sldId id="301" r:id="rId45"/>
    <p:sldId id="302" r:id="rId46"/>
    <p:sldId id="303" r:id="rId47"/>
  </p:sldIdLst>
  <p:sldSz cx="12192000" cy="6858000"/>
  <p:notesSz cx="6858000" cy="9144000"/>
  <p:custDataLst>
    <p:tags r:id="rId35"/>
  </p:custDataLst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2D7505-253C-BD89-72DB-4FAD75C4001C}" name="Cley Saunders" initials="CS" userId="S::cley.saunders@relexsolutions.com::f0dd6b33-a9e8-46a0-aeb6-bb1122a12b1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ja Karenko" initials="DK" lastIdx="14" clrIdx="0">
    <p:extLst>
      <p:ext uri="{19B8F6BF-5375-455C-9EA6-DF929625EA0E}">
        <p15:presenceInfo xmlns:p15="http://schemas.microsoft.com/office/powerpoint/2012/main" userId="S-1-12-1-1300926972-1323311966-2035803021-256980879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CC5"/>
    <a:srgbClr val="87BEEB"/>
    <a:srgbClr val="003359"/>
    <a:srgbClr val="FFFFFF"/>
    <a:srgbClr val="FF0000"/>
    <a:srgbClr val="82B94B"/>
    <a:srgbClr val="E6F2FF"/>
    <a:srgbClr val="E5F2FF"/>
    <a:srgbClr val="0A3256"/>
    <a:srgbClr val="006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01" autoAdjust="0"/>
    <p:restoredTop sz="97013"/>
  </p:normalViewPr>
  <p:slideViewPr>
    <p:cSldViewPr snapToGrid="0">
      <p:cViewPr varScale="1">
        <p:scale>
          <a:sx n="128" d="100"/>
          <a:sy n="128" d="100"/>
        </p:scale>
        <p:origin x="11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>
        <p:scale>
          <a:sx n="130" d="100"/>
          <a:sy n="130" d="100"/>
        </p:scale>
        <p:origin x="3856" y="-3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tags" Target="tags/tag1.xml"/><Relationship Id="rId36" Type="http://schemas.openxmlformats.org/officeDocument/2006/relationships/commentAuthors" Target="commentAuthors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microsoft.com/office/2018/10/relationships/authors" Target="authors.xml"/><Relationship Id="rId42" Type="http://schemas.openxmlformats.org/officeDocument/2006/relationships/slide" Target="slides/slide1.xml"/><Relationship Id="rId43" Type="http://schemas.openxmlformats.org/officeDocument/2006/relationships/slide" Target="slides/slide2.xml"/><Relationship Id="rId44" Type="http://schemas.openxmlformats.org/officeDocument/2006/relationships/slide" Target="slides/slide3.xml"/><Relationship Id="rId45" Type="http://schemas.openxmlformats.org/officeDocument/2006/relationships/slide" Target="slides/slide4.xml"/><Relationship Id="rId46" Type="http://schemas.openxmlformats.org/officeDocument/2006/relationships/slide" Target="slides/slide5.xml"/><Relationship Id="rId47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5A50EE-A3C0-43EB-8461-DF65AC1CD5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71949" y="609447"/>
            <a:ext cx="5919020" cy="4587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endParaRPr lang="en-US" b="1" dirty="0">
              <a:solidFill>
                <a:srgbClr val="0033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DF4A82-1D8B-4010-89D4-7D2CD447B6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914901" y="150659"/>
            <a:ext cx="147606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A68E8C-71E1-4D87-AB44-930C7206B268}" type="datetimeFigureOut">
              <a:rPr lang="en-US" smtClean="0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2/24/2026</a:t>
            </a:fld>
            <a:endParaRPr lang="en-US" dirty="0">
              <a:solidFill>
                <a:srgbClr val="0033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B97E2-1CD2-4E72-BF5E-4C3245F214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69492" y="8226428"/>
            <a:ext cx="591902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solidFill>
                <a:srgbClr val="0033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A0AE5-3677-43AC-A7F0-9B72F016AE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15000" y="8685213"/>
            <a:ext cx="673509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FEFF3-739D-4FC0-8AB0-7D31D79B85EA}" type="slidenum">
              <a:rPr lang="en-US" smtClean="0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dirty="0">
              <a:solidFill>
                <a:srgbClr val="0033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29552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685800" y="571501"/>
            <a:ext cx="5520455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914901" y="85603"/>
            <a:ext cx="129135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F36D5FA-7338-D747-8F34-216057B09BFF}" type="datetimeFigureOut">
              <a:rPr lang="fi-FI" smtClean="0"/>
              <a:pPr/>
              <a:t>24.2.2026</a:t>
            </a:fld>
            <a:endParaRPr lang="fi-FI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85799" y="8179108"/>
            <a:ext cx="5486399" cy="45878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1600" y="8685213"/>
            <a:ext cx="99059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B9E86C6-91D3-3749-8606-8DDA903D7182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3835039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emf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emf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14.png"/><Relationship Id="rId5" Type="http://schemas.openxmlformats.org/officeDocument/2006/relationships/image" Target="../media/image15.svg"/><Relationship Id="rId6" Type="http://schemas.openxmlformats.org/officeDocument/2006/relationships/image" Target="../media/image9.png"/><Relationship Id="rId7" Type="http://schemas.openxmlformats.org/officeDocument/2006/relationships/image" Target="../media/image10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emf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emf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emf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9.png"/><Relationship Id="rId7" Type="http://schemas.openxmlformats.org/officeDocument/2006/relationships/image" Target="../media/image10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emf"/><Relationship Id="rId3" Type="http://schemas.openxmlformats.org/officeDocument/2006/relationships/image" Target="../media/image19.png"/><Relationship Id="rId4" Type="http://schemas.openxmlformats.org/officeDocument/2006/relationships/image" Target="../media/image20.svg"/><Relationship Id="rId5" Type="http://schemas.openxmlformats.org/officeDocument/2006/relationships/image" Target="../media/image9.png"/><Relationship Id="rId6" Type="http://schemas.openxmlformats.org/officeDocument/2006/relationships/image" Target="../media/image10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emf"/><Relationship Id="rId3" Type="http://schemas.openxmlformats.org/officeDocument/2006/relationships/image" Target="../media/image19.png"/><Relationship Id="rId4" Type="http://schemas.openxmlformats.org/officeDocument/2006/relationships/image" Target="../media/image20.svg"/><Relationship Id="rId5" Type="http://schemas.openxmlformats.org/officeDocument/2006/relationships/image" Target="../media/image9.png"/><Relationship Id="rId6" Type="http://schemas.openxmlformats.org/officeDocument/2006/relationships/image" Target="../media/image10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emf"/><Relationship Id="rId3" Type="http://schemas.openxmlformats.org/officeDocument/2006/relationships/image" Target="../media/image19.png"/><Relationship Id="rId4" Type="http://schemas.openxmlformats.org/officeDocument/2006/relationships/image" Target="../media/image20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23.emf"/><Relationship Id="rId5" Type="http://schemas.openxmlformats.org/officeDocument/2006/relationships/image" Target="../media/image24.png"/><Relationship Id="rId6" Type="http://schemas.openxmlformats.org/officeDocument/2006/relationships/image" Target="../media/image2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Gradient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black background&#10;&#10;Description automatically generated">
            <a:extLst>
              <a:ext uri="{FF2B5EF4-FFF2-40B4-BE49-F238E27FC236}">
                <a16:creationId xmlns:a16="http://schemas.microsoft.com/office/drawing/2014/main" id="{F1047F97-D900-2E1F-C420-3F1B2145B4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5FA681F-ABFB-D760-0F7F-67EF1587C4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5733845"/>
            <a:ext cx="5103813" cy="33777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b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System Font Regular"/>
              <a:buNone/>
              <a:tabLst/>
              <a:defRPr sz="1300" spc="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Your name, date &amp; location</a:t>
            </a:r>
          </a:p>
        </p:txBody>
      </p:sp>
      <p:sp>
        <p:nvSpPr>
          <p:cNvPr id="2" name="Graphic 2">
            <a:extLst>
              <a:ext uri="{FF2B5EF4-FFF2-40B4-BE49-F238E27FC236}">
                <a16:creationId xmlns:a16="http://schemas.microsoft.com/office/drawing/2014/main" id="{9BDC19CE-4F62-D87A-297E-5782200D6AA6}"/>
              </a:ext>
            </a:extLst>
          </p:cNvPr>
          <p:cNvSpPr/>
          <p:nvPr userDrawn="1"/>
        </p:nvSpPr>
        <p:spPr>
          <a:xfrm>
            <a:off x="587376" y="914138"/>
            <a:ext cx="1583371" cy="479005"/>
          </a:xfrm>
          <a:custGeom>
            <a:avLst/>
            <a:gdLst>
              <a:gd name="connsiteX0" fmla="*/ 225975 w 7778157"/>
              <a:gd name="connsiteY0" fmla="*/ 242999 h 2353067"/>
              <a:gd name="connsiteX1" fmla="*/ 277072 w 7778157"/>
              <a:gd name="connsiteY1" fmla="*/ 253783 h 2353067"/>
              <a:gd name="connsiteX2" fmla="*/ 1005374 w 7778157"/>
              <a:gd name="connsiteY2" fmla="*/ 1272512 h 2353067"/>
              <a:gd name="connsiteX3" fmla="*/ 9356 w 7778157"/>
              <a:gd name="connsiteY3" fmla="*/ 604623 h 2353067"/>
              <a:gd name="connsiteX4" fmla="*/ 0 w 7778157"/>
              <a:gd name="connsiteY4" fmla="*/ 559330 h 2353067"/>
              <a:gd name="connsiteX5" fmla="*/ 0 w 7778157"/>
              <a:gd name="connsiteY5" fmla="*/ 553578 h 2353067"/>
              <a:gd name="connsiteX6" fmla="*/ 0 w 7778157"/>
              <a:gd name="connsiteY6" fmla="*/ 542794 h 2353067"/>
              <a:gd name="connsiteX7" fmla="*/ 20151 w 7778157"/>
              <a:gd name="connsiteY7" fmla="*/ 486718 h 2353067"/>
              <a:gd name="connsiteX8" fmla="*/ 154728 w 7778157"/>
              <a:gd name="connsiteY8" fmla="*/ 283260 h 2353067"/>
              <a:gd name="connsiteX9" fmla="*/ 205825 w 7778157"/>
              <a:gd name="connsiteY9" fmla="*/ 246594 h 2353067"/>
              <a:gd name="connsiteX10" fmla="*/ 225975 w 7778157"/>
              <a:gd name="connsiteY10" fmla="*/ 242999 h 2353067"/>
              <a:gd name="connsiteX11" fmla="*/ 1703451 w 7778157"/>
              <a:gd name="connsiteY11" fmla="*/ 2329343 h 2353067"/>
              <a:gd name="connsiteX12" fmla="*/ 1783334 w 7778157"/>
              <a:gd name="connsiteY12" fmla="*/ 2353068 h 2353067"/>
              <a:gd name="connsiteX13" fmla="*/ 1789091 w 7778157"/>
              <a:gd name="connsiteY13" fmla="*/ 2353068 h 2353067"/>
              <a:gd name="connsiteX14" fmla="*/ 1792690 w 7778157"/>
              <a:gd name="connsiteY14" fmla="*/ 2353068 h 2353067"/>
              <a:gd name="connsiteX15" fmla="*/ 1886966 w 7778157"/>
              <a:gd name="connsiteY15" fmla="*/ 2325748 h 2353067"/>
              <a:gd name="connsiteX16" fmla="*/ 2045293 w 7778157"/>
              <a:gd name="connsiteY16" fmla="*/ 2231568 h 2353067"/>
              <a:gd name="connsiteX17" fmla="*/ 2099987 w 7778157"/>
              <a:gd name="connsiteY17" fmla="*/ 2148172 h 2353067"/>
              <a:gd name="connsiteX18" fmla="*/ 2090632 w 7778157"/>
              <a:gd name="connsiteY18" fmla="*/ 2050397 h 2353067"/>
              <a:gd name="connsiteX19" fmla="*/ 1085977 w 7778157"/>
              <a:gd name="connsiteY19" fmla="*/ 1358783 h 2353067"/>
              <a:gd name="connsiteX20" fmla="*/ 1703451 w 7778157"/>
              <a:gd name="connsiteY20" fmla="*/ 2329343 h 2353067"/>
              <a:gd name="connsiteX21" fmla="*/ 153289 w 7778157"/>
              <a:gd name="connsiteY21" fmla="*/ 1772170 h 2353067"/>
              <a:gd name="connsiteX22" fmla="*/ 109389 w 7778157"/>
              <a:gd name="connsiteY22" fmla="*/ 1875696 h 2353067"/>
              <a:gd name="connsiteX23" fmla="*/ 136737 w 7778157"/>
              <a:gd name="connsiteY23" fmla="*/ 1973471 h 2353067"/>
              <a:gd name="connsiteX24" fmla="*/ 387181 w 7778157"/>
              <a:gd name="connsiteY24" fmla="*/ 2222222 h 2353067"/>
              <a:gd name="connsiteX25" fmla="*/ 474260 w 7778157"/>
              <a:gd name="connsiteY25" fmla="*/ 2253136 h 2353067"/>
              <a:gd name="connsiteX26" fmla="*/ 561340 w 7778157"/>
              <a:gd name="connsiteY26" fmla="*/ 2220784 h 2353067"/>
              <a:gd name="connsiteX27" fmla="*/ 997458 w 7778157"/>
              <a:gd name="connsiteY27" fmla="*/ 1356627 h 2353067"/>
              <a:gd name="connsiteX28" fmla="*/ 153289 w 7778157"/>
              <a:gd name="connsiteY28" fmla="*/ 1772170 h 2353067"/>
              <a:gd name="connsiteX29" fmla="*/ 1783334 w 7778157"/>
              <a:gd name="connsiteY29" fmla="*/ 41698 h 2353067"/>
              <a:gd name="connsiteX30" fmla="*/ 1088856 w 7778157"/>
              <a:gd name="connsiteY30" fmla="*/ 1268917 h 2353067"/>
              <a:gd name="connsiteX31" fmla="*/ 2326682 w 7778157"/>
              <a:gd name="connsiteY31" fmla="*/ 560768 h 2353067"/>
              <a:gd name="connsiteX32" fmla="*/ 2361226 w 7778157"/>
              <a:gd name="connsiteY32" fmla="*/ 406197 h 2353067"/>
              <a:gd name="connsiteX33" fmla="*/ 2308691 w 7778157"/>
              <a:gd name="connsiteY33" fmla="*/ 291887 h 2353067"/>
              <a:gd name="connsiteX34" fmla="*/ 2046732 w 7778157"/>
              <a:gd name="connsiteY34" fmla="*/ 34509 h 2353067"/>
              <a:gd name="connsiteX35" fmla="*/ 1917192 w 7778157"/>
              <a:gd name="connsiteY35" fmla="*/ 0 h 2353067"/>
              <a:gd name="connsiteX36" fmla="*/ 1909995 w 7778157"/>
              <a:gd name="connsiteY36" fmla="*/ 0 h 2353067"/>
              <a:gd name="connsiteX37" fmla="*/ 1783334 w 7778157"/>
              <a:gd name="connsiteY37" fmla="*/ 41698 h 2353067"/>
              <a:gd name="connsiteX38" fmla="*/ 3520609 w 7778157"/>
              <a:gd name="connsiteY38" fmla="*/ 1358065 h 2353067"/>
              <a:gd name="connsiteX39" fmla="*/ 3740827 w 7778157"/>
              <a:gd name="connsiteY39" fmla="*/ 2004385 h 2353067"/>
              <a:gd name="connsiteX40" fmla="*/ 3504777 w 7778157"/>
              <a:gd name="connsiteY40" fmla="*/ 2004385 h 2353067"/>
              <a:gd name="connsiteX41" fmla="*/ 3308308 w 7778157"/>
              <a:gd name="connsiteY41" fmla="*/ 1410547 h 2353067"/>
              <a:gd name="connsiteX42" fmla="*/ 3280961 w 7778157"/>
              <a:gd name="connsiteY42" fmla="*/ 1412703 h 2353067"/>
              <a:gd name="connsiteX43" fmla="*/ 3197479 w 7778157"/>
              <a:gd name="connsiteY43" fmla="*/ 1412703 h 2353067"/>
              <a:gd name="connsiteX44" fmla="*/ 3197479 w 7778157"/>
              <a:gd name="connsiteY44" fmla="*/ 2004385 h 2353067"/>
              <a:gd name="connsiteX45" fmla="*/ 2970064 w 7778157"/>
              <a:gd name="connsiteY45" fmla="*/ 2004385 h 2353067"/>
              <a:gd name="connsiteX46" fmla="*/ 2970064 w 7778157"/>
              <a:gd name="connsiteY46" fmla="*/ 584493 h 2353067"/>
              <a:gd name="connsiteX47" fmla="*/ 3289596 w 7778157"/>
              <a:gd name="connsiteY47" fmla="*/ 584493 h 2353067"/>
              <a:gd name="connsiteX48" fmla="*/ 3618484 w 7778157"/>
              <a:gd name="connsiteY48" fmla="*/ 684424 h 2353067"/>
              <a:gd name="connsiteX49" fmla="*/ 3723555 w 7778157"/>
              <a:gd name="connsiteY49" fmla="*/ 974873 h 2353067"/>
              <a:gd name="connsiteX50" fmla="*/ 3536442 w 7778157"/>
              <a:gd name="connsiteY50" fmla="*/ 1348718 h 2353067"/>
              <a:gd name="connsiteX51" fmla="*/ 3520609 w 7778157"/>
              <a:gd name="connsiteY51" fmla="*/ 1358065 h 2353067"/>
              <a:gd name="connsiteX52" fmla="*/ 3300391 w 7778157"/>
              <a:gd name="connsiteY52" fmla="*/ 775010 h 2353067"/>
              <a:gd name="connsiteX53" fmla="*/ 3196759 w 7778157"/>
              <a:gd name="connsiteY53" fmla="*/ 772853 h 2353067"/>
              <a:gd name="connsiteX54" fmla="*/ 3196759 w 7778157"/>
              <a:gd name="connsiteY54" fmla="*/ 1225062 h 2353067"/>
              <a:gd name="connsiteX55" fmla="*/ 3283839 w 7778157"/>
              <a:gd name="connsiteY55" fmla="*/ 1225062 h 2353067"/>
              <a:gd name="connsiteX56" fmla="*/ 3303990 w 7778157"/>
              <a:gd name="connsiteY56" fmla="*/ 1225062 h 2353067"/>
              <a:gd name="connsiteX57" fmla="*/ 3434969 w 7778157"/>
              <a:gd name="connsiteY57" fmla="*/ 1174018 h 2353067"/>
              <a:gd name="connsiteX58" fmla="*/ 3493262 w 7778157"/>
              <a:gd name="connsiteY58" fmla="*/ 990690 h 2353067"/>
              <a:gd name="connsiteX59" fmla="*/ 3300391 w 7778157"/>
              <a:gd name="connsiteY59" fmla="*/ 775010 h 2353067"/>
              <a:gd name="connsiteX60" fmla="*/ 4282017 w 7778157"/>
              <a:gd name="connsiteY60" fmla="*/ 1383227 h 2353067"/>
              <a:gd name="connsiteX61" fmla="*/ 4639691 w 7778157"/>
              <a:gd name="connsiteY61" fmla="*/ 1383227 h 2353067"/>
              <a:gd name="connsiteX62" fmla="*/ 4639691 w 7778157"/>
              <a:gd name="connsiteY62" fmla="*/ 1179769 h 2353067"/>
              <a:gd name="connsiteX63" fmla="*/ 4282017 w 7778157"/>
              <a:gd name="connsiteY63" fmla="*/ 1179769 h 2353067"/>
              <a:gd name="connsiteX64" fmla="*/ 4282017 w 7778157"/>
              <a:gd name="connsiteY64" fmla="*/ 791545 h 2353067"/>
              <a:gd name="connsiteX65" fmla="*/ 4728930 w 7778157"/>
              <a:gd name="connsiteY65" fmla="*/ 791545 h 2353067"/>
              <a:gd name="connsiteX66" fmla="*/ 4728930 w 7778157"/>
              <a:gd name="connsiteY66" fmla="*/ 584493 h 2353067"/>
              <a:gd name="connsiteX67" fmla="*/ 4054602 w 7778157"/>
              <a:gd name="connsiteY67" fmla="*/ 584493 h 2353067"/>
              <a:gd name="connsiteX68" fmla="*/ 4054602 w 7778157"/>
              <a:gd name="connsiteY68" fmla="*/ 2004385 h 2353067"/>
              <a:gd name="connsiteX69" fmla="*/ 4754118 w 7778157"/>
              <a:gd name="connsiteY69" fmla="*/ 2004385 h 2353067"/>
              <a:gd name="connsiteX70" fmla="*/ 4754118 w 7778157"/>
              <a:gd name="connsiteY70" fmla="*/ 1797333 h 2353067"/>
              <a:gd name="connsiteX71" fmla="*/ 4281297 w 7778157"/>
              <a:gd name="connsiteY71" fmla="*/ 1797333 h 2353067"/>
              <a:gd name="connsiteX72" fmla="*/ 4281297 w 7778157"/>
              <a:gd name="connsiteY72" fmla="*/ 1383227 h 2353067"/>
              <a:gd name="connsiteX73" fmla="*/ 4282017 w 7778157"/>
              <a:gd name="connsiteY73" fmla="*/ 1383227 h 2353067"/>
              <a:gd name="connsiteX74" fmla="*/ 6210004 w 7778157"/>
              <a:gd name="connsiteY74" fmla="*/ 1383227 h 2353067"/>
              <a:gd name="connsiteX75" fmla="*/ 6567678 w 7778157"/>
              <a:gd name="connsiteY75" fmla="*/ 1383227 h 2353067"/>
              <a:gd name="connsiteX76" fmla="*/ 6567678 w 7778157"/>
              <a:gd name="connsiteY76" fmla="*/ 1179769 h 2353067"/>
              <a:gd name="connsiteX77" fmla="*/ 6210004 w 7778157"/>
              <a:gd name="connsiteY77" fmla="*/ 1179769 h 2353067"/>
              <a:gd name="connsiteX78" fmla="*/ 6210004 w 7778157"/>
              <a:gd name="connsiteY78" fmla="*/ 791545 h 2353067"/>
              <a:gd name="connsiteX79" fmla="*/ 6659076 w 7778157"/>
              <a:gd name="connsiteY79" fmla="*/ 791545 h 2353067"/>
              <a:gd name="connsiteX80" fmla="*/ 6659076 w 7778157"/>
              <a:gd name="connsiteY80" fmla="*/ 584493 h 2353067"/>
              <a:gd name="connsiteX81" fmla="*/ 5984748 w 7778157"/>
              <a:gd name="connsiteY81" fmla="*/ 584493 h 2353067"/>
              <a:gd name="connsiteX82" fmla="*/ 5984748 w 7778157"/>
              <a:gd name="connsiteY82" fmla="*/ 2004385 h 2353067"/>
              <a:gd name="connsiteX83" fmla="*/ 6684264 w 7778157"/>
              <a:gd name="connsiteY83" fmla="*/ 2004385 h 2353067"/>
              <a:gd name="connsiteX84" fmla="*/ 6684264 w 7778157"/>
              <a:gd name="connsiteY84" fmla="*/ 1797333 h 2353067"/>
              <a:gd name="connsiteX85" fmla="*/ 6211443 w 7778157"/>
              <a:gd name="connsiteY85" fmla="*/ 1797333 h 2353067"/>
              <a:gd name="connsiteX86" fmla="*/ 6211443 w 7778157"/>
              <a:gd name="connsiteY86" fmla="*/ 1383227 h 2353067"/>
              <a:gd name="connsiteX87" fmla="*/ 6210004 w 7778157"/>
              <a:gd name="connsiteY87" fmla="*/ 1383227 h 2353067"/>
              <a:gd name="connsiteX88" fmla="*/ 5273718 w 7778157"/>
              <a:gd name="connsiteY88" fmla="*/ 584493 h 2353067"/>
              <a:gd name="connsiteX89" fmla="*/ 5046303 w 7778157"/>
              <a:gd name="connsiteY89" fmla="*/ 584493 h 2353067"/>
              <a:gd name="connsiteX90" fmla="*/ 5046303 w 7778157"/>
              <a:gd name="connsiteY90" fmla="*/ 2004385 h 2353067"/>
              <a:gd name="connsiteX91" fmla="*/ 5735024 w 7778157"/>
              <a:gd name="connsiteY91" fmla="*/ 2004385 h 2353067"/>
              <a:gd name="connsiteX92" fmla="*/ 5735024 w 7778157"/>
              <a:gd name="connsiteY92" fmla="*/ 1800927 h 2353067"/>
              <a:gd name="connsiteX93" fmla="*/ 5273718 w 7778157"/>
              <a:gd name="connsiteY93" fmla="*/ 1800927 h 2353067"/>
              <a:gd name="connsiteX94" fmla="*/ 5273718 w 7778157"/>
              <a:gd name="connsiteY94" fmla="*/ 584493 h 2353067"/>
              <a:gd name="connsiteX95" fmla="*/ 7450709 w 7778157"/>
              <a:gd name="connsiteY95" fmla="*/ 1276106 h 2353067"/>
              <a:gd name="connsiteX96" fmla="*/ 7748651 w 7778157"/>
              <a:gd name="connsiteY96" fmla="*/ 584493 h 2353067"/>
              <a:gd name="connsiteX97" fmla="*/ 7521237 w 7778157"/>
              <a:gd name="connsiteY97" fmla="*/ 584493 h 2353067"/>
              <a:gd name="connsiteX98" fmla="*/ 7383060 w 7778157"/>
              <a:gd name="connsiteY98" fmla="*/ 915202 h 2353067"/>
              <a:gd name="connsiteX99" fmla="*/ 7331964 w 7778157"/>
              <a:gd name="connsiteY99" fmla="*/ 1046048 h 2353067"/>
              <a:gd name="connsiteX100" fmla="*/ 7275830 w 7778157"/>
              <a:gd name="connsiteY100" fmla="*/ 920953 h 2353067"/>
              <a:gd name="connsiteX101" fmla="*/ 7137654 w 7778157"/>
              <a:gd name="connsiteY101" fmla="*/ 593839 h 2353067"/>
              <a:gd name="connsiteX102" fmla="*/ 7134056 w 7778157"/>
              <a:gd name="connsiteY102" fmla="*/ 586649 h 2353067"/>
              <a:gd name="connsiteX103" fmla="*/ 6901604 w 7778157"/>
              <a:gd name="connsiteY103" fmla="*/ 586649 h 2353067"/>
              <a:gd name="connsiteX104" fmla="*/ 7190190 w 7778157"/>
              <a:gd name="connsiteY104" fmla="*/ 1281858 h 2353067"/>
              <a:gd name="connsiteX105" fmla="*/ 6878574 w 7778157"/>
              <a:gd name="connsiteY105" fmla="*/ 1987850 h 2353067"/>
              <a:gd name="connsiteX106" fmla="*/ 6869219 w 7778157"/>
              <a:gd name="connsiteY106" fmla="*/ 2005823 h 2353067"/>
              <a:gd name="connsiteX107" fmla="*/ 7111026 w 7778157"/>
              <a:gd name="connsiteY107" fmla="*/ 2005823 h 2353067"/>
              <a:gd name="connsiteX108" fmla="*/ 7256399 w 7778157"/>
              <a:gd name="connsiteY108" fmla="*/ 1662892 h 2353067"/>
              <a:gd name="connsiteX109" fmla="*/ 7318290 w 7778157"/>
              <a:gd name="connsiteY109" fmla="*/ 1510478 h 2353067"/>
              <a:gd name="connsiteX110" fmla="*/ 7380182 w 7778157"/>
              <a:gd name="connsiteY110" fmla="*/ 1659298 h 2353067"/>
              <a:gd name="connsiteX111" fmla="*/ 7529153 w 7778157"/>
              <a:gd name="connsiteY111" fmla="*/ 1998634 h 2353067"/>
              <a:gd name="connsiteX112" fmla="*/ 7532751 w 7778157"/>
              <a:gd name="connsiteY112" fmla="*/ 2005823 h 2353067"/>
              <a:gd name="connsiteX113" fmla="*/ 7778158 w 7778157"/>
              <a:gd name="connsiteY113" fmla="*/ 2005823 h 2353067"/>
              <a:gd name="connsiteX114" fmla="*/ 7450709 w 7778157"/>
              <a:gd name="connsiteY114" fmla="*/ 1276106 h 2353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7778157" h="2353067">
                <a:moveTo>
                  <a:pt x="225975" y="242999"/>
                </a:moveTo>
                <a:cubicBezTo>
                  <a:pt x="242528" y="242999"/>
                  <a:pt x="258360" y="246594"/>
                  <a:pt x="277072" y="253783"/>
                </a:cubicBezTo>
                <a:cubicBezTo>
                  <a:pt x="701675" y="399727"/>
                  <a:pt x="1005374" y="798735"/>
                  <a:pt x="1005374" y="1272512"/>
                </a:cubicBezTo>
                <a:cubicBezTo>
                  <a:pt x="554863" y="1272512"/>
                  <a:pt x="169122" y="996441"/>
                  <a:pt x="9356" y="604623"/>
                </a:cubicBezTo>
                <a:cubicBezTo>
                  <a:pt x="3598" y="590244"/>
                  <a:pt x="0" y="575865"/>
                  <a:pt x="0" y="559330"/>
                </a:cubicBezTo>
                <a:lnTo>
                  <a:pt x="0" y="553578"/>
                </a:lnTo>
                <a:cubicBezTo>
                  <a:pt x="0" y="549984"/>
                  <a:pt x="0" y="546389"/>
                  <a:pt x="0" y="542794"/>
                </a:cubicBezTo>
                <a:cubicBezTo>
                  <a:pt x="2159" y="522664"/>
                  <a:pt x="9356" y="506129"/>
                  <a:pt x="20151" y="486718"/>
                </a:cubicBezTo>
                <a:cubicBezTo>
                  <a:pt x="58293" y="414105"/>
                  <a:pt x="103632" y="347245"/>
                  <a:pt x="154728" y="283260"/>
                </a:cubicBezTo>
                <a:cubicBezTo>
                  <a:pt x="169122" y="265286"/>
                  <a:pt x="183515" y="252345"/>
                  <a:pt x="205825" y="246594"/>
                </a:cubicBezTo>
                <a:cubicBezTo>
                  <a:pt x="213021" y="245156"/>
                  <a:pt x="218779" y="242999"/>
                  <a:pt x="225975" y="242999"/>
                </a:cubicBezTo>
                <a:moveTo>
                  <a:pt x="1703451" y="2329343"/>
                </a:moveTo>
                <a:cubicBezTo>
                  <a:pt x="1730798" y="2342284"/>
                  <a:pt x="1758146" y="2350911"/>
                  <a:pt x="1783334" y="2353068"/>
                </a:cubicBezTo>
                <a:lnTo>
                  <a:pt x="1789091" y="2353068"/>
                </a:lnTo>
                <a:cubicBezTo>
                  <a:pt x="1791250" y="2353068"/>
                  <a:pt x="1791250" y="2353068"/>
                  <a:pt x="1792690" y="2353068"/>
                </a:cubicBezTo>
                <a:cubicBezTo>
                  <a:pt x="1820037" y="2350911"/>
                  <a:pt x="1858179" y="2342284"/>
                  <a:pt x="1886966" y="2325748"/>
                </a:cubicBezTo>
                <a:cubicBezTo>
                  <a:pt x="1945259" y="2293396"/>
                  <a:pt x="1992037" y="2271110"/>
                  <a:pt x="2045293" y="2231568"/>
                </a:cubicBezTo>
                <a:cubicBezTo>
                  <a:pt x="2069042" y="2213595"/>
                  <a:pt x="2090632" y="2187713"/>
                  <a:pt x="2099987" y="2148172"/>
                </a:cubicBezTo>
                <a:cubicBezTo>
                  <a:pt x="2105745" y="2117258"/>
                  <a:pt x="2103586" y="2082749"/>
                  <a:pt x="2090632" y="2050397"/>
                </a:cubicBezTo>
                <a:cubicBezTo>
                  <a:pt x="1939502" y="1638448"/>
                  <a:pt x="1550882" y="1358783"/>
                  <a:pt x="1085977" y="1358783"/>
                </a:cubicBezTo>
                <a:cubicBezTo>
                  <a:pt x="1083098" y="1793738"/>
                  <a:pt x="1332103" y="2158237"/>
                  <a:pt x="1703451" y="2329343"/>
                </a:cubicBezTo>
                <a:moveTo>
                  <a:pt x="153289" y="1772170"/>
                </a:moveTo>
                <a:cubicBezTo>
                  <a:pt x="124502" y="1808836"/>
                  <a:pt x="111548" y="1839031"/>
                  <a:pt x="109389" y="1875696"/>
                </a:cubicBezTo>
                <a:cubicBezTo>
                  <a:pt x="107230" y="1912362"/>
                  <a:pt x="115147" y="1946152"/>
                  <a:pt x="136737" y="1973471"/>
                </a:cubicBezTo>
                <a:cubicBezTo>
                  <a:pt x="209423" y="2067651"/>
                  <a:pt x="292904" y="2151048"/>
                  <a:pt x="387181" y="2222222"/>
                </a:cubicBezTo>
                <a:cubicBezTo>
                  <a:pt x="414528" y="2242352"/>
                  <a:pt x="443315" y="2253136"/>
                  <a:pt x="474260" y="2253136"/>
                </a:cubicBezTo>
                <a:cubicBezTo>
                  <a:pt x="505206" y="2255293"/>
                  <a:pt x="532553" y="2242352"/>
                  <a:pt x="561340" y="2220784"/>
                </a:cubicBezTo>
                <a:cubicBezTo>
                  <a:pt x="826897" y="2024516"/>
                  <a:pt x="997458" y="1710342"/>
                  <a:pt x="997458" y="1356627"/>
                </a:cubicBezTo>
                <a:cubicBezTo>
                  <a:pt x="656336" y="1358065"/>
                  <a:pt x="349038" y="1521262"/>
                  <a:pt x="153289" y="1772170"/>
                </a:cubicBezTo>
                <a:moveTo>
                  <a:pt x="1783334" y="41698"/>
                </a:moveTo>
                <a:cubicBezTo>
                  <a:pt x="1367367" y="294044"/>
                  <a:pt x="1088856" y="747690"/>
                  <a:pt x="1088856" y="1268917"/>
                </a:cubicBezTo>
                <a:cubicBezTo>
                  <a:pt x="1615652" y="1268917"/>
                  <a:pt x="2077678" y="984219"/>
                  <a:pt x="2326682" y="560768"/>
                </a:cubicBezTo>
                <a:cubicBezTo>
                  <a:pt x="2351871" y="516913"/>
                  <a:pt x="2370582" y="462993"/>
                  <a:pt x="2361226" y="406197"/>
                </a:cubicBezTo>
                <a:cubicBezTo>
                  <a:pt x="2351871" y="351558"/>
                  <a:pt x="2341076" y="333585"/>
                  <a:pt x="2308691" y="291887"/>
                </a:cubicBezTo>
                <a:cubicBezTo>
                  <a:pt x="2233846" y="194112"/>
                  <a:pt x="2144607" y="109278"/>
                  <a:pt x="2046732" y="34509"/>
                </a:cubicBezTo>
                <a:cubicBezTo>
                  <a:pt x="2013627" y="9346"/>
                  <a:pt x="1957493" y="0"/>
                  <a:pt x="1917192" y="0"/>
                </a:cubicBezTo>
                <a:lnTo>
                  <a:pt x="1909995" y="0"/>
                </a:lnTo>
                <a:cubicBezTo>
                  <a:pt x="1870414" y="3595"/>
                  <a:pt x="1832271" y="12941"/>
                  <a:pt x="1783334" y="41698"/>
                </a:cubicBezTo>
                <a:moveTo>
                  <a:pt x="3520609" y="1358065"/>
                </a:moveTo>
                <a:lnTo>
                  <a:pt x="3740827" y="2004385"/>
                </a:lnTo>
                <a:lnTo>
                  <a:pt x="3504777" y="2004385"/>
                </a:lnTo>
                <a:lnTo>
                  <a:pt x="3308308" y="1410547"/>
                </a:lnTo>
                <a:cubicBezTo>
                  <a:pt x="3298952" y="1410547"/>
                  <a:pt x="3291756" y="1412703"/>
                  <a:pt x="3280961" y="1412703"/>
                </a:cubicBezTo>
                <a:lnTo>
                  <a:pt x="3197479" y="1412703"/>
                </a:lnTo>
                <a:lnTo>
                  <a:pt x="3197479" y="2004385"/>
                </a:lnTo>
                <a:lnTo>
                  <a:pt x="2970064" y="2004385"/>
                </a:lnTo>
                <a:lnTo>
                  <a:pt x="2970064" y="584493"/>
                </a:lnTo>
                <a:lnTo>
                  <a:pt x="3289596" y="584493"/>
                </a:lnTo>
                <a:cubicBezTo>
                  <a:pt x="3445764" y="584493"/>
                  <a:pt x="3547957" y="615407"/>
                  <a:pt x="3618484" y="684424"/>
                </a:cubicBezTo>
                <a:cubicBezTo>
                  <a:pt x="3687572" y="757037"/>
                  <a:pt x="3723555" y="853374"/>
                  <a:pt x="3723555" y="974873"/>
                </a:cubicBezTo>
                <a:cubicBezTo>
                  <a:pt x="3723555" y="1148855"/>
                  <a:pt x="3658066" y="1279701"/>
                  <a:pt x="3536442" y="1348718"/>
                </a:cubicBezTo>
                <a:cubicBezTo>
                  <a:pt x="3531404" y="1352313"/>
                  <a:pt x="3525647" y="1354470"/>
                  <a:pt x="3520609" y="1358065"/>
                </a:cubicBezTo>
                <a:moveTo>
                  <a:pt x="3300391" y="775010"/>
                </a:moveTo>
                <a:cubicBezTo>
                  <a:pt x="3280241" y="775010"/>
                  <a:pt x="3224107" y="775010"/>
                  <a:pt x="3196759" y="772853"/>
                </a:cubicBezTo>
                <a:lnTo>
                  <a:pt x="3196759" y="1225062"/>
                </a:lnTo>
                <a:lnTo>
                  <a:pt x="3283839" y="1225062"/>
                </a:lnTo>
                <a:cubicBezTo>
                  <a:pt x="3291036" y="1225062"/>
                  <a:pt x="3298232" y="1225062"/>
                  <a:pt x="3303990" y="1225062"/>
                </a:cubicBezTo>
                <a:cubicBezTo>
                  <a:pt x="3356526" y="1225062"/>
                  <a:pt x="3401864" y="1207089"/>
                  <a:pt x="3434969" y="1174018"/>
                </a:cubicBezTo>
                <a:cubicBezTo>
                  <a:pt x="3475271" y="1132320"/>
                  <a:pt x="3494701" y="1069053"/>
                  <a:pt x="3493262" y="990690"/>
                </a:cubicBezTo>
                <a:cubicBezTo>
                  <a:pt x="3491103" y="842590"/>
                  <a:pt x="3432810" y="777167"/>
                  <a:pt x="3300391" y="775010"/>
                </a:cubicBezTo>
                <a:moveTo>
                  <a:pt x="4282017" y="1383227"/>
                </a:moveTo>
                <a:lnTo>
                  <a:pt x="4639691" y="1383227"/>
                </a:lnTo>
                <a:lnTo>
                  <a:pt x="4639691" y="1179769"/>
                </a:lnTo>
                <a:lnTo>
                  <a:pt x="4282017" y="1179769"/>
                </a:lnTo>
                <a:lnTo>
                  <a:pt x="4282017" y="791545"/>
                </a:lnTo>
                <a:lnTo>
                  <a:pt x="4728930" y="791545"/>
                </a:lnTo>
                <a:lnTo>
                  <a:pt x="4728930" y="584493"/>
                </a:lnTo>
                <a:lnTo>
                  <a:pt x="4054602" y="584493"/>
                </a:lnTo>
                <a:lnTo>
                  <a:pt x="4054602" y="2004385"/>
                </a:lnTo>
                <a:lnTo>
                  <a:pt x="4754118" y="2004385"/>
                </a:lnTo>
                <a:lnTo>
                  <a:pt x="4754118" y="1797333"/>
                </a:lnTo>
                <a:lnTo>
                  <a:pt x="4281297" y="1797333"/>
                </a:lnTo>
                <a:lnTo>
                  <a:pt x="4281297" y="1383227"/>
                </a:lnTo>
                <a:lnTo>
                  <a:pt x="4282017" y="1383227"/>
                </a:lnTo>
                <a:close/>
                <a:moveTo>
                  <a:pt x="6210004" y="1383227"/>
                </a:moveTo>
                <a:lnTo>
                  <a:pt x="6567678" y="1383227"/>
                </a:lnTo>
                <a:lnTo>
                  <a:pt x="6567678" y="1179769"/>
                </a:lnTo>
                <a:lnTo>
                  <a:pt x="6210004" y="1179769"/>
                </a:lnTo>
                <a:lnTo>
                  <a:pt x="6210004" y="791545"/>
                </a:lnTo>
                <a:lnTo>
                  <a:pt x="6659076" y="791545"/>
                </a:lnTo>
                <a:lnTo>
                  <a:pt x="6659076" y="584493"/>
                </a:lnTo>
                <a:lnTo>
                  <a:pt x="5984748" y="584493"/>
                </a:lnTo>
                <a:lnTo>
                  <a:pt x="5984748" y="2004385"/>
                </a:lnTo>
                <a:lnTo>
                  <a:pt x="6684264" y="2004385"/>
                </a:lnTo>
                <a:lnTo>
                  <a:pt x="6684264" y="1797333"/>
                </a:lnTo>
                <a:lnTo>
                  <a:pt x="6211443" y="1797333"/>
                </a:lnTo>
                <a:lnTo>
                  <a:pt x="6211443" y="1383227"/>
                </a:lnTo>
                <a:lnTo>
                  <a:pt x="6210004" y="1383227"/>
                </a:lnTo>
                <a:close/>
                <a:moveTo>
                  <a:pt x="5273718" y="584493"/>
                </a:moveTo>
                <a:lnTo>
                  <a:pt x="5046303" y="584493"/>
                </a:lnTo>
                <a:lnTo>
                  <a:pt x="5046303" y="2004385"/>
                </a:lnTo>
                <a:lnTo>
                  <a:pt x="5735024" y="2004385"/>
                </a:lnTo>
                <a:lnTo>
                  <a:pt x="5735024" y="1800927"/>
                </a:lnTo>
                <a:lnTo>
                  <a:pt x="5273718" y="1800927"/>
                </a:lnTo>
                <a:lnTo>
                  <a:pt x="5273718" y="584493"/>
                </a:lnTo>
                <a:close/>
                <a:moveTo>
                  <a:pt x="7450709" y="1276106"/>
                </a:moveTo>
                <a:lnTo>
                  <a:pt x="7748651" y="584493"/>
                </a:lnTo>
                <a:lnTo>
                  <a:pt x="7521237" y="584493"/>
                </a:lnTo>
                <a:lnTo>
                  <a:pt x="7383060" y="915202"/>
                </a:lnTo>
                <a:cubicBezTo>
                  <a:pt x="7366508" y="956900"/>
                  <a:pt x="7350675" y="997160"/>
                  <a:pt x="7331964" y="1046048"/>
                </a:cubicBezTo>
                <a:cubicBezTo>
                  <a:pt x="7311814" y="998598"/>
                  <a:pt x="7295261" y="959057"/>
                  <a:pt x="7275830" y="920953"/>
                </a:cubicBezTo>
                <a:lnTo>
                  <a:pt x="7137654" y="593839"/>
                </a:lnTo>
                <a:lnTo>
                  <a:pt x="7134056" y="586649"/>
                </a:lnTo>
                <a:lnTo>
                  <a:pt x="6901604" y="586649"/>
                </a:lnTo>
                <a:lnTo>
                  <a:pt x="7190190" y="1281858"/>
                </a:lnTo>
                <a:lnTo>
                  <a:pt x="6878574" y="1987850"/>
                </a:lnTo>
                <a:lnTo>
                  <a:pt x="6869219" y="2005823"/>
                </a:lnTo>
                <a:lnTo>
                  <a:pt x="7111026" y="2005823"/>
                </a:lnTo>
                <a:lnTo>
                  <a:pt x="7256399" y="1662892"/>
                </a:lnTo>
                <a:cubicBezTo>
                  <a:pt x="7277989" y="1614005"/>
                  <a:pt x="7298140" y="1561523"/>
                  <a:pt x="7318290" y="1510478"/>
                </a:cubicBezTo>
                <a:cubicBezTo>
                  <a:pt x="7339880" y="1565117"/>
                  <a:pt x="7358592" y="1610410"/>
                  <a:pt x="7380182" y="1659298"/>
                </a:cubicBezTo>
                <a:lnTo>
                  <a:pt x="7529153" y="1998634"/>
                </a:lnTo>
                <a:lnTo>
                  <a:pt x="7532751" y="2005823"/>
                </a:lnTo>
                <a:lnTo>
                  <a:pt x="7778158" y="2005823"/>
                </a:lnTo>
                <a:lnTo>
                  <a:pt x="7450709" y="1276106"/>
                </a:lnTo>
                <a:close/>
              </a:path>
            </a:pathLst>
          </a:custGeom>
          <a:solidFill>
            <a:schemeClr val="bg1"/>
          </a:solidFill>
          <a:ln w="7197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8951F68-B8B0-BE3C-6AC2-417BE48AA8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chemeClr val="bg1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8855DFB-DF8C-EB74-F14F-4A3D5D025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45218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Gradient_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blue background&#10;&#10;Description automatically generated">
            <a:extLst>
              <a:ext uri="{FF2B5EF4-FFF2-40B4-BE49-F238E27FC236}">
                <a16:creationId xmlns:a16="http://schemas.microsoft.com/office/drawing/2014/main" id="{411D1789-F993-B41D-82D4-9E8F6B9113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1A6E614D-5B04-706F-17B6-D19CAC3D53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5733845"/>
            <a:ext cx="5103813" cy="33777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b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System Font Regular"/>
              <a:buNone/>
              <a:tabLst/>
              <a:defRPr sz="1300" spc="40" baseline="0">
                <a:solidFill>
                  <a:srgbClr val="003359"/>
                </a:solidFill>
              </a:defRPr>
            </a:lvl1pPr>
          </a:lstStyle>
          <a:p>
            <a:pPr lvl="0"/>
            <a:r>
              <a:rPr lang="en-GB" dirty="0"/>
              <a:t>Your name, date &amp; location</a:t>
            </a:r>
          </a:p>
        </p:txBody>
      </p:sp>
      <p:sp>
        <p:nvSpPr>
          <p:cNvPr id="4" name="Graphic 2">
            <a:extLst>
              <a:ext uri="{FF2B5EF4-FFF2-40B4-BE49-F238E27FC236}">
                <a16:creationId xmlns:a16="http://schemas.microsoft.com/office/drawing/2014/main" id="{103B6723-5BA3-C8FC-D779-A6326455E85D}"/>
              </a:ext>
            </a:extLst>
          </p:cNvPr>
          <p:cNvSpPr/>
          <p:nvPr userDrawn="1"/>
        </p:nvSpPr>
        <p:spPr>
          <a:xfrm>
            <a:off x="587376" y="914138"/>
            <a:ext cx="1583371" cy="479005"/>
          </a:xfrm>
          <a:custGeom>
            <a:avLst/>
            <a:gdLst>
              <a:gd name="connsiteX0" fmla="*/ 225975 w 7778157"/>
              <a:gd name="connsiteY0" fmla="*/ 242999 h 2353067"/>
              <a:gd name="connsiteX1" fmla="*/ 277072 w 7778157"/>
              <a:gd name="connsiteY1" fmla="*/ 253783 h 2353067"/>
              <a:gd name="connsiteX2" fmla="*/ 1005374 w 7778157"/>
              <a:gd name="connsiteY2" fmla="*/ 1272512 h 2353067"/>
              <a:gd name="connsiteX3" fmla="*/ 9356 w 7778157"/>
              <a:gd name="connsiteY3" fmla="*/ 604623 h 2353067"/>
              <a:gd name="connsiteX4" fmla="*/ 0 w 7778157"/>
              <a:gd name="connsiteY4" fmla="*/ 559330 h 2353067"/>
              <a:gd name="connsiteX5" fmla="*/ 0 w 7778157"/>
              <a:gd name="connsiteY5" fmla="*/ 553578 h 2353067"/>
              <a:gd name="connsiteX6" fmla="*/ 0 w 7778157"/>
              <a:gd name="connsiteY6" fmla="*/ 542794 h 2353067"/>
              <a:gd name="connsiteX7" fmla="*/ 20151 w 7778157"/>
              <a:gd name="connsiteY7" fmla="*/ 486718 h 2353067"/>
              <a:gd name="connsiteX8" fmla="*/ 154728 w 7778157"/>
              <a:gd name="connsiteY8" fmla="*/ 283260 h 2353067"/>
              <a:gd name="connsiteX9" fmla="*/ 205825 w 7778157"/>
              <a:gd name="connsiteY9" fmla="*/ 246594 h 2353067"/>
              <a:gd name="connsiteX10" fmla="*/ 225975 w 7778157"/>
              <a:gd name="connsiteY10" fmla="*/ 242999 h 2353067"/>
              <a:gd name="connsiteX11" fmla="*/ 1703451 w 7778157"/>
              <a:gd name="connsiteY11" fmla="*/ 2329343 h 2353067"/>
              <a:gd name="connsiteX12" fmla="*/ 1783334 w 7778157"/>
              <a:gd name="connsiteY12" fmla="*/ 2353068 h 2353067"/>
              <a:gd name="connsiteX13" fmla="*/ 1789091 w 7778157"/>
              <a:gd name="connsiteY13" fmla="*/ 2353068 h 2353067"/>
              <a:gd name="connsiteX14" fmla="*/ 1792690 w 7778157"/>
              <a:gd name="connsiteY14" fmla="*/ 2353068 h 2353067"/>
              <a:gd name="connsiteX15" fmla="*/ 1886966 w 7778157"/>
              <a:gd name="connsiteY15" fmla="*/ 2325748 h 2353067"/>
              <a:gd name="connsiteX16" fmla="*/ 2045293 w 7778157"/>
              <a:gd name="connsiteY16" fmla="*/ 2231568 h 2353067"/>
              <a:gd name="connsiteX17" fmla="*/ 2099987 w 7778157"/>
              <a:gd name="connsiteY17" fmla="*/ 2148172 h 2353067"/>
              <a:gd name="connsiteX18" fmla="*/ 2090632 w 7778157"/>
              <a:gd name="connsiteY18" fmla="*/ 2050397 h 2353067"/>
              <a:gd name="connsiteX19" fmla="*/ 1085977 w 7778157"/>
              <a:gd name="connsiteY19" fmla="*/ 1358783 h 2353067"/>
              <a:gd name="connsiteX20" fmla="*/ 1703451 w 7778157"/>
              <a:gd name="connsiteY20" fmla="*/ 2329343 h 2353067"/>
              <a:gd name="connsiteX21" fmla="*/ 153289 w 7778157"/>
              <a:gd name="connsiteY21" fmla="*/ 1772170 h 2353067"/>
              <a:gd name="connsiteX22" fmla="*/ 109389 w 7778157"/>
              <a:gd name="connsiteY22" fmla="*/ 1875696 h 2353067"/>
              <a:gd name="connsiteX23" fmla="*/ 136737 w 7778157"/>
              <a:gd name="connsiteY23" fmla="*/ 1973471 h 2353067"/>
              <a:gd name="connsiteX24" fmla="*/ 387181 w 7778157"/>
              <a:gd name="connsiteY24" fmla="*/ 2222222 h 2353067"/>
              <a:gd name="connsiteX25" fmla="*/ 474260 w 7778157"/>
              <a:gd name="connsiteY25" fmla="*/ 2253136 h 2353067"/>
              <a:gd name="connsiteX26" fmla="*/ 561340 w 7778157"/>
              <a:gd name="connsiteY26" fmla="*/ 2220784 h 2353067"/>
              <a:gd name="connsiteX27" fmla="*/ 997458 w 7778157"/>
              <a:gd name="connsiteY27" fmla="*/ 1356627 h 2353067"/>
              <a:gd name="connsiteX28" fmla="*/ 153289 w 7778157"/>
              <a:gd name="connsiteY28" fmla="*/ 1772170 h 2353067"/>
              <a:gd name="connsiteX29" fmla="*/ 1783334 w 7778157"/>
              <a:gd name="connsiteY29" fmla="*/ 41698 h 2353067"/>
              <a:gd name="connsiteX30" fmla="*/ 1088856 w 7778157"/>
              <a:gd name="connsiteY30" fmla="*/ 1268917 h 2353067"/>
              <a:gd name="connsiteX31" fmla="*/ 2326682 w 7778157"/>
              <a:gd name="connsiteY31" fmla="*/ 560768 h 2353067"/>
              <a:gd name="connsiteX32" fmla="*/ 2361226 w 7778157"/>
              <a:gd name="connsiteY32" fmla="*/ 406197 h 2353067"/>
              <a:gd name="connsiteX33" fmla="*/ 2308691 w 7778157"/>
              <a:gd name="connsiteY33" fmla="*/ 291887 h 2353067"/>
              <a:gd name="connsiteX34" fmla="*/ 2046732 w 7778157"/>
              <a:gd name="connsiteY34" fmla="*/ 34509 h 2353067"/>
              <a:gd name="connsiteX35" fmla="*/ 1917192 w 7778157"/>
              <a:gd name="connsiteY35" fmla="*/ 0 h 2353067"/>
              <a:gd name="connsiteX36" fmla="*/ 1909995 w 7778157"/>
              <a:gd name="connsiteY36" fmla="*/ 0 h 2353067"/>
              <a:gd name="connsiteX37" fmla="*/ 1783334 w 7778157"/>
              <a:gd name="connsiteY37" fmla="*/ 41698 h 2353067"/>
              <a:gd name="connsiteX38" fmla="*/ 3520609 w 7778157"/>
              <a:gd name="connsiteY38" fmla="*/ 1358065 h 2353067"/>
              <a:gd name="connsiteX39" fmla="*/ 3740827 w 7778157"/>
              <a:gd name="connsiteY39" fmla="*/ 2004385 h 2353067"/>
              <a:gd name="connsiteX40" fmla="*/ 3504777 w 7778157"/>
              <a:gd name="connsiteY40" fmla="*/ 2004385 h 2353067"/>
              <a:gd name="connsiteX41" fmla="*/ 3308308 w 7778157"/>
              <a:gd name="connsiteY41" fmla="*/ 1410547 h 2353067"/>
              <a:gd name="connsiteX42" fmla="*/ 3280961 w 7778157"/>
              <a:gd name="connsiteY42" fmla="*/ 1412703 h 2353067"/>
              <a:gd name="connsiteX43" fmla="*/ 3197479 w 7778157"/>
              <a:gd name="connsiteY43" fmla="*/ 1412703 h 2353067"/>
              <a:gd name="connsiteX44" fmla="*/ 3197479 w 7778157"/>
              <a:gd name="connsiteY44" fmla="*/ 2004385 h 2353067"/>
              <a:gd name="connsiteX45" fmla="*/ 2970064 w 7778157"/>
              <a:gd name="connsiteY45" fmla="*/ 2004385 h 2353067"/>
              <a:gd name="connsiteX46" fmla="*/ 2970064 w 7778157"/>
              <a:gd name="connsiteY46" fmla="*/ 584493 h 2353067"/>
              <a:gd name="connsiteX47" fmla="*/ 3289596 w 7778157"/>
              <a:gd name="connsiteY47" fmla="*/ 584493 h 2353067"/>
              <a:gd name="connsiteX48" fmla="*/ 3618484 w 7778157"/>
              <a:gd name="connsiteY48" fmla="*/ 684424 h 2353067"/>
              <a:gd name="connsiteX49" fmla="*/ 3723555 w 7778157"/>
              <a:gd name="connsiteY49" fmla="*/ 974873 h 2353067"/>
              <a:gd name="connsiteX50" fmla="*/ 3536442 w 7778157"/>
              <a:gd name="connsiteY50" fmla="*/ 1348718 h 2353067"/>
              <a:gd name="connsiteX51" fmla="*/ 3520609 w 7778157"/>
              <a:gd name="connsiteY51" fmla="*/ 1358065 h 2353067"/>
              <a:gd name="connsiteX52" fmla="*/ 3300391 w 7778157"/>
              <a:gd name="connsiteY52" fmla="*/ 775010 h 2353067"/>
              <a:gd name="connsiteX53" fmla="*/ 3196759 w 7778157"/>
              <a:gd name="connsiteY53" fmla="*/ 772853 h 2353067"/>
              <a:gd name="connsiteX54" fmla="*/ 3196759 w 7778157"/>
              <a:gd name="connsiteY54" fmla="*/ 1225062 h 2353067"/>
              <a:gd name="connsiteX55" fmla="*/ 3283839 w 7778157"/>
              <a:gd name="connsiteY55" fmla="*/ 1225062 h 2353067"/>
              <a:gd name="connsiteX56" fmla="*/ 3303990 w 7778157"/>
              <a:gd name="connsiteY56" fmla="*/ 1225062 h 2353067"/>
              <a:gd name="connsiteX57" fmla="*/ 3434969 w 7778157"/>
              <a:gd name="connsiteY57" fmla="*/ 1174018 h 2353067"/>
              <a:gd name="connsiteX58" fmla="*/ 3493262 w 7778157"/>
              <a:gd name="connsiteY58" fmla="*/ 990690 h 2353067"/>
              <a:gd name="connsiteX59" fmla="*/ 3300391 w 7778157"/>
              <a:gd name="connsiteY59" fmla="*/ 775010 h 2353067"/>
              <a:gd name="connsiteX60" fmla="*/ 4282017 w 7778157"/>
              <a:gd name="connsiteY60" fmla="*/ 1383227 h 2353067"/>
              <a:gd name="connsiteX61" fmla="*/ 4639691 w 7778157"/>
              <a:gd name="connsiteY61" fmla="*/ 1383227 h 2353067"/>
              <a:gd name="connsiteX62" fmla="*/ 4639691 w 7778157"/>
              <a:gd name="connsiteY62" fmla="*/ 1179769 h 2353067"/>
              <a:gd name="connsiteX63" fmla="*/ 4282017 w 7778157"/>
              <a:gd name="connsiteY63" fmla="*/ 1179769 h 2353067"/>
              <a:gd name="connsiteX64" fmla="*/ 4282017 w 7778157"/>
              <a:gd name="connsiteY64" fmla="*/ 791545 h 2353067"/>
              <a:gd name="connsiteX65" fmla="*/ 4728930 w 7778157"/>
              <a:gd name="connsiteY65" fmla="*/ 791545 h 2353067"/>
              <a:gd name="connsiteX66" fmla="*/ 4728930 w 7778157"/>
              <a:gd name="connsiteY66" fmla="*/ 584493 h 2353067"/>
              <a:gd name="connsiteX67" fmla="*/ 4054602 w 7778157"/>
              <a:gd name="connsiteY67" fmla="*/ 584493 h 2353067"/>
              <a:gd name="connsiteX68" fmla="*/ 4054602 w 7778157"/>
              <a:gd name="connsiteY68" fmla="*/ 2004385 h 2353067"/>
              <a:gd name="connsiteX69" fmla="*/ 4754118 w 7778157"/>
              <a:gd name="connsiteY69" fmla="*/ 2004385 h 2353067"/>
              <a:gd name="connsiteX70" fmla="*/ 4754118 w 7778157"/>
              <a:gd name="connsiteY70" fmla="*/ 1797333 h 2353067"/>
              <a:gd name="connsiteX71" fmla="*/ 4281297 w 7778157"/>
              <a:gd name="connsiteY71" fmla="*/ 1797333 h 2353067"/>
              <a:gd name="connsiteX72" fmla="*/ 4281297 w 7778157"/>
              <a:gd name="connsiteY72" fmla="*/ 1383227 h 2353067"/>
              <a:gd name="connsiteX73" fmla="*/ 4282017 w 7778157"/>
              <a:gd name="connsiteY73" fmla="*/ 1383227 h 2353067"/>
              <a:gd name="connsiteX74" fmla="*/ 6210004 w 7778157"/>
              <a:gd name="connsiteY74" fmla="*/ 1383227 h 2353067"/>
              <a:gd name="connsiteX75" fmla="*/ 6567678 w 7778157"/>
              <a:gd name="connsiteY75" fmla="*/ 1383227 h 2353067"/>
              <a:gd name="connsiteX76" fmla="*/ 6567678 w 7778157"/>
              <a:gd name="connsiteY76" fmla="*/ 1179769 h 2353067"/>
              <a:gd name="connsiteX77" fmla="*/ 6210004 w 7778157"/>
              <a:gd name="connsiteY77" fmla="*/ 1179769 h 2353067"/>
              <a:gd name="connsiteX78" fmla="*/ 6210004 w 7778157"/>
              <a:gd name="connsiteY78" fmla="*/ 791545 h 2353067"/>
              <a:gd name="connsiteX79" fmla="*/ 6659076 w 7778157"/>
              <a:gd name="connsiteY79" fmla="*/ 791545 h 2353067"/>
              <a:gd name="connsiteX80" fmla="*/ 6659076 w 7778157"/>
              <a:gd name="connsiteY80" fmla="*/ 584493 h 2353067"/>
              <a:gd name="connsiteX81" fmla="*/ 5984748 w 7778157"/>
              <a:gd name="connsiteY81" fmla="*/ 584493 h 2353067"/>
              <a:gd name="connsiteX82" fmla="*/ 5984748 w 7778157"/>
              <a:gd name="connsiteY82" fmla="*/ 2004385 h 2353067"/>
              <a:gd name="connsiteX83" fmla="*/ 6684264 w 7778157"/>
              <a:gd name="connsiteY83" fmla="*/ 2004385 h 2353067"/>
              <a:gd name="connsiteX84" fmla="*/ 6684264 w 7778157"/>
              <a:gd name="connsiteY84" fmla="*/ 1797333 h 2353067"/>
              <a:gd name="connsiteX85" fmla="*/ 6211443 w 7778157"/>
              <a:gd name="connsiteY85" fmla="*/ 1797333 h 2353067"/>
              <a:gd name="connsiteX86" fmla="*/ 6211443 w 7778157"/>
              <a:gd name="connsiteY86" fmla="*/ 1383227 h 2353067"/>
              <a:gd name="connsiteX87" fmla="*/ 6210004 w 7778157"/>
              <a:gd name="connsiteY87" fmla="*/ 1383227 h 2353067"/>
              <a:gd name="connsiteX88" fmla="*/ 5273718 w 7778157"/>
              <a:gd name="connsiteY88" fmla="*/ 584493 h 2353067"/>
              <a:gd name="connsiteX89" fmla="*/ 5046303 w 7778157"/>
              <a:gd name="connsiteY89" fmla="*/ 584493 h 2353067"/>
              <a:gd name="connsiteX90" fmla="*/ 5046303 w 7778157"/>
              <a:gd name="connsiteY90" fmla="*/ 2004385 h 2353067"/>
              <a:gd name="connsiteX91" fmla="*/ 5735024 w 7778157"/>
              <a:gd name="connsiteY91" fmla="*/ 2004385 h 2353067"/>
              <a:gd name="connsiteX92" fmla="*/ 5735024 w 7778157"/>
              <a:gd name="connsiteY92" fmla="*/ 1800927 h 2353067"/>
              <a:gd name="connsiteX93" fmla="*/ 5273718 w 7778157"/>
              <a:gd name="connsiteY93" fmla="*/ 1800927 h 2353067"/>
              <a:gd name="connsiteX94" fmla="*/ 5273718 w 7778157"/>
              <a:gd name="connsiteY94" fmla="*/ 584493 h 2353067"/>
              <a:gd name="connsiteX95" fmla="*/ 7450709 w 7778157"/>
              <a:gd name="connsiteY95" fmla="*/ 1276106 h 2353067"/>
              <a:gd name="connsiteX96" fmla="*/ 7748651 w 7778157"/>
              <a:gd name="connsiteY96" fmla="*/ 584493 h 2353067"/>
              <a:gd name="connsiteX97" fmla="*/ 7521237 w 7778157"/>
              <a:gd name="connsiteY97" fmla="*/ 584493 h 2353067"/>
              <a:gd name="connsiteX98" fmla="*/ 7383060 w 7778157"/>
              <a:gd name="connsiteY98" fmla="*/ 915202 h 2353067"/>
              <a:gd name="connsiteX99" fmla="*/ 7331964 w 7778157"/>
              <a:gd name="connsiteY99" fmla="*/ 1046048 h 2353067"/>
              <a:gd name="connsiteX100" fmla="*/ 7275830 w 7778157"/>
              <a:gd name="connsiteY100" fmla="*/ 920953 h 2353067"/>
              <a:gd name="connsiteX101" fmla="*/ 7137654 w 7778157"/>
              <a:gd name="connsiteY101" fmla="*/ 593839 h 2353067"/>
              <a:gd name="connsiteX102" fmla="*/ 7134056 w 7778157"/>
              <a:gd name="connsiteY102" fmla="*/ 586649 h 2353067"/>
              <a:gd name="connsiteX103" fmla="*/ 6901604 w 7778157"/>
              <a:gd name="connsiteY103" fmla="*/ 586649 h 2353067"/>
              <a:gd name="connsiteX104" fmla="*/ 7190190 w 7778157"/>
              <a:gd name="connsiteY104" fmla="*/ 1281858 h 2353067"/>
              <a:gd name="connsiteX105" fmla="*/ 6878574 w 7778157"/>
              <a:gd name="connsiteY105" fmla="*/ 1987850 h 2353067"/>
              <a:gd name="connsiteX106" fmla="*/ 6869219 w 7778157"/>
              <a:gd name="connsiteY106" fmla="*/ 2005823 h 2353067"/>
              <a:gd name="connsiteX107" fmla="*/ 7111026 w 7778157"/>
              <a:gd name="connsiteY107" fmla="*/ 2005823 h 2353067"/>
              <a:gd name="connsiteX108" fmla="*/ 7256399 w 7778157"/>
              <a:gd name="connsiteY108" fmla="*/ 1662892 h 2353067"/>
              <a:gd name="connsiteX109" fmla="*/ 7318290 w 7778157"/>
              <a:gd name="connsiteY109" fmla="*/ 1510478 h 2353067"/>
              <a:gd name="connsiteX110" fmla="*/ 7380182 w 7778157"/>
              <a:gd name="connsiteY110" fmla="*/ 1659298 h 2353067"/>
              <a:gd name="connsiteX111" fmla="*/ 7529153 w 7778157"/>
              <a:gd name="connsiteY111" fmla="*/ 1998634 h 2353067"/>
              <a:gd name="connsiteX112" fmla="*/ 7532751 w 7778157"/>
              <a:gd name="connsiteY112" fmla="*/ 2005823 h 2353067"/>
              <a:gd name="connsiteX113" fmla="*/ 7778158 w 7778157"/>
              <a:gd name="connsiteY113" fmla="*/ 2005823 h 2353067"/>
              <a:gd name="connsiteX114" fmla="*/ 7450709 w 7778157"/>
              <a:gd name="connsiteY114" fmla="*/ 1276106 h 2353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7778157" h="2353067">
                <a:moveTo>
                  <a:pt x="225975" y="242999"/>
                </a:moveTo>
                <a:cubicBezTo>
                  <a:pt x="242528" y="242999"/>
                  <a:pt x="258360" y="246594"/>
                  <a:pt x="277072" y="253783"/>
                </a:cubicBezTo>
                <a:cubicBezTo>
                  <a:pt x="701675" y="399727"/>
                  <a:pt x="1005374" y="798735"/>
                  <a:pt x="1005374" y="1272512"/>
                </a:cubicBezTo>
                <a:cubicBezTo>
                  <a:pt x="554863" y="1272512"/>
                  <a:pt x="169122" y="996441"/>
                  <a:pt x="9356" y="604623"/>
                </a:cubicBezTo>
                <a:cubicBezTo>
                  <a:pt x="3598" y="590244"/>
                  <a:pt x="0" y="575865"/>
                  <a:pt x="0" y="559330"/>
                </a:cubicBezTo>
                <a:lnTo>
                  <a:pt x="0" y="553578"/>
                </a:lnTo>
                <a:cubicBezTo>
                  <a:pt x="0" y="549984"/>
                  <a:pt x="0" y="546389"/>
                  <a:pt x="0" y="542794"/>
                </a:cubicBezTo>
                <a:cubicBezTo>
                  <a:pt x="2159" y="522664"/>
                  <a:pt x="9356" y="506129"/>
                  <a:pt x="20151" y="486718"/>
                </a:cubicBezTo>
                <a:cubicBezTo>
                  <a:pt x="58293" y="414105"/>
                  <a:pt x="103632" y="347245"/>
                  <a:pt x="154728" y="283260"/>
                </a:cubicBezTo>
                <a:cubicBezTo>
                  <a:pt x="169122" y="265286"/>
                  <a:pt x="183515" y="252345"/>
                  <a:pt x="205825" y="246594"/>
                </a:cubicBezTo>
                <a:cubicBezTo>
                  <a:pt x="213021" y="245156"/>
                  <a:pt x="218779" y="242999"/>
                  <a:pt x="225975" y="242999"/>
                </a:cubicBezTo>
                <a:moveTo>
                  <a:pt x="1703451" y="2329343"/>
                </a:moveTo>
                <a:cubicBezTo>
                  <a:pt x="1730798" y="2342284"/>
                  <a:pt x="1758146" y="2350911"/>
                  <a:pt x="1783334" y="2353068"/>
                </a:cubicBezTo>
                <a:lnTo>
                  <a:pt x="1789091" y="2353068"/>
                </a:lnTo>
                <a:cubicBezTo>
                  <a:pt x="1791250" y="2353068"/>
                  <a:pt x="1791250" y="2353068"/>
                  <a:pt x="1792690" y="2353068"/>
                </a:cubicBezTo>
                <a:cubicBezTo>
                  <a:pt x="1820037" y="2350911"/>
                  <a:pt x="1858179" y="2342284"/>
                  <a:pt x="1886966" y="2325748"/>
                </a:cubicBezTo>
                <a:cubicBezTo>
                  <a:pt x="1945259" y="2293396"/>
                  <a:pt x="1992037" y="2271110"/>
                  <a:pt x="2045293" y="2231568"/>
                </a:cubicBezTo>
                <a:cubicBezTo>
                  <a:pt x="2069042" y="2213595"/>
                  <a:pt x="2090632" y="2187713"/>
                  <a:pt x="2099987" y="2148172"/>
                </a:cubicBezTo>
                <a:cubicBezTo>
                  <a:pt x="2105745" y="2117258"/>
                  <a:pt x="2103586" y="2082749"/>
                  <a:pt x="2090632" y="2050397"/>
                </a:cubicBezTo>
                <a:cubicBezTo>
                  <a:pt x="1939502" y="1638448"/>
                  <a:pt x="1550882" y="1358783"/>
                  <a:pt x="1085977" y="1358783"/>
                </a:cubicBezTo>
                <a:cubicBezTo>
                  <a:pt x="1083098" y="1793738"/>
                  <a:pt x="1332103" y="2158237"/>
                  <a:pt x="1703451" y="2329343"/>
                </a:cubicBezTo>
                <a:moveTo>
                  <a:pt x="153289" y="1772170"/>
                </a:moveTo>
                <a:cubicBezTo>
                  <a:pt x="124502" y="1808836"/>
                  <a:pt x="111548" y="1839031"/>
                  <a:pt x="109389" y="1875696"/>
                </a:cubicBezTo>
                <a:cubicBezTo>
                  <a:pt x="107230" y="1912362"/>
                  <a:pt x="115147" y="1946152"/>
                  <a:pt x="136737" y="1973471"/>
                </a:cubicBezTo>
                <a:cubicBezTo>
                  <a:pt x="209423" y="2067651"/>
                  <a:pt x="292904" y="2151048"/>
                  <a:pt x="387181" y="2222222"/>
                </a:cubicBezTo>
                <a:cubicBezTo>
                  <a:pt x="414528" y="2242352"/>
                  <a:pt x="443315" y="2253136"/>
                  <a:pt x="474260" y="2253136"/>
                </a:cubicBezTo>
                <a:cubicBezTo>
                  <a:pt x="505206" y="2255293"/>
                  <a:pt x="532553" y="2242352"/>
                  <a:pt x="561340" y="2220784"/>
                </a:cubicBezTo>
                <a:cubicBezTo>
                  <a:pt x="826897" y="2024516"/>
                  <a:pt x="997458" y="1710342"/>
                  <a:pt x="997458" y="1356627"/>
                </a:cubicBezTo>
                <a:cubicBezTo>
                  <a:pt x="656336" y="1358065"/>
                  <a:pt x="349038" y="1521262"/>
                  <a:pt x="153289" y="1772170"/>
                </a:cubicBezTo>
                <a:moveTo>
                  <a:pt x="1783334" y="41698"/>
                </a:moveTo>
                <a:cubicBezTo>
                  <a:pt x="1367367" y="294044"/>
                  <a:pt x="1088856" y="747690"/>
                  <a:pt x="1088856" y="1268917"/>
                </a:cubicBezTo>
                <a:cubicBezTo>
                  <a:pt x="1615652" y="1268917"/>
                  <a:pt x="2077678" y="984219"/>
                  <a:pt x="2326682" y="560768"/>
                </a:cubicBezTo>
                <a:cubicBezTo>
                  <a:pt x="2351871" y="516913"/>
                  <a:pt x="2370582" y="462993"/>
                  <a:pt x="2361226" y="406197"/>
                </a:cubicBezTo>
                <a:cubicBezTo>
                  <a:pt x="2351871" y="351558"/>
                  <a:pt x="2341076" y="333585"/>
                  <a:pt x="2308691" y="291887"/>
                </a:cubicBezTo>
                <a:cubicBezTo>
                  <a:pt x="2233846" y="194112"/>
                  <a:pt x="2144607" y="109278"/>
                  <a:pt x="2046732" y="34509"/>
                </a:cubicBezTo>
                <a:cubicBezTo>
                  <a:pt x="2013627" y="9346"/>
                  <a:pt x="1957493" y="0"/>
                  <a:pt x="1917192" y="0"/>
                </a:cubicBezTo>
                <a:lnTo>
                  <a:pt x="1909995" y="0"/>
                </a:lnTo>
                <a:cubicBezTo>
                  <a:pt x="1870414" y="3595"/>
                  <a:pt x="1832271" y="12941"/>
                  <a:pt x="1783334" y="41698"/>
                </a:cubicBezTo>
                <a:moveTo>
                  <a:pt x="3520609" y="1358065"/>
                </a:moveTo>
                <a:lnTo>
                  <a:pt x="3740827" y="2004385"/>
                </a:lnTo>
                <a:lnTo>
                  <a:pt x="3504777" y="2004385"/>
                </a:lnTo>
                <a:lnTo>
                  <a:pt x="3308308" y="1410547"/>
                </a:lnTo>
                <a:cubicBezTo>
                  <a:pt x="3298952" y="1410547"/>
                  <a:pt x="3291756" y="1412703"/>
                  <a:pt x="3280961" y="1412703"/>
                </a:cubicBezTo>
                <a:lnTo>
                  <a:pt x="3197479" y="1412703"/>
                </a:lnTo>
                <a:lnTo>
                  <a:pt x="3197479" y="2004385"/>
                </a:lnTo>
                <a:lnTo>
                  <a:pt x="2970064" y="2004385"/>
                </a:lnTo>
                <a:lnTo>
                  <a:pt x="2970064" y="584493"/>
                </a:lnTo>
                <a:lnTo>
                  <a:pt x="3289596" y="584493"/>
                </a:lnTo>
                <a:cubicBezTo>
                  <a:pt x="3445764" y="584493"/>
                  <a:pt x="3547957" y="615407"/>
                  <a:pt x="3618484" y="684424"/>
                </a:cubicBezTo>
                <a:cubicBezTo>
                  <a:pt x="3687572" y="757037"/>
                  <a:pt x="3723555" y="853374"/>
                  <a:pt x="3723555" y="974873"/>
                </a:cubicBezTo>
                <a:cubicBezTo>
                  <a:pt x="3723555" y="1148855"/>
                  <a:pt x="3658066" y="1279701"/>
                  <a:pt x="3536442" y="1348718"/>
                </a:cubicBezTo>
                <a:cubicBezTo>
                  <a:pt x="3531404" y="1352313"/>
                  <a:pt x="3525647" y="1354470"/>
                  <a:pt x="3520609" y="1358065"/>
                </a:cubicBezTo>
                <a:moveTo>
                  <a:pt x="3300391" y="775010"/>
                </a:moveTo>
                <a:cubicBezTo>
                  <a:pt x="3280241" y="775010"/>
                  <a:pt x="3224107" y="775010"/>
                  <a:pt x="3196759" y="772853"/>
                </a:cubicBezTo>
                <a:lnTo>
                  <a:pt x="3196759" y="1225062"/>
                </a:lnTo>
                <a:lnTo>
                  <a:pt x="3283839" y="1225062"/>
                </a:lnTo>
                <a:cubicBezTo>
                  <a:pt x="3291036" y="1225062"/>
                  <a:pt x="3298232" y="1225062"/>
                  <a:pt x="3303990" y="1225062"/>
                </a:cubicBezTo>
                <a:cubicBezTo>
                  <a:pt x="3356526" y="1225062"/>
                  <a:pt x="3401864" y="1207089"/>
                  <a:pt x="3434969" y="1174018"/>
                </a:cubicBezTo>
                <a:cubicBezTo>
                  <a:pt x="3475271" y="1132320"/>
                  <a:pt x="3494701" y="1069053"/>
                  <a:pt x="3493262" y="990690"/>
                </a:cubicBezTo>
                <a:cubicBezTo>
                  <a:pt x="3491103" y="842590"/>
                  <a:pt x="3432810" y="777167"/>
                  <a:pt x="3300391" y="775010"/>
                </a:cubicBezTo>
                <a:moveTo>
                  <a:pt x="4282017" y="1383227"/>
                </a:moveTo>
                <a:lnTo>
                  <a:pt x="4639691" y="1383227"/>
                </a:lnTo>
                <a:lnTo>
                  <a:pt x="4639691" y="1179769"/>
                </a:lnTo>
                <a:lnTo>
                  <a:pt x="4282017" y="1179769"/>
                </a:lnTo>
                <a:lnTo>
                  <a:pt x="4282017" y="791545"/>
                </a:lnTo>
                <a:lnTo>
                  <a:pt x="4728930" y="791545"/>
                </a:lnTo>
                <a:lnTo>
                  <a:pt x="4728930" y="584493"/>
                </a:lnTo>
                <a:lnTo>
                  <a:pt x="4054602" y="584493"/>
                </a:lnTo>
                <a:lnTo>
                  <a:pt x="4054602" y="2004385"/>
                </a:lnTo>
                <a:lnTo>
                  <a:pt x="4754118" y="2004385"/>
                </a:lnTo>
                <a:lnTo>
                  <a:pt x="4754118" y="1797333"/>
                </a:lnTo>
                <a:lnTo>
                  <a:pt x="4281297" y="1797333"/>
                </a:lnTo>
                <a:lnTo>
                  <a:pt x="4281297" y="1383227"/>
                </a:lnTo>
                <a:lnTo>
                  <a:pt x="4282017" y="1383227"/>
                </a:lnTo>
                <a:close/>
                <a:moveTo>
                  <a:pt x="6210004" y="1383227"/>
                </a:moveTo>
                <a:lnTo>
                  <a:pt x="6567678" y="1383227"/>
                </a:lnTo>
                <a:lnTo>
                  <a:pt x="6567678" y="1179769"/>
                </a:lnTo>
                <a:lnTo>
                  <a:pt x="6210004" y="1179769"/>
                </a:lnTo>
                <a:lnTo>
                  <a:pt x="6210004" y="791545"/>
                </a:lnTo>
                <a:lnTo>
                  <a:pt x="6659076" y="791545"/>
                </a:lnTo>
                <a:lnTo>
                  <a:pt x="6659076" y="584493"/>
                </a:lnTo>
                <a:lnTo>
                  <a:pt x="5984748" y="584493"/>
                </a:lnTo>
                <a:lnTo>
                  <a:pt x="5984748" y="2004385"/>
                </a:lnTo>
                <a:lnTo>
                  <a:pt x="6684264" y="2004385"/>
                </a:lnTo>
                <a:lnTo>
                  <a:pt x="6684264" y="1797333"/>
                </a:lnTo>
                <a:lnTo>
                  <a:pt x="6211443" y="1797333"/>
                </a:lnTo>
                <a:lnTo>
                  <a:pt x="6211443" y="1383227"/>
                </a:lnTo>
                <a:lnTo>
                  <a:pt x="6210004" y="1383227"/>
                </a:lnTo>
                <a:close/>
                <a:moveTo>
                  <a:pt x="5273718" y="584493"/>
                </a:moveTo>
                <a:lnTo>
                  <a:pt x="5046303" y="584493"/>
                </a:lnTo>
                <a:lnTo>
                  <a:pt x="5046303" y="2004385"/>
                </a:lnTo>
                <a:lnTo>
                  <a:pt x="5735024" y="2004385"/>
                </a:lnTo>
                <a:lnTo>
                  <a:pt x="5735024" y="1800927"/>
                </a:lnTo>
                <a:lnTo>
                  <a:pt x="5273718" y="1800927"/>
                </a:lnTo>
                <a:lnTo>
                  <a:pt x="5273718" y="584493"/>
                </a:lnTo>
                <a:close/>
                <a:moveTo>
                  <a:pt x="7450709" y="1276106"/>
                </a:moveTo>
                <a:lnTo>
                  <a:pt x="7748651" y="584493"/>
                </a:lnTo>
                <a:lnTo>
                  <a:pt x="7521237" y="584493"/>
                </a:lnTo>
                <a:lnTo>
                  <a:pt x="7383060" y="915202"/>
                </a:lnTo>
                <a:cubicBezTo>
                  <a:pt x="7366508" y="956900"/>
                  <a:pt x="7350675" y="997160"/>
                  <a:pt x="7331964" y="1046048"/>
                </a:cubicBezTo>
                <a:cubicBezTo>
                  <a:pt x="7311814" y="998598"/>
                  <a:pt x="7295261" y="959057"/>
                  <a:pt x="7275830" y="920953"/>
                </a:cubicBezTo>
                <a:lnTo>
                  <a:pt x="7137654" y="593839"/>
                </a:lnTo>
                <a:lnTo>
                  <a:pt x="7134056" y="586649"/>
                </a:lnTo>
                <a:lnTo>
                  <a:pt x="6901604" y="586649"/>
                </a:lnTo>
                <a:lnTo>
                  <a:pt x="7190190" y="1281858"/>
                </a:lnTo>
                <a:lnTo>
                  <a:pt x="6878574" y="1987850"/>
                </a:lnTo>
                <a:lnTo>
                  <a:pt x="6869219" y="2005823"/>
                </a:lnTo>
                <a:lnTo>
                  <a:pt x="7111026" y="2005823"/>
                </a:lnTo>
                <a:lnTo>
                  <a:pt x="7256399" y="1662892"/>
                </a:lnTo>
                <a:cubicBezTo>
                  <a:pt x="7277989" y="1614005"/>
                  <a:pt x="7298140" y="1561523"/>
                  <a:pt x="7318290" y="1510478"/>
                </a:cubicBezTo>
                <a:cubicBezTo>
                  <a:pt x="7339880" y="1565117"/>
                  <a:pt x="7358592" y="1610410"/>
                  <a:pt x="7380182" y="1659298"/>
                </a:cubicBezTo>
                <a:lnTo>
                  <a:pt x="7529153" y="1998634"/>
                </a:lnTo>
                <a:lnTo>
                  <a:pt x="7532751" y="2005823"/>
                </a:lnTo>
                <a:lnTo>
                  <a:pt x="7778158" y="2005823"/>
                </a:lnTo>
                <a:lnTo>
                  <a:pt x="7450709" y="1276106"/>
                </a:lnTo>
                <a:close/>
              </a:path>
            </a:pathLst>
          </a:custGeom>
          <a:solidFill>
            <a:schemeClr val="bg1"/>
          </a:solidFill>
          <a:ln w="7197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3DD1C50-1B36-5CBA-AB38-C5DF5217F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rgbClr val="003359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DA4EF1E-DB86-7E48-3BDB-AA4F883EEE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rgbClr val="003359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8677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9A38AEE-9C40-6B77-DA41-C9541CCA99C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18729" y="12"/>
            <a:ext cx="7473271" cy="6857988"/>
          </a:xfrm>
          <a:custGeom>
            <a:avLst/>
            <a:gdLst>
              <a:gd name="connsiteX0" fmla="*/ 2655151 w 7473271"/>
              <a:gd name="connsiteY0" fmla="*/ 6649193 h 6857988"/>
              <a:gd name="connsiteX1" fmla="*/ 2643518 w 7473271"/>
              <a:gd name="connsiteY1" fmla="*/ 6656236 h 6857988"/>
              <a:gd name="connsiteX2" fmla="*/ 2650877 w 7473271"/>
              <a:gd name="connsiteY2" fmla="*/ 6681280 h 6857988"/>
              <a:gd name="connsiteX3" fmla="*/ 2649868 w 7473271"/>
              <a:gd name="connsiteY3" fmla="*/ 6703568 h 6857988"/>
              <a:gd name="connsiteX4" fmla="*/ 2651671 w 7473271"/>
              <a:gd name="connsiteY4" fmla="*/ 6724733 h 6857988"/>
              <a:gd name="connsiteX5" fmla="*/ 2666301 w 7473271"/>
              <a:gd name="connsiteY5" fmla="*/ 6738424 h 6857988"/>
              <a:gd name="connsiteX6" fmla="*/ 2674906 w 7473271"/>
              <a:gd name="connsiteY6" fmla="*/ 6723069 h 6857988"/>
              <a:gd name="connsiteX7" fmla="*/ 2674899 w 7473271"/>
              <a:gd name="connsiteY7" fmla="*/ 6723076 h 6857988"/>
              <a:gd name="connsiteX8" fmla="*/ 2678792 w 7473271"/>
              <a:gd name="connsiteY8" fmla="*/ 6704902 h 6857988"/>
              <a:gd name="connsiteX9" fmla="*/ 2677129 w 7473271"/>
              <a:gd name="connsiteY9" fmla="*/ 6686341 h 6857988"/>
              <a:gd name="connsiteX10" fmla="*/ 2670442 w 7473271"/>
              <a:gd name="connsiteY10" fmla="*/ 6669087 h 6857988"/>
              <a:gd name="connsiteX11" fmla="*/ 2655151 w 7473271"/>
              <a:gd name="connsiteY11" fmla="*/ 6649193 h 6857988"/>
              <a:gd name="connsiteX12" fmla="*/ 2724417 w 7473271"/>
              <a:gd name="connsiteY12" fmla="*/ 6641198 h 6857988"/>
              <a:gd name="connsiteX13" fmla="*/ 2714663 w 7473271"/>
              <a:gd name="connsiteY13" fmla="*/ 6658909 h 6857988"/>
              <a:gd name="connsiteX14" fmla="*/ 2716480 w 7473271"/>
              <a:gd name="connsiteY14" fmla="*/ 6688195 h 6857988"/>
              <a:gd name="connsiteX15" fmla="*/ 2716104 w 7473271"/>
              <a:gd name="connsiteY15" fmla="*/ 6704298 h 6857988"/>
              <a:gd name="connsiteX16" fmla="*/ 2717857 w 7473271"/>
              <a:gd name="connsiteY16" fmla="*/ 6720859 h 6857988"/>
              <a:gd name="connsiteX17" fmla="*/ 2735942 w 7473271"/>
              <a:gd name="connsiteY17" fmla="*/ 6733642 h 6857988"/>
              <a:gd name="connsiteX18" fmla="*/ 2742032 w 7473271"/>
              <a:gd name="connsiteY18" fmla="*/ 6727710 h 6857988"/>
              <a:gd name="connsiteX19" fmla="*/ 2744953 w 7473271"/>
              <a:gd name="connsiteY19" fmla="*/ 6718208 h 6857988"/>
              <a:gd name="connsiteX20" fmla="*/ 2744953 w 7473271"/>
              <a:gd name="connsiteY20" fmla="*/ 6718212 h 6857988"/>
              <a:gd name="connsiteX21" fmla="*/ 2744953 w 7473271"/>
              <a:gd name="connsiteY21" fmla="*/ 6718205 h 6857988"/>
              <a:gd name="connsiteX22" fmla="*/ 2744953 w 7473271"/>
              <a:gd name="connsiteY22" fmla="*/ 6718208 h 6857988"/>
              <a:gd name="connsiteX23" fmla="*/ 2742063 w 7473271"/>
              <a:gd name="connsiteY23" fmla="*/ 6702323 h 6857988"/>
              <a:gd name="connsiteX24" fmla="*/ 2739257 w 7473271"/>
              <a:gd name="connsiteY24" fmla="*/ 6686182 h 6857988"/>
              <a:gd name="connsiteX25" fmla="*/ 2741676 w 7473271"/>
              <a:gd name="connsiteY25" fmla="*/ 6659962 h 6857988"/>
              <a:gd name="connsiteX26" fmla="*/ 2724417 w 7473271"/>
              <a:gd name="connsiteY26" fmla="*/ 6641198 h 6857988"/>
              <a:gd name="connsiteX27" fmla="*/ 2802770 w 7473271"/>
              <a:gd name="connsiteY27" fmla="*/ 6633350 h 6857988"/>
              <a:gd name="connsiteX28" fmla="*/ 2792718 w 7473271"/>
              <a:gd name="connsiteY28" fmla="*/ 6650514 h 6857988"/>
              <a:gd name="connsiteX29" fmla="*/ 2789511 w 7473271"/>
              <a:gd name="connsiteY29" fmla="*/ 6670973 h 6857988"/>
              <a:gd name="connsiteX30" fmla="*/ 2789593 w 7473271"/>
              <a:gd name="connsiteY30" fmla="*/ 6691916 h 6857988"/>
              <a:gd name="connsiteX31" fmla="*/ 2793975 w 7473271"/>
              <a:gd name="connsiteY31" fmla="*/ 6712413 h 6857988"/>
              <a:gd name="connsiteX32" fmla="*/ 2811501 w 7473271"/>
              <a:gd name="connsiteY32" fmla="*/ 6726917 h 6857988"/>
              <a:gd name="connsiteX33" fmla="*/ 2816415 w 7473271"/>
              <a:gd name="connsiteY33" fmla="*/ 6714027 h 6857988"/>
              <a:gd name="connsiteX34" fmla="*/ 2816422 w 7473271"/>
              <a:gd name="connsiteY34" fmla="*/ 6714033 h 6857988"/>
              <a:gd name="connsiteX35" fmla="*/ 2817451 w 7473271"/>
              <a:gd name="connsiteY35" fmla="*/ 6693339 h 6857988"/>
              <a:gd name="connsiteX36" fmla="*/ 2815850 w 7473271"/>
              <a:gd name="connsiteY36" fmla="*/ 6672676 h 6857988"/>
              <a:gd name="connsiteX37" fmla="*/ 2812028 w 7473271"/>
              <a:gd name="connsiteY37" fmla="*/ 6652394 h 6857988"/>
              <a:gd name="connsiteX38" fmla="*/ 2802770 w 7473271"/>
              <a:gd name="connsiteY38" fmla="*/ 6633350 h 6857988"/>
              <a:gd name="connsiteX39" fmla="*/ 2866543 w 7473271"/>
              <a:gd name="connsiteY39" fmla="*/ 6630036 h 6857988"/>
              <a:gd name="connsiteX40" fmla="*/ 2854941 w 7473271"/>
              <a:gd name="connsiteY40" fmla="*/ 6650082 h 6857988"/>
              <a:gd name="connsiteX41" fmla="*/ 2854871 w 7473271"/>
              <a:gd name="connsiteY41" fmla="*/ 6668802 h 6857988"/>
              <a:gd name="connsiteX42" fmla="*/ 2859049 w 7473271"/>
              <a:gd name="connsiteY42" fmla="*/ 6687065 h 6857988"/>
              <a:gd name="connsiteX43" fmla="*/ 2861488 w 7473271"/>
              <a:gd name="connsiteY43" fmla="*/ 6705600 h 6857988"/>
              <a:gd name="connsiteX44" fmla="*/ 2872162 w 7473271"/>
              <a:gd name="connsiteY44" fmla="*/ 6720625 h 6857988"/>
              <a:gd name="connsiteX45" fmla="*/ 2880271 w 7473271"/>
              <a:gd name="connsiteY45" fmla="*/ 6703988 h 6857988"/>
              <a:gd name="connsiteX46" fmla="*/ 2880271 w 7473271"/>
              <a:gd name="connsiteY46" fmla="*/ 6703994 h 6857988"/>
              <a:gd name="connsiteX47" fmla="*/ 2880932 w 7473271"/>
              <a:gd name="connsiteY47" fmla="*/ 6685763 h 6857988"/>
              <a:gd name="connsiteX48" fmla="*/ 2880144 w 7473271"/>
              <a:gd name="connsiteY48" fmla="*/ 6667615 h 6857988"/>
              <a:gd name="connsiteX49" fmla="*/ 2876277 w 7473271"/>
              <a:gd name="connsiteY49" fmla="*/ 6647041 h 6857988"/>
              <a:gd name="connsiteX50" fmla="*/ 2866543 w 7473271"/>
              <a:gd name="connsiteY50" fmla="*/ 6630036 h 6857988"/>
              <a:gd name="connsiteX51" fmla="*/ 2934843 w 7473271"/>
              <a:gd name="connsiteY51" fmla="*/ 6621171 h 6857988"/>
              <a:gd name="connsiteX52" fmla="*/ 2921235 w 7473271"/>
              <a:gd name="connsiteY52" fmla="*/ 6645694 h 6857988"/>
              <a:gd name="connsiteX53" fmla="*/ 2920804 w 7473271"/>
              <a:gd name="connsiteY53" fmla="*/ 6664871 h 6857988"/>
              <a:gd name="connsiteX54" fmla="*/ 2923038 w 7473271"/>
              <a:gd name="connsiteY54" fmla="*/ 6683801 h 6857988"/>
              <a:gd name="connsiteX55" fmla="*/ 2929541 w 7473271"/>
              <a:gd name="connsiteY55" fmla="*/ 6701599 h 6857988"/>
              <a:gd name="connsiteX56" fmla="*/ 2942730 w 7473271"/>
              <a:gd name="connsiteY56" fmla="*/ 6712712 h 6857988"/>
              <a:gd name="connsiteX57" fmla="*/ 2946540 w 7473271"/>
              <a:gd name="connsiteY57" fmla="*/ 6699682 h 6857988"/>
              <a:gd name="connsiteX58" fmla="*/ 2946394 w 7473271"/>
              <a:gd name="connsiteY58" fmla="*/ 6682531 h 6857988"/>
              <a:gd name="connsiteX59" fmla="*/ 2946401 w 7473271"/>
              <a:gd name="connsiteY59" fmla="*/ 6682531 h 6857988"/>
              <a:gd name="connsiteX60" fmla="*/ 2946800 w 7473271"/>
              <a:gd name="connsiteY60" fmla="*/ 6665329 h 6857988"/>
              <a:gd name="connsiteX61" fmla="*/ 2946800 w 7473271"/>
              <a:gd name="connsiteY61" fmla="*/ 6636690 h 6857988"/>
              <a:gd name="connsiteX62" fmla="*/ 2934843 w 7473271"/>
              <a:gd name="connsiteY62" fmla="*/ 6621171 h 6857988"/>
              <a:gd name="connsiteX63" fmla="*/ 3006020 w 7473271"/>
              <a:gd name="connsiteY63" fmla="*/ 6619380 h 6857988"/>
              <a:gd name="connsiteX64" fmla="*/ 2993295 w 7473271"/>
              <a:gd name="connsiteY64" fmla="*/ 6642043 h 6857988"/>
              <a:gd name="connsiteX65" fmla="*/ 2991574 w 7473271"/>
              <a:gd name="connsiteY65" fmla="*/ 6661062 h 6857988"/>
              <a:gd name="connsiteX66" fmla="*/ 2995187 w 7473271"/>
              <a:gd name="connsiteY66" fmla="*/ 6679762 h 6857988"/>
              <a:gd name="connsiteX67" fmla="*/ 2999543 w 7473271"/>
              <a:gd name="connsiteY67" fmla="*/ 6698317 h 6857988"/>
              <a:gd name="connsiteX68" fmla="*/ 3013691 w 7473271"/>
              <a:gd name="connsiteY68" fmla="*/ 6708153 h 6857988"/>
              <a:gd name="connsiteX69" fmla="*/ 3018460 w 7473271"/>
              <a:gd name="connsiteY69" fmla="*/ 6695783 h 6857988"/>
              <a:gd name="connsiteX70" fmla="*/ 3018664 w 7473271"/>
              <a:gd name="connsiteY70" fmla="*/ 6678682 h 6857988"/>
              <a:gd name="connsiteX71" fmla="*/ 3019374 w 7473271"/>
              <a:gd name="connsiteY71" fmla="*/ 6661703 h 6857988"/>
              <a:gd name="connsiteX72" fmla="*/ 3019368 w 7473271"/>
              <a:gd name="connsiteY72" fmla="*/ 6661703 h 6857988"/>
              <a:gd name="connsiteX73" fmla="*/ 3020174 w 7473271"/>
              <a:gd name="connsiteY73" fmla="*/ 6631978 h 6857988"/>
              <a:gd name="connsiteX74" fmla="*/ 3006020 w 7473271"/>
              <a:gd name="connsiteY74" fmla="*/ 6619380 h 6857988"/>
              <a:gd name="connsiteX75" fmla="*/ 3069329 w 7473271"/>
              <a:gd name="connsiteY75" fmla="*/ 6614440 h 6857988"/>
              <a:gd name="connsiteX76" fmla="*/ 3060046 w 7473271"/>
              <a:gd name="connsiteY76" fmla="*/ 6625254 h 6857988"/>
              <a:gd name="connsiteX77" fmla="*/ 3059977 w 7473271"/>
              <a:gd name="connsiteY77" fmla="*/ 6644063 h 6857988"/>
              <a:gd name="connsiteX78" fmla="*/ 3059818 w 7473271"/>
              <a:gd name="connsiteY78" fmla="*/ 6662401 h 6857988"/>
              <a:gd name="connsiteX79" fmla="*/ 3063932 w 7473271"/>
              <a:gd name="connsiteY79" fmla="*/ 6680346 h 6857988"/>
              <a:gd name="connsiteX80" fmla="*/ 3077503 w 7473271"/>
              <a:gd name="connsiteY80" fmla="*/ 6701651 h 6857988"/>
              <a:gd name="connsiteX81" fmla="*/ 3085053 w 7473271"/>
              <a:gd name="connsiteY81" fmla="*/ 6682594 h 6857988"/>
              <a:gd name="connsiteX82" fmla="*/ 3085046 w 7473271"/>
              <a:gd name="connsiteY82" fmla="*/ 6682594 h 6857988"/>
              <a:gd name="connsiteX83" fmla="*/ 3085046 w 7473271"/>
              <a:gd name="connsiteY83" fmla="*/ 6665424 h 6857988"/>
              <a:gd name="connsiteX84" fmla="*/ 3084036 w 7473271"/>
              <a:gd name="connsiteY84" fmla="*/ 6648533 h 6857988"/>
              <a:gd name="connsiteX85" fmla="*/ 3080493 w 7473271"/>
              <a:gd name="connsiteY85" fmla="*/ 6631737 h 6857988"/>
              <a:gd name="connsiteX86" fmla="*/ 3069329 w 7473271"/>
              <a:gd name="connsiteY86" fmla="*/ 6614440 h 6857988"/>
              <a:gd name="connsiteX87" fmla="*/ 3140031 w 7473271"/>
              <a:gd name="connsiteY87" fmla="*/ 6607417 h 6857988"/>
              <a:gd name="connsiteX88" fmla="*/ 3128963 w 7473271"/>
              <a:gd name="connsiteY88" fmla="*/ 6627882 h 6857988"/>
              <a:gd name="connsiteX89" fmla="*/ 3128372 w 7473271"/>
              <a:gd name="connsiteY89" fmla="*/ 6646641 h 6857988"/>
              <a:gd name="connsiteX90" fmla="*/ 3131426 w 7473271"/>
              <a:gd name="connsiteY90" fmla="*/ 6665068 h 6857988"/>
              <a:gd name="connsiteX91" fmla="*/ 3135573 w 7473271"/>
              <a:gd name="connsiteY91" fmla="*/ 6683255 h 6857988"/>
              <a:gd name="connsiteX92" fmla="*/ 3145619 w 7473271"/>
              <a:gd name="connsiteY92" fmla="*/ 6699085 h 6857988"/>
              <a:gd name="connsiteX93" fmla="*/ 3150464 w 7473271"/>
              <a:gd name="connsiteY93" fmla="*/ 6681432 h 6857988"/>
              <a:gd name="connsiteX94" fmla="*/ 3152241 w 7473271"/>
              <a:gd name="connsiteY94" fmla="*/ 6663595 h 6857988"/>
              <a:gd name="connsiteX95" fmla="*/ 3152241 w 7473271"/>
              <a:gd name="connsiteY95" fmla="*/ 6663589 h 6857988"/>
              <a:gd name="connsiteX96" fmla="*/ 3152997 w 7473271"/>
              <a:gd name="connsiteY96" fmla="*/ 6645510 h 6857988"/>
              <a:gd name="connsiteX97" fmla="*/ 3148578 w 7473271"/>
              <a:gd name="connsiteY97" fmla="*/ 6625120 h 6857988"/>
              <a:gd name="connsiteX98" fmla="*/ 3140031 w 7473271"/>
              <a:gd name="connsiteY98" fmla="*/ 6607417 h 6857988"/>
              <a:gd name="connsiteX99" fmla="*/ 2611031 w 7473271"/>
              <a:gd name="connsiteY99" fmla="*/ 6478588 h 6857988"/>
              <a:gd name="connsiteX100" fmla="*/ 2598763 w 7473271"/>
              <a:gd name="connsiteY100" fmla="*/ 6500165 h 6857988"/>
              <a:gd name="connsiteX101" fmla="*/ 2595861 w 7473271"/>
              <a:gd name="connsiteY101" fmla="*/ 6519100 h 6857988"/>
              <a:gd name="connsiteX102" fmla="*/ 2598528 w 7473271"/>
              <a:gd name="connsiteY102" fmla="*/ 6538106 h 6857988"/>
              <a:gd name="connsiteX103" fmla="*/ 2605304 w 7473271"/>
              <a:gd name="connsiteY103" fmla="*/ 6555911 h 6857988"/>
              <a:gd name="connsiteX104" fmla="*/ 2618765 w 7473271"/>
              <a:gd name="connsiteY104" fmla="*/ 6567945 h 6857988"/>
              <a:gd name="connsiteX105" fmla="*/ 2618765 w 7473271"/>
              <a:gd name="connsiteY105" fmla="*/ 6567939 h 6857988"/>
              <a:gd name="connsiteX106" fmla="*/ 2625452 w 7473271"/>
              <a:gd name="connsiteY106" fmla="*/ 6553626 h 6857988"/>
              <a:gd name="connsiteX107" fmla="*/ 2621966 w 7473271"/>
              <a:gd name="connsiteY107" fmla="*/ 6536741 h 6857988"/>
              <a:gd name="connsiteX108" fmla="*/ 2624588 w 7473271"/>
              <a:gd name="connsiteY108" fmla="*/ 6519755 h 6857988"/>
              <a:gd name="connsiteX109" fmla="*/ 2622436 w 7473271"/>
              <a:gd name="connsiteY109" fmla="*/ 6491015 h 6857988"/>
              <a:gd name="connsiteX110" fmla="*/ 2611031 w 7473271"/>
              <a:gd name="connsiteY110" fmla="*/ 6478588 h 6857988"/>
              <a:gd name="connsiteX111" fmla="*/ 2674226 w 7473271"/>
              <a:gd name="connsiteY111" fmla="*/ 6472981 h 6857988"/>
              <a:gd name="connsiteX112" fmla="*/ 2666384 w 7473271"/>
              <a:gd name="connsiteY112" fmla="*/ 6483725 h 6857988"/>
              <a:gd name="connsiteX113" fmla="*/ 2664174 w 7473271"/>
              <a:gd name="connsiteY113" fmla="*/ 6502045 h 6857988"/>
              <a:gd name="connsiteX114" fmla="*/ 2665984 w 7473271"/>
              <a:gd name="connsiteY114" fmla="*/ 6520244 h 6857988"/>
              <a:gd name="connsiteX115" fmla="*/ 2669686 w 7473271"/>
              <a:gd name="connsiteY115" fmla="*/ 6538081 h 6857988"/>
              <a:gd name="connsiteX116" fmla="*/ 2682431 w 7473271"/>
              <a:gd name="connsiteY116" fmla="*/ 6559042 h 6857988"/>
              <a:gd name="connsiteX117" fmla="*/ 2690857 w 7473271"/>
              <a:gd name="connsiteY117" fmla="*/ 6540798 h 6857988"/>
              <a:gd name="connsiteX118" fmla="*/ 2690851 w 7473271"/>
              <a:gd name="connsiteY118" fmla="*/ 6540805 h 6857988"/>
              <a:gd name="connsiteX119" fmla="*/ 2689829 w 7473271"/>
              <a:gd name="connsiteY119" fmla="*/ 6523444 h 6857988"/>
              <a:gd name="connsiteX120" fmla="*/ 2689949 w 7473271"/>
              <a:gd name="connsiteY120" fmla="*/ 6506344 h 6857988"/>
              <a:gd name="connsiteX121" fmla="*/ 2684463 w 7473271"/>
              <a:gd name="connsiteY121" fmla="*/ 6490075 h 6857988"/>
              <a:gd name="connsiteX122" fmla="*/ 2674226 w 7473271"/>
              <a:gd name="connsiteY122" fmla="*/ 6472981 h 6857988"/>
              <a:gd name="connsiteX123" fmla="*/ 2745270 w 7473271"/>
              <a:gd name="connsiteY123" fmla="*/ 6464313 h 6857988"/>
              <a:gd name="connsiteX124" fmla="*/ 2734323 w 7473271"/>
              <a:gd name="connsiteY124" fmla="*/ 6485878 h 6857988"/>
              <a:gd name="connsiteX125" fmla="*/ 2734189 w 7473271"/>
              <a:gd name="connsiteY125" fmla="*/ 6504566 h 6857988"/>
              <a:gd name="connsiteX126" fmla="*/ 2736527 w 7473271"/>
              <a:gd name="connsiteY126" fmla="*/ 6523069 h 6857988"/>
              <a:gd name="connsiteX127" fmla="*/ 2742349 w 7473271"/>
              <a:gd name="connsiteY127" fmla="*/ 6540786 h 6857988"/>
              <a:gd name="connsiteX128" fmla="*/ 2750077 w 7473271"/>
              <a:gd name="connsiteY128" fmla="*/ 6554680 h 6857988"/>
              <a:gd name="connsiteX129" fmla="*/ 2755678 w 7473271"/>
              <a:gd name="connsiteY129" fmla="*/ 6539497 h 6857988"/>
              <a:gd name="connsiteX130" fmla="*/ 2755672 w 7473271"/>
              <a:gd name="connsiteY130" fmla="*/ 6539503 h 6857988"/>
              <a:gd name="connsiteX131" fmla="*/ 2757678 w 7473271"/>
              <a:gd name="connsiteY131" fmla="*/ 6521634 h 6857988"/>
              <a:gd name="connsiteX132" fmla="*/ 2756872 w 7473271"/>
              <a:gd name="connsiteY132" fmla="*/ 6503632 h 6857988"/>
              <a:gd name="connsiteX133" fmla="*/ 2755970 w 7473271"/>
              <a:gd name="connsiteY133" fmla="*/ 6482601 h 6857988"/>
              <a:gd name="connsiteX134" fmla="*/ 2745270 w 7473271"/>
              <a:gd name="connsiteY134" fmla="*/ 6464313 h 6857988"/>
              <a:gd name="connsiteX135" fmla="*/ 2809748 w 7473271"/>
              <a:gd name="connsiteY135" fmla="*/ 6457741 h 6857988"/>
              <a:gd name="connsiteX136" fmla="*/ 2797315 w 7473271"/>
              <a:gd name="connsiteY136" fmla="*/ 6466847 h 6857988"/>
              <a:gd name="connsiteX137" fmla="*/ 2802567 w 7473271"/>
              <a:gd name="connsiteY137" fmla="*/ 6492716 h 6857988"/>
              <a:gd name="connsiteX138" fmla="*/ 2803093 w 7473271"/>
              <a:gd name="connsiteY138" fmla="*/ 6514224 h 6857988"/>
              <a:gd name="connsiteX139" fmla="*/ 2804909 w 7473271"/>
              <a:gd name="connsiteY139" fmla="*/ 6536151 h 6857988"/>
              <a:gd name="connsiteX140" fmla="*/ 2820531 w 7473271"/>
              <a:gd name="connsiteY140" fmla="*/ 6548368 h 6857988"/>
              <a:gd name="connsiteX141" fmla="*/ 2829827 w 7473271"/>
              <a:gd name="connsiteY141" fmla="*/ 6534036 h 6857988"/>
              <a:gd name="connsiteX142" fmla="*/ 2831256 w 7473271"/>
              <a:gd name="connsiteY142" fmla="*/ 6515722 h 6857988"/>
              <a:gd name="connsiteX143" fmla="*/ 2831249 w 7473271"/>
              <a:gd name="connsiteY143" fmla="*/ 6515722 h 6857988"/>
              <a:gd name="connsiteX144" fmla="*/ 2830633 w 7473271"/>
              <a:gd name="connsiteY144" fmla="*/ 6497346 h 6857988"/>
              <a:gd name="connsiteX145" fmla="*/ 2824906 w 7473271"/>
              <a:gd name="connsiteY145" fmla="*/ 6479953 h 6857988"/>
              <a:gd name="connsiteX146" fmla="*/ 2809748 w 7473271"/>
              <a:gd name="connsiteY146" fmla="*/ 6457741 h 6857988"/>
              <a:gd name="connsiteX147" fmla="*/ 2883186 w 7473271"/>
              <a:gd name="connsiteY147" fmla="*/ 6452603 h 6857988"/>
              <a:gd name="connsiteX148" fmla="*/ 2870213 w 7473271"/>
              <a:gd name="connsiteY148" fmla="*/ 6467450 h 6857988"/>
              <a:gd name="connsiteX149" fmla="*/ 2868911 w 7473271"/>
              <a:gd name="connsiteY149" fmla="*/ 6488532 h 6857988"/>
              <a:gd name="connsiteX150" fmla="*/ 2872785 w 7473271"/>
              <a:gd name="connsiteY150" fmla="*/ 6509150 h 6857988"/>
              <a:gd name="connsiteX151" fmla="*/ 2876042 w 7473271"/>
              <a:gd name="connsiteY151" fmla="*/ 6529553 h 6857988"/>
              <a:gd name="connsiteX152" fmla="*/ 2891905 w 7473271"/>
              <a:gd name="connsiteY152" fmla="*/ 6544075 h 6857988"/>
              <a:gd name="connsiteX153" fmla="*/ 2894851 w 7473271"/>
              <a:gd name="connsiteY153" fmla="*/ 6531293 h 6857988"/>
              <a:gd name="connsiteX154" fmla="*/ 2894839 w 7473271"/>
              <a:gd name="connsiteY154" fmla="*/ 6531299 h 6857988"/>
              <a:gd name="connsiteX155" fmla="*/ 2898540 w 7473271"/>
              <a:gd name="connsiteY155" fmla="*/ 6510878 h 6857988"/>
              <a:gd name="connsiteX156" fmla="*/ 2894400 w 7473271"/>
              <a:gd name="connsiteY156" fmla="*/ 6490450 h 6857988"/>
              <a:gd name="connsiteX157" fmla="*/ 2893295 w 7473271"/>
              <a:gd name="connsiteY157" fmla="*/ 6469780 h 6857988"/>
              <a:gd name="connsiteX158" fmla="*/ 2883186 w 7473271"/>
              <a:gd name="connsiteY158" fmla="*/ 6452603 h 6857988"/>
              <a:gd name="connsiteX159" fmla="*/ 2944901 w 7473271"/>
              <a:gd name="connsiteY159" fmla="*/ 6445555 h 6857988"/>
              <a:gd name="connsiteX160" fmla="*/ 2936329 w 7473271"/>
              <a:gd name="connsiteY160" fmla="*/ 6463951 h 6857988"/>
              <a:gd name="connsiteX161" fmla="*/ 2939098 w 7473271"/>
              <a:gd name="connsiteY161" fmla="*/ 6492939 h 6857988"/>
              <a:gd name="connsiteX162" fmla="*/ 2939104 w 7473271"/>
              <a:gd name="connsiteY162" fmla="*/ 6509462 h 6857988"/>
              <a:gd name="connsiteX163" fmla="*/ 2939498 w 7473271"/>
              <a:gd name="connsiteY163" fmla="*/ 6525254 h 6857988"/>
              <a:gd name="connsiteX164" fmla="*/ 2955792 w 7473271"/>
              <a:gd name="connsiteY164" fmla="*/ 6535903 h 6857988"/>
              <a:gd name="connsiteX165" fmla="*/ 2955798 w 7473271"/>
              <a:gd name="connsiteY165" fmla="*/ 6535896 h 6857988"/>
              <a:gd name="connsiteX166" fmla="*/ 2966974 w 7473271"/>
              <a:gd name="connsiteY166" fmla="*/ 6523228 h 6857988"/>
              <a:gd name="connsiteX167" fmla="*/ 2963265 w 7473271"/>
              <a:gd name="connsiteY167" fmla="*/ 6506991 h 6857988"/>
              <a:gd name="connsiteX168" fmla="*/ 2960186 w 7473271"/>
              <a:gd name="connsiteY168" fmla="*/ 6491040 h 6857988"/>
              <a:gd name="connsiteX169" fmla="*/ 2962967 w 7473271"/>
              <a:gd name="connsiteY169" fmla="*/ 6464738 h 6857988"/>
              <a:gd name="connsiteX170" fmla="*/ 2944901 w 7473271"/>
              <a:gd name="connsiteY170" fmla="*/ 6445555 h 6857988"/>
              <a:gd name="connsiteX171" fmla="*/ 3017819 w 7473271"/>
              <a:gd name="connsiteY171" fmla="*/ 6437675 h 6857988"/>
              <a:gd name="connsiteX172" fmla="*/ 3004840 w 7473271"/>
              <a:gd name="connsiteY172" fmla="*/ 6457919 h 6857988"/>
              <a:gd name="connsiteX173" fmla="*/ 3007735 w 7473271"/>
              <a:gd name="connsiteY173" fmla="*/ 6476353 h 6857988"/>
              <a:gd name="connsiteX174" fmla="*/ 3008662 w 7473271"/>
              <a:gd name="connsiteY174" fmla="*/ 6495047 h 6857988"/>
              <a:gd name="connsiteX175" fmla="*/ 3013177 w 7473271"/>
              <a:gd name="connsiteY175" fmla="*/ 6513208 h 6857988"/>
              <a:gd name="connsiteX176" fmla="*/ 3023445 w 7473271"/>
              <a:gd name="connsiteY176" fmla="*/ 6528550 h 6857988"/>
              <a:gd name="connsiteX177" fmla="*/ 3031211 w 7473271"/>
              <a:gd name="connsiteY177" fmla="*/ 6511684 h 6857988"/>
              <a:gd name="connsiteX178" fmla="*/ 3031211 w 7473271"/>
              <a:gd name="connsiteY178" fmla="*/ 6511678 h 6857988"/>
              <a:gd name="connsiteX179" fmla="*/ 3031274 w 7473271"/>
              <a:gd name="connsiteY179" fmla="*/ 6493478 h 6857988"/>
              <a:gd name="connsiteX180" fmla="*/ 3028995 w 7473271"/>
              <a:gd name="connsiteY180" fmla="*/ 6475552 h 6857988"/>
              <a:gd name="connsiteX181" fmla="*/ 3026486 w 7473271"/>
              <a:gd name="connsiteY181" fmla="*/ 6454991 h 6857988"/>
              <a:gd name="connsiteX182" fmla="*/ 3017819 w 7473271"/>
              <a:gd name="connsiteY182" fmla="*/ 6437675 h 6857988"/>
              <a:gd name="connsiteX183" fmla="*/ 3087821 w 7473271"/>
              <a:gd name="connsiteY183" fmla="*/ 6431160 h 6857988"/>
              <a:gd name="connsiteX184" fmla="*/ 3075267 w 7473271"/>
              <a:gd name="connsiteY184" fmla="*/ 6445384 h 6857988"/>
              <a:gd name="connsiteX185" fmla="*/ 3075934 w 7473271"/>
              <a:gd name="connsiteY185" fmla="*/ 6466377 h 6857988"/>
              <a:gd name="connsiteX186" fmla="*/ 3076435 w 7473271"/>
              <a:gd name="connsiteY186" fmla="*/ 6487141 h 6857988"/>
              <a:gd name="connsiteX187" fmla="*/ 3080557 w 7473271"/>
              <a:gd name="connsiteY187" fmla="*/ 6507468 h 6857988"/>
              <a:gd name="connsiteX188" fmla="*/ 3095885 w 7473271"/>
              <a:gd name="connsiteY188" fmla="*/ 6520276 h 6857988"/>
              <a:gd name="connsiteX189" fmla="*/ 3101023 w 7473271"/>
              <a:gd name="connsiteY189" fmla="*/ 6509360 h 6857988"/>
              <a:gd name="connsiteX190" fmla="*/ 3102559 w 7473271"/>
              <a:gd name="connsiteY190" fmla="*/ 6488754 h 6857988"/>
              <a:gd name="connsiteX191" fmla="*/ 3099143 w 7473271"/>
              <a:gd name="connsiteY191" fmla="*/ 6468307 h 6857988"/>
              <a:gd name="connsiteX192" fmla="*/ 3095822 w 7473271"/>
              <a:gd name="connsiteY192" fmla="*/ 6448139 h 6857988"/>
              <a:gd name="connsiteX193" fmla="*/ 3087821 w 7473271"/>
              <a:gd name="connsiteY193" fmla="*/ 6431160 h 6857988"/>
              <a:gd name="connsiteX194" fmla="*/ 2622772 w 7473271"/>
              <a:gd name="connsiteY194" fmla="*/ 6295543 h 6857988"/>
              <a:gd name="connsiteX195" fmla="*/ 2610816 w 7473271"/>
              <a:gd name="connsiteY195" fmla="*/ 6315844 h 6857988"/>
              <a:gd name="connsiteX196" fmla="*/ 2614346 w 7473271"/>
              <a:gd name="connsiteY196" fmla="*/ 6334195 h 6857988"/>
              <a:gd name="connsiteX197" fmla="*/ 2613870 w 7473271"/>
              <a:gd name="connsiteY197" fmla="*/ 6353016 h 6857988"/>
              <a:gd name="connsiteX198" fmla="*/ 2619591 w 7473271"/>
              <a:gd name="connsiteY198" fmla="*/ 6370828 h 6857988"/>
              <a:gd name="connsiteX199" fmla="*/ 2628380 w 7473271"/>
              <a:gd name="connsiteY199" fmla="*/ 6386665 h 6857988"/>
              <a:gd name="connsiteX200" fmla="*/ 2634755 w 7473271"/>
              <a:gd name="connsiteY200" fmla="*/ 6369520 h 6857988"/>
              <a:gd name="connsiteX201" fmla="*/ 2636736 w 7473271"/>
              <a:gd name="connsiteY201" fmla="*/ 6351511 h 6857988"/>
              <a:gd name="connsiteX202" fmla="*/ 2635466 w 7473271"/>
              <a:gd name="connsiteY202" fmla="*/ 6333433 h 6857988"/>
              <a:gd name="connsiteX203" fmla="*/ 2630856 w 7473271"/>
              <a:gd name="connsiteY203" fmla="*/ 6313139 h 6857988"/>
              <a:gd name="connsiteX204" fmla="*/ 2622772 w 7473271"/>
              <a:gd name="connsiteY204" fmla="*/ 6295543 h 6857988"/>
              <a:gd name="connsiteX205" fmla="*/ 2692889 w 7473271"/>
              <a:gd name="connsiteY205" fmla="*/ 6287370 h 6857988"/>
              <a:gd name="connsiteX206" fmla="*/ 2680983 w 7473271"/>
              <a:gd name="connsiteY206" fmla="*/ 6303569 h 6857988"/>
              <a:gd name="connsiteX207" fmla="*/ 2680373 w 7473271"/>
              <a:gd name="connsiteY207" fmla="*/ 6324397 h 6857988"/>
              <a:gd name="connsiteX208" fmla="*/ 2679510 w 7473271"/>
              <a:gd name="connsiteY208" fmla="*/ 6345384 h 6857988"/>
              <a:gd name="connsiteX209" fmla="*/ 2686381 w 7473271"/>
              <a:gd name="connsiteY209" fmla="*/ 6365234 h 6857988"/>
              <a:gd name="connsiteX210" fmla="*/ 2701315 w 7473271"/>
              <a:gd name="connsiteY210" fmla="*/ 6379502 h 6857988"/>
              <a:gd name="connsiteX211" fmla="*/ 2705900 w 7473271"/>
              <a:gd name="connsiteY211" fmla="*/ 6367374 h 6857988"/>
              <a:gd name="connsiteX212" fmla="*/ 2707164 w 7473271"/>
              <a:gd name="connsiteY212" fmla="*/ 6346787 h 6857988"/>
              <a:gd name="connsiteX213" fmla="*/ 2707170 w 7473271"/>
              <a:gd name="connsiteY213" fmla="*/ 6346787 h 6857988"/>
              <a:gd name="connsiteX214" fmla="*/ 2706802 w 7473271"/>
              <a:gd name="connsiteY214" fmla="*/ 6326029 h 6857988"/>
              <a:gd name="connsiteX215" fmla="*/ 2701709 w 7473271"/>
              <a:gd name="connsiteY215" fmla="*/ 6305944 h 6857988"/>
              <a:gd name="connsiteX216" fmla="*/ 2692889 w 7473271"/>
              <a:gd name="connsiteY216" fmla="*/ 6287370 h 6857988"/>
              <a:gd name="connsiteX217" fmla="*/ 2759971 w 7473271"/>
              <a:gd name="connsiteY217" fmla="*/ 6281414 h 6857988"/>
              <a:gd name="connsiteX218" fmla="*/ 2748795 w 7473271"/>
              <a:gd name="connsiteY218" fmla="*/ 6305544 h 6857988"/>
              <a:gd name="connsiteX219" fmla="*/ 2745137 w 7473271"/>
              <a:gd name="connsiteY219" fmla="*/ 6324327 h 6857988"/>
              <a:gd name="connsiteX220" fmla="*/ 2746394 w 7473271"/>
              <a:gd name="connsiteY220" fmla="*/ 6343593 h 6857988"/>
              <a:gd name="connsiteX221" fmla="*/ 2754077 w 7473271"/>
              <a:gd name="connsiteY221" fmla="*/ 6361303 h 6857988"/>
              <a:gd name="connsiteX222" fmla="*/ 2767711 w 7473271"/>
              <a:gd name="connsiteY222" fmla="*/ 6371266 h 6857988"/>
              <a:gd name="connsiteX223" fmla="*/ 2771718 w 7473271"/>
              <a:gd name="connsiteY223" fmla="*/ 6359100 h 6857988"/>
              <a:gd name="connsiteX224" fmla="*/ 2773769 w 7473271"/>
              <a:gd name="connsiteY224" fmla="*/ 6341901 h 6857988"/>
              <a:gd name="connsiteX225" fmla="*/ 2773769 w 7473271"/>
              <a:gd name="connsiteY225" fmla="*/ 6341904 h 6857988"/>
              <a:gd name="connsiteX226" fmla="*/ 2773769 w 7473271"/>
              <a:gd name="connsiteY226" fmla="*/ 6341898 h 6857988"/>
              <a:gd name="connsiteX227" fmla="*/ 2773769 w 7473271"/>
              <a:gd name="connsiteY227" fmla="*/ 6341901 h 6857988"/>
              <a:gd name="connsiteX228" fmla="*/ 2772442 w 7473271"/>
              <a:gd name="connsiteY228" fmla="*/ 6324841 h 6857988"/>
              <a:gd name="connsiteX229" fmla="*/ 2772404 w 7473271"/>
              <a:gd name="connsiteY229" fmla="*/ 6295924 h 6857988"/>
              <a:gd name="connsiteX230" fmla="*/ 2759971 w 7473271"/>
              <a:gd name="connsiteY230" fmla="*/ 6281414 h 6857988"/>
              <a:gd name="connsiteX231" fmla="*/ 2825299 w 7473271"/>
              <a:gd name="connsiteY231" fmla="*/ 6276842 h 6857988"/>
              <a:gd name="connsiteX232" fmla="*/ 2815387 w 7473271"/>
              <a:gd name="connsiteY232" fmla="*/ 6293415 h 6857988"/>
              <a:gd name="connsiteX233" fmla="*/ 2819324 w 7473271"/>
              <a:gd name="connsiteY233" fmla="*/ 6322530 h 6857988"/>
              <a:gd name="connsiteX234" fmla="*/ 2818321 w 7473271"/>
              <a:gd name="connsiteY234" fmla="*/ 6338989 h 6857988"/>
              <a:gd name="connsiteX235" fmla="*/ 2817635 w 7473271"/>
              <a:gd name="connsiteY235" fmla="*/ 6355703 h 6857988"/>
              <a:gd name="connsiteX236" fmla="*/ 2835891 w 7473271"/>
              <a:gd name="connsiteY236" fmla="*/ 6366129 h 6857988"/>
              <a:gd name="connsiteX237" fmla="*/ 2846496 w 7473271"/>
              <a:gd name="connsiteY237" fmla="*/ 6352807 h 6857988"/>
              <a:gd name="connsiteX238" fmla="*/ 2846502 w 7473271"/>
              <a:gd name="connsiteY238" fmla="*/ 6352807 h 6857988"/>
              <a:gd name="connsiteX239" fmla="*/ 2841594 w 7473271"/>
              <a:gd name="connsiteY239" fmla="*/ 6337135 h 6857988"/>
              <a:gd name="connsiteX240" fmla="*/ 2841568 w 7473271"/>
              <a:gd name="connsiteY240" fmla="*/ 6320632 h 6857988"/>
              <a:gd name="connsiteX241" fmla="*/ 2843695 w 7473271"/>
              <a:gd name="connsiteY241" fmla="*/ 6294241 h 6857988"/>
              <a:gd name="connsiteX242" fmla="*/ 2825299 w 7473271"/>
              <a:gd name="connsiteY242" fmla="*/ 6276842 h 6857988"/>
              <a:gd name="connsiteX243" fmla="*/ 2895467 w 7473271"/>
              <a:gd name="connsiteY243" fmla="*/ 6270194 h 6857988"/>
              <a:gd name="connsiteX244" fmla="*/ 2887123 w 7473271"/>
              <a:gd name="connsiteY244" fmla="*/ 6282271 h 6857988"/>
              <a:gd name="connsiteX245" fmla="*/ 2885370 w 7473271"/>
              <a:gd name="connsiteY245" fmla="*/ 6300737 h 6857988"/>
              <a:gd name="connsiteX246" fmla="*/ 2883726 w 7473271"/>
              <a:gd name="connsiteY246" fmla="*/ 6319438 h 6857988"/>
              <a:gd name="connsiteX247" fmla="*/ 2890425 w 7473271"/>
              <a:gd name="connsiteY247" fmla="*/ 6336926 h 6857988"/>
              <a:gd name="connsiteX248" fmla="*/ 2903557 w 7473271"/>
              <a:gd name="connsiteY248" fmla="*/ 6360376 h 6857988"/>
              <a:gd name="connsiteX249" fmla="*/ 2911482 w 7473271"/>
              <a:gd name="connsiteY249" fmla="*/ 6339370 h 6857988"/>
              <a:gd name="connsiteX250" fmla="*/ 2912561 w 7473271"/>
              <a:gd name="connsiteY250" fmla="*/ 6322137 h 6857988"/>
              <a:gd name="connsiteX251" fmla="*/ 2912568 w 7473271"/>
              <a:gd name="connsiteY251" fmla="*/ 6322149 h 6857988"/>
              <a:gd name="connsiteX252" fmla="*/ 2912485 w 7473271"/>
              <a:gd name="connsiteY252" fmla="*/ 6304776 h 6857988"/>
              <a:gd name="connsiteX253" fmla="*/ 2907608 w 7473271"/>
              <a:gd name="connsiteY253" fmla="*/ 6288126 h 6857988"/>
              <a:gd name="connsiteX254" fmla="*/ 2895467 w 7473271"/>
              <a:gd name="connsiteY254" fmla="*/ 6270194 h 6857988"/>
              <a:gd name="connsiteX255" fmla="*/ 2960643 w 7473271"/>
              <a:gd name="connsiteY255" fmla="*/ 6262834 h 6857988"/>
              <a:gd name="connsiteX256" fmla="*/ 2949600 w 7473271"/>
              <a:gd name="connsiteY256" fmla="*/ 6272397 h 6857988"/>
              <a:gd name="connsiteX257" fmla="*/ 2955957 w 7473271"/>
              <a:gd name="connsiteY257" fmla="*/ 6297257 h 6857988"/>
              <a:gd name="connsiteX258" fmla="*/ 2955493 w 7473271"/>
              <a:gd name="connsiteY258" fmla="*/ 6319514 h 6857988"/>
              <a:gd name="connsiteX259" fmla="*/ 2955588 w 7473271"/>
              <a:gd name="connsiteY259" fmla="*/ 6341307 h 6857988"/>
              <a:gd name="connsiteX260" fmla="*/ 2971489 w 7473271"/>
              <a:gd name="connsiteY260" fmla="*/ 6353683 h 6857988"/>
              <a:gd name="connsiteX261" fmla="*/ 2979776 w 7473271"/>
              <a:gd name="connsiteY261" fmla="*/ 6338875 h 6857988"/>
              <a:gd name="connsiteX262" fmla="*/ 2984627 w 7473271"/>
              <a:gd name="connsiteY262" fmla="*/ 6320822 h 6857988"/>
              <a:gd name="connsiteX263" fmla="*/ 2981446 w 7473271"/>
              <a:gd name="connsiteY263" fmla="*/ 6302420 h 6857988"/>
              <a:gd name="connsiteX264" fmla="*/ 2976880 w 7473271"/>
              <a:gd name="connsiteY264" fmla="*/ 6284589 h 6857988"/>
              <a:gd name="connsiteX265" fmla="*/ 2960643 w 7473271"/>
              <a:gd name="connsiteY265" fmla="*/ 6262834 h 6857988"/>
              <a:gd name="connsiteX266" fmla="*/ 3032760 w 7473271"/>
              <a:gd name="connsiteY266" fmla="*/ 6255918 h 6857988"/>
              <a:gd name="connsiteX267" fmla="*/ 3020854 w 7473271"/>
              <a:gd name="connsiteY267" fmla="*/ 6264174 h 6857988"/>
              <a:gd name="connsiteX268" fmla="*/ 3027483 w 7473271"/>
              <a:gd name="connsiteY268" fmla="*/ 6289485 h 6857988"/>
              <a:gd name="connsiteX269" fmla="*/ 3026423 w 7473271"/>
              <a:gd name="connsiteY269" fmla="*/ 6311430 h 6857988"/>
              <a:gd name="connsiteX270" fmla="*/ 3026664 w 7473271"/>
              <a:gd name="connsiteY270" fmla="*/ 6333897 h 6857988"/>
              <a:gd name="connsiteX271" fmla="*/ 3043447 w 7473271"/>
              <a:gd name="connsiteY271" fmla="*/ 6345009 h 6857988"/>
              <a:gd name="connsiteX272" fmla="*/ 3052813 w 7473271"/>
              <a:gd name="connsiteY272" fmla="*/ 6331185 h 6857988"/>
              <a:gd name="connsiteX273" fmla="*/ 3052820 w 7473271"/>
              <a:gd name="connsiteY273" fmla="*/ 6331185 h 6857988"/>
              <a:gd name="connsiteX274" fmla="*/ 3054426 w 7473271"/>
              <a:gd name="connsiteY274" fmla="*/ 6312884 h 6857988"/>
              <a:gd name="connsiteX275" fmla="*/ 3052451 w 7473271"/>
              <a:gd name="connsiteY275" fmla="*/ 6294698 h 6857988"/>
              <a:gd name="connsiteX276" fmla="*/ 3049981 w 7473271"/>
              <a:gd name="connsiteY276" fmla="*/ 6276321 h 6857988"/>
              <a:gd name="connsiteX277" fmla="*/ 3032760 w 7473271"/>
              <a:gd name="connsiteY277" fmla="*/ 6255918 h 6857988"/>
              <a:gd name="connsiteX278" fmla="*/ 2638863 w 7473271"/>
              <a:gd name="connsiteY278" fmla="*/ 6115133 h 6857988"/>
              <a:gd name="connsiteX279" fmla="*/ 2628786 w 7473271"/>
              <a:gd name="connsiteY279" fmla="*/ 6124620 h 6857988"/>
              <a:gd name="connsiteX280" fmla="*/ 2634545 w 7473271"/>
              <a:gd name="connsiteY280" fmla="*/ 6149073 h 6857988"/>
              <a:gd name="connsiteX281" fmla="*/ 2632044 w 7473271"/>
              <a:gd name="connsiteY281" fmla="*/ 6171146 h 6857988"/>
              <a:gd name="connsiteX282" fmla="*/ 2634958 w 7473271"/>
              <a:gd name="connsiteY282" fmla="*/ 6192686 h 6857988"/>
              <a:gd name="connsiteX283" fmla="*/ 2649626 w 7473271"/>
              <a:gd name="connsiteY283" fmla="*/ 6205189 h 6857988"/>
              <a:gd name="connsiteX284" fmla="*/ 2658059 w 7473271"/>
              <a:gd name="connsiteY284" fmla="*/ 6190774 h 6857988"/>
              <a:gd name="connsiteX285" fmla="*/ 2660682 w 7473271"/>
              <a:gd name="connsiteY285" fmla="*/ 6172677 h 6857988"/>
              <a:gd name="connsiteX286" fmla="*/ 2661107 w 7473271"/>
              <a:gd name="connsiteY286" fmla="*/ 6154084 h 6857988"/>
              <a:gd name="connsiteX287" fmla="*/ 2656579 w 7473271"/>
              <a:gd name="connsiteY287" fmla="*/ 6135904 h 6857988"/>
              <a:gd name="connsiteX288" fmla="*/ 2638863 w 7473271"/>
              <a:gd name="connsiteY288" fmla="*/ 6115133 h 6857988"/>
              <a:gd name="connsiteX289" fmla="*/ 2707977 w 7473271"/>
              <a:gd name="connsiteY289" fmla="*/ 6108815 h 6857988"/>
              <a:gd name="connsiteX290" fmla="*/ 2699893 w 7473271"/>
              <a:gd name="connsiteY290" fmla="*/ 6127001 h 6857988"/>
              <a:gd name="connsiteX291" fmla="*/ 2701017 w 7473271"/>
              <a:gd name="connsiteY291" fmla="*/ 6155944 h 6857988"/>
              <a:gd name="connsiteX292" fmla="*/ 2700471 w 7473271"/>
              <a:gd name="connsiteY292" fmla="*/ 6172200 h 6857988"/>
              <a:gd name="connsiteX293" fmla="*/ 2703360 w 7473271"/>
              <a:gd name="connsiteY293" fmla="*/ 6187783 h 6857988"/>
              <a:gd name="connsiteX294" fmla="*/ 2703360 w 7473271"/>
              <a:gd name="connsiteY294" fmla="*/ 6187777 h 6857988"/>
              <a:gd name="connsiteX295" fmla="*/ 2719038 w 7473271"/>
              <a:gd name="connsiteY295" fmla="*/ 6199702 h 6857988"/>
              <a:gd name="connsiteX296" fmla="*/ 2727274 w 7473271"/>
              <a:gd name="connsiteY296" fmla="*/ 6185865 h 6857988"/>
              <a:gd name="connsiteX297" fmla="*/ 2727287 w 7473271"/>
              <a:gd name="connsiteY297" fmla="*/ 6169578 h 6857988"/>
              <a:gd name="connsiteX298" fmla="*/ 2722544 w 7473271"/>
              <a:gd name="connsiteY298" fmla="*/ 6153982 h 6857988"/>
              <a:gd name="connsiteX299" fmla="*/ 2725446 w 7473271"/>
              <a:gd name="connsiteY299" fmla="*/ 6127750 h 6857988"/>
              <a:gd name="connsiteX300" fmla="*/ 2707977 w 7473271"/>
              <a:gd name="connsiteY300" fmla="*/ 6108815 h 6857988"/>
              <a:gd name="connsiteX301" fmla="*/ 2786215 w 7473271"/>
              <a:gd name="connsiteY301" fmla="*/ 6103182 h 6857988"/>
              <a:gd name="connsiteX302" fmla="*/ 2775954 w 7473271"/>
              <a:gd name="connsiteY302" fmla="*/ 6118244 h 6857988"/>
              <a:gd name="connsiteX303" fmla="*/ 2773559 w 7473271"/>
              <a:gd name="connsiteY303" fmla="*/ 6138774 h 6857988"/>
              <a:gd name="connsiteX304" fmla="*/ 2773978 w 7473271"/>
              <a:gd name="connsiteY304" fmla="*/ 6159634 h 6857988"/>
              <a:gd name="connsiteX305" fmla="*/ 2777738 w 7473271"/>
              <a:gd name="connsiteY305" fmla="*/ 6180182 h 6857988"/>
              <a:gd name="connsiteX306" fmla="*/ 2794642 w 7473271"/>
              <a:gd name="connsiteY306" fmla="*/ 6193587 h 6857988"/>
              <a:gd name="connsiteX307" fmla="*/ 2800960 w 7473271"/>
              <a:gd name="connsiteY307" fmla="*/ 6181960 h 6857988"/>
              <a:gd name="connsiteX308" fmla="*/ 2800223 w 7473271"/>
              <a:gd name="connsiteY308" fmla="*/ 6161164 h 6857988"/>
              <a:gd name="connsiteX309" fmla="*/ 2798724 w 7473271"/>
              <a:gd name="connsiteY309" fmla="*/ 6140565 h 6857988"/>
              <a:gd name="connsiteX310" fmla="*/ 2797182 w 7473271"/>
              <a:gd name="connsiteY310" fmla="*/ 6119832 h 6857988"/>
              <a:gd name="connsiteX311" fmla="*/ 2786215 w 7473271"/>
              <a:gd name="connsiteY311" fmla="*/ 6103182 h 6857988"/>
              <a:gd name="connsiteX312" fmla="*/ 2850306 w 7473271"/>
              <a:gd name="connsiteY312" fmla="*/ 6097365 h 6857988"/>
              <a:gd name="connsiteX313" fmla="*/ 2836939 w 7473271"/>
              <a:gd name="connsiteY313" fmla="*/ 6118028 h 6857988"/>
              <a:gd name="connsiteX314" fmla="*/ 2841193 w 7473271"/>
              <a:gd name="connsiteY314" fmla="*/ 6136329 h 6857988"/>
              <a:gd name="connsiteX315" fmla="*/ 2841695 w 7473271"/>
              <a:gd name="connsiteY315" fmla="*/ 6155023 h 6857988"/>
              <a:gd name="connsiteX316" fmla="*/ 2845543 w 7473271"/>
              <a:gd name="connsiteY316" fmla="*/ 6173299 h 6857988"/>
              <a:gd name="connsiteX317" fmla="*/ 2855595 w 7473271"/>
              <a:gd name="connsiteY317" fmla="*/ 6187440 h 6857988"/>
              <a:gd name="connsiteX318" fmla="*/ 2863958 w 7473271"/>
              <a:gd name="connsiteY318" fmla="*/ 6171813 h 6857988"/>
              <a:gd name="connsiteX319" fmla="*/ 2862999 w 7473271"/>
              <a:gd name="connsiteY319" fmla="*/ 6153557 h 6857988"/>
              <a:gd name="connsiteX320" fmla="*/ 2862409 w 7473271"/>
              <a:gd name="connsiteY320" fmla="*/ 6135548 h 6857988"/>
              <a:gd name="connsiteX321" fmla="*/ 2861215 w 7473271"/>
              <a:gd name="connsiteY321" fmla="*/ 6114561 h 6857988"/>
              <a:gd name="connsiteX322" fmla="*/ 2850306 w 7473271"/>
              <a:gd name="connsiteY322" fmla="*/ 6097365 h 6857988"/>
              <a:gd name="connsiteX323" fmla="*/ 2918676 w 7473271"/>
              <a:gd name="connsiteY323" fmla="*/ 6091911 h 6857988"/>
              <a:gd name="connsiteX324" fmla="*/ 2907011 w 7473271"/>
              <a:gd name="connsiteY324" fmla="*/ 6113863 h 6857988"/>
              <a:gd name="connsiteX325" fmla="*/ 2904033 w 7473271"/>
              <a:gd name="connsiteY325" fmla="*/ 6132691 h 6857988"/>
              <a:gd name="connsiteX326" fmla="*/ 2905856 w 7473271"/>
              <a:gd name="connsiteY326" fmla="*/ 6151785 h 6857988"/>
              <a:gd name="connsiteX327" fmla="*/ 2912206 w 7473271"/>
              <a:gd name="connsiteY327" fmla="*/ 6169895 h 6857988"/>
              <a:gd name="connsiteX328" fmla="*/ 2912212 w 7473271"/>
              <a:gd name="connsiteY328" fmla="*/ 6169902 h 6857988"/>
              <a:gd name="connsiteX329" fmla="*/ 2926416 w 7473271"/>
              <a:gd name="connsiteY329" fmla="*/ 6181294 h 6857988"/>
              <a:gd name="connsiteX330" fmla="*/ 2930785 w 7473271"/>
              <a:gd name="connsiteY330" fmla="*/ 6167444 h 6857988"/>
              <a:gd name="connsiteX331" fmla="*/ 2928925 w 7473271"/>
              <a:gd name="connsiteY331" fmla="*/ 6150388 h 6857988"/>
              <a:gd name="connsiteX332" fmla="*/ 2931065 w 7473271"/>
              <a:gd name="connsiteY332" fmla="*/ 6133230 h 6857988"/>
              <a:gd name="connsiteX333" fmla="*/ 2933040 w 7473271"/>
              <a:gd name="connsiteY333" fmla="*/ 6103506 h 6857988"/>
              <a:gd name="connsiteX334" fmla="*/ 2918676 w 7473271"/>
              <a:gd name="connsiteY334" fmla="*/ 6091911 h 6857988"/>
              <a:gd name="connsiteX335" fmla="*/ 2594451 w 7473271"/>
              <a:gd name="connsiteY335" fmla="*/ 5943822 h 6857988"/>
              <a:gd name="connsiteX336" fmla="*/ 2580634 w 7473271"/>
              <a:gd name="connsiteY336" fmla="*/ 5967686 h 6857988"/>
              <a:gd name="connsiteX337" fmla="*/ 2578913 w 7473271"/>
              <a:gd name="connsiteY337" fmla="*/ 5986920 h 6857988"/>
              <a:gd name="connsiteX338" fmla="*/ 2584113 w 7473271"/>
              <a:gd name="connsiteY338" fmla="*/ 6005513 h 6857988"/>
              <a:gd name="connsiteX339" fmla="*/ 2588991 w 7473271"/>
              <a:gd name="connsiteY339" fmla="*/ 6023680 h 6857988"/>
              <a:gd name="connsiteX340" fmla="*/ 2602370 w 7473271"/>
              <a:gd name="connsiteY340" fmla="*/ 6035606 h 6857988"/>
              <a:gd name="connsiteX341" fmla="*/ 2606173 w 7473271"/>
              <a:gd name="connsiteY341" fmla="*/ 6021686 h 6857988"/>
              <a:gd name="connsiteX342" fmla="*/ 2605183 w 7473271"/>
              <a:gd name="connsiteY342" fmla="*/ 6004579 h 6857988"/>
              <a:gd name="connsiteX343" fmla="*/ 2606427 w 7473271"/>
              <a:gd name="connsiteY343" fmla="*/ 5987358 h 6857988"/>
              <a:gd name="connsiteX344" fmla="*/ 2606580 w 7473271"/>
              <a:gd name="connsiteY344" fmla="*/ 5958631 h 6857988"/>
              <a:gd name="connsiteX345" fmla="*/ 2594451 w 7473271"/>
              <a:gd name="connsiteY345" fmla="*/ 5943822 h 6857988"/>
              <a:gd name="connsiteX346" fmla="*/ 2657888 w 7473271"/>
              <a:gd name="connsiteY346" fmla="*/ 5939416 h 6857988"/>
              <a:gd name="connsiteX347" fmla="*/ 2649950 w 7473271"/>
              <a:gd name="connsiteY347" fmla="*/ 5951519 h 6857988"/>
              <a:gd name="connsiteX348" fmla="*/ 2645537 w 7473271"/>
              <a:gd name="connsiteY348" fmla="*/ 5969750 h 6857988"/>
              <a:gd name="connsiteX349" fmla="*/ 2647227 w 7473271"/>
              <a:gd name="connsiteY349" fmla="*/ 5988406 h 6857988"/>
              <a:gd name="connsiteX350" fmla="*/ 2653684 w 7473271"/>
              <a:gd name="connsiteY350" fmla="*/ 6005767 h 6857988"/>
              <a:gd name="connsiteX351" fmla="*/ 2666035 w 7473271"/>
              <a:gd name="connsiteY351" fmla="*/ 6027090 h 6857988"/>
              <a:gd name="connsiteX352" fmla="*/ 2672030 w 7473271"/>
              <a:gd name="connsiteY352" fmla="*/ 6008110 h 6857988"/>
              <a:gd name="connsiteX353" fmla="*/ 2675357 w 7473271"/>
              <a:gd name="connsiteY353" fmla="*/ 5991257 h 6857988"/>
              <a:gd name="connsiteX354" fmla="*/ 2673668 w 7473271"/>
              <a:gd name="connsiteY354" fmla="*/ 5974137 h 6857988"/>
              <a:gd name="connsiteX355" fmla="*/ 2669108 w 7473271"/>
              <a:gd name="connsiteY355" fmla="*/ 5957539 h 6857988"/>
              <a:gd name="connsiteX356" fmla="*/ 2669114 w 7473271"/>
              <a:gd name="connsiteY356" fmla="*/ 5957558 h 6857988"/>
              <a:gd name="connsiteX357" fmla="*/ 2657888 w 7473271"/>
              <a:gd name="connsiteY357" fmla="*/ 5939416 h 6857988"/>
              <a:gd name="connsiteX358" fmla="*/ 2728360 w 7473271"/>
              <a:gd name="connsiteY358" fmla="*/ 5933885 h 6857988"/>
              <a:gd name="connsiteX359" fmla="*/ 2715654 w 7473271"/>
              <a:gd name="connsiteY359" fmla="*/ 5953849 h 6857988"/>
              <a:gd name="connsiteX360" fmla="*/ 2718060 w 7473271"/>
              <a:gd name="connsiteY360" fmla="*/ 5972334 h 6857988"/>
              <a:gd name="connsiteX361" fmla="*/ 2721712 w 7473271"/>
              <a:gd name="connsiteY361" fmla="*/ 5990622 h 6857988"/>
              <a:gd name="connsiteX362" fmla="*/ 2722766 w 7473271"/>
              <a:gd name="connsiteY362" fmla="*/ 6009443 h 6857988"/>
              <a:gd name="connsiteX363" fmla="*/ 2734062 w 7473271"/>
              <a:gd name="connsiteY363" fmla="*/ 6024455 h 6857988"/>
              <a:gd name="connsiteX364" fmla="*/ 2739612 w 7473271"/>
              <a:gd name="connsiteY364" fmla="*/ 6007341 h 6857988"/>
              <a:gd name="connsiteX365" fmla="*/ 2742108 w 7473271"/>
              <a:gd name="connsiteY365" fmla="*/ 5989441 h 6857988"/>
              <a:gd name="connsiteX366" fmla="*/ 2740800 w 7473271"/>
              <a:gd name="connsiteY366" fmla="*/ 5971407 h 6857988"/>
              <a:gd name="connsiteX367" fmla="*/ 2738355 w 7473271"/>
              <a:gd name="connsiteY367" fmla="*/ 5950687 h 6857988"/>
              <a:gd name="connsiteX368" fmla="*/ 2738349 w 7473271"/>
              <a:gd name="connsiteY368" fmla="*/ 5950674 h 6857988"/>
              <a:gd name="connsiteX369" fmla="*/ 2728360 w 7473271"/>
              <a:gd name="connsiteY369" fmla="*/ 5933885 h 6857988"/>
              <a:gd name="connsiteX370" fmla="*/ 2793251 w 7473271"/>
              <a:gd name="connsiteY370" fmla="*/ 5928068 h 6857988"/>
              <a:gd name="connsiteX371" fmla="*/ 2782183 w 7473271"/>
              <a:gd name="connsiteY371" fmla="*/ 5935098 h 6857988"/>
              <a:gd name="connsiteX372" fmla="*/ 2782189 w 7473271"/>
              <a:gd name="connsiteY372" fmla="*/ 5935098 h 6857988"/>
              <a:gd name="connsiteX373" fmla="*/ 2786253 w 7473271"/>
              <a:gd name="connsiteY373" fmla="*/ 5960510 h 6857988"/>
              <a:gd name="connsiteX374" fmla="*/ 2787580 w 7473271"/>
              <a:gd name="connsiteY374" fmla="*/ 5982164 h 6857988"/>
              <a:gd name="connsiteX375" fmla="*/ 2789879 w 7473271"/>
              <a:gd name="connsiteY375" fmla="*/ 6003347 h 6857988"/>
              <a:gd name="connsiteX376" fmla="*/ 2804065 w 7473271"/>
              <a:gd name="connsiteY376" fmla="*/ 6015825 h 6857988"/>
              <a:gd name="connsiteX377" fmla="*/ 2813971 w 7473271"/>
              <a:gd name="connsiteY377" fmla="*/ 6001969 h 6857988"/>
              <a:gd name="connsiteX378" fmla="*/ 2815495 w 7473271"/>
              <a:gd name="connsiteY378" fmla="*/ 5983542 h 6857988"/>
              <a:gd name="connsiteX379" fmla="*/ 2815508 w 7473271"/>
              <a:gd name="connsiteY379" fmla="*/ 5964962 h 6857988"/>
              <a:gd name="connsiteX380" fmla="*/ 2810948 w 7473271"/>
              <a:gd name="connsiteY380" fmla="*/ 5946813 h 6857988"/>
              <a:gd name="connsiteX381" fmla="*/ 2793251 w 7473271"/>
              <a:gd name="connsiteY381" fmla="*/ 5928068 h 6857988"/>
              <a:gd name="connsiteX382" fmla="*/ 2645461 w 7473271"/>
              <a:gd name="connsiteY382" fmla="*/ 5802243 h 6857988"/>
              <a:gd name="connsiteX383" fmla="*/ 2637523 w 7473271"/>
              <a:gd name="connsiteY383" fmla="*/ 5814346 h 6857988"/>
              <a:gd name="connsiteX384" fmla="*/ 2637529 w 7473271"/>
              <a:gd name="connsiteY384" fmla="*/ 5814359 h 6857988"/>
              <a:gd name="connsiteX385" fmla="*/ 2633117 w 7473271"/>
              <a:gd name="connsiteY385" fmla="*/ 5832590 h 6857988"/>
              <a:gd name="connsiteX386" fmla="*/ 2634806 w 7473271"/>
              <a:gd name="connsiteY386" fmla="*/ 5851252 h 6857988"/>
              <a:gd name="connsiteX387" fmla="*/ 2641263 w 7473271"/>
              <a:gd name="connsiteY387" fmla="*/ 5868613 h 6857988"/>
              <a:gd name="connsiteX388" fmla="*/ 2653615 w 7473271"/>
              <a:gd name="connsiteY388" fmla="*/ 5889937 h 6857988"/>
              <a:gd name="connsiteX389" fmla="*/ 2659609 w 7473271"/>
              <a:gd name="connsiteY389" fmla="*/ 5870956 h 6857988"/>
              <a:gd name="connsiteX390" fmla="*/ 2662936 w 7473271"/>
              <a:gd name="connsiteY390" fmla="*/ 5854103 h 6857988"/>
              <a:gd name="connsiteX391" fmla="*/ 2661247 w 7473271"/>
              <a:gd name="connsiteY391" fmla="*/ 5836984 h 6857988"/>
              <a:gd name="connsiteX392" fmla="*/ 2656688 w 7473271"/>
              <a:gd name="connsiteY392" fmla="*/ 5820385 h 6857988"/>
              <a:gd name="connsiteX393" fmla="*/ 2645461 w 7473271"/>
              <a:gd name="connsiteY393" fmla="*/ 5802243 h 6857988"/>
              <a:gd name="connsiteX394" fmla="*/ 2715933 w 7473271"/>
              <a:gd name="connsiteY394" fmla="*/ 5796731 h 6857988"/>
              <a:gd name="connsiteX395" fmla="*/ 2703227 w 7473271"/>
              <a:gd name="connsiteY395" fmla="*/ 5816696 h 6857988"/>
              <a:gd name="connsiteX396" fmla="*/ 2705634 w 7473271"/>
              <a:gd name="connsiteY396" fmla="*/ 5835180 h 6857988"/>
              <a:gd name="connsiteX397" fmla="*/ 2709285 w 7473271"/>
              <a:gd name="connsiteY397" fmla="*/ 5853462 h 6857988"/>
              <a:gd name="connsiteX398" fmla="*/ 2710339 w 7473271"/>
              <a:gd name="connsiteY398" fmla="*/ 5872277 h 6857988"/>
              <a:gd name="connsiteX399" fmla="*/ 2721636 w 7473271"/>
              <a:gd name="connsiteY399" fmla="*/ 5887288 h 6857988"/>
              <a:gd name="connsiteX400" fmla="*/ 2727185 w 7473271"/>
              <a:gd name="connsiteY400" fmla="*/ 5870175 h 6857988"/>
              <a:gd name="connsiteX401" fmla="*/ 2729681 w 7473271"/>
              <a:gd name="connsiteY401" fmla="*/ 5852275 h 6857988"/>
              <a:gd name="connsiteX402" fmla="*/ 2728373 w 7473271"/>
              <a:gd name="connsiteY402" fmla="*/ 5834241 h 6857988"/>
              <a:gd name="connsiteX403" fmla="*/ 2725928 w 7473271"/>
              <a:gd name="connsiteY403" fmla="*/ 5813521 h 6857988"/>
              <a:gd name="connsiteX404" fmla="*/ 2715939 w 7473271"/>
              <a:gd name="connsiteY404" fmla="*/ 5796731 h 6857988"/>
              <a:gd name="connsiteX405" fmla="*/ 0 w 7473271"/>
              <a:gd name="connsiteY405" fmla="*/ 0 h 6857988"/>
              <a:gd name="connsiteX406" fmla="*/ 7473271 w 7473271"/>
              <a:gd name="connsiteY406" fmla="*/ 0 h 6857988"/>
              <a:gd name="connsiteX407" fmla="*/ 7473271 w 7473271"/>
              <a:gd name="connsiteY407" fmla="*/ 6857988 h 6857988"/>
              <a:gd name="connsiteX408" fmla="*/ 3126580 w 7473271"/>
              <a:gd name="connsiteY408" fmla="*/ 6857988 h 6857988"/>
              <a:gd name="connsiteX409" fmla="*/ 3129221 w 7473271"/>
              <a:gd name="connsiteY409" fmla="*/ 6848437 h 6857988"/>
              <a:gd name="connsiteX410" fmla="*/ 3129534 w 7473271"/>
              <a:gd name="connsiteY410" fmla="*/ 6837985 h 6857988"/>
              <a:gd name="connsiteX411" fmla="*/ 3129699 w 7473271"/>
              <a:gd name="connsiteY411" fmla="*/ 6820904 h 6857988"/>
              <a:gd name="connsiteX412" fmla="*/ 3129020 w 7473271"/>
              <a:gd name="connsiteY412" fmla="*/ 6804000 h 6857988"/>
              <a:gd name="connsiteX413" fmla="*/ 3124346 w 7473271"/>
              <a:gd name="connsiteY413" fmla="*/ 6787579 h 6857988"/>
              <a:gd name="connsiteX414" fmla="*/ 3114275 w 7473271"/>
              <a:gd name="connsiteY414" fmla="*/ 6769748 h 6857988"/>
              <a:gd name="connsiteX415" fmla="*/ 3105588 w 7473271"/>
              <a:gd name="connsiteY415" fmla="*/ 6780924 h 6857988"/>
              <a:gd name="connsiteX416" fmla="*/ 3104604 w 7473271"/>
              <a:gd name="connsiteY416" fmla="*/ 6799529 h 6857988"/>
              <a:gd name="connsiteX417" fmla="*/ 3103492 w 7473271"/>
              <a:gd name="connsiteY417" fmla="*/ 6818071 h 6857988"/>
              <a:gd name="connsiteX418" fmla="*/ 3107791 w 7473271"/>
              <a:gd name="connsiteY418" fmla="*/ 6836201 h 6857988"/>
              <a:gd name="connsiteX419" fmla="*/ 3110912 w 7473271"/>
              <a:gd name="connsiteY419" fmla="*/ 6846780 h 6857988"/>
              <a:gd name="connsiteX420" fmla="*/ 3118131 w 7473271"/>
              <a:gd name="connsiteY420" fmla="*/ 6857988 h 6857988"/>
              <a:gd name="connsiteX421" fmla="*/ 3063479 w 7473271"/>
              <a:gd name="connsiteY421" fmla="*/ 6857988 h 6857988"/>
              <a:gd name="connsiteX422" fmla="*/ 3062955 w 7473271"/>
              <a:gd name="connsiteY422" fmla="*/ 6851320 h 6857988"/>
              <a:gd name="connsiteX423" fmla="*/ 3061748 w 7473271"/>
              <a:gd name="connsiteY423" fmla="*/ 6834232 h 6857988"/>
              <a:gd name="connsiteX424" fmla="*/ 3062338 w 7473271"/>
              <a:gd name="connsiteY424" fmla="*/ 6816960 h 6857988"/>
              <a:gd name="connsiteX425" fmla="*/ 3064694 w 7473271"/>
              <a:gd name="connsiteY425" fmla="*/ 6787636 h 6857988"/>
              <a:gd name="connsiteX426" fmla="*/ 3050959 w 7473271"/>
              <a:gd name="connsiteY426" fmla="*/ 6774828 h 6857988"/>
              <a:gd name="connsiteX427" fmla="*/ 3036538 w 7473271"/>
              <a:gd name="connsiteY427" fmla="*/ 6797256 h 6857988"/>
              <a:gd name="connsiteX428" fmla="*/ 3038335 w 7473271"/>
              <a:gd name="connsiteY428" fmla="*/ 6816509 h 6857988"/>
              <a:gd name="connsiteX429" fmla="*/ 3038926 w 7473271"/>
              <a:gd name="connsiteY429" fmla="*/ 6835496 h 6857988"/>
              <a:gd name="connsiteX430" fmla="*/ 3044844 w 7473271"/>
              <a:gd name="connsiteY430" fmla="*/ 6853613 h 6857988"/>
              <a:gd name="connsiteX431" fmla="*/ 3047524 w 7473271"/>
              <a:gd name="connsiteY431" fmla="*/ 6857988 h 6857988"/>
              <a:gd name="connsiteX432" fmla="*/ 2994296 w 7473271"/>
              <a:gd name="connsiteY432" fmla="*/ 6857988 h 6857988"/>
              <a:gd name="connsiteX433" fmla="*/ 2994203 w 7473271"/>
              <a:gd name="connsiteY433" fmla="*/ 6856788 h 6857988"/>
              <a:gd name="connsiteX434" fmla="*/ 2993892 w 7473271"/>
              <a:gd name="connsiteY434" fmla="*/ 6839731 h 6857988"/>
              <a:gd name="connsiteX435" fmla="*/ 2995111 w 7473271"/>
              <a:gd name="connsiteY435" fmla="*/ 6822846 h 6857988"/>
              <a:gd name="connsiteX436" fmla="*/ 2995225 w 7473271"/>
              <a:gd name="connsiteY436" fmla="*/ 6793040 h 6857988"/>
              <a:gd name="connsiteX437" fmla="*/ 2981147 w 7473271"/>
              <a:gd name="connsiteY437" fmla="*/ 6781267 h 6857988"/>
              <a:gd name="connsiteX438" fmla="*/ 2969273 w 7473271"/>
              <a:gd name="connsiteY438" fmla="*/ 6803257 h 6857988"/>
              <a:gd name="connsiteX439" fmla="*/ 2968105 w 7473271"/>
              <a:gd name="connsiteY439" fmla="*/ 6822084 h 6857988"/>
              <a:gd name="connsiteX440" fmla="*/ 2967691 w 7473271"/>
              <a:gd name="connsiteY440" fmla="*/ 6841331 h 6857988"/>
              <a:gd name="connsiteX441" fmla="*/ 2975101 w 7473271"/>
              <a:gd name="connsiteY441" fmla="*/ 6857988 h 6857988"/>
              <a:gd name="connsiteX442" fmla="*/ 2926056 w 7473271"/>
              <a:gd name="connsiteY442" fmla="*/ 6857988 h 6857988"/>
              <a:gd name="connsiteX443" fmla="*/ 2927172 w 7473271"/>
              <a:gd name="connsiteY443" fmla="*/ 6843002 h 6857988"/>
              <a:gd name="connsiteX444" fmla="*/ 2926131 w 7473271"/>
              <a:gd name="connsiteY444" fmla="*/ 6824859 h 6857988"/>
              <a:gd name="connsiteX445" fmla="*/ 2923279 w 7473271"/>
              <a:gd name="connsiteY445" fmla="*/ 6804064 h 6857988"/>
              <a:gd name="connsiteX446" fmla="*/ 2912992 w 7473271"/>
              <a:gd name="connsiteY446" fmla="*/ 6786035 h 6857988"/>
              <a:gd name="connsiteX447" fmla="*/ 2899632 w 7473271"/>
              <a:gd name="connsiteY447" fmla="*/ 6807422 h 6857988"/>
              <a:gd name="connsiteX448" fmla="*/ 2901531 w 7473271"/>
              <a:gd name="connsiteY448" fmla="*/ 6825965 h 6857988"/>
              <a:gd name="connsiteX449" fmla="*/ 2904802 w 7473271"/>
              <a:gd name="connsiteY449" fmla="*/ 6844348 h 6857988"/>
              <a:gd name="connsiteX450" fmla="*/ 2907820 w 7473271"/>
              <a:gd name="connsiteY450" fmla="*/ 6857988 h 6857988"/>
              <a:gd name="connsiteX451" fmla="*/ 2862402 w 7473271"/>
              <a:gd name="connsiteY451" fmla="*/ 6857988 h 6857988"/>
              <a:gd name="connsiteX452" fmla="*/ 2861748 w 7473271"/>
              <a:gd name="connsiteY452" fmla="*/ 6850609 h 6857988"/>
              <a:gd name="connsiteX453" fmla="*/ 2860300 w 7473271"/>
              <a:gd name="connsiteY453" fmla="*/ 6830085 h 6857988"/>
              <a:gd name="connsiteX454" fmla="*/ 2859081 w 7473271"/>
              <a:gd name="connsiteY454" fmla="*/ 6809384 h 6857988"/>
              <a:gd name="connsiteX455" fmla="*/ 2848572 w 7473271"/>
              <a:gd name="connsiteY455" fmla="*/ 6793897 h 6857988"/>
              <a:gd name="connsiteX456" fmla="*/ 2837631 w 7473271"/>
              <a:gd name="connsiteY456" fmla="*/ 6807512 h 6857988"/>
              <a:gd name="connsiteX457" fmla="*/ 2834805 w 7473271"/>
              <a:gd name="connsiteY457" fmla="*/ 6828199 h 6857988"/>
              <a:gd name="connsiteX458" fmla="*/ 2837269 w 7473271"/>
              <a:gd name="connsiteY458" fmla="*/ 6848958 h 6857988"/>
              <a:gd name="connsiteX459" fmla="*/ 2838518 w 7473271"/>
              <a:gd name="connsiteY459" fmla="*/ 6857988 h 6857988"/>
              <a:gd name="connsiteX460" fmla="*/ 2788407 w 7473271"/>
              <a:gd name="connsiteY460" fmla="*/ 6857988 h 6857988"/>
              <a:gd name="connsiteX461" fmla="*/ 2784570 w 7473271"/>
              <a:gd name="connsiteY461" fmla="*/ 6843421 h 6857988"/>
              <a:gd name="connsiteX462" fmla="*/ 2789212 w 7473271"/>
              <a:gd name="connsiteY462" fmla="*/ 6817005 h 6857988"/>
              <a:gd name="connsiteX463" fmla="*/ 2770613 w 7473271"/>
              <a:gd name="connsiteY463" fmla="*/ 6798838 h 6857988"/>
              <a:gd name="connsiteX464" fmla="*/ 2761354 w 7473271"/>
              <a:gd name="connsiteY464" fmla="*/ 6816249 h 6857988"/>
              <a:gd name="connsiteX465" fmla="*/ 2764771 w 7473271"/>
              <a:gd name="connsiteY465" fmla="*/ 6845294 h 6857988"/>
              <a:gd name="connsiteX466" fmla="*/ 2764683 w 7473271"/>
              <a:gd name="connsiteY466" fmla="*/ 6857988 h 6857988"/>
              <a:gd name="connsiteX467" fmla="*/ 2724972 w 7473271"/>
              <a:gd name="connsiteY467" fmla="*/ 6857988 h 6857988"/>
              <a:gd name="connsiteX468" fmla="*/ 2721762 w 7473271"/>
              <a:gd name="connsiteY468" fmla="*/ 6843795 h 6857988"/>
              <a:gd name="connsiteX469" fmla="*/ 2718714 w 7473271"/>
              <a:gd name="connsiteY469" fmla="*/ 6825463 h 6857988"/>
              <a:gd name="connsiteX470" fmla="*/ 2701309 w 7473271"/>
              <a:gd name="connsiteY470" fmla="*/ 6804940 h 6857988"/>
              <a:gd name="connsiteX471" fmla="*/ 2691607 w 7473271"/>
              <a:gd name="connsiteY471" fmla="*/ 6814172 h 6857988"/>
              <a:gd name="connsiteX472" fmla="*/ 2696248 w 7473271"/>
              <a:gd name="connsiteY472" fmla="*/ 6838645 h 6857988"/>
              <a:gd name="connsiteX473" fmla="*/ 2696242 w 7473271"/>
              <a:gd name="connsiteY473" fmla="*/ 6857988 h 6857988"/>
              <a:gd name="connsiteX474" fmla="*/ 2654751 w 7473271"/>
              <a:gd name="connsiteY474" fmla="*/ 6857988 h 6857988"/>
              <a:gd name="connsiteX475" fmla="*/ 2654656 w 7473271"/>
              <a:gd name="connsiteY475" fmla="*/ 6855746 h 6857988"/>
              <a:gd name="connsiteX476" fmla="*/ 2652604 w 7473271"/>
              <a:gd name="connsiteY476" fmla="*/ 6829933 h 6857988"/>
              <a:gd name="connsiteX477" fmla="*/ 2634825 w 7473271"/>
              <a:gd name="connsiteY477" fmla="*/ 6811773 h 6857988"/>
              <a:gd name="connsiteX478" fmla="*/ 2626811 w 7473271"/>
              <a:gd name="connsiteY478" fmla="*/ 6827578 h 6857988"/>
              <a:gd name="connsiteX479" fmla="*/ 2622239 w 7473271"/>
              <a:gd name="connsiteY479" fmla="*/ 6799955 h 6857988"/>
              <a:gd name="connsiteX480" fmla="*/ 2569541 w 7473271"/>
              <a:gd name="connsiteY480" fmla="*/ 6207709 h 6857988"/>
              <a:gd name="connsiteX481" fmla="*/ 2582939 w 7473271"/>
              <a:gd name="connsiteY481" fmla="*/ 6211596 h 6857988"/>
              <a:gd name="connsiteX482" fmla="*/ 2593594 w 7473271"/>
              <a:gd name="connsiteY482" fmla="*/ 6198946 h 6857988"/>
              <a:gd name="connsiteX483" fmla="*/ 2592769 w 7473271"/>
              <a:gd name="connsiteY483" fmla="*/ 6182652 h 6857988"/>
              <a:gd name="connsiteX484" fmla="*/ 2591099 w 7473271"/>
              <a:gd name="connsiteY484" fmla="*/ 6166339 h 6857988"/>
              <a:gd name="connsiteX485" fmla="*/ 2591264 w 7473271"/>
              <a:gd name="connsiteY485" fmla="*/ 6140374 h 6857988"/>
              <a:gd name="connsiteX486" fmla="*/ 2572296 w 7473271"/>
              <a:gd name="connsiteY486" fmla="*/ 6122131 h 6857988"/>
              <a:gd name="connsiteX487" fmla="*/ 2570226 w 7473271"/>
              <a:gd name="connsiteY487" fmla="*/ 6123210 h 6857988"/>
              <a:gd name="connsiteX488" fmla="*/ 2579814 w 7473271"/>
              <a:gd name="connsiteY488" fmla="*/ 5891962 h 6857988"/>
              <a:gd name="connsiteX489" fmla="*/ 2589943 w 7473271"/>
              <a:gd name="connsiteY489" fmla="*/ 5898439 h 6857988"/>
              <a:gd name="connsiteX490" fmla="*/ 2593747 w 7473271"/>
              <a:gd name="connsiteY490" fmla="*/ 5884526 h 6857988"/>
              <a:gd name="connsiteX491" fmla="*/ 2592756 w 7473271"/>
              <a:gd name="connsiteY491" fmla="*/ 5867419 h 6857988"/>
              <a:gd name="connsiteX492" fmla="*/ 2594000 w 7473271"/>
              <a:gd name="connsiteY492" fmla="*/ 5850198 h 6857988"/>
              <a:gd name="connsiteX493" fmla="*/ 2594153 w 7473271"/>
              <a:gd name="connsiteY493" fmla="*/ 5821471 h 6857988"/>
              <a:gd name="connsiteX494" fmla="*/ 2585625 w 7473271"/>
              <a:gd name="connsiteY494" fmla="*/ 5807793 h 6857988"/>
              <a:gd name="connsiteX495" fmla="*/ 2686876 w 7473271"/>
              <a:gd name="connsiteY495" fmla="*/ 4834954 h 6857988"/>
              <a:gd name="connsiteX496" fmla="*/ 2637473 w 7473271"/>
              <a:gd name="connsiteY496" fmla="*/ 3428746 h 6857988"/>
              <a:gd name="connsiteX497" fmla="*/ 1709801 w 7473271"/>
              <a:gd name="connsiteY497" fmla="*/ 1846517 h 6857988"/>
              <a:gd name="connsiteX498" fmla="*/ 769303 w 7473271"/>
              <a:gd name="connsiteY498" fmla="*/ 1094486 h 6857988"/>
              <a:gd name="connsiteX499" fmla="*/ 0 w 7473271"/>
              <a:gd name="connsiteY499" fmla="*/ 0 h 6857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</a:cxnLst>
            <a:rect l="l" t="t" r="r" b="b"/>
            <a:pathLst>
              <a:path w="7473271" h="6857988">
                <a:moveTo>
                  <a:pt x="2655151" y="6649193"/>
                </a:moveTo>
                <a:cubicBezTo>
                  <a:pt x="2650770" y="6648984"/>
                  <a:pt x="2645327" y="6651175"/>
                  <a:pt x="2643518" y="6656236"/>
                </a:cubicBezTo>
                <a:cubicBezTo>
                  <a:pt x="2640972" y="6663379"/>
                  <a:pt x="2648236" y="6668701"/>
                  <a:pt x="2650877" y="6681280"/>
                </a:cubicBezTo>
                <a:cubicBezTo>
                  <a:pt x="2652795" y="6690481"/>
                  <a:pt x="2650776" y="6697638"/>
                  <a:pt x="2649868" y="6703568"/>
                </a:cubicBezTo>
                <a:cubicBezTo>
                  <a:pt x="2648668" y="6711334"/>
                  <a:pt x="2648166" y="6716967"/>
                  <a:pt x="2651671" y="6724733"/>
                </a:cubicBezTo>
                <a:cubicBezTo>
                  <a:pt x="2654904" y="6731895"/>
                  <a:pt x="2660816" y="6739916"/>
                  <a:pt x="2666301" y="6738424"/>
                </a:cubicBezTo>
                <a:cubicBezTo>
                  <a:pt x="2670270" y="6737350"/>
                  <a:pt x="2672925" y="6731381"/>
                  <a:pt x="2674906" y="6723069"/>
                </a:cubicBezTo>
                <a:lnTo>
                  <a:pt x="2674899" y="6723076"/>
                </a:lnTo>
                <a:cubicBezTo>
                  <a:pt x="2676157" y="6717780"/>
                  <a:pt x="2678671" y="6711633"/>
                  <a:pt x="2678792" y="6704902"/>
                </a:cubicBezTo>
                <a:cubicBezTo>
                  <a:pt x="2678894" y="6698965"/>
                  <a:pt x="2678106" y="6692551"/>
                  <a:pt x="2677129" y="6686341"/>
                </a:cubicBezTo>
                <a:cubicBezTo>
                  <a:pt x="2676170" y="6680194"/>
                  <a:pt x="2672639" y="6674707"/>
                  <a:pt x="2670442" y="6669087"/>
                </a:cubicBezTo>
                <a:cubicBezTo>
                  <a:pt x="2668238" y="6663468"/>
                  <a:pt x="2663762" y="6649606"/>
                  <a:pt x="2655151" y="6649193"/>
                </a:cubicBezTo>
                <a:close/>
                <a:moveTo>
                  <a:pt x="2724417" y="6641198"/>
                </a:moveTo>
                <a:cubicBezTo>
                  <a:pt x="2717952" y="6643053"/>
                  <a:pt x="2715229" y="6655689"/>
                  <a:pt x="2714663" y="6658909"/>
                </a:cubicBezTo>
                <a:cubicBezTo>
                  <a:pt x="2712778" y="6669646"/>
                  <a:pt x="2715571" y="6673107"/>
                  <a:pt x="2716480" y="6688195"/>
                </a:cubicBezTo>
                <a:cubicBezTo>
                  <a:pt x="2716911" y="6695370"/>
                  <a:pt x="2716619" y="6700209"/>
                  <a:pt x="2716104" y="6704298"/>
                </a:cubicBezTo>
                <a:cubicBezTo>
                  <a:pt x="2715273" y="6710941"/>
                  <a:pt x="2715247" y="6715297"/>
                  <a:pt x="2717857" y="6720859"/>
                </a:cubicBezTo>
                <a:cubicBezTo>
                  <a:pt x="2721115" y="6727800"/>
                  <a:pt x="2729484" y="6735566"/>
                  <a:pt x="2735942" y="6733642"/>
                </a:cubicBezTo>
                <a:cubicBezTo>
                  <a:pt x="2738416" y="6732909"/>
                  <a:pt x="2740488" y="6730607"/>
                  <a:pt x="2742032" y="6727710"/>
                </a:cubicBezTo>
                <a:lnTo>
                  <a:pt x="2744953" y="6718208"/>
                </a:lnTo>
                <a:lnTo>
                  <a:pt x="2744953" y="6718212"/>
                </a:lnTo>
                <a:lnTo>
                  <a:pt x="2744953" y="6718205"/>
                </a:lnTo>
                <a:lnTo>
                  <a:pt x="2744953" y="6718208"/>
                </a:lnTo>
                <a:lnTo>
                  <a:pt x="2742063" y="6702323"/>
                </a:lnTo>
                <a:cubicBezTo>
                  <a:pt x="2740559" y="6697828"/>
                  <a:pt x="2739326" y="6692945"/>
                  <a:pt x="2739257" y="6686182"/>
                </a:cubicBezTo>
                <a:cubicBezTo>
                  <a:pt x="2739117" y="6673476"/>
                  <a:pt x="2743143" y="6671082"/>
                  <a:pt x="2741676" y="6659962"/>
                </a:cubicBezTo>
                <a:cubicBezTo>
                  <a:pt x="2740356" y="6650006"/>
                  <a:pt x="2731231" y="6639237"/>
                  <a:pt x="2724417" y="6641198"/>
                </a:cubicBezTo>
                <a:close/>
                <a:moveTo>
                  <a:pt x="2802770" y="6633350"/>
                </a:moveTo>
                <a:cubicBezTo>
                  <a:pt x="2796953" y="6632880"/>
                  <a:pt x="2794622" y="6640983"/>
                  <a:pt x="2792718" y="6650514"/>
                </a:cubicBezTo>
                <a:cubicBezTo>
                  <a:pt x="2791524" y="6656451"/>
                  <a:pt x="2789479" y="6663360"/>
                  <a:pt x="2789511" y="6670973"/>
                </a:cubicBezTo>
                <a:cubicBezTo>
                  <a:pt x="2789536" y="6677775"/>
                  <a:pt x="2788755" y="6685058"/>
                  <a:pt x="2789593" y="6691916"/>
                </a:cubicBezTo>
                <a:cubicBezTo>
                  <a:pt x="2790488" y="6699307"/>
                  <a:pt x="2792324" y="6706439"/>
                  <a:pt x="2793975" y="6712413"/>
                </a:cubicBezTo>
                <a:cubicBezTo>
                  <a:pt x="2795575" y="6718224"/>
                  <a:pt x="2806345" y="6729089"/>
                  <a:pt x="2811501" y="6726917"/>
                </a:cubicBezTo>
                <a:cubicBezTo>
                  <a:pt x="2814447" y="6725672"/>
                  <a:pt x="2815717" y="6719272"/>
                  <a:pt x="2816415" y="6714027"/>
                </a:cubicBezTo>
                <a:lnTo>
                  <a:pt x="2816422" y="6714033"/>
                </a:lnTo>
                <a:cubicBezTo>
                  <a:pt x="2817184" y="6708363"/>
                  <a:pt x="2817635" y="6701054"/>
                  <a:pt x="2817451" y="6693339"/>
                </a:cubicBezTo>
                <a:cubicBezTo>
                  <a:pt x="2817292" y="6686658"/>
                  <a:pt x="2816612" y="6679521"/>
                  <a:pt x="2815850" y="6672676"/>
                </a:cubicBezTo>
                <a:cubicBezTo>
                  <a:pt x="2815038" y="6665373"/>
                  <a:pt x="2813437" y="6658363"/>
                  <a:pt x="2812028" y="6652394"/>
                </a:cubicBezTo>
                <a:cubicBezTo>
                  <a:pt x="2809647" y="6642246"/>
                  <a:pt x="2806402" y="6633642"/>
                  <a:pt x="2802770" y="6633350"/>
                </a:cubicBezTo>
                <a:close/>
                <a:moveTo>
                  <a:pt x="2866543" y="6630036"/>
                </a:moveTo>
                <a:cubicBezTo>
                  <a:pt x="2860472" y="6628232"/>
                  <a:pt x="2854179" y="6640614"/>
                  <a:pt x="2854941" y="6650082"/>
                </a:cubicBezTo>
                <a:cubicBezTo>
                  <a:pt x="2855436" y="6656324"/>
                  <a:pt x="2854230" y="6662751"/>
                  <a:pt x="2854871" y="6668802"/>
                </a:cubicBezTo>
                <a:cubicBezTo>
                  <a:pt x="2855551" y="6675260"/>
                  <a:pt x="2858173" y="6681299"/>
                  <a:pt x="2859049" y="6687065"/>
                </a:cubicBezTo>
                <a:cubicBezTo>
                  <a:pt x="2860110" y="6693967"/>
                  <a:pt x="2860117" y="6700475"/>
                  <a:pt x="2861488" y="6705600"/>
                </a:cubicBezTo>
                <a:cubicBezTo>
                  <a:pt x="2864034" y="6715055"/>
                  <a:pt x="2868276" y="6721349"/>
                  <a:pt x="2872162" y="6720625"/>
                </a:cubicBezTo>
                <a:cubicBezTo>
                  <a:pt x="2875465" y="6720015"/>
                  <a:pt x="2879084" y="6712820"/>
                  <a:pt x="2880271" y="6703988"/>
                </a:cubicBezTo>
                <a:lnTo>
                  <a:pt x="2880271" y="6703994"/>
                </a:lnTo>
                <a:cubicBezTo>
                  <a:pt x="2881008" y="6698558"/>
                  <a:pt x="2880862" y="6692050"/>
                  <a:pt x="2880932" y="6685763"/>
                </a:cubicBezTo>
                <a:cubicBezTo>
                  <a:pt x="2881008" y="6679445"/>
                  <a:pt x="2880614" y="6673031"/>
                  <a:pt x="2880144" y="6667615"/>
                </a:cubicBezTo>
                <a:cubicBezTo>
                  <a:pt x="2879859" y="6664351"/>
                  <a:pt x="2878144" y="6655486"/>
                  <a:pt x="2876277" y="6647041"/>
                </a:cubicBezTo>
                <a:cubicBezTo>
                  <a:pt x="2874397" y="6638589"/>
                  <a:pt x="2871172" y="6631413"/>
                  <a:pt x="2866543" y="6630036"/>
                </a:cubicBezTo>
                <a:close/>
                <a:moveTo>
                  <a:pt x="2934843" y="6621171"/>
                </a:moveTo>
                <a:cubicBezTo>
                  <a:pt x="2927554" y="6621717"/>
                  <a:pt x="2922493" y="6638061"/>
                  <a:pt x="2921235" y="6645694"/>
                </a:cubicBezTo>
                <a:cubicBezTo>
                  <a:pt x="2920194" y="6652013"/>
                  <a:pt x="2920677" y="6658611"/>
                  <a:pt x="2920804" y="6664871"/>
                </a:cubicBezTo>
                <a:cubicBezTo>
                  <a:pt x="2920937" y="6671494"/>
                  <a:pt x="2921838" y="6677908"/>
                  <a:pt x="2923038" y="6683801"/>
                </a:cubicBezTo>
                <a:cubicBezTo>
                  <a:pt x="2924461" y="6690754"/>
                  <a:pt x="2927033" y="6696672"/>
                  <a:pt x="2929541" y="6701599"/>
                </a:cubicBezTo>
                <a:cubicBezTo>
                  <a:pt x="2933383" y="6709112"/>
                  <a:pt x="2937593" y="6713175"/>
                  <a:pt x="2942730" y="6712712"/>
                </a:cubicBezTo>
                <a:cubicBezTo>
                  <a:pt x="2948705" y="6712172"/>
                  <a:pt x="2947276" y="6708242"/>
                  <a:pt x="2946540" y="6699682"/>
                </a:cubicBezTo>
                <a:cubicBezTo>
                  <a:pt x="2946146" y="6695066"/>
                  <a:pt x="2946584" y="6689237"/>
                  <a:pt x="2946394" y="6682531"/>
                </a:cubicBezTo>
                <a:lnTo>
                  <a:pt x="2946401" y="6682531"/>
                </a:lnTo>
                <a:cubicBezTo>
                  <a:pt x="2946254" y="6677419"/>
                  <a:pt x="2946057" y="6671583"/>
                  <a:pt x="2946800" y="6665329"/>
                </a:cubicBezTo>
                <a:cubicBezTo>
                  <a:pt x="2948204" y="6653556"/>
                  <a:pt x="2950464" y="6646247"/>
                  <a:pt x="2946800" y="6636690"/>
                </a:cubicBezTo>
                <a:cubicBezTo>
                  <a:pt x="2944387" y="6630378"/>
                  <a:pt x="2940216" y="6620764"/>
                  <a:pt x="2934843" y="6621171"/>
                </a:cubicBezTo>
                <a:close/>
                <a:moveTo>
                  <a:pt x="3006020" y="6619380"/>
                </a:moveTo>
                <a:cubicBezTo>
                  <a:pt x="2998737" y="6619920"/>
                  <a:pt x="2994552" y="6634410"/>
                  <a:pt x="2993295" y="6642043"/>
                </a:cubicBezTo>
                <a:cubicBezTo>
                  <a:pt x="2992254" y="6648374"/>
                  <a:pt x="2991440" y="6654800"/>
                  <a:pt x="2991574" y="6661062"/>
                </a:cubicBezTo>
                <a:cubicBezTo>
                  <a:pt x="2991714" y="6667684"/>
                  <a:pt x="2993981" y="6673863"/>
                  <a:pt x="2995187" y="6679762"/>
                </a:cubicBezTo>
                <a:cubicBezTo>
                  <a:pt x="2996610" y="6686709"/>
                  <a:pt x="2997028" y="6693389"/>
                  <a:pt x="2999543" y="6698317"/>
                </a:cubicBezTo>
                <a:cubicBezTo>
                  <a:pt x="3003372" y="6705829"/>
                  <a:pt x="3008560" y="6708617"/>
                  <a:pt x="3013691" y="6708153"/>
                </a:cubicBezTo>
                <a:cubicBezTo>
                  <a:pt x="3019673" y="6707613"/>
                  <a:pt x="3019190" y="6704343"/>
                  <a:pt x="3018460" y="6695783"/>
                </a:cubicBezTo>
                <a:cubicBezTo>
                  <a:pt x="3018073" y="6691173"/>
                  <a:pt x="3018853" y="6685388"/>
                  <a:pt x="3018664" y="6678682"/>
                </a:cubicBezTo>
                <a:cubicBezTo>
                  <a:pt x="3018517" y="6673565"/>
                  <a:pt x="3018632" y="6667951"/>
                  <a:pt x="3019374" y="6661703"/>
                </a:cubicBezTo>
                <a:lnTo>
                  <a:pt x="3019368" y="6661703"/>
                </a:lnTo>
                <a:cubicBezTo>
                  <a:pt x="3020771" y="6649924"/>
                  <a:pt x="3023838" y="6641535"/>
                  <a:pt x="3020174" y="6631978"/>
                </a:cubicBezTo>
                <a:cubicBezTo>
                  <a:pt x="3017761" y="6625673"/>
                  <a:pt x="3011386" y="6618973"/>
                  <a:pt x="3006020" y="6619380"/>
                </a:cubicBezTo>
                <a:close/>
                <a:moveTo>
                  <a:pt x="3069329" y="6614440"/>
                </a:moveTo>
                <a:cubicBezTo>
                  <a:pt x="3065488" y="6614338"/>
                  <a:pt x="3061437" y="6620853"/>
                  <a:pt x="3060046" y="6625254"/>
                </a:cubicBezTo>
                <a:cubicBezTo>
                  <a:pt x="3058115" y="6631394"/>
                  <a:pt x="3060281" y="6638151"/>
                  <a:pt x="3059977" y="6644063"/>
                </a:cubicBezTo>
                <a:cubicBezTo>
                  <a:pt x="3059627" y="6650749"/>
                  <a:pt x="3059024" y="6656934"/>
                  <a:pt x="3059818" y="6662401"/>
                </a:cubicBezTo>
                <a:cubicBezTo>
                  <a:pt x="3061164" y="6671691"/>
                  <a:pt x="3063285" y="6678447"/>
                  <a:pt x="3063932" y="6680346"/>
                </a:cubicBezTo>
                <a:cubicBezTo>
                  <a:pt x="3065368" y="6684556"/>
                  <a:pt x="3067495" y="6701378"/>
                  <a:pt x="3077503" y="6701651"/>
                </a:cubicBezTo>
                <a:cubicBezTo>
                  <a:pt x="3087154" y="6701911"/>
                  <a:pt x="3083732" y="6688868"/>
                  <a:pt x="3085053" y="6682594"/>
                </a:cubicBezTo>
                <a:lnTo>
                  <a:pt x="3085046" y="6682594"/>
                </a:lnTo>
                <a:cubicBezTo>
                  <a:pt x="3086328" y="6676473"/>
                  <a:pt x="3085015" y="6670663"/>
                  <a:pt x="3085046" y="6665424"/>
                </a:cubicBezTo>
                <a:cubicBezTo>
                  <a:pt x="3085065" y="6659067"/>
                  <a:pt x="3085059" y="6653511"/>
                  <a:pt x="3084036" y="6648533"/>
                </a:cubicBezTo>
                <a:cubicBezTo>
                  <a:pt x="3082652" y="6641694"/>
                  <a:pt x="3081858" y="6635865"/>
                  <a:pt x="3080493" y="6631737"/>
                </a:cubicBezTo>
                <a:cubicBezTo>
                  <a:pt x="3077909" y="6623913"/>
                  <a:pt x="3078982" y="6614700"/>
                  <a:pt x="3069329" y="6614440"/>
                </a:cubicBezTo>
                <a:close/>
                <a:moveTo>
                  <a:pt x="3140031" y="6607417"/>
                </a:moveTo>
                <a:cubicBezTo>
                  <a:pt x="3133953" y="6605613"/>
                  <a:pt x="3128201" y="6618415"/>
                  <a:pt x="3128963" y="6627882"/>
                </a:cubicBezTo>
                <a:cubicBezTo>
                  <a:pt x="3129465" y="6634124"/>
                  <a:pt x="3127724" y="6640589"/>
                  <a:pt x="3128372" y="6646641"/>
                </a:cubicBezTo>
                <a:cubicBezTo>
                  <a:pt x="3129051" y="6653105"/>
                  <a:pt x="3130544" y="6659303"/>
                  <a:pt x="3131426" y="6665068"/>
                </a:cubicBezTo>
                <a:cubicBezTo>
                  <a:pt x="3132474" y="6671964"/>
                  <a:pt x="3134201" y="6678137"/>
                  <a:pt x="3135573" y="6683255"/>
                </a:cubicBezTo>
                <a:cubicBezTo>
                  <a:pt x="3138113" y="6692710"/>
                  <a:pt x="3141733" y="6699809"/>
                  <a:pt x="3145619" y="6699085"/>
                </a:cubicBezTo>
                <a:cubicBezTo>
                  <a:pt x="3148921" y="6698482"/>
                  <a:pt x="3149277" y="6690252"/>
                  <a:pt x="3150464" y="6681432"/>
                </a:cubicBezTo>
                <a:cubicBezTo>
                  <a:pt x="3151200" y="6675990"/>
                  <a:pt x="3152159" y="6669881"/>
                  <a:pt x="3152241" y="6663595"/>
                </a:cubicBezTo>
                <a:lnTo>
                  <a:pt x="3152241" y="6663589"/>
                </a:lnTo>
                <a:cubicBezTo>
                  <a:pt x="3152312" y="6657277"/>
                  <a:pt x="3153474" y="6650933"/>
                  <a:pt x="3152997" y="6645510"/>
                </a:cubicBezTo>
                <a:cubicBezTo>
                  <a:pt x="3152705" y="6642240"/>
                  <a:pt x="3150445" y="6633579"/>
                  <a:pt x="3148578" y="6625120"/>
                </a:cubicBezTo>
                <a:cubicBezTo>
                  <a:pt x="3146711" y="6616681"/>
                  <a:pt x="3144660" y="6608794"/>
                  <a:pt x="3140031" y="6607417"/>
                </a:cubicBezTo>
                <a:close/>
                <a:moveTo>
                  <a:pt x="2611031" y="6478588"/>
                </a:moveTo>
                <a:cubicBezTo>
                  <a:pt x="2603742" y="6479134"/>
                  <a:pt x="2600020" y="6492532"/>
                  <a:pt x="2598763" y="6500165"/>
                </a:cubicBezTo>
                <a:cubicBezTo>
                  <a:pt x="2597722" y="6506490"/>
                  <a:pt x="2595728" y="6512840"/>
                  <a:pt x="2595861" y="6519100"/>
                </a:cubicBezTo>
                <a:cubicBezTo>
                  <a:pt x="2595995" y="6525730"/>
                  <a:pt x="2597322" y="6532214"/>
                  <a:pt x="2598528" y="6538106"/>
                </a:cubicBezTo>
                <a:cubicBezTo>
                  <a:pt x="2599944" y="6545066"/>
                  <a:pt x="2602789" y="6550984"/>
                  <a:pt x="2605304" y="6555911"/>
                </a:cubicBezTo>
                <a:cubicBezTo>
                  <a:pt x="2609133" y="6563424"/>
                  <a:pt x="2613629" y="6568408"/>
                  <a:pt x="2618765" y="6567945"/>
                </a:cubicBezTo>
                <a:lnTo>
                  <a:pt x="2618765" y="6567939"/>
                </a:lnTo>
                <a:cubicBezTo>
                  <a:pt x="2624753" y="6567393"/>
                  <a:pt x="2626182" y="6562192"/>
                  <a:pt x="2625452" y="6553626"/>
                </a:cubicBezTo>
                <a:cubicBezTo>
                  <a:pt x="2625052" y="6549010"/>
                  <a:pt x="2622157" y="6543453"/>
                  <a:pt x="2621966" y="6536741"/>
                </a:cubicBezTo>
                <a:cubicBezTo>
                  <a:pt x="2621820" y="6531629"/>
                  <a:pt x="2623833" y="6526003"/>
                  <a:pt x="2624588" y="6519755"/>
                </a:cubicBezTo>
                <a:cubicBezTo>
                  <a:pt x="2625998" y="6507982"/>
                  <a:pt x="2626100" y="6500571"/>
                  <a:pt x="2622436" y="6491015"/>
                </a:cubicBezTo>
                <a:cubicBezTo>
                  <a:pt x="2620023" y="6484703"/>
                  <a:pt x="2616390" y="6478181"/>
                  <a:pt x="2611031" y="6478588"/>
                </a:cubicBezTo>
                <a:close/>
                <a:moveTo>
                  <a:pt x="2674226" y="6472981"/>
                </a:moveTo>
                <a:cubicBezTo>
                  <a:pt x="2670391" y="6472879"/>
                  <a:pt x="2667781" y="6479318"/>
                  <a:pt x="2666384" y="6483725"/>
                </a:cubicBezTo>
                <a:cubicBezTo>
                  <a:pt x="2664447" y="6489859"/>
                  <a:pt x="2664479" y="6496133"/>
                  <a:pt x="2664174" y="6502045"/>
                </a:cubicBezTo>
                <a:cubicBezTo>
                  <a:pt x="2663832" y="6508744"/>
                  <a:pt x="2665191" y="6514777"/>
                  <a:pt x="2665984" y="6520244"/>
                </a:cubicBezTo>
                <a:cubicBezTo>
                  <a:pt x="2667331" y="6529534"/>
                  <a:pt x="2669032" y="6536182"/>
                  <a:pt x="2669686" y="6538081"/>
                </a:cubicBezTo>
                <a:cubicBezTo>
                  <a:pt x="2671121" y="6542291"/>
                  <a:pt x="2672423" y="6558769"/>
                  <a:pt x="2682431" y="6559042"/>
                </a:cubicBezTo>
                <a:cubicBezTo>
                  <a:pt x="2692083" y="6559303"/>
                  <a:pt x="2689549" y="6547072"/>
                  <a:pt x="2690857" y="6540798"/>
                </a:cubicBezTo>
                <a:lnTo>
                  <a:pt x="2690851" y="6540805"/>
                </a:lnTo>
                <a:cubicBezTo>
                  <a:pt x="2692133" y="6534677"/>
                  <a:pt x="2689803" y="6528677"/>
                  <a:pt x="2689829" y="6523444"/>
                </a:cubicBezTo>
                <a:cubicBezTo>
                  <a:pt x="2689860" y="6517087"/>
                  <a:pt x="2690959" y="6511335"/>
                  <a:pt x="2689949" y="6506344"/>
                </a:cubicBezTo>
                <a:cubicBezTo>
                  <a:pt x="2688565" y="6499505"/>
                  <a:pt x="2685828" y="6494202"/>
                  <a:pt x="2684463" y="6490075"/>
                </a:cubicBezTo>
                <a:cubicBezTo>
                  <a:pt x="2681872" y="6482252"/>
                  <a:pt x="2683879" y="6473241"/>
                  <a:pt x="2674226" y="6472981"/>
                </a:cubicBezTo>
                <a:close/>
                <a:moveTo>
                  <a:pt x="2745270" y="6464313"/>
                </a:moveTo>
                <a:cubicBezTo>
                  <a:pt x="2739200" y="6462509"/>
                  <a:pt x="2733561" y="6476410"/>
                  <a:pt x="2734323" y="6485878"/>
                </a:cubicBezTo>
                <a:cubicBezTo>
                  <a:pt x="2734812" y="6492120"/>
                  <a:pt x="2733542" y="6498527"/>
                  <a:pt x="2734189" y="6504566"/>
                </a:cubicBezTo>
                <a:cubicBezTo>
                  <a:pt x="2734875" y="6511037"/>
                  <a:pt x="2735650" y="6517304"/>
                  <a:pt x="2736527" y="6523069"/>
                </a:cubicBezTo>
                <a:cubicBezTo>
                  <a:pt x="2737581" y="6529966"/>
                  <a:pt x="2740971" y="6535668"/>
                  <a:pt x="2742349" y="6540786"/>
                </a:cubicBezTo>
                <a:cubicBezTo>
                  <a:pt x="2744896" y="6550229"/>
                  <a:pt x="2746191" y="6555404"/>
                  <a:pt x="2750077" y="6554680"/>
                </a:cubicBezTo>
                <a:cubicBezTo>
                  <a:pt x="2753379" y="6554070"/>
                  <a:pt x="2754491" y="6548324"/>
                  <a:pt x="2755678" y="6539497"/>
                </a:cubicBezTo>
                <a:lnTo>
                  <a:pt x="2755672" y="6539503"/>
                </a:lnTo>
                <a:cubicBezTo>
                  <a:pt x="2756402" y="6534055"/>
                  <a:pt x="2757608" y="6527921"/>
                  <a:pt x="2757678" y="6521634"/>
                </a:cubicBezTo>
                <a:cubicBezTo>
                  <a:pt x="2757761" y="6515310"/>
                  <a:pt x="2757348" y="6509048"/>
                  <a:pt x="2756872" y="6503632"/>
                </a:cubicBezTo>
                <a:cubicBezTo>
                  <a:pt x="2756586" y="6500368"/>
                  <a:pt x="2757837" y="6491059"/>
                  <a:pt x="2755970" y="6482601"/>
                </a:cubicBezTo>
                <a:cubicBezTo>
                  <a:pt x="2754097" y="6474162"/>
                  <a:pt x="2749899" y="6465691"/>
                  <a:pt x="2745270" y="6464313"/>
                </a:cubicBezTo>
                <a:close/>
                <a:moveTo>
                  <a:pt x="2809748" y="6457741"/>
                </a:moveTo>
                <a:cubicBezTo>
                  <a:pt x="2805360" y="6457538"/>
                  <a:pt x="2799112" y="6461792"/>
                  <a:pt x="2797315" y="6466847"/>
                </a:cubicBezTo>
                <a:cubicBezTo>
                  <a:pt x="2794769" y="6473997"/>
                  <a:pt x="2799937" y="6480131"/>
                  <a:pt x="2802567" y="6492716"/>
                </a:cubicBezTo>
                <a:cubicBezTo>
                  <a:pt x="2804497" y="6501924"/>
                  <a:pt x="2804008" y="6508306"/>
                  <a:pt x="2803093" y="6514224"/>
                </a:cubicBezTo>
                <a:cubicBezTo>
                  <a:pt x="2801893" y="6522003"/>
                  <a:pt x="2801411" y="6528391"/>
                  <a:pt x="2804909" y="6536151"/>
                </a:cubicBezTo>
                <a:cubicBezTo>
                  <a:pt x="2808135" y="6543307"/>
                  <a:pt x="2815044" y="6549854"/>
                  <a:pt x="2820531" y="6548368"/>
                </a:cubicBezTo>
                <a:cubicBezTo>
                  <a:pt x="2824506" y="6547295"/>
                  <a:pt x="2827846" y="6542348"/>
                  <a:pt x="2829827" y="6534036"/>
                </a:cubicBezTo>
                <a:cubicBezTo>
                  <a:pt x="2831090" y="6528740"/>
                  <a:pt x="2831135" y="6522454"/>
                  <a:pt x="2831256" y="6515722"/>
                </a:cubicBezTo>
                <a:lnTo>
                  <a:pt x="2831249" y="6515722"/>
                </a:lnTo>
                <a:cubicBezTo>
                  <a:pt x="2831351" y="6509779"/>
                  <a:pt x="2831611" y="6503556"/>
                  <a:pt x="2830633" y="6497346"/>
                </a:cubicBezTo>
                <a:cubicBezTo>
                  <a:pt x="2829662" y="6491199"/>
                  <a:pt x="2827102" y="6485573"/>
                  <a:pt x="2824906" y="6479953"/>
                </a:cubicBezTo>
                <a:cubicBezTo>
                  <a:pt x="2822702" y="6474333"/>
                  <a:pt x="2818359" y="6458153"/>
                  <a:pt x="2809748" y="6457741"/>
                </a:cubicBezTo>
                <a:close/>
                <a:moveTo>
                  <a:pt x="2883186" y="6452603"/>
                </a:moveTo>
                <a:cubicBezTo>
                  <a:pt x="2877369" y="6452127"/>
                  <a:pt x="2872131" y="6457925"/>
                  <a:pt x="2870213" y="6467450"/>
                </a:cubicBezTo>
                <a:cubicBezTo>
                  <a:pt x="2869032" y="6473387"/>
                  <a:pt x="2868880" y="6480918"/>
                  <a:pt x="2868911" y="6488532"/>
                </a:cubicBezTo>
                <a:cubicBezTo>
                  <a:pt x="2868943" y="6495333"/>
                  <a:pt x="2871946" y="6502299"/>
                  <a:pt x="2872785" y="6509150"/>
                </a:cubicBezTo>
                <a:cubicBezTo>
                  <a:pt x="2873686" y="6516536"/>
                  <a:pt x="2874397" y="6523572"/>
                  <a:pt x="2876042" y="6529553"/>
                </a:cubicBezTo>
                <a:cubicBezTo>
                  <a:pt x="2877649" y="6535369"/>
                  <a:pt x="2886748" y="6546247"/>
                  <a:pt x="2891905" y="6544075"/>
                </a:cubicBezTo>
                <a:cubicBezTo>
                  <a:pt x="2894851" y="6542843"/>
                  <a:pt x="2894153" y="6536544"/>
                  <a:pt x="2894851" y="6531293"/>
                </a:cubicBezTo>
                <a:lnTo>
                  <a:pt x="2894839" y="6531299"/>
                </a:lnTo>
                <a:cubicBezTo>
                  <a:pt x="2895601" y="6525629"/>
                  <a:pt x="2898724" y="6518599"/>
                  <a:pt x="2898540" y="6510878"/>
                </a:cubicBezTo>
                <a:cubicBezTo>
                  <a:pt x="2898388" y="6504191"/>
                  <a:pt x="2895168" y="6497295"/>
                  <a:pt x="2894400" y="6490450"/>
                </a:cubicBezTo>
                <a:cubicBezTo>
                  <a:pt x="2893574" y="6483153"/>
                  <a:pt x="2894692" y="6475756"/>
                  <a:pt x="2893295" y="6469780"/>
                </a:cubicBezTo>
                <a:cubicBezTo>
                  <a:pt x="2890914" y="6459639"/>
                  <a:pt x="2886824" y="6452908"/>
                  <a:pt x="2883186" y="6452603"/>
                </a:cubicBezTo>
                <a:close/>
                <a:moveTo>
                  <a:pt x="2944901" y="6445555"/>
                </a:moveTo>
                <a:cubicBezTo>
                  <a:pt x="2938444" y="6447409"/>
                  <a:pt x="2936894" y="6460744"/>
                  <a:pt x="2936329" y="6463951"/>
                </a:cubicBezTo>
                <a:cubicBezTo>
                  <a:pt x="2934443" y="6474689"/>
                  <a:pt x="2938189" y="6477851"/>
                  <a:pt x="2939098" y="6492939"/>
                </a:cubicBezTo>
                <a:cubicBezTo>
                  <a:pt x="2939530" y="6500121"/>
                  <a:pt x="2939612" y="6505385"/>
                  <a:pt x="2939104" y="6509462"/>
                </a:cubicBezTo>
                <a:cubicBezTo>
                  <a:pt x="2938266" y="6516116"/>
                  <a:pt x="2936882" y="6519691"/>
                  <a:pt x="2939498" y="6525254"/>
                </a:cubicBezTo>
                <a:cubicBezTo>
                  <a:pt x="2942749" y="6532194"/>
                  <a:pt x="2949334" y="6537827"/>
                  <a:pt x="2955792" y="6535903"/>
                </a:cubicBezTo>
                <a:lnTo>
                  <a:pt x="2955798" y="6535896"/>
                </a:lnTo>
                <a:cubicBezTo>
                  <a:pt x="2960745" y="6534430"/>
                  <a:pt x="2966257" y="6529457"/>
                  <a:pt x="2966974" y="6523228"/>
                </a:cubicBezTo>
                <a:cubicBezTo>
                  <a:pt x="2967743" y="6516631"/>
                  <a:pt x="2964898" y="6511843"/>
                  <a:pt x="2963265" y="6506991"/>
                </a:cubicBezTo>
                <a:cubicBezTo>
                  <a:pt x="2961748" y="6502501"/>
                  <a:pt x="2960255" y="6497803"/>
                  <a:pt x="2960186" y="6491040"/>
                </a:cubicBezTo>
                <a:cubicBezTo>
                  <a:pt x="2960040" y="6478340"/>
                  <a:pt x="2964421" y="6475870"/>
                  <a:pt x="2962967" y="6464738"/>
                </a:cubicBezTo>
                <a:cubicBezTo>
                  <a:pt x="2961647" y="6454782"/>
                  <a:pt x="2951709" y="6443593"/>
                  <a:pt x="2944901" y="6445555"/>
                </a:cubicBezTo>
                <a:close/>
                <a:moveTo>
                  <a:pt x="3017819" y="6437675"/>
                </a:moveTo>
                <a:cubicBezTo>
                  <a:pt x="3011748" y="6435871"/>
                  <a:pt x="3004090" y="6448451"/>
                  <a:pt x="3004840" y="6457919"/>
                </a:cubicBezTo>
                <a:cubicBezTo>
                  <a:pt x="3005341" y="6464160"/>
                  <a:pt x="3007100" y="6470307"/>
                  <a:pt x="3007735" y="6476353"/>
                </a:cubicBezTo>
                <a:cubicBezTo>
                  <a:pt x="3008421" y="6482823"/>
                  <a:pt x="3007786" y="6489281"/>
                  <a:pt x="3008662" y="6495047"/>
                </a:cubicBezTo>
                <a:cubicBezTo>
                  <a:pt x="3009716" y="6501943"/>
                  <a:pt x="3011805" y="6508090"/>
                  <a:pt x="3013177" y="6513208"/>
                </a:cubicBezTo>
                <a:cubicBezTo>
                  <a:pt x="3015723" y="6522663"/>
                  <a:pt x="3019559" y="6529274"/>
                  <a:pt x="3023445" y="6528550"/>
                </a:cubicBezTo>
                <a:cubicBezTo>
                  <a:pt x="3026747" y="6527940"/>
                  <a:pt x="3030023" y="6520510"/>
                  <a:pt x="3031211" y="6511684"/>
                </a:cubicBezTo>
                <a:lnTo>
                  <a:pt x="3031211" y="6511678"/>
                </a:lnTo>
                <a:cubicBezTo>
                  <a:pt x="3031941" y="6506242"/>
                  <a:pt x="3031191" y="6499765"/>
                  <a:pt x="3031274" y="6493478"/>
                </a:cubicBezTo>
                <a:cubicBezTo>
                  <a:pt x="3031344" y="6487160"/>
                  <a:pt x="3029464" y="6480969"/>
                  <a:pt x="3028995" y="6475552"/>
                </a:cubicBezTo>
                <a:cubicBezTo>
                  <a:pt x="3028702" y="6472289"/>
                  <a:pt x="3028353" y="6463449"/>
                  <a:pt x="3026486" y="6454991"/>
                </a:cubicBezTo>
                <a:cubicBezTo>
                  <a:pt x="3024626" y="6446552"/>
                  <a:pt x="3022448" y="6439053"/>
                  <a:pt x="3017819" y="6437675"/>
                </a:cubicBezTo>
                <a:close/>
                <a:moveTo>
                  <a:pt x="3087821" y="6431160"/>
                </a:moveTo>
                <a:cubicBezTo>
                  <a:pt x="3082005" y="6430690"/>
                  <a:pt x="3077185" y="6435852"/>
                  <a:pt x="3075267" y="6445384"/>
                </a:cubicBezTo>
                <a:cubicBezTo>
                  <a:pt x="3074073" y="6451321"/>
                  <a:pt x="3075902" y="6458776"/>
                  <a:pt x="3075934" y="6466377"/>
                </a:cubicBezTo>
                <a:cubicBezTo>
                  <a:pt x="3075965" y="6473178"/>
                  <a:pt x="3075597" y="6480290"/>
                  <a:pt x="3076435" y="6487141"/>
                </a:cubicBezTo>
                <a:cubicBezTo>
                  <a:pt x="3077337" y="6494533"/>
                  <a:pt x="3078906" y="6501492"/>
                  <a:pt x="3080557" y="6507468"/>
                </a:cubicBezTo>
                <a:cubicBezTo>
                  <a:pt x="3082157" y="6513278"/>
                  <a:pt x="3090730" y="6522448"/>
                  <a:pt x="3095885" y="6520276"/>
                </a:cubicBezTo>
                <a:cubicBezTo>
                  <a:pt x="3098832" y="6519044"/>
                  <a:pt x="3100324" y="6514612"/>
                  <a:pt x="3101023" y="6509360"/>
                </a:cubicBezTo>
                <a:cubicBezTo>
                  <a:pt x="3101785" y="6503683"/>
                  <a:pt x="3102744" y="6496476"/>
                  <a:pt x="3102559" y="6488754"/>
                </a:cubicBezTo>
                <a:cubicBezTo>
                  <a:pt x="3102400" y="6482067"/>
                  <a:pt x="3099917" y="6475146"/>
                  <a:pt x="3099143" y="6468307"/>
                </a:cubicBezTo>
                <a:cubicBezTo>
                  <a:pt x="3098337" y="6461004"/>
                  <a:pt x="3097219" y="6454121"/>
                  <a:pt x="3095822" y="6448139"/>
                </a:cubicBezTo>
                <a:cubicBezTo>
                  <a:pt x="3093440" y="6438005"/>
                  <a:pt x="3091460" y="6431464"/>
                  <a:pt x="3087821" y="6431160"/>
                </a:cubicBezTo>
                <a:close/>
                <a:moveTo>
                  <a:pt x="2622772" y="6295543"/>
                </a:moveTo>
                <a:cubicBezTo>
                  <a:pt x="2616696" y="6293733"/>
                  <a:pt x="2610066" y="6306376"/>
                  <a:pt x="2610816" y="6315844"/>
                </a:cubicBezTo>
                <a:cubicBezTo>
                  <a:pt x="2611317" y="6322092"/>
                  <a:pt x="2613698" y="6328144"/>
                  <a:pt x="2614346" y="6334195"/>
                </a:cubicBezTo>
                <a:cubicBezTo>
                  <a:pt x="2615032" y="6340666"/>
                  <a:pt x="2612994" y="6347251"/>
                  <a:pt x="2613870" y="6353016"/>
                </a:cubicBezTo>
                <a:cubicBezTo>
                  <a:pt x="2614930" y="6359925"/>
                  <a:pt x="2618213" y="6365710"/>
                  <a:pt x="2619591" y="6370828"/>
                </a:cubicBezTo>
                <a:cubicBezTo>
                  <a:pt x="2622125" y="6380283"/>
                  <a:pt x="2624493" y="6387389"/>
                  <a:pt x="2628380" y="6386665"/>
                </a:cubicBezTo>
                <a:cubicBezTo>
                  <a:pt x="2631682" y="6386062"/>
                  <a:pt x="2633568" y="6378353"/>
                  <a:pt x="2634755" y="6369520"/>
                </a:cubicBezTo>
                <a:cubicBezTo>
                  <a:pt x="2635492" y="6364084"/>
                  <a:pt x="2636654" y="6357798"/>
                  <a:pt x="2636736" y="6351511"/>
                </a:cubicBezTo>
                <a:cubicBezTo>
                  <a:pt x="2636799" y="6345187"/>
                  <a:pt x="2635942" y="6338856"/>
                  <a:pt x="2635466" y="6333433"/>
                </a:cubicBezTo>
                <a:cubicBezTo>
                  <a:pt x="2635180" y="6330163"/>
                  <a:pt x="2632723" y="6321584"/>
                  <a:pt x="2630856" y="6313139"/>
                </a:cubicBezTo>
                <a:cubicBezTo>
                  <a:pt x="2628983" y="6304693"/>
                  <a:pt x="2627401" y="6296921"/>
                  <a:pt x="2622772" y="6295543"/>
                </a:cubicBezTo>
                <a:close/>
                <a:moveTo>
                  <a:pt x="2692889" y="6287370"/>
                </a:moveTo>
                <a:cubicBezTo>
                  <a:pt x="2687079" y="6286894"/>
                  <a:pt x="2682900" y="6294038"/>
                  <a:pt x="2680983" y="6303569"/>
                </a:cubicBezTo>
                <a:cubicBezTo>
                  <a:pt x="2679789" y="6309506"/>
                  <a:pt x="2680342" y="6316790"/>
                  <a:pt x="2680373" y="6324397"/>
                </a:cubicBezTo>
                <a:cubicBezTo>
                  <a:pt x="2680399" y="6331211"/>
                  <a:pt x="2678671" y="6338532"/>
                  <a:pt x="2679510" y="6345384"/>
                </a:cubicBezTo>
                <a:cubicBezTo>
                  <a:pt x="2680418" y="6352769"/>
                  <a:pt x="2684730" y="6359259"/>
                  <a:pt x="2686381" y="6365234"/>
                </a:cubicBezTo>
                <a:cubicBezTo>
                  <a:pt x="2687981" y="6371057"/>
                  <a:pt x="2696159" y="6381674"/>
                  <a:pt x="2701315" y="6379502"/>
                </a:cubicBezTo>
                <a:cubicBezTo>
                  <a:pt x="2704249" y="6378258"/>
                  <a:pt x="2705202" y="6372619"/>
                  <a:pt x="2705900" y="6367374"/>
                </a:cubicBezTo>
                <a:cubicBezTo>
                  <a:pt x="2706656" y="6361703"/>
                  <a:pt x="2707348" y="6354502"/>
                  <a:pt x="2707164" y="6346787"/>
                </a:cubicBezTo>
                <a:lnTo>
                  <a:pt x="2707170" y="6346787"/>
                </a:lnTo>
                <a:cubicBezTo>
                  <a:pt x="2707005" y="6340107"/>
                  <a:pt x="2707570" y="6332874"/>
                  <a:pt x="2706802" y="6326029"/>
                </a:cubicBezTo>
                <a:cubicBezTo>
                  <a:pt x="2705989" y="6318720"/>
                  <a:pt x="2703119" y="6311919"/>
                  <a:pt x="2701709" y="6305944"/>
                </a:cubicBezTo>
                <a:cubicBezTo>
                  <a:pt x="2699328" y="6295803"/>
                  <a:pt x="2696527" y="6287675"/>
                  <a:pt x="2692889" y="6287370"/>
                </a:cubicBezTo>
                <a:close/>
                <a:moveTo>
                  <a:pt x="2759971" y="6281414"/>
                </a:moveTo>
                <a:cubicBezTo>
                  <a:pt x="2752681" y="6281967"/>
                  <a:pt x="2750058" y="6297911"/>
                  <a:pt x="2748795" y="6305544"/>
                </a:cubicBezTo>
                <a:cubicBezTo>
                  <a:pt x="2747753" y="6311862"/>
                  <a:pt x="2745004" y="6318066"/>
                  <a:pt x="2745137" y="6324327"/>
                </a:cubicBezTo>
                <a:cubicBezTo>
                  <a:pt x="2745276" y="6330944"/>
                  <a:pt x="2745194" y="6337694"/>
                  <a:pt x="2746394" y="6343593"/>
                </a:cubicBezTo>
                <a:cubicBezTo>
                  <a:pt x="2747817" y="6350540"/>
                  <a:pt x="2751570" y="6356388"/>
                  <a:pt x="2754077" y="6361303"/>
                </a:cubicBezTo>
                <a:cubicBezTo>
                  <a:pt x="2757920" y="6368815"/>
                  <a:pt x="2762574" y="6371730"/>
                  <a:pt x="2767711" y="6371266"/>
                </a:cubicBezTo>
                <a:cubicBezTo>
                  <a:pt x="2773699" y="6370720"/>
                  <a:pt x="2772448" y="6367660"/>
                  <a:pt x="2771718" y="6359100"/>
                </a:cubicBezTo>
                <a:lnTo>
                  <a:pt x="2773769" y="6341901"/>
                </a:lnTo>
                <a:lnTo>
                  <a:pt x="2773769" y="6341904"/>
                </a:lnTo>
                <a:lnTo>
                  <a:pt x="2773769" y="6341898"/>
                </a:lnTo>
                <a:lnTo>
                  <a:pt x="2773769" y="6341901"/>
                </a:lnTo>
                <a:lnTo>
                  <a:pt x="2772442" y="6324841"/>
                </a:lnTo>
                <a:cubicBezTo>
                  <a:pt x="2773851" y="6313062"/>
                  <a:pt x="2776067" y="6305481"/>
                  <a:pt x="2772404" y="6295924"/>
                </a:cubicBezTo>
                <a:cubicBezTo>
                  <a:pt x="2769991" y="6289618"/>
                  <a:pt x="2765343" y="6281020"/>
                  <a:pt x="2759971" y="6281414"/>
                </a:cubicBezTo>
                <a:close/>
                <a:moveTo>
                  <a:pt x="2825299" y="6276842"/>
                </a:moveTo>
                <a:cubicBezTo>
                  <a:pt x="2818835" y="6278709"/>
                  <a:pt x="2815952" y="6290196"/>
                  <a:pt x="2815387" y="6293415"/>
                </a:cubicBezTo>
                <a:cubicBezTo>
                  <a:pt x="2813501" y="6304153"/>
                  <a:pt x="2818422" y="6307442"/>
                  <a:pt x="2819324" y="6322530"/>
                </a:cubicBezTo>
                <a:cubicBezTo>
                  <a:pt x="2819756" y="6329718"/>
                  <a:pt x="2818835" y="6334900"/>
                  <a:pt x="2818321" y="6338989"/>
                </a:cubicBezTo>
                <a:cubicBezTo>
                  <a:pt x="2817489" y="6345638"/>
                  <a:pt x="2815025" y="6350127"/>
                  <a:pt x="2817635" y="6355703"/>
                </a:cubicBezTo>
                <a:cubicBezTo>
                  <a:pt x="2820886" y="6362643"/>
                  <a:pt x="2829433" y="6368047"/>
                  <a:pt x="2835891" y="6366129"/>
                </a:cubicBezTo>
                <a:cubicBezTo>
                  <a:pt x="2840838" y="6364662"/>
                  <a:pt x="2845778" y="6359023"/>
                  <a:pt x="2846496" y="6352807"/>
                </a:cubicBezTo>
                <a:lnTo>
                  <a:pt x="2846502" y="6352807"/>
                </a:lnTo>
                <a:cubicBezTo>
                  <a:pt x="2847270" y="6346197"/>
                  <a:pt x="2843225" y="6341986"/>
                  <a:pt x="2841594" y="6337135"/>
                </a:cubicBezTo>
                <a:cubicBezTo>
                  <a:pt x="2840088" y="6332639"/>
                  <a:pt x="2841650" y="6327394"/>
                  <a:pt x="2841568" y="6320632"/>
                </a:cubicBezTo>
                <a:cubicBezTo>
                  <a:pt x="2841429" y="6307932"/>
                  <a:pt x="2845162" y="6305360"/>
                  <a:pt x="2843695" y="6294241"/>
                </a:cubicBezTo>
                <a:cubicBezTo>
                  <a:pt x="2842387" y="6284284"/>
                  <a:pt x="2832107" y="6274893"/>
                  <a:pt x="2825299" y="6276842"/>
                </a:cubicBezTo>
                <a:close/>
                <a:moveTo>
                  <a:pt x="2895467" y="6270194"/>
                </a:moveTo>
                <a:cubicBezTo>
                  <a:pt x="2891632" y="6270085"/>
                  <a:pt x="2888520" y="6277871"/>
                  <a:pt x="2887123" y="6282271"/>
                </a:cubicBezTo>
                <a:cubicBezTo>
                  <a:pt x="2885193" y="6288405"/>
                  <a:pt x="2885675" y="6294825"/>
                  <a:pt x="2885370" y="6300737"/>
                </a:cubicBezTo>
                <a:cubicBezTo>
                  <a:pt x="2885028" y="6307436"/>
                  <a:pt x="2882932" y="6313970"/>
                  <a:pt x="2883726" y="6319438"/>
                </a:cubicBezTo>
                <a:cubicBezTo>
                  <a:pt x="2885072" y="6328728"/>
                  <a:pt x="2889777" y="6335027"/>
                  <a:pt x="2890425" y="6336926"/>
                </a:cubicBezTo>
                <a:cubicBezTo>
                  <a:pt x="2891873" y="6341142"/>
                  <a:pt x="2893556" y="6360109"/>
                  <a:pt x="2903557" y="6360376"/>
                </a:cubicBezTo>
                <a:cubicBezTo>
                  <a:pt x="2913209" y="6360637"/>
                  <a:pt x="2910173" y="6345644"/>
                  <a:pt x="2911482" y="6339370"/>
                </a:cubicBezTo>
                <a:cubicBezTo>
                  <a:pt x="2912765" y="6333242"/>
                  <a:pt x="2912529" y="6327375"/>
                  <a:pt x="2912561" y="6322137"/>
                </a:cubicBezTo>
                <a:lnTo>
                  <a:pt x="2912568" y="6322149"/>
                </a:lnTo>
                <a:cubicBezTo>
                  <a:pt x="2912586" y="6315793"/>
                  <a:pt x="2913495" y="6309767"/>
                  <a:pt x="2912485" y="6304776"/>
                </a:cubicBezTo>
                <a:cubicBezTo>
                  <a:pt x="2911082" y="6297936"/>
                  <a:pt x="2908973" y="6292253"/>
                  <a:pt x="2907608" y="6288126"/>
                </a:cubicBezTo>
                <a:cubicBezTo>
                  <a:pt x="2905011" y="6280309"/>
                  <a:pt x="2905119" y="6270454"/>
                  <a:pt x="2895467" y="6270194"/>
                </a:cubicBezTo>
                <a:close/>
                <a:moveTo>
                  <a:pt x="2960643" y="6262834"/>
                </a:moveTo>
                <a:cubicBezTo>
                  <a:pt x="2956262" y="6262624"/>
                  <a:pt x="2951398" y="6267342"/>
                  <a:pt x="2949600" y="6272397"/>
                </a:cubicBezTo>
                <a:cubicBezTo>
                  <a:pt x="2947054" y="6279541"/>
                  <a:pt x="2953328" y="6284671"/>
                  <a:pt x="2955957" y="6297257"/>
                </a:cubicBezTo>
                <a:cubicBezTo>
                  <a:pt x="2957881" y="6306458"/>
                  <a:pt x="2956414" y="6313596"/>
                  <a:pt x="2955493" y="6319514"/>
                </a:cubicBezTo>
                <a:cubicBezTo>
                  <a:pt x="2954293" y="6327293"/>
                  <a:pt x="2952090" y="6333541"/>
                  <a:pt x="2955588" y="6341307"/>
                </a:cubicBezTo>
                <a:cubicBezTo>
                  <a:pt x="2958808" y="6348470"/>
                  <a:pt x="2966009" y="6355163"/>
                  <a:pt x="2971489" y="6353683"/>
                </a:cubicBezTo>
                <a:cubicBezTo>
                  <a:pt x="2975471" y="6352604"/>
                  <a:pt x="2977795" y="6347187"/>
                  <a:pt x="2979776" y="6338875"/>
                </a:cubicBezTo>
                <a:cubicBezTo>
                  <a:pt x="2981039" y="6333579"/>
                  <a:pt x="2984507" y="6327566"/>
                  <a:pt x="2984627" y="6320822"/>
                </a:cubicBezTo>
                <a:cubicBezTo>
                  <a:pt x="2984735" y="6314885"/>
                  <a:pt x="2982424" y="6308617"/>
                  <a:pt x="2981446" y="6302420"/>
                </a:cubicBezTo>
                <a:cubicBezTo>
                  <a:pt x="2980474" y="6296273"/>
                  <a:pt x="2979078" y="6290209"/>
                  <a:pt x="2976880" y="6284589"/>
                </a:cubicBezTo>
                <a:cubicBezTo>
                  <a:pt x="2974677" y="6278969"/>
                  <a:pt x="2969254" y="6263247"/>
                  <a:pt x="2960643" y="6262834"/>
                </a:cubicBezTo>
                <a:close/>
                <a:moveTo>
                  <a:pt x="3032760" y="6255918"/>
                </a:moveTo>
                <a:cubicBezTo>
                  <a:pt x="3028372" y="6255715"/>
                  <a:pt x="3022657" y="6259119"/>
                  <a:pt x="3020854" y="6264174"/>
                </a:cubicBezTo>
                <a:cubicBezTo>
                  <a:pt x="3018302" y="6271324"/>
                  <a:pt x="3024841" y="6276899"/>
                  <a:pt x="3027483" y="6289485"/>
                </a:cubicBezTo>
                <a:cubicBezTo>
                  <a:pt x="3029407" y="6298692"/>
                  <a:pt x="3027337" y="6305512"/>
                  <a:pt x="3026423" y="6311430"/>
                </a:cubicBezTo>
                <a:cubicBezTo>
                  <a:pt x="3025223" y="6319203"/>
                  <a:pt x="3023172" y="6326137"/>
                  <a:pt x="3026664" y="6333897"/>
                </a:cubicBezTo>
                <a:cubicBezTo>
                  <a:pt x="3029896" y="6341059"/>
                  <a:pt x="3037961" y="6346489"/>
                  <a:pt x="3043447" y="6345009"/>
                </a:cubicBezTo>
                <a:cubicBezTo>
                  <a:pt x="3047428" y="6343930"/>
                  <a:pt x="3050832" y="6339497"/>
                  <a:pt x="3052813" y="6331185"/>
                </a:cubicBezTo>
                <a:lnTo>
                  <a:pt x="3052820" y="6331185"/>
                </a:lnTo>
                <a:cubicBezTo>
                  <a:pt x="3054077" y="6325889"/>
                  <a:pt x="3054306" y="6319615"/>
                  <a:pt x="3054426" y="6312884"/>
                </a:cubicBezTo>
                <a:cubicBezTo>
                  <a:pt x="3054528" y="6306947"/>
                  <a:pt x="3053430" y="6300908"/>
                  <a:pt x="3052451" y="6294698"/>
                </a:cubicBezTo>
                <a:cubicBezTo>
                  <a:pt x="3051486" y="6288558"/>
                  <a:pt x="3052179" y="6281941"/>
                  <a:pt x="3049981" y="6276321"/>
                </a:cubicBezTo>
                <a:cubicBezTo>
                  <a:pt x="3047778" y="6270701"/>
                  <a:pt x="3041364" y="6256331"/>
                  <a:pt x="3032760" y="6255918"/>
                </a:cubicBezTo>
                <a:close/>
                <a:moveTo>
                  <a:pt x="2638863" y="6115133"/>
                </a:moveTo>
                <a:cubicBezTo>
                  <a:pt x="2634475" y="6114929"/>
                  <a:pt x="2630583" y="6119565"/>
                  <a:pt x="2628786" y="6124620"/>
                </a:cubicBezTo>
                <a:cubicBezTo>
                  <a:pt x="2626239" y="6131770"/>
                  <a:pt x="2631903" y="6136482"/>
                  <a:pt x="2634545" y="6149073"/>
                </a:cubicBezTo>
                <a:cubicBezTo>
                  <a:pt x="2636469" y="6158275"/>
                  <a:pt x="2632964" y="6165222"/>
                  <a:pt x="2632044" y="6171146"/>
                </a:cubicBezTo>
                <a:cubicBezTo>
                  <a:pt x="2630843" y="6178919"/>
                  <a:pt x="2631465" y="6184919"/>
                  <a:pt x="2634958" y="6192686"/>
                </a:cubicBezTo>
                <a:cubicBezTo>
                  <a:pt x="2638190" y="6199842"/>
                  <a:pt x="2644153" y="6206675"/>
                  <a:pt x="2649626" y="6205189"/>
                </a:cubicBezTo>
                <a:cubicBezTo>
                  <a:pt x="2653608" y="6204115"/>
                  <a:pt x="2656078" y="6199086"/>
                  <a:pt x="2658059" y="6190774"/>
                </a:cubicBezTo>
                <a:cubicBezTo>
                  <a:pt x="2659323" y="6185478"/>
                  <a:pt x="2660561" y="6179408"/>
                  <a:pt x="2660682" y="6172677"/>
                </a:cubicBezTo>
                <a:cubicBezTo>
                  <a:pt x="2660784" y="6166727"/>
                  <a:pt x="2662085" y="6160288"/>
                  <a:pt x="2661107" y="6154084"/>
                </a:cubicBezTo>
                <a:cubicBezTo>
                  <a:pt x="2660136" y="6147937"/>
                  <a:pt x="2658777" y="6141524"/>
                  <a:pt x="2656579" y="6135904"/>
                </a:cubicBezTo>
                <a:cubicBezTo>
                  <a:pt x="2654376" y="6130284"/>
                  <a:pt x="2647474" y="6115546"/>
                  <a:pt x="2638863" y="6115133"/>
                </a:cubicBezTo>
                <a:close/>
                <a:moveTo>
                  <a:pt x="2707977" y="6108815"/>
                </a:moveTo>
                <a:cubicBezTo>
                  <a:pt x="2701519" y="6110675"/>
                  <a:pt x="2700458" y="6123782"/>
                  <a:pt x="2699893" y="6127001"/>
                </a:cubicBezTo>
                <a:cubicBezTo>
                  <a:pt x="2698007" y="6137739"/>
                  <a:pt x="2700122" y="6140857"/>
                  <a:pt x="2701017" y="6155944"/>
                </a:cubicBezTo>
                <a:cubicBezTo>
                  <a:pt x="2701455" y="6163132"/>
                  <a:pt x="2700985" y="6168111"/>
                  <a:pt x="2700471" y="6172200"/>
                </a:cubicBezTo>
                <a:cubicBezTo>
                  <a:pt x="2699639" y="6178855"/>
                  <a:pt x="2700744" y="6182221"/>
                  <a:pt x="2703360" y="6187783"/>
                </a:cubicBezTo>
                <a:lnTo>
                  <a:pt x="2703360" y="6187777"/>
                </a:lnTo>
                <a:cubicBezTo>
                  <a:pt x="2706611" y="6194717"/>
                  <a:pt x="2712581" y="6201620"/>
                  <a:pt x="2719038" y="6199702"/>
                </a:cubicBezTo>
                <a:cubicBezTo>
                  <a:pt x="2723985" y="6198235"/>
                  <a:pt x="2726557" y="6192095"/>
                  <a:pt x="2727274" y="6185865"/>
                </a:cubicBezTo>
                <a:cubicBezTo>
                  <a:pt x="2728036" y="6179255"/>
                  <a:pt x="2728919" y="6174429"/>
                  <a:pt x="2727287" y="6169578"/>
                </a:cubicBezTo>
                <a:cubicBezTo>
                  <a:pt x="2725776" y="6165088"/>
                  <a:pt x="2722626" y="6160745"/>
                  <a:pt x="2722544" y="6153982"/>
                </a:cubicBezTo>
                <a:cubicBezTo>
                  <a:pt x="2722410" y="6141282"/>
                  <a:pt x="2726912" y="6138869"/>
                  <a:pt x="2725446" y="6127750"/>
                </a:cubicBezTo>
                <a:cubicBezTo>
                  <a:pt x="2724131" y="6117794"/>
                  <a:pt x="2714784" y="6106852"/>
                  <a:pt x="2707977" y="6108815"/>
                </a:cubicBezTo>
                <a:close/>
                <a:moveTo>
                  <a:pt x="2786215" y="6103182"/>
                </a:moveTo>
                <a:cubicBezTo>
                  <a:pt x="2780392" y="6102712"/>
                  <a:pt x="2777871" y="6108719"/>
                  <a:pt x="2775954" y="6118244"/>
                </a:cubicBezTo>
                <a:cubicBezTo>
                  <a:pt x="2774760" y="6124182"/>
                  <a:pt x="2773528" y="6131160"/>
                  <a:pt x="2773559" y="6138774"/>
                </a:cubicBezTo>
                <a:cubicBezTo>
                  <a:pt x="2773585" y="6145575"/>
                  <a:pt x="2773141" y="6152782"/>
                  <a:pt x="2773978" y="6159634"/>
                </a:cubicBezTo>
                <a:cubicBezTo>
                  <a:pt x="2774887" y="6167025"/>
                  <a:pt x="2776087" y="6174207"/>
                  <a:pt x="2777738" y="6180182"/>
                </a:cubicBezTo>
                <a:cubicBezTo>
                  <a:pt x="2779338" y="6185993"/>
                  <a:pt x="2789479" y="6195759"/>
                  <a:pt x="2794642" y="6193587"/>
                </a:cubicBezTo>
                <a:cubicBezTo>
                  <a:pt x="2797575" y="6192343"/>
                  <a:pt x="2800261" y="6187205"/>
                  <a:pt x="2800960" y="6181960"/>
                </a:cubicBezTo>
                <a:cubicBezTo>
                  <a:pt x="2801722" y="6176290"/>
                  <a:pt x="2800407" y="6168879"/>
                  <a:pt x="2800223" y="6161164"/>
                </a:cubicBezTo>
                <a:cubicBezTo>
                  <a:pt x="2800058" y="6154484"/>
                  <a:pt x="2799493" y="6147410"/>
                  <a:pt x="2798724" y="6140565"/>
                </a:cubicBezTo>
                <a:cubicBezTo>
                  <a:pt x="2797912" y="6133262"/>
                  <a:pt x="2798579" y="6125814"/>
                  <a:pt x="2797182" y="6119832"/>
                </a:cubicBezTo>
                <a:cubicBezTo>
                  <a:pt x="2794800" y="6109697"/>
                  <a:pt x="2789841" y="6103487"/>
                  <a:pt x="2786215" y="6103182"/>
                </a:cubicBezTo>
                <a:close/>
                <a:moveTo>
                  <a:pt x="2850306" y="6097365"/>
                </a:moveTo>
                <a:cubicBezTo>
                  <a:pt x="2844228" y="6095556"/>
                  <a:pt x="2836177" y="6108560"/>
                  <a:pt x="2836939" y="6118028"/>
                </a:cubicBezTo>
                <a:cubicBezTo>
                  <a:pt x="2837440" y="6124270"/>
                  <a:pt x="2840546" y="6130278"/>
                  <a:pt x="2841193" y="6136329"/>
                </a:cubicBezTo>
                <a:cubicBezTo>
                  <a:pt x="2841873" y="6142787"/>
                  <a:pt x="2840819" y="6149258"/>
                  <a:pt x="2841695" y="6155023"/>
                </a:cubicBezTo>
                <a:cubicBezTo>
                  <a:pt x="2842742" y="6161926"/>
                  <a:pt x="2844165" y="6168174"/>
                  <a:pt x="2845543" y="6173299"/>
                </a:cubicBezTo>
                <a:cubicBezTo>
                  <a:pt x="2848077" y="6182741"/>
                  <a:pt x="2851696" y="6188158"/>
                  <a:pt x="2855595" y="6187440"/>
                </a:cubicBezTo>
                <a:cubicBezTo>
                  <a:pt x="2858891" y="6186824"/>
                  <a:pt x="2862771" y="6180646"/>
                  <a:pt x="2863958" y="6171813"/>
                </a:cubicBezTo>
                <a:cubicBezTo>
                  <a:pt x="2864688" y="6166377"/>
                  <a:pt x="2862923" y="6159843"/>
                  <a:pt x="2862999" y="6153557"/>
                </a:cubicBezTo>
                <a:cubicBezTo>
                  <a:pt x="2863069" y="6147245"/>
                  <a:pt x="2862878" y="6140965"/>
                  <a:pt x="2862409" y="6135548"/>
                </a:cubicBezTo>
                <a:cubicBezTo>
                  <a:pt x="2862123" y="6132284"/>
                  <a:pt x="2863082" y="6123020"/>
                  <a:pt x="2861215" y="6114561"/>
                </a:cubicBezTo>
                <a:cubicBezTo>
                  <a:pt x="2859335" y="6106122"/>
                  <a:pt x="2854935" y="6098731"/>
                  <a:pt x="2850306" y="6097365"/>
                </a:cubicBezTo>
                <a:close/>
                <a:moveTo>
                  <a:pt x="2918676" y="6091911"/>
                </a:moveTo>
                <a:cubicBezTo>
                  <a:pt x="2911386" y="6092451"/>
                  <a:pt x="2908269" y="6106230"/>
                  <a:pt x="2907011" y="6113863"/>
                </a:cubicBezTo>
                <a:cubicBezTo>
                  <a:pt x="2905970" y="6120181"/>
                  <a:pt x="2903899" y="6126429"/>
                  <a:pt x="2904033" y="6132691"/>
                </a:cubicBezTo>
                <a:cubicBezTo>
                  <a:pt x="2904173" y="6139314"/>
                  <a:pt x="2904655" y="6145886"/>
                  <a:pt x="2905856" y="6151785"/>
                </a:cubicBezTo>
                <a:cubicBezTo>
                  <a:pt x="2907271" y="6158732"/>
                  <a:pt x="2909691" y="6164980"/>
                  <a:pt x="2912206" y="6169895"/>
                </a:cubicBezTo>
                <a:lnTo>
                  <a:pt x="2912212" y="6169902"/>
                </a:lnTo>
                <a:cubicBezTo>
                  <a:pt x="2916041" y="6177426"/>
                  <a:pt x="2921280" y="6181757"/>
                  <a:pt x="2926416" y="6181294"/>
                </a:cubicBezTo>
                <a:cubicBezTo>
                  <a:pt x="2932404" y="6180747"/>
                  <a:pt x="2931515" y="6176004"/>
                  <a:pt x="2930785" y="6167444"/>
                </a:cubicBezTo>
                <a:cubicBezTo>
                  <a:pt x="2930385" y="6162834"/>
                  <a:pt x="2929103" y="6157081"/>
                  <a:pt x="2928925" y="6150388"/>
                </a:cubicBezTo>
                <a:cubicBezTo>
                  <a:pt x="2928773" y="6145270"/>
                  <a:pt x="2930322" y="6139479"/>
                  <a:pt x="2931065" y="6133230"/>
                </a:cubicBezTo>
                <a:cubicBezTo>
                  <a:pt x="2932474" y="6121451"/>
                  <a:pt x="2936703" y="6113063"/>
                  <a:pt x="2933040" y="6103506"/>
                </a:cubicBezTo>
                <a:cubicBezTo>
                  <a:pt x="2930620" y="6097188"/>
                  <a:pt x="2924048" y="6091504"/>
                  <a:pt x="2918676" y="6091911"/>
                </a:cubicBezTo>
                <a:close/>
                <a:moveTo>
                  <a:pt x="2594451" y="5943822"/>
                </a:moveTo>
                <a:cubicBezTo>
                  <a:pt x="2587162" y="5944362"/>
                  <a:pt x="2581891" y="5960053"/>
                  <a:pt x="2580634" y="5967686"/>
                </a:cubicBezTo>
                <a:cubicBezTo>
                  <a:pt x="2579579" y="5974010"/>
                  <a:pt x="2578786" y="5980665"/>
                  <a:pt x="2578913" y="5986920"/>
                </a:cubicBezTo>
                <a:cubicBezTo>
                  <a:pt x="2579052" y="5993543"/>
                  <a:pt x="2582913" y="5999620"/>
                  <a:pt x="2584113" y="6005513"/>
                </a:cubicBezTo>
                <a:cubicBezTo>
                  <a:pt x="2585530" y="6012472"/>
                  <a:pt x="2586476" y="6018765"/>
                  <a:pt x="2588991" y="6023680"/>
                </a:cubicBezTo>
                <a:cubicBezTo>
                  <a:pt x="2592820" y="6031192"/>
                  <a:pt x="2597233" y="6036069"/>
                  <a:pt x="2602370" y="6035606"/>
                </a:cubicBezTo>
                <a:cubicBezTo>
                  <a:pt x="2608358" y="6035059"/>
                  <a:pt x="2606903" y="6030252"/>
                  <a:pt x="2606173" y="6021686"/>
                </a:cubicBezTo>
                <a:cubicBezTo>
                  <a:pt x="2605773" y="6017076"/>
                  <a:pt x="2605379" y="6011285"/>
                  <a:pt x="2605183" y="6004579"/>
                </a:cubicBezTo>
                <a:cubicBezTo>
                  <a:pt x="2605037" y="5999461"/>
                  <a:pt x="2605678" y="5993619"/>
                  <a:pt x="2606427" y="5987358"/>
                </a:cubicBezTo>
                <a:cubicBezTo>
                  <a:pt x="2607837" y="5975579"/>
                  <a:pt x="2610244" y="5968188"/>
                  <a:pt x="2606580" y="5958631"/>
                </a:cubicBezTo>
                <a:cubicBezTo>
                  <a:pt x="2604161" y="5952319"/>
                  <a:pt x="2599823" y="5943416"/>
                  <a:pt x="2594451" y="5943822"/>
                </a:cubicBezTo>
                <a:close/>
                <a:moveTo>
                  <a:pt x="2657888" y="5939416"/>
                </a:moveTo>
                <a:cubicBezTo>
                  <a:pt x="2654052" y="5939308"/>
                  <a:pt x="2651341" y="5947125"/>
                  <a:pt x="2649950" y="5951519"/>
                </a:cubicBezTo>
                <a:cubicBezTo>
                  <a:pt x="2648007" y="5957659"/>
                  <a:pt x="2645842" y="5963838"/>
                  <a:pt x="2645537" y="5969750"/>
                </a:cubicBezTo>
                <a:cubicBezTo>
                  <a:pt x="2645194" y="5976443"/>
                  <a:pt x="2646433" y="5982939"/>
                  <a:pt x="2647227" y="5988406"/>
                </a:cubicBezTo>
                <a:cubicBezTo>
                  <a:pt x="2648585" y="5997683"/>
                  <a:pt x="2653043" y="6003856"/>
                  <a:pt x="2653684" y="6005767"/>
                </a:cubicBezTo>
                <a:cubicBezTo>
                  <a:pt x="2655126" y="6009977"/>
                  <a:pt x="2656040" y="6026817"/>
                  <a:pt x="2666035" y="6027090"/>
                </a:cubicBezTo>
                <a:cubicBezTo>
                  <a:pt x="2675693" y="6027350"/>
                  <a:pt x="2670709" y="6014384"/>
                  <a:pt x="2672030" y="6008110"/>
                </a:cubicBezTo>
                <a:cubicBezTo>
                  <a:pt x="2673306" y="6001976"/>
                  <a:pt x="2675338" y="5996502"/>
                  <a:pt x="2675357" y="5991257"/>
                </a:cubicBezTo>
                <a:cubicBezTo>
                  <a:pt x="2675388" y="5984907"/>
                  <a:pt x="2674684" y="5979128"/>
                  <a:pt x="2673668" y="5974137"/>
                </a:cubicBezTo>
                <a:cubicBezTo>
                  <a:pt x="2672277" y="5967292"/>
                  <a:pt x="2670474" y="5961666"/>
                  <a:pt x="2669108" y="5957539"/>
                </a:cubicBezTo>
                <a:lnTo>
                  <a:pt x="2669114" y="5957558"/>
                </a:lnTo>
                <a:cubicBezTo>
                  <a:pt x="2666518" y="5949734"/>
                  <a:pt x="2667540" y="5939676"/>
                  <a:pt x="2657888" y="5939416"/>
                </a:cubicBezTo>
                <a:close/>
                <a:moveTo>
                  <a:pt x="2728360" y="5933885"/>
                </a:moveTo>
                <a:cubicBezTo>
                  <a:pt x="2722289" y="5932081"/>
                  <a:pt x="2714898" y="5944388"/>
                  <a:pt x="2715654" y="5953849"/>
                </a:cubicBezTo>
                <a:cubicBezTo>
                  <a:pt x="2716156" y="5960091"/>
                  <a:pt x="2717425" y="5966295"/>
                  <a:pt x="2718060" y="5972334"/>
                </a:cubicBezTo>
                <a:cubicBezTo>
                  <a:pt x="2718746" y="5978811"/>
                  <a:pt x="2720829" y="5984863"/>
                  <a:pt x="2721712" y="5990622"/>
                </a:cubicBezTo>
                <a:cubicBezTo>
                  <a:pt x="2722766" y="5997531"/>
                  <a:pt x="2721388" y="6004325"/>
                  <a:pt x="2722766" y="6009443"/>
                </a:cubicBezTo>
                <a:cubicBezTo>
                  <a:pt x="2725312" y="6018898"/>
                  <a:pt x="2730163" y="6025179"/>
                  <a:pt x="2734062" y="6024455"/>
                </a:cubicBezTo>
                <a:cubicBezTo>
                  <a:pt x="2737364" y="6023852"/>
                  <a:pt x="2738425" y="6016168"/>
                  <a:pt x="2739612" y="6007341"/>
                </a:cubicBezTo>
                <a:cubicBezTo>
                  <a:pt x="2740349" y="6001906"/>
                  <a:pt x="2742038" y="5995727"/>
                  <a:pt x="2742108" y="5989441"/>
                </a:cubicBezTo>
                <a:cubicBezTo>
                  <a:pt x="2742184" y="5983129"/>
                  <a:pt x="2741270" y="5976830"/>
                  <a:pt x="2740800" y="5971407"/>
                </a:cubicBezTo>
                <a:cubicBezTo>
                  <a:pt x="2740514" y="5968143"/>
                  <a:pt x="2740229" y="5959132"/>
                  <a:pt x="2738355" y="5950687"/>
                </a:cubicBezTo>
                <a:lnTo>
                  <a:pt x="2738349" y="5950674"/>
                </a:lnTo>
                <a:cubicBezTo>
                  <a:pt x="2736482" y="5942229"/>
                  <a:pt x="2732990" y="5935263"/>
                  <a:pt x="2728360" y="5933885"/>
                </a:cubicBezTo>
                <a:close/>
                <a:moveTo>
                  <a:pt x="2793251" y="5928068"/>
                </a:moveTo>
                <a:cubicBezTo>
                  <a:pt x="2788863" y="5927859"/>
                  <a:pt x="2783980" y="5930037"/>
                  <a:pt x="2782183" y="5935098"/>
                </a:cubicBezTo>
                <a:lnTo>
                  <a:pt x="2782189" y="5935098"/>
                </a:lnTo>
                <a:cubicBezTo>
                  <a:pt x="2779642" y="5942242"/>
                  <a:pt x="2783611" y="5947924"/>
                  <a:pt x="2786253" y="5960510"/>
                </a:cubicBezTo>
                <a:cubicBezTo>
                  <a:pt x="2788177" y="5969712"/>
                  <a:pt x="2788495" y="5976246"/>
                  <a:pt x="2787580" y="5982164"/>
                </a:cubicBezTo>
                <a:cubicBezTo>
                  <a:pt x="2786380" y="5989942"/>
                  <a:pt x="2786380" y="5995588"/>
                  <a:pt x="2789879" y="6003347"/>
                </a:cubicBezTo>
                <a:cubicBezTo>
                  <a:pt x="2793098" y="6010510"/>
                  <a:pt x="2798579" y="6017318"/>
                  <a:pt x="2804065" y="6015825"/>
                </a:cubicBezTo>
                <a:cubicBezTo>
                  <a:pt x="2808034" y="6014752"/>
                  <a:pt x="2811989" y="6010282"/>
                  <a:pt x="2813971" y="6001969"/>
                </a:cubicBezTo>
                <a:cubicBezTo>
                  <a:pt x="2815241" y="5996673"/>
                  <a:pt x="2815374" y="5990273"/>
                  <a:pt x="2815495" y="5983542"/>
                </a:cubicBezTo>
                <a:cubicBezTo>
                  <a:pt x="2815597" y="5977598"/>
                  <a:pt x="2816485" y="5971159"/>
                  <a:pt x="2815508" y="5964962"/>
                </a:cubicBezTo>
                <a:cubicBezTo>
                  <a:pt x="2814529" y="5958815"/>
                  <a:pt x="2813145" y="5952433"/>
                  <a:pt x="2810948" y="5946813"/>
                </a:cubicBezTo>
                <a:cubicBezTo>
                  <a:pt x="2808738" y="5941194"/>
                  <a:pt x="2801861" y="5928481"/>
                  <a:pt x="2793251" y="5928068"/>
                </a:cubicBezTo>
                <a:close/>
                <a:moveTo>
                  <a:pt x="2645461" y="5802243"/>
                </a:moveTo>
                <a:cubicBezTo>
                  <a:pt x="2641625" y="5802135"/>
                  <a:pt x="2638914" y="5809952"/>
                  <a:pt x="2637523" y="5814346"/>
                </a:cubicBezTo>
                <a:lnTo>
                  <a:pt x="2637529" y="5814359"/>
                </a:lnTo>
                <a:cubicBezTo>
                  <a:pt x="2635587" y="5820499"/>
                  <a:pt x="2633421" y="5826678"/>
                  <a:pt x="2633117" y="5832590"/>
                </a:cubicBezTo>
                <a:cubicBezTo>
                  <a:pt x="2632774" y="5839289"/>
                  <a:pt x="2634012" y="5845785"/>
                  <a:pt x="2634806" y="5851252"/>
                </a:cubicBezTo>
                <a:cubicBezTo>
                  <a:pt x="2636164" y="5860529"/>
                  <a:pt x="2640622" y="5866702"/>
                  <a:pt x="2641263" y="5868613"/>
                </a:cubicBezTo>
                <a:cubicBezTo>
                  <a:pt x="2642705" y="5872823"/>
                  <a:pt x="2643620" y="5889657"/>
                  <a:pt x="2653615" y="5889937"/>
                </a:cubicBezTo>
                <a:cubicBezTo>
                  <a:pt x="2663273" y="5890197"/>
                  <a:pt x="2658288" y="5877230"/>
                  <a:pt x="2659609" y="5870956"/>
                </a:cubicBezTo>
                <a:cubicBezTo>
                  <a:pt x="2660885" y="5864822"/>
                  <a:pt x="2662917" y="5859349"/>
                  <a:pt x="2662936" y="5854103"/>
                </a:cubicBezTo>
                <a:cubicBezTo>
                  <a:pt x="2662968" y="5847753"/>
                  <a:pt x="2662263" y="5841975"/>
                  <a:pt x="2661247" y="5836984"/>
                </a:cubicBezTo>
                <a:cubicBezTo>
                  <a:pt x="2659857" y="5830138"/>
                  <a:pt x="2658053" y="5824512"/>
                  <a:pt x="2656688" y="5820385"/>
                </a:cubicBezTo>
                <a:cubicBezTo>
                  <a:pt x="2654090" y="5812562"/>
                  <a:pt x="2655113" y="5802503"/>
                  <a:pt x="2645461" y="5802243"/>
                </a:cubicBezTo>
                <a:close/>
                <a:moveTo>
                  <a:pt x="2715933" y="5796731"/>
                </a:moveTo>
                <a:cubicBezTo>
                  <a:pt x="2709863" y="5794928"/>
                  <a:pt x="2702471" y="5807234"/>
                  <a:pt x="2703227" y="5816696"/>
                </a:cubicBezTo>
                <a:cubicBezTo>
                  <a:pt x="2703729" y="5822938"/>
                  <a:pt x="2704992" y="5829141"/>
                  <a:pt x="2705634" y="5835180"/>
                </a:cubicBezTo>
                <a:cubicBezTo>
                  <a:pt x="2706319" y="5841651"/>
                  <a:pt x="2708402" y="5847703"/>
                  <a:pt x="2709285" y="5853462"/>
                </a:cubicBezTo>
                <a:cubicBezTo>
                  <a:pt x="2710339" y="5860364"/>
                  <a:pt x="2708961" y="5867159"/>
                  <a:pt x="2710339" y="5872277"/>
                </a:cubicBezTo>
                <a:cubicBezTo>
                  <a:pt x="2712885" y="5881732"/>
                  <a:pt x="2717737" y="5888012"/>
                  <a:pt x="2721636" y="5887288"/>
                </a:cubicBezTo>
                <a:cubicBezTo>
                  <a:pt x="2724937" y="5886685"/>
                  <a:pt x="2725998" y="5879002"/>
                  <a:pt x="2727185" y="5870175"/>
                </a:cubicBezTo>
                <a:cubicBezTo>
                  <a:pt x="2727922" y="5864740"/>
                  <a:pt x="2729611" y="5858561"/>
                  <a:pt x="2729681" y="5852275"/>
                </a:cubicBezTo>
                <a:cubicBezTo>
                  <a:pt x="2729757" y="5845963"/>
                  <a:pt x="2728842" y="5839663"/>
                  <a:pt x="2728373" y="5834241"/>
                </a:cubicBezTo>
                <a:cubicBezTo>
                  <a:pt x="2728087" y="5830977"/>
                  <a:pt x="2727801" y="5821966"/>
                  <a:pt x="2725928" y="5813521"/>
                </a:cubicBezTo>
                <a:cubicBezTo>
                  <a:pt x="2724061" y="5805075"/>
                  <a:pt x="2720569" y="5798109"/>
                  <a:pt x="2715939" y="5796731"/>
                </a:cubicBezTo>
                <a:close/>
                <a:moveTo>
                  <a:pt x="0" y="0"/>
                </a:moveTo>
                <a:lnTo>
                  <a:pt x="7473271" y="0"/>
                </a:lnTo>
                <a:lnTo>
                  <a:pt x="7473271" y="6857988"/>
                </a:lnTo>
                <a:lnTo>
                  <a:pt x="3126580" y="6857988"/>
                </a:lnTo>
                <a:lnTo>
                  <a:pt x="3129221" y="6848437"/>
                </a:lnTo>
                <a:cubicBezTo>
                  <a:pt x="3129308" y="6844550"/>
                  <a:pt x="3129004" y="6840519"/>
                  <a:pt x="3129534" y="6837985"/>
                </a:cubicBezTo>
                <a:cubicBezTo>
                  <a:pt x="3130817" y="6831857"/>
                  <a:pt x="3129680" y="6826142"/>
                  <a:pt x="3129699" y="6820904"/>
                </a:cubicBezTo>
                <a:cubicBezTo>
                  <a:pt x="3129731" y="6814548"/>
                  <a:pt x="3130030" y="6808991"/>
                  <a:pt x="3129020" y="6804000"/>
                </a:cubicBezTo>
                <a:cubicBezTo>
                  <a:pt x="3127623" y="6797161"/>
                  <a:pt x="3125711" y="6791706"/>
                  <a:pt x="3124346" y="6787579"/>
                </a:cubicBezTo>
                <a:cubicBezTo>
                  <a:pt x="3121762" y="6779762"/>
                  <a:pt x="3123927" y="6770008"/>
                  <a:pt x="3114275" y="6769748"/>
                </a:cubicBezTo>
                <a:cubicBezTo>
                  <a:pt x="3110439" y="6769646"/>
                  <a:pt x="3106985" y="6776524"/>
                  <a:pt x="3105588" y="6780924"/>
                </a:cubicBezTo>
                <a:cubicBezTo>
                  <a:pt x="3103658" y="6787065"/>
                  <a:pt x="3104909" y="6793618"/>
                  <a:pt x="3104604" y="6799529"/>
                </a:cubicBezTo>
                <a:cubicBezTo>
                  <a:pt x="3104261" y="6806229"/>
                  <a:pt x="3102699" y="6812604"/>
                  <a:pt x="3103492" y="6818071"/>
                </a:cubicBezTo>
                <a:cubicBezTo>
                  <a:pt x="3104845" y="6827362"/>
                  <a:pt x="3107138" y="6834302"/>
                  <a:pt x="3107791" y="6836201"/>
                </a:cubicBezTo>
                <a:cubicBezTo>
                  <a:pt x="3108398" y="6837979"/>
                  <a:pt x="3109311" y="6842324"/>
                  <a:pt x="3110912" y="6846780"/>
                </a:cubicBezTo>
                <a:lnTo>
                  <a:pt x="3118131" y="6857988"/>
                </a:lnTo>
                <a:lnTo>
                  <a:pt x="3063479" y="6857988"/>
                </a:lnTo>
                <a:lnTo>
                  <a:pt x="3062955" y="6851320"/>
                </a:lnTo>
                <a:cubicBezTo>
                  <a:pt x="3062555" y="6846710"/>
                  <a:pt x="3061932" y="6840937"/>
                  <a:pt x="3061748" y="6834232"/>
                </a:cubicBezTo>
                <a:cubicBezTo>
                  <a:pt x="3061602" y="6829108"/>
                  <a:pt x="3061596" y="6823215"/>
                  <a:pt x="3062338" y="6816960"/>
                </a:cubicBezTo>
                <a:cubicBezTo>
                  <a:pt x="3063748" y="6805181"/>
                  <a:pt x="3068358" y="6797193"/>
                  <a:pt x="3064694" y="6787636"/>
                </a:cubicBezTo>
                <a:cubicBezTo>
                  <a:pt x="3062275" y="6781318"/>
                  <a:pt x="3056331" y="6774421"/>
                  <a:pt x="3050959" y="6774828"/>
                </a:cubicBezTo>
                <a:cubicBezTo>
                  <a:pt x="3043676" y="6775368"/>
                  <a:pt x="3037796" y="6789624"/>
                  <a:pt x="3036538" y="6797256"/>
                </a:cubicBezTo>
                <a:cubicBezTo>
                  <a:pt x="3035497" y="6803575"/>
                  <a:pt x="3038202" y="6810249"/>
                  <a:pt x="3038335" y="6816509"/>
                </a:cubicBezTo>
                <a:cubicBezTo>
                  <a:pt x="3038476" y="6823139"/>
                  <a:pt x="3037726" y="6829597"/>
                  <a:pt x="3038926" y="6835496"/>
                </a:cubicBezTo>
                <a:cubicBezTo>
                  <a:pt x="3040348" y="6842443"/>
                  <a:pt x="3042336" y="6848697"/>
                  <a:pt x="3044844" y="6853613"/>
                </a:cubicBezTo>
                <a:lnTo>
                  <a:pt x="3047524" y="6857988"/>
                </a:lnTo>
                <a:lnTo>
                  <a:pt x="2994296" y="6857988"/>
                </a:lnTo>
                <a:lnTo>
                  <a:pt x="2994203" y="6856788"/>
                </a:lnTo>
                <a:cubicBezTo>
                  <a:pt x="2993803" y="6852171"/>
                  <a:pt x="2994082" y="6846437"/>
                  <a:pt x="2993892" y="6839731"/>
                </a:cubicBezTo>
                <a:cubicBezTo>
                  <a:pt x="2993746" y="6834619"/>
                  <a:pt x="2994368" y="6829095"/>
                  <a:pt x="2995111" y="6822846"/>
                </a:cubicBezTo>
                <a:cubicBezTo>
                  <a:pt x="2996515" y="6811061"/>
                  <a:pt x="2998890" y="6802596"/>
                  <a:pt x="2995225" y="6793040"/>
                </a:cubicBezTo>
                <a:cubicBezTo>
                  <a:pt x="2992812" y="6786728"/>
                  <a:pt x="2986513" y="6780860"/>
                  <a:pt x="2981147" y="6781267"/>
                </a:cubicBezTo>
                <a:cubicBezTo>
                  <a:pt x="2973864" y="6781819"/>
                  <a:pt x="2970530" y="6795624"/>
                  <a:pt x="2969273" y="6803257"/>
                </a:cubicBezTo>
                <a:cubicBezTo>
                  <a:pt x="2968225" y="6809575"/>
                  <a:pt x="2967971" y="6815823"/>
                  <a:pt x="2968105" y="6822084"/>
                </a:cubicBezTo>
                <a:cubicBezTo>
                  <a:pt x="2968232" y="6828701"/>
                  <a:pt x="2966492" y="6835439"/>
                  <a:pt x="2967691" y="6841331"/>
                </a:cubicBezTo>
                <a:lnTo>
                  <a:pt x="2975101" y="6857988"/>
                </a:lnTo>
                <a:lnTo>
                  <a:pt x="2926056" y="6857988"/>
                </a:lnTo>
                <a:lnTo>
                  <a:pt x="2927172" y="6843002"/>
                </a:lnTo>
                <a:cubicBezTo>
                  <a:pt x="2927248" y="6836677"/>
                  <a:pt x="2926613" y="6830276"/>
                  <a:pt x="2926131" y="6824859"/>
                </a:cubicBezTo>
                <a:cubicBezTo>
                  <a:pt x="2925839" y="6821589"/>
                  <a:pt x="2925147" y="6812521"/>
                  <a:pt x="2923279" y="6804064"/>
                </a:cubicBezTo>
                <a:cubicBezTo>
                  <a:pt x="2921413" y="6795612"/>
                  <a:pt x="2917622" y="6787414"/>
                  <a:pt x="2912992" y="6786035"/>
                </a:cubicBezTo>
                <a:cubicBezTo>
                  <a:pt x="2906916" y="6784232"/>
                  <a:pt x="2898877" y="6797955"/>
                  <a:pt x="2899632" y="6807422"/>
                </a:cubicBezTo>
                <a:cubicBezTo>
                  <a:pt x="2900141" y="6813665"/>
                  <a:pt x="2900889" y="6819926"/>
                  <a:pt x="2901531" y="6825965"/>
                </a:cubicBezTo>
                <a:cubicBezTo>
                  <a:pt x="2902217" y="6832435"/>
                  <a:pt x="2903925" y="6838582"/>
                  <a:pt x="2904802" y="6844348"/>
                </a:cubicBezTo>
                <a:lnTo>
                  <a:pt x="2907820" y="6857988"/>
                </a:lnTo>
                <a:lnTo>
                  <a:pt x="2862402" y="6857988"/>
                </a:lnTo>
                <a:lnTo>
                  <a:pt x="2861748" y="6850609"/>
                </a:lnTo>
                <a:cubicBezTo>
                  <a:pt x="2861589" y="6843929"/>
                  <a:pt x="2861062" y="6836931"/>
                  <a:pt x="2860300" y="6830085"/>
                </a:cubicBezTo>
                <a:cubicBezTo>
                  <a:pt x="2859475" y="6822783"/>
                  <a:pt x="2860491" y="6815366"/>
                  <a:pt x="2859081" y="6809384"/>
                </a:cubicBezTo>
                <a:cubicBezTo>
                  <a:pt x="2856700" y="6799250"/>
                  <a:pt x="2852211" y="6794189"/>
                  <a:pt x="2848572" y="6793897"/>
                </a:cubicBezTo>
                <a:cubicBezTo>
                  <a:pt x="2842756" y="6793421"/>
                  <a:pt x="2839549" y="6797980"/>
                  <a:pt x="2837631" y="6807512"/>
                </a:cubicBezTo>
                <a:cubicBezTo>
                  <a:pt x="2836437" y="6813448"/>
                  <a:pt x="2834773" y="6820592"/>
                  <a:pt x="2834805" y="6828199"/>
                </a:cubicBezTo>
                <a:cubicBezTo>
                  <a:pt x="2834831" y="6835001"/>
                  <a:pt x="2836444" y="6842106"/>
                  <a:pt x="2837269" y="6848958"/>
                </a:cubicBezTo>
                <a:lnTo>
                  <a:pt x="2838518" y="6857988"/>
                </a:lnTo>
                <a:lnTo>
                  <a:pt x="2788407" y="6857988"/>
                </a:lnTo>
                <a:lnTo>
                  <a:pt x="2784570" y="6843421"/>
                </a:lnTo>
                <a:cubicBezTo>
                  <a:pt x="2784431" y="6830721"/>
                  <a:pt x="2790679" y="6828123"/>
                  <a:pt x="2789212" y="6817005"/>
                </a:cubicBezTo>
                <a:cubicBezTo>
                  <a:pt x="2787898" y="6807042"/>
                  <a:pt x="2777420" y="6796875"/>
                  <a:pt x="2770613" y="6798838"/>
                </a:cubicBezTo>
                <a:cubicBezTo>
                  <a:pt x="2764149" y="6800692"/>
                  <a:pt x="2761920" y="6813030"/>
                  <a:pt x="2761354" y="6816249"/>
                </a:cubicBezTo>
                <a:cubicBezTo>
                  <a:pt x="2759469" y="6826987"/>
                  <a:pt x="2763863" y="6830206"/>
                  <a:pt x="2764771" y="6845294"/>
                </a:cubicBezTo>
                <a:lnTo>
                  <a:pt x="2764683" y="6857988"/>
                </a:lnTo>
                <a:lnTo>
                  <a:pt x="2724972" y="6857988"/>
                </a:lnTo>
                <a:lnTo>
                  <a:pt x="2721762" y="6843795"/>
                </a:lnTo>
                <a:cubicBezTo>
                  <a:pt x="2720803" y="6837655"/>
                  <a:pt x="2720912" y="6831082"/>
                  <a:pt x="2718714" y="6825463"/>
                </a:cubicBezTo>
                <a:cubicBezTo>
                  <a:pt x="2716511" y="6819830"/>
                  <a:pt x="2709920" y="6805353"/>
                  <a:pt x="2701309" y="6804940"/>
                </a:cubicBezTo>
                <a:cubicBezTo>
                  <a:pt x="2696921" y="6804730"/>
                  <a:pt x="2693416" y="6809118"/>
                  <a:pt x="2691607" y="6814172"/>
                </a:cubicBezTo>
                <a:cubicBezTo>
                  <a:pt x="2689060" y="6821316"/>
                  <a:pt x="2693619" y="6826060"/>
                  <a:pt x="2696248" y="6838645"/>
                </a:cubicBezTo>
                <a:lnTo>
                  <a:pt x="2696242" y="6857988"/>
                </a:lnTo>
                <a:lnTo>
                  <a:pt x="2654751" y="6857988"/>
                </a:lnTo>
                <a:lnTo>
                  <a:pt x="2654656" y="6855746"/>
                </a:lnTo>
                <a:cubicBezTo>
                  <a:pt x="2654516" y="6843040"/>
                  <a:pt x="2654072" y="6841052"/>
                  <a:pt x="2652604" y="6829933"/>
                </a:cubicBezTo>
                <a:cubicBezTo>
                  <a:pt x="2651297" y="6819970"/>
                  <a:pt x="2641632" y="6809810"/>
                  <a:pt x="2634825" y="6811773"/>
                </a:cubicBezTo>
                <a:cubicBezTo>
                  <a:pt x="2629192" y="6813392"/>
                  <a:pt x="2627522" y="6822999"/>
                  <a:pt x="2626811" y="6827578"/>
                </a:cubicBezTo>
                <a:cubicBezTo>
                  <a:pt x="2625243" y="6818389"/>
                  <a:pt x="2623712" y="6809181"/>
                  <a:pt x="2622239" y="6799955"/>
                </a:cubicBezTo>
                <a:cubicBezTo>
                  <a:pt x="2584451" y="6603060"/>
                  <a:pt x="2569858" y="6405512"/>
                  <a:pt x="2569541" y="6207709"/>
                </a:cubicBezTo>
                <a:cubicBezTo>
                  <a:pt x="2573008" y="6211672"/>
                  <a:pt x="2577910" y="6213088"/>
                  <a:pt x="2582939" y="6211596"/>
                </a:cubicBezTo>
                <a:cubicBezTo>
                  <a:pt x="2587879" y="6210129"/>
                  <a:pt x="2592870" y="6205176"/>
                  <a:pt x="2593594" y="6198946"/>
                </a:cubicBezTo>
                <a:cubicBezTo>
                  <a:pt x="2594356" y="6192393"/>
                  <a:pt x="2592972" y="6187599"/>
                  <a:pt x="2592769" y="6182652"/>
                </a:cubicBezTo>
                <a:cubicBezTo>
                  <a:pt x="2592572" y="6178017"/>
                  <a:pt x="2591175" y="6173153"/>
                  <a:pt x="2591099" y="6166339"/>
                </a:cubicBezTo>
                <a:cubicBezTo>
                  <a:pt x="2590959" y="6153639"/>
                  <a:pt x="2592731" y="6151493"/>
                  <a:pt x="2591264" y="6140374"/>
                </a:cubicBezTo>
                <a:cubicBezTo>
                  <a:pt x="2589949" y="6130411"/>
                  <a:pt x="2579104" y="6120168"/>
                  <a:pt x="2572296" y="6122131"/>
                </a:cubicBezTo>
                <a:cubicBezTo>
                  <a:pt x="2571547" y="6122353"/>
                  <a:pt x="2570868" y="6122740"/>
                  <a:pt x="2570226" y="6123210"/>
                </a:cubicBezTo>
                <a:cubicBezTo>
                  <a:pt x="2571610" y="6046146"/>
                  <a:pt x="2574995" y="5969057"/>
                  <a:pt x="2579814" y="5891962"/>
                </a:cubicBezTo>
                <a:cubicBezTo>
                  <a:pt x="2582844" y="5896255"/>
                  <a:pt x="2586196" y="5898776"/>
                  <a:pt x="2589943" y="5898439"/>
                </a:cubicBezTo>
                <a:cubicBezTo>
                  <a:pt x="2595931" y="5897899"/>
                  <a:pt x="2594477" y="5893092"/>
                  <a:pt x="2593747" y="5884526"/>
                </a:cubicBezTo>
                <a:cubicBezTo>
                  <a:pt x="2593347" y="5879916"/>
                  <a:pt x="2592946" y="5874125"/>
                  <a:pt x="2592756" y="5867419"/>
                </a:cubicBezTo>
                <a:cubicBezTo>
                  <a:pt x="2592610" y="5862301"/>
                  <a:pt x="2593252" y="5856459"/>
                  <a:pt x="2594000" y="5850198"/>
                </a:cubicBezTo>
                <a:cubicBezTo>
                  <a:pt x="2595410" y="5838419"/>
                  <a:pt x="2597817" y="5831027"/>
                  <a:pt x="2594153" y="5821471"/>
                </a:cubicBezTo>
                <a:cubicBezTo>
                  <a:pt x="2592305" y="5816638"/>
                  <a:pt x="2589327" y="5810326"/>
                  <a:pt x="2585625" y="5807793"/>
                </a:cubicBezTo>
                <a:cubicBezTo>
                  <a:pt x="2610092" y="5482819"/>
                  <a:pt x="2656941" y="5157927"/>
                  <a:pt x="2686876" y="4834954"/>
                </a:cubicBezTo>
                <a:cubicBezTo>
                  <a:pt x="2713355" y="4366387"/>
                  <a:pt x="2716403" y="3892677"/>
                  <a:pt x="2637473" y="3428746"/>
                </a:cubicBezTo>
                <a:cubicBezTo>
                  <a:pt x="2524570" y="2812669"/>
                  <a:pt x="2167573" y="2265109"/>
                  <a:pt x="1709801" y="1846517"/>
                </a:cubicBezTo>
                <a:cubicBezTo>
                  <a:pt x="1403667" y="1586929"/>
                  <a:pt x="1073976" y="1355725"/>
                  <a:pt x="769303" y="1094486"/>
                </a:cubicBezTo>
                <a:cubicBezTo>
                  <a:pt x="371285" y="768096"/>
                  <a:pt x="122301" y="391922"/>
                  <a:pt x="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the icon to insert a picture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D58C82EB-1BFD-AB21-4CB9-8906D76BF8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5733845"/>
            <a:ext cx="4761957" cy="33777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b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System Font Regular"/>
              <a:buNone/>
              <a:tabLst/>
              <a:defRPr sz="1300" spc="40" baseline="0">
                <a:solidFill>
                  <a:srgbClr val="003359"/>
                </a:solidFill>
              </a:defRPr>
            </a:lvl1pPr>
          </a:lstStyle>
          <a:p>
            <a:pPr lvl="0"/>
            <a:r>
              <a:rPr lang="en-GB" dirty="0"/>
              <a:t>Your name, date &amp; location</a:t>
            </a:r>
          </a:p>
        </p:txBody>
      </p:sp>
      <p:sp>
        <p:nvSpPr>
          <p:cNvPr id="3" name="Graphic 2">
            <a:extLst>
              <a:ext uri="{FF2B5EF4-FFF2-40B4-BE49-F238E27FC236}">
                <a16:creationId xmlns:a16="http://schemas.microsoft.com/office/drawing/2014/main" id="{1089FFFD-EDF3-37A3-0CBF-8495B2AEBC8B}"/>
              </a:ext>
            </a:extLst>
          </p:cNvPr>
          <p:cNvSpPr/>
          <p:nvPr userDrawn="1"/>
        </p:nvSpPr>
        <p:spPr>
          <a:xfrm>
            <a:off x="587376" y="914138"/>
            <a:ext cx="1583371" cy="479005"/>
          </a:xfrm>
          <a:custGeom>
            <a:avLst/>
            <a:gdLst>
              <a:gd name="connsiteX0" fmla="*/ 225975 w 7778157"/>
              <a:gd name="connsiteY0" fmla="*/ 242999 h 2353067"/>
              <a:gd name="connsiteX1" fmla="*/ 277072 w 7778157"/>
              <a:gd name="connsiteY1" fmla="*/ 253783 h 2353067"/>
              <a:gd name="connsiteX2" fmla="*/ 1005374 w 7778157"/>
              <a:gd name="connsiteY2" fmla="*/ 1272512 h 2353067"/>
              <a:gd name="connsiteX3" fmla="*/ 9356 w 7778157"/>
              <a:gd name="connsiteY3" fmla="*/ 604623 h 2353067"/>
              <a:gd name="connsiteX4" fmla="*/ 0 w 7778157"/>
              <a:gd name="connsiteY4" fmla="*/ 559330 h 2353067"/>
              <a:gd name="connsiteX5" fmla="*/ 0 w 7778157"/>
              <a:gd name="connsiteY5" fmla="*/ 553578 h 2353067"/>
              <a:gd name="connsiteX6" fmla="*/ 0 w 7778157"/>
              <a:gd name="connsiteY6" fmla="*/ 542794 h 2353067"/>
              <a:gd name="connsiteX7" fmla="*/ 20151 w 7778157"/>
              <a:gd name="connsiteY7" fmla="*/ 486718 h 2353067"/>
              <a:gd name="connsiteX8" fmla="*/ 154728 w 7778157"/>
              <a:gd name="connsiteY8" fmla="*/ 283260 h 2353067"/>
              <a:gd name="connsiteX9" fmla="*/ 205825 w 7778157"/>
              <a:gd name="connsiteY9" fmla="*/ 246594 h 2353067"/>
              <a:gd name="connsiteX10" fmla="*/ 225975 w 7778157"/>
              <a:gd name="connsiteY10" fmla="*/ 242999 h 2353067"/>
              <a:gd name="connsiteX11" fmla="*/ 1703451 w 7778157"/>
              <a:gd name="connsiteY11" fmla="*/ 2329343 h 2353067"/>
              <a:gd name="connsiteX12" fmla="*/ 1783334 w 7778157"/>
              <a:gd name="connsiteY12" fmla="*/ 2353068 h 2353067"/>
              <a:gd name="connsiteX13" fmla="*/ 1789091 w 7778157"/>
              <a:gd name="connsiteY13" fmla="*/ 2353068 h 2353067"/>
              <a:gd name="connsiteX14" fmla="*/ 1792690 w 7778157"/>
              <a:gd name="connsiteY14" fmla="*/ 2353068 h 2353067"/>
              <a:gd name="connsiteX15" fmla="*/ 1886966 w 7778157"/>
              <a:gd name="connsiteY15" fmla="*/ 2325748 h 2353067"/>
              <a:gd name="connsiteX16" fmla="*/ 2045293 w 7778157"/>
              <a:gd name="connsiteY16" fmla="*/ 2231568 h 2353067"/>
              <a:gd name="connsiteX17" fmla="*/ 2099987 w 7778157"/>
              <a:gd name="connsiteY17" fmla="*/ 2148172 h 2353067"/>
              <a:gd name="connsiteX18" fmla="*/ 2090632 w 7778157"/>
              <a:gd name="connsiteY18" fmla="*/ 2050397 h 2353067"/>
              <a:gd name="connsiteX19" fmla="*/ 1085977 w 7778157"/>
              <a:gd name="connsiteY19" fmla="*/ 1358783 h 2353067"/>
              <a:gd name="connsiteX20" fmla="*/ 1703451 w 7778157"/>
              <a:gd name="connsiteY20" fmla="*/ 2329343 h 2353067"/>
              <a:gd name="connsiteX21" fmla="*/ 153289 w 7778157"/>
              <a:gd name="connsiteY21" fmla="*/ 1772170 h 2353067"/>
              <a:gd name="connsiteX22" fmla="*/ 109389 w 7778157"/>
              <a:gd name="connsiteY22" fmla="*/ 1875696 h 2353067"/>
              <a:gd name="connsiteX23" fmla="*/ 136737 w 7778157"/>
              <a:gd name="connsiteY23" fmla="*/ 1973471 h 2353067"/>
              <a:gd name="connsiteX24" fmla="*/ 387181 w 7778157"/>
              <a:gd name="connsiteY24" fmla="*/ 2222222 h 2353067"/>
              <a:gd name="connsiteX25" fmla="*/ 474260 w 7778157"/>
              <a:gd name="connsiteY25" fmla="*/ 2253136 h 2353067"/>
              <a:gd name="connsiteX26" fmla="*/ 561340 w 7778157"/>
              <a:gd name="connsiteY26" fmla="*/ 2220784 h 2353067"/>
              <a:gd name="connsiteX27" fmla="*/ 997458 w 7778157"/>
              <a:gd name="connsiteY27" fmla="*/ 1356627 h 2353067"/>
              <a:gd name="connsiteX28" fmla="*/ 153289 w 7778157"/>
              <a:gd name="connsiteY28" fmla="*/ 1772170 h 2353067"/>
              <a:gd name="connsiteX29" fmla="*/ 1783334 w 7778157"/>
              <a:gd name="connsiteY29" fmla="*/ 41698 h 2353067"/>
              <a:gd name="connsiteX30" fmla="*/ 1088856 w 7778157"/>
              <a:gd name="connsiteY30" fmla="*/ 1268917 h 2353067"/>
              <a:gd name="connsiteX31" fmla="*/ 2326682 w 7778157"/>
              <a:gd name="connsiteY31" fmla="*/ 560768 h 2353067"/>
              <a:gd name="connsiteX32" fmla="*/ 2361226 w 7778157"/>
              <a:gd name="connsiteY32" fmla="*/ 406197 h 2353067"/>
              <a:gd name="connsiteX33" fmla="*/ 2308691 w 7778157"/>
              <a:gd name="connsiteY33" fmla="*/ 291887 h 2353067"/>
              <a:gd name="connsiteX34" fmla="*/ 2046732 w 7778157"/>
              <a:gd name="connsiteY34" fmla="*/ 34509 h 2353067"/>
              <a:gd name="connsiteX35" fmla="*/ 1917192 w 7778157"/>
              <a:gd name="connsiteY35" fmla="*/ 0 h 2353067"/>
              <a:gd name="connsiteX36" fmla="*/ 1909995 w 7778157"/>
              <a:gd name="connsiteY36" fmla="*/ 0 h 2353067"/>
              <a:gd name="connsiteX37" fmla="*/ 1783334 w 7778157"/>
              <a:gd name="connsiteY37" fmla="*/ 41698 h 2353067"/>
              <a:gd name="connsiteX38" fmla="*/ 3520609 w 7778157"/>
              <a:gd name="connsiteY38" fmla="*/ 1358065 h 2353067"/>
              <a:gd name="connsiteX39" fmla="*/ 3740827 w 7778157"/>
              <a:gd name="connsiteY39" fmla="*/ 2004385 h 2353067"/>
              <a:gd name="connsiteX40" fmla="*/ 3504777 w 7778157"/>
              <a:gd name="connsiteY40" fmla="*/ 2004385 h 2353067"/>
              <a:gd name="connsiteX41" fmla="*/ 3308308 w 7778157"/>
              <a:gd name="connsiteY41" fmla="*/ 1410547 h 2353067"/>
              <a:gd name="connsiteX42" fmla="*/ 3280961 w 7778157"/>
              <a:gd name="connsiteY42" fmla="*/ 1412703 h 2353067"/>
              <a:gd name="connsiteX43" fmla="*/ 3197479 w 7778157"/>
              <a:gd name="connsiteY43" fmla="*/ 1412703 h 2353067"/>
              <a:gd name="connsiteX44" fmla="*/ 3197479 w 7778157"/>
              <a:gd name="connsiteY44" fmla="*/ 2004385 h 2353067"/>
              <a:gd name="connsiteX45" fmla="*/ 2970064 w 7778157"/>
              <a:gd name="connsiteY45" fmla="*/ 2004385 h 2353067"/>
              <a:gd name="connsiteX46" fmla="*/ 2970064 w 7778157"/>
              <a:gd name="connsiteY46" fmla="*/ 584493 h 2353067"/>
              <a:gd name="connsiteX47" fmla="*/ 3289596 w 7778157"/>
              <a:gd name="connsiteY47" fmla="*/ 584493 h 2353067"/>
              <a:gd name="connsiteX48" fmla="*/ 3618484 w 7778157"/>
              <a:gd name="connsiteY48" fmla="*/ 684424 h 2353067"/>
              <a:gd name="connsiteX49" fmla="*/ 3723555 w 7778157"/>
              <a:gd name="connsiteY49" fmla="*/ 974873 h 2353067"/>
              <a:gd name="connsiteX50" fmla="*/ 3536442 w 7778157"/>
              <a:gd name="connsiteY50" fmla="*/ 1348718 h 2353067"/>
              <a:gd name="connsiteX51" fmla="*/ 3520609 w 7778157"/>
              <a:gd name="connsiteY51" fmla="*/ 1358065 h 2353067"/>
              <a:gd name="connsiteX52" fmla="*/ 3300391 w 7778157"/>
              <a:gd name="connsiteY52" fmla="*/ 775010 h 2353067"/>
              <a:gd name="connsiteX53" fmla="*/ 3196759 w 7778157"/>
              <a:gd name="connsiteY53" fmla="*/ 772853 h 2353067"/>
              <a:gd name="connsiteX54" fmla="*/ 3196759 w 7778157"/>
              <a:gd name="connsiteY54" fmla="*/ 1225062 h 2353067"/>
              <a:gd name="connsiteX55" fmla="*/ 3283839 w 7778157"/>
              <a:gd name="connsiteY55" fmla="*/ 1225062 h 2353067"/>
              <a:gd name="connsiteX56" fmla="*/ 3303990 w 7778157"/>
              <a:gd name="connsiteY56" fmla="*/ 1225062 h 2353067"/>
              <a:gd name="connsiteX57" fmla="*/ 3434969 w 7778157"/>
              <a:gd name="connsiteY57" fmla="*/ 1174018 h 2353067"/>
              <a:gd name="connsiteX58" fmla="*/ 3493262 w 7778157"/>
              <a:gd name="connsiteY58" fmla="*/ 990690 h 2353067"/>
              <a:gd name="connsiteX59" fmla="*/ 3300391 w 7778157"/>
              <a:gd name="connsiteY59" fmla="*/ 775010 h 2353067"/>
              <a:gd name="connsiteX60" fmla="*/ 4282017 w 7778157"/>
              <a:gd name="connsiteY60" fmla="*/ 1383227 h 2353067"/>
              <a:gd name="connsiteX61" fmla="*/ 4639691 w 7778157"/>
              <a:gd name="connsiteY61" fmla="*/ 1383227 h 2353067"/>
              <a:gd name="connsiteX62" fmla="*/ 4639691 w 7778157"/>
              <a:gd name="connsiteY62" fmla="*/ 1179769 h 2353067"/>
              <a:gd name="connsiteX63" fmla="*/ 4282017 w 7778157"/>
              <a:gd name="connsiteY63" fmla="*/ 1179769 h 2353067"/>
              <a:gd name="connsiteX64" fmla="*/ 4282017 w 7778157"/>
              <a:gd name="connsiteY64" fmla="*/ 791545 h 2353067"/>
              <a:gd name="connsiteX65" fmla="*/ 4728930 w 7778157"/>
              <a:gd name="connsiteY65" fmla="*/ 791545 h 2353067"/>
              <a:gd name="connsiteX66" fmla="*/ 4728930 w 7778157"/>
              <a:gd name="connsiteY66" fmla="*/ 584493 h 2353067"/>
              <a:gd name="connsiteX67" fmla="*/ 4054602 w 7778157"/>
              <a:gd name="connsiteY67" fmla="*/ 584493 h 2353067"/>
              <a:gd name="connsiteX68" fmla="*/ 4054602 w 7778157"/>
              <a:gd name="connsiteY68" fmla="*/ 2004385 h 2353067"/>
              <a:gd name="connsiteX69" fmla="*/ 4754118 w 7778157"/>
              <a:gd name="connsiteY69" fmla="*/ 2004385 h 2353067"/>
              <a:gd name="connsiteX70" fmla="*/ 4754118 w 7778157"/>
              <a:gd name="connsiteY70" fmla="*/ 1797333 h 2353067"/>
              <a:gd name="connsiteX71" fmla="*/ 4281297 w 7778157"/>
              <a:gd name="connsiteY71" fmla="*/ 1797333 h 2353067"/>
              <a:gd name="connsiteX72" fmla="*/ 4281297 w 7778157"/>
              <a:gd name="connsiteY72" fmla="*/ 1383227 h 2353067"/>
              <a:gd name="connsiteX73" fmla="*/ 4282017 w 7778157"/>
              <a:gd name="connsiteY73" fmla="*/ 1383227 h 2353067"/>
              <a:gd name="connsiteX74" fmla="*/ 6210004 w 7778157"/>
              <a:gd name="connsiteY74" fmla="*/ 1383227 h 2353067"/>
              <a:gd name="connsiteX75" fmla="*/ 6567678 w 7778157"/>
              <a:gd name="connsiteY75" fmla="*/ 1383227 h 2353067"/>
              <a:gd name="connsiteX76" fmla="*/ 6567678 w 7778157"/>
              <a:gd name="connsiteY76" fmla="*/ 1179769 h 2353067"/>
              <a:gd name="connsiteX77" fmla="*/ 6210004 w 7778157"/>
              <a:gd name="connsiteY77" fmla="*/ 1179769 h 2353067"/>
              <a:gd name="connsiteX78" fmla="*/ 6210004 w 7778157"/>
              <a:gd name="connsiteY78" fmla="*/ 791545 h 2353067"/>
              <a:gd name="connsiteX79" fmla="*/ 6659076 w 7778157"/>
              <a:gd name="connsiteY79" fmla="*/ 791545 h 2353067"/>
              <a:gd name="connsiteX80" fmla="*/ 6659076 w 7778157"/>
              <a:gd name="connsiteY80" fmla="*/ 584493 h 2353067"/>
              <a:gd name="connsiteX81" fmla="*/ 5984748 w 7778157"/>
              <a:gd name="connsiteY81" fmla="*/ 584493 h 2353067"/>
              <a:gd name="connsiteX82" fmla="*/ 5984748 w 7778157"/>
              <a:gd name="connsiteY82" fmla="*/ 2004385 h 2353067"/>
              <a:gd name="connsiteX83" fmla="*/ 6684264 w 7778157"/>
              <a:gd name="connsiteY83" fmla="*/ 2004385 h 2353067"/>
              <a:gd name="connsiteX84" fmla="*/ 6684264 w 7778157"/>
              <a:gd name="connsiteY84" fmla="*/ 1797333 h 2353067"/>
              <a:gd name="connsiteX85" fmla="*/ 6211443 w 7778157"/>
              <a:gd name="connsiteY85" fmla="*/ 1797333 h 2353067"/>
              <a:gd name="connsiteX86" fmla="*/ 6211443 w 7778157"/>
              <a:gd name="connsiteY86" fmla="*/ 1383227 h 2353067"/>
              <a:gd name="connsiteX87" fmla="*/ 6210004 w 7778157"/>
              <a:gd name="connsiteY87" fmla="*/ 1383227 h 2353067"/>
              <a:gd name="connsiteX88" fmla="*/ 5273718 w 7778157"/>
              <a:gd name="connsiteY88" fmla="*/ 584493 h 2353067"/>
              <a:gd name="connsiteX89" fmla="*/ 5046303 w 7778157"/>
              <a:gd name="connsiteY89" fmla="*/ 584493 h 2353067"/>
              <a:gd name="connsiteX90" fmla="*/ 5046303 w 7778157"/>
              <a:gd name="connsiteY90" fmla="*/ 2004385 h 2353067"/>
              <a:gd name="connsiteX91" fmla="*/ 5735024 w 7778157"/>
              <a:gd name="connsiteY91" fmla="*/ 2004385 h 2353067"/>
              <a:gd name="connsiteX92" fmla="*/ 5735024 w 7778157"/>
              <a:gd name="connsiteY92" fmla="*/ 1800927 h 2353067"/>
              <a:gd name="connsiteX93" fmla="*/ 5273718 w 7778157"/>
              <a:gd name="connsiteY93" fmla="*/ 1800927 h 2353067"/>
              <a:gd name="connsiteX94" fmla="*/ 5273718 w 7778157"/>
              <a:gd name="connsiteY94" fmla="*/ 584493 h 2353067"/>
              <a:gd name="connsiteX95" fmla="*/ 7450709 w 7778157"/>
              <a:gd name="connsiteY95" fmla="*/ 1276106 h 2353067"/>
              <a:gd name="connsiteX96" fmla="*/ 7748651 w 7778157"/>
              <a:gd name="connsiteY96" fmla="*/ 584493 h 2353067"/>
              <a:gd name="connsiteX97" fmla="*/ 7521237 w 7778157"/>
              <a:gd name="connsiteY97" fmla="*/ 584493 h 2353067"/>
              <a:gd name="connsiteX98" fmla="*/ 7383060 w 7778157"/>
              <a:gd name="connsiteY98" fmla="*/ 915202 h 2353067"/>
              <a:gd name="connsiteX99" fmla="*/ 7331964 w 7778157"/>
              <a:gd name="connsiteY99" fmla="*/ 1046048 h 2353067"/>
              <a:gd name="connsiteX100" fmla="*/ 7275830 w 7778157"/>
              <a:gd name="connsiteY100" fmla="*/ 920953 h 2353067"/>
              <a:gd name="connsiteX101" fmla="*/ 7137654 w 7778157"/>
              <a:gd name="connsiteY101" fmla="*/ 593839 h 2353067"/>
              <a:gd name="connsiteX102" fmla="*/ 7134056 w 7778157"/>
              <a:gd name="connsiteY102" fmla="*/ 586649 h 2353067"/>
              <a:gd name="connsiteX103" fmla="*/ 6901604 w 7778157"/>
              <a:gd name="connsiteY103" fmla="*/ 586649 h 2353067"/>
              <a:gd name="connsiteX104" fmla="*/ 7190190 w 7778157"/>
              <a:gd name="connsiteY104" fmla="*/ 1281858 h 2353067"/>
              <a:gd name="connsiteX105" fmla="*/ 6878574 w 7778157"/>
              <a:gd name="connsiteY105" fmla="*/ 1987850 h 2353067"/>
              <a:gd name="connsiteX106" fmla="*/ 6869219 w 7778157"/>
              <a:gd name="connsiteY106" fmla="*/ 2005823 h 2353067"/>
              <a:gd name="connsiteX107" fmla="*/ 7111026 w 7778157"/>
              <a:gd name="connsiteY107" fmla="*/ 2005823 h 2353067"/>
              <a:gd name="connsiteX108" fmla="*/ 7256399 w 7778157"/>
              <a:gd name="connsiteY108" fmla="*/ 1662892 h 2353067"/>
              <a:gd name="connsiteX109" fmla="*/ 7318290 w 7778157"/>
              <a:gd name="connsiteY109" fmla="*/ 1510478 h 2353067"/>
              <a:gd name="connsiteX110" fmla="*/ 7380182 w 7778157"/>
              <a:gd name="connsiteY110" fmla="*/ 1659298 h 2353067"/>
              <a:gd name="connsiteX111" fmla="*/ 7529153 w 7778157"/>
              <a:gd name="connsiteY111" fmla="*/ 1998634 h 2353067"/>
              <a:gd name="connsiteX112" fmla="*/ 7532751 w 7778157"/>
              <a:gd name="connsiteY112" fmla="*/ 2005823 h 2353067"/>
              <a:gd name="connsiteX113" fmla="*/ 7778158 w 7778157"/>
              <a:gd name="connsiteY113" fmla="*/ 2005823 h 2353067"/>
              <a:gd name="connsiteX114" fmla="*/ 7450709 w 7778157"/>
              <a:gd name="connsiteY114" fmla="*/ 1276106 h 2353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7778157" h="2353067">
                <a:moveTo>
                  <a:pt x="225975" y="242999"/>
                </a:moveTo>
                <a:cubicBezTo>
                  <a:pt x="242528" y="242999"/>
                  <a:pt x="258360" y="246594"/>
                  <a:pt x="277072" y="253783"/>
                </a:cubicBezTo>
                <a:cubicBezTo>
                  <a:pt x="701675" y="399727"/>
                  <a:pt x="1005374" y="798735"/>
                  <a:pt x="1005374" y="1272512"/>
                </a:cubicBezTo>
                <a:cubicBezTo>
                  <a:pt x="554863" y="1272512"/>
                  <a:pt x="169122" y="996441"/>
                  <a:pt x="9356" y="604623"/>
                </a:cubicBezTo>
                <a:cubicBezTo>
                  <a:pt x="3598" y="590244"/>
                  <a:pt x="0" y="575865"/>
                  <a:pt x="0" y="559330"/>
                </a:cubicBezTo>
                <a:lnTo>
                  <a:pt x="0" y="553578"/>
                </a:lnTo>
                <a:cubicBezTo>
                  <a:pt x="0" y="549984"/>
                  <a:pt x="0" y="546389"/>
                  <a:pt x="0" y="542794"/>
                </a:cubicBezTo>
                <a:cubicBezTo>
                  <a:pt x="2159" y="522664"/>
                  <a:pt x="9356" y="506129"/>
                  <a:pt x="20151" y="486718"/>
                </a:cubicBezTo>
                <a:cubicBezTo>
                  <a:pt x="58293" y="414105"/>
                  <a:pt x="103632" y="347245"/>
                  <a:pt x="154728" y="283260"/>
                </a:cubicBezTo>
                <a:cubicBezTo>
                  <a:pt x="169122" y="265286"/>
                  <a:pt x="183515" y="252345"/>
                  <a:pt x="205825" y="246594"/>
                </a:cubicBezTo>
                <a:cubicBezTo>
                  <a:pt x="213021" y="245156"/>
                  <a:pt x="218779" y="242999"/>
                  <a:pt x="225975" y="242999"/>
                </a:cubicBezTo>
                <a:moveTo>
                  <a:pt x="1703451" y="2329343"/>
                </a:moveTo>
                <a:cubicBezTo>
                  <a:pt x="1730798" y="2342284"/>
                  <a:pt x="1758146" y="2350911"/>
                  <a:pt x="1783334" y="2353068"/>
                </a:cubicBezTo>
                <a:lnTo>
                  <a:pt x="1789091" y="2353068"/>
                </a:lnTo>
                <a:cubicBezTo>
                  <a:pt x="1791250" y="2353068"/>
                  <a:pt x="1791250" y="2353068"/>
                  <a:pt x="1792690" y="2353068"/>
                </a:cubicBezTo>
                <a:cubicBezTo>
                  <a:pt x="1820037" y="2350911"/>
                  <a:pt x="1858179" y="2342284"/>
                  <a:pt x="1886966" y="2325748"/>
                </a:cubicBezTo>
                <a:cubicBezTo>
                  <a:pt x="1945259" y="2293396"/>
                  <a:pt x="1992037" y="2271110"/>
                  <a:pt x="2045293" y="2231568"/>
                </a:cubicBezTo>
                <a:cubicBezTo>
                  <a:pt x="2069042" y="2213595"/>
                  <a:pt x="2090632" y="2187713"/>
                  <a:pt x="2099987" y="2148172"/>
                </a:cubicBezTo>
                <a:cubicBezTo>
                  <a:pt x="2105745" y="2117258"/>
                  <a:pt x="2103586" y="2082749"/>
                  <a:pt x="2090632" y="2050397"/>
                </a:cubicBezTo>
                <a:cubicBezTo>
                  <a:pt x="1939502" y="1638448"/>
                  <a:pt x="1550882" y="1358783"/>
                  <a:pt x="1085977" y="1358783"/>
                </a:cubicBezTo>
                <a:cubicBezTo>
                  <a:pt x="1083098" y="1793738"/>
                  <a:pt x="1332103" y="2158237"/>
                  <a:pt x="1703451" y="2329343"/>
                </a:cubicBezTo>
                <a:moveTo>
                  <a:pt x="153289" y="1772170"/>
                </a:moveTo>
                <a:cubicBezTo>
                  <a:pt x="124502" y="1808836"/>
                  <a:pt x="111548" y="1839031"/>
                  <a:pt x="109389" y="1875696"/>
                </a:cubicBezTo>
                <a:cubicBezTo>
                  <a:pt x="107230" y="1912362"/>
                  <a:pt x="115147" y="1946152"/>
                  <a:pt x="136737" y="1973471"/>
                </a:cubicBezTo>
                <a:cubicBezTo>
                  <a:pt x="209423" y="2067651"/>
                  <a:pt x="292904" y="2151048"/>
                  <a:pt x="387181" y="2222222"/>
                </a:cubicBezTo>
                <a:cubicBezTo>
                  <a:pt x="414528" y="2242352"/>
                  <a:pt x="443315" y="2253136"/>
                  <a:pt x="474260" y="2253136"/>
                </a:cubicBezTo>
                <a:cubicBezTo>
                  <a:pt x="505206" y="2255293"/>
                  <a:pt x="532553" y="2242352"/>
                  <a:pt x="561340" y="2220784"/>
                </a:cubicBezTo>
                <a:cubicBezTo>
                  <a:pt x="826897" y="2024516"/>
                  <a:pt x="997458" y="1710342"/>
                  <a:pt x="997458" y="1356627"/>
                </a:cubicBezTo>
                <a:cubicBezTo>
                  <a:pt x="656336" y="1358065"/>
                  <a:pt x="349038" y="1521262"/>
                  <a:pt x="153289" y="1772170"/>
                </a:cubicBezTo>
                <a:moveTo>
                  <a:pt x="1783334" y="41698"/>
                </a:moveTo>
                <a:cubicBezTo>
                  <a:pt x="1367367" y="294044"/>
                  <a:pt x="1088856" y="747690"/>
                  <a:pt x="1088856" y="1268917"/>
                </a:cubicBezTo>
                <a:cubicBezTo>
                  <a:pt x="1615652" y="1268917"/>
                  <a:pt x="2077678" y="984219"/>
                  <a:pt x="2326682" y="560768"/>
                </a:cubicBezTo>
                <a:cubicBezTo>
                  <a:pt x="2351871" y="516913"/>
                  <a:pt x="2370582" y="462993"/>
                  <a:pt x="2361226" y="406197"/>
                </a:cubicBezTo>
                <a:cubicBezTo>
                  <a:pt x="2351871" y="351558"/>
                  <a:pt x="2341076" y="333585"/>
                  <a:pt x="2308691" y="291887"/>
                </a:cubicBezTo>
                <a:cubicBezTo>
                  <a:pt x="2233846" y="194112"/>
                  <a:pt x="2144607" y="109278"/>
                  <a:pt x="2046732" y="34509"/>
                </a:cubicBezTo>
                <a:cubicBezTo>
                  <a:pt x="2013627" y="9346"/>
                  <a:pt x="1957493" y="0"/>
                  <a:pt x="1917192" y="0"/>
                </a:cubicBezTo>
                <a:lnTo>
                  <a:pt x="1909995" y="0"/>
                </a:lnTo>
                <a:cubicBezTo>
                  <a:pt x="1870414" y="3595"/>
                  <a:pt x="1832271" y="12941"/>
                  <a:pt x="1783334" y="41698"/>
                </a:cubicBezTo>
                <a:moveTo>
                  <a:pt x="3520609" y="1358065"/>
                </a:moveTo>
                <a:lnTo>
                  <a:pt x="3740827" y="2004385"/>
                </a:lnTo>
                <a:lnTo>
                  <a:pt x="3504777" y="2004385"/>
                </a:lnTo>
                <a:lnTo>
                  <a:pt x="3308308" y="1410547"/>
                </a:lnTo>
                <a:cubicBezTo>
                  <a:pt x="3298952" y="1410547"/>
                  <a:pt x="3291756" y="1412703"/>
                  <a:pt x="3280961" y="1412703"/>
                </a:cubicBezTo>
                <a:lnTo>
                  <a:pt x="3197479" y="1412703"/>
                </a:lnTo>
                <a:lnTo>
                  <a:pt x="3197479" y="2004385"/>
                </a:lnTo>
                <a:lnTo>
                  <a:pt x="2970064" y="2004385"/>
                </a:lnTo>
                <a:lnTo>
                  <a:pt x="2970064" y="584493"/>
                </a:lnTo>
                <a:lnTo>
                  <a:pt x="3289596" y="584493"/>
                </a:lnTo>
                <a:cubicBezTo>
                  <a:pt x="3445764" y="584493"/>
                  <a:pt x="3547957" y="615407"/>
                  <a:pt x="3618484" y="684424"/>
                </a:cubicBezTo>
                <a:cubicBezTo>
                  <a:pt x="3687572" y="757037"/>
                  <a:pt x="3723555" y="853374"/>
                  <a:pt x="3723555" y="974873"/>
                </a:cubicBezTo>
                <a:cubicBezTo>
                  <a:pt x="3723555" y="1148855"/>
                  <a:pt x="3658066" y="1279701"/>
                  <a:pt x="3536442" y="1348718"/>
                </a:cubicBezTo>
                <a:cubicBezTo>
                  <a:pt x="3531404" y="1352313"/>
                  <a:pt x="3525647" y="1354470"/>
                  <a:pt x="3520609" y="1358065"/>
                </a:cubicBezTo>
                <a:moveTo>
                  <a:pt x="3300391" y="775010"/>
                </a:moveTo>
                <a:cubicBezTo>
                  <a:pt x="3280241" y="775010"/>
                  <a:pt x="3224107" y="775010"/>
                  <a:pt x="3196759" y="772853"/>
                </a:cubicBezTo>
                <a:lnTo>
                  <a:pt x="3196759" y="1225062"/>
                </a:lnTo>
                <a:lnTo>
                  <a:pt x="3283839" y="1225062"/>
                </a:lnTo>
                <a:cubicBezTo>
                  <a:pt x="3291036" y="1225062"/>
                  <a:pt x="3298232" y="1225062"/>
                  <a:pt x="3303990" y="1225062"/>
                </a:cubicBezTo>
                <a:cubicBezTo>
                  <a:pt x="3356526" y="1225062"/>
                  <a:pt x="3401864" y="1207089"/>
                  <a:pt x="3434969" y="1174018"/>
                </a:cubicBezTo>
                <a:cubicBezTo>
                  <a:pt x="3475271" y="1132320"/>
                  <a:pt x="3494701" y="1069053"/>
                  <a:pt x="3493262" y="990690"/>
                </a:cubicBezTo>
                <a:cubicBezTo>
                  <a:pt x="3491103" y="842590"/>
                  <a:pt x="3432810" y="777167"/>
                  <a:pt x="3300391" y="775010"/>
                </a:cubicBezTo>
                <a:moveTo>
                  <a:pt x="4282017" y="1383227"/>
                </a:moveTo>
                <a:lnTo>
                  <a:pt x="4639691" y="1383227"/>
                </a:lnTo>
                <a:lnTo>
                  <a:pt x="4639691" y="1179769"/>
                </a:lnTo>
                <a:lnTo>
                  <a:pt x="4282017" y="1179769"/>
                </a:lnTo>
                <a:lnTo>
                  <a:pt x="4282017" y="791545"/>
                </a:lnTo>
                <a:lnTo>
                  <a:pt x="4728930" y="791545"/>
                </a:lnTo>
                <a:lnTo>
                  <a:pt x="4728930" y="584493"/>
                </a:lnTo>
                <a:lnTo>
                  <a:pt x="4054602" y="584493"/>
                </a:lnTo>
                <a:lnTo>
                  <a:pt x="4054602" y="2004385"/>
                </a:lnTo>
                <a:lnTo>
                  <a:pt x="4754118" y="2004385"/>
                </a:lnTo>
                <a:lnTo>
                  <a:pt x="4754118" y="1797333"/>
                </a:lnTo>
                <a:lnTo>
                  <a:pt x="4281297" y="1797333"/>
                </a:lnTo>
                <a:lnTo>
                  <a:pt x="4281297" y="1383227"/>
                </a:lnTo>
                <a:lnTo>
                  <a:pt x="4282017" y="1383227"/>
                </a:lnTo>
                <a:close/>
                <a:moveTo>
                  <a:pt x="6210004" y="1383227"/>
                </a:moveTo>
                <a:lnTo>
                  <a:pt x="6567678" y="1383227"/>
                </a:lnTo>
                <a:lnTo>
                  <a:pt x="6567678" y="1179769"/>
                </a:lnTo>
                <a:lnTo>
                  <a:pt x="6210004" y="1179769"/>
                </a:lnTo>
                <a:lnTo>
                  <a:pt x="6210004" y="791545"/>
                </a:lnTo>
                <a:lnTo>
                  <a:pt x="6659076" y="791545"/>
                </a:lnTo>
                <a:lnTo>
                  <a:pt x="6659076" y="584493"/>
                </a:lnTo>
                <a:lnTo>
                  <a:pt x="5984748" y="584493"/>
                </a:lnTo>
                <a:lnTo>
                  <a:pt x="5984748" y="2004385"/>
                </a:lnTo>
                <a:lnTo>
                  <a:pt x="6684264" y="2004385"/>
                </a:lnTo>
                <a:lnTo>
                  <a:pt x="6684264" y="1797333"/>
                </a:lnTo>
                <a:lnTo>
                  <a:pt x="6211443" y="1797333"/>
                </a:lnTo>
                <a:lnTo>
                  <a:pt x="6211443" y="1383227"/>
                </a:lnTo>
                <a:lnTo>
                  <a:pt x="6210004" y="1383227"/>
                </a:lnTo>
                <a:close/>
                <a:moveTo>
                  <a:pt x="5273718" y="584493"/>
                </a:moveTo>
                <a:lnTo>
                  <a:pt x="5046303" y="584493"/>
                </a:lnTo>
                <a:lnTo>
                  <a:pt x="5046303" y="2004385"/>
                </a:lnTo>
                <a:lnTo>
                  <a:pt x="5735024" y="2004385"/>
                </a:lnTo>
                <a:lnTo>
                  <a:pt x="5735024" y="1800927"/>
                </a:lnTo>
                <a:lnTo>
                  <a:pt x="5273718" y="1800927"/>
                </a:lnTo>
                <a:lnTo>
                  <a:pt x="5273718" y="584493"/>
                </a:lnTo>
                <a:close/>
                <a:moveTo>
                  <a:pt x="7450709" y="1276106"/>
                </a:moveTo>
                <a:lnTo>
                  <a:pt x="7748651" y="584493"/>
                </a:lnTo>
                <a:lnTo>
                  <a:pt x="7521237" y="584493"/>
                </a:lnTo>
                <a:lnTo>
                  <a:pt x="7383060" y="915202"/>
                </a:lnTo>
                <a:cubicBezTo>
                  <a:pt x="7366508" y="956900"/>
                  <a:pt x="7350675" y="997160"/>
                  <a:pt x="7331964" y="1046048"/>
                </a:cubicBezTo>
                <a:cubicBezTo>
                  <a:pt x="7311814" y="998598"/>
                  <a:pt x="7295261" y="959057"/>
                  <a:pt x="7275830" y="920953"/>
                </a:cubicBezTo>
                <a:lnTo>
                  <a:pt x="7137654" y="593839"/>
                </a:lnTo>
                <a:lnTo>
                  <a:pt x="7134056" y="586649"/>
                </a:lnTo>
                <a:lnTo>
                  <a:pt x="6901604" y="586649"/>
                </a:lnTo>
                <a:lnTo>
                  <a:pt x="7190190" y="1281858"/>
                </a:lnTo>
                <a:lnTo>
                  <a:pt x="6878574" y="1987850"/>
                </a:lnTo>
                <a:lnTo>
                  <a:pt x="6869219" y="2005823"/>
                </a:lnTo>
                <a:lnTo>
                  <a:pt x="7111026" y="2005823"/>
                </a:lnTo>
                <a:lnTo>
                  <a:pt x="7256399" y="1662892"/>
                </a:lnTo>
                <a:cubicBezTo>
                  <a:pt x="7277989" y="1614005"/>
                  <a:pt x="7298140" y="1561523"/>
                  <a:pt x="7318290" y="1510478"/>
                </a:cubicBezTo>
                <a:cubicBezTo>
                  <a:pt x="7339880" y="1565117"/>
                  <a:pt x="7358592" y="1610410"/>
                  <a:pt x="7380182" y="1659298"/>
                </a:cubicBezTo>
                <a:lnTo>
                  <a:pt x="7529153" y="1998634"/>
                </a:lnTo>
                <a:lnTo>
                  <a:pt x="7532751" y="2005823"/>
                </a:lnTo>
                <a:lnTo>
                  <a:pt x="7778158" y="2005823"/>
                </a:lnTo>
                <a:lnTo>
                  <a:pt x="7450709" y="1276106"/>
                </a:lnTo>
                <a:close/>
              </a:path>
            </a:pathLst>
          </a:custGeom>
          <a:solidFill>
            <a:schemeClr val="tx1"/>
          </a:solidFill>
          <a:ln w="7197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8A76CE3-4BC6-ED4E-02A2-93B3F0B95D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rgbClr val="003359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94D8D72-0C91-4918-E89F-2E8ECAFE6E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rgbClr val="003359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49EE2452-4341-232C-523B-91ACBA6F32C9}"/>
              </a:ext>
            </a:extLst>
          </p:cNvPr>
          <p:cNvSpPr/>
          <p:nvPr/>
        </p:nvSpPr>
        <p:spPr>
          <a:xfrm>
            <a:off x="4419600" y="0"/>
            <a:ext cx="7772400" cy="4371975"/>
          </a:xfrm>
          <a:custGeom>
            <a:avLst/>
            <a:gdLst>
              <a:gd name="connsiteX0" fmla="*/ 0 w 7772400"/>
              <a:gd name="connsiteY0" fmla="*/ 0 h 4371975"/>
              <a:gd name="connsiteX1" fmla="*/ 7772400 w 7772400"/>
              <a:gd name="connsiteY1" fmla="*/ 0 h 4371975"/>
              <a:gd name="connsiteX2" fmla="*/ 7772400 w 7772400"/>
              <a:gd name="connsiteY2" fmla="*/ 4371975 h 4371975"/>
              <a:gd name="connsiteX3" fmla="*/ 0 w 7772400"/>
              <a:gd name="connsiteY3" fmla="*/ 4371975 h 437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2400" h="4371975">
                <a:moveTo>
                  <a:pt x="0" y="0"/>
                </a:moveTo>
                <a:lnTo>
                  <a:pt x="7772400" y="0"/>
                </a:lnTo>
                <a:lnTo>
                  <a:pt x="7772400" y="4371975"/>
                </a:lnTo>
                <a:lnTo>
                  <a:pt x="0" y="4371975"/>
                </a:lnTo>
                <a:close/>
              </a:path>
            </a:pathLst>
          </a:custGeom>
          <a:noFill/>
          <a:ln w="4048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49901A66-E9EF-61BB-C959-3DCFA7F587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B416D8C-8889-7379-413C-C7865A6CFE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549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D58C82EB-1BFD-AB21-4CB9-8906D76BF8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5733845"/>
            <a:ext cx="4761957" cy="33777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b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System Font Regular"/>
              <a:buNone/>
              <a:tabLst/>
              <a:defRPr sz="1300" spc="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Your name, date &amp; location</a:t>
            </a:r>
          </a:p>
        </p:txBody>
      </p:sp>
      <p:sp>
        <p:nvSpPr>
          <p:cNvPr id="3" name="Graphic 2">
            <a:extLst>
              <a:ext uri="{FF2B5EF4-FFF2-40B4-BE49-F238E27FC236}">
                <a16:creationId xmlns:a16="http://schemas.microsoft.com/office/drawing/2014/main" id="{1089FFFD-EDF3-37A3-0CBF-8495B2AEBC8B}"/>
              </a:ext>
            </a:extLst>
          </p:cNvPr>
          <p:cNvSpPr/>
          <p:nvPr userDrawn="1"/>
        </p:nvSpPr>
        <p:spPr>
          <a:xfrm>
            <a:off x="587376" y="914138"/>
            <a:ext cx="1583371" cy="479005"/>
          </a:xfrm>
          <a:custGeom>
            <a:avLst/>
            <a:gdLst>
              <a:gd name="connsiteX0" fmla="*/ 225975 w 7778157"/>
              <a:gd name="connsiteY0" fmla="*/ 242999 h 2353067"/>
              <a:gd name="connsiteX1" fmla="*/ 277072 w 7778157"/>
              <a:gd name="connsiteY1" fmla="*/ 253783 h 2353067"/>
              <a:gd name="connsiteX2" fmla="*/ 1005374 w 7778157"/>
              <a:gd name="connsiteY2" fmla="*/ 1272512 h 2353067"/>
              <a:gd name="connsiteX3" fmla="*/ 9356 w 7778157"/>
              <a:gd name="connsiteY3" fmla="*/ 604623 h 2353067"/>
              <a:gd name="connsiteX4" fmla="*/ 0 w 7778157"/>
              <a:gd name="connsiteY4" fmla="*/ 559330 h 2353067"/>
              <a:gd name="connsiteX5" fmla="*/ 0 w 7778157"/>
              <a:gd name="connsiteY5" fmla="*/ 553578 h 2353067"/>
              <a:gd name="connsiteX6" fmla="*/ 0 w 7778157"/>
              <a:gd name="connsiteY6" fmla="*/ 542794 h 2353067"/>
              <a:gd name="connsiteX7" fmla="*/ 20151 w 7778157"/>
              <a:gd name="connsiteY7" fmla="*/ 486718 h 2353067"/>
              <a:gd name="connsiteX8" fmla="*/ 154728 w 7778157"/>
              <a:gd name="connsiteY8" fmla="*/ 283260 h 2353067"/>
              <a:gd name="connsiteX9" fmla="*/ 205825 w 7778157"/>
              <a:gd name="connsiteY9" fmla="*/ 246594 h 2353067"/>
              <a:gd name="connsiteX10" fmla="*/ 225975 w 7778157"/>
              <a:gd name="connsiteY10" fmla="*/ 242999 h 2353067"/>
              <a:gd name="connsiteX11" fmla="*/ 1703451 w 7778157"/>
              <a:gd name="connsiteY11" fmla="*/ 2329343 h 2353067"/>
              <a:gd name="connsiteX12" fmla="*/ 1783334 w 7778157"/>
              <a:gd name="connsiteY12" fmla="*/ 2353068 h 2353067"/>
              <a:gd name="connsiteX13" fmla="*/ 1789091 w 7778157"/>
              <a:gd name="connsiteY13" fmla="*/ 2353068 h 2353067"/>
              <a:gd name="connsiteX14" fmla="*/ 1792690 w 7778157"/>
              <a:gd name="connsiteY14" fmla="*/ 2353068 h 2353067"/>
              <a:gd name="connsiteX15" fmla="*/ 1886966 w 7778157"/>
              <a:gd name="connsiteY15" fmla="*/ 2325748 h 2353067"/>
              <a:gd name="connsiteX16" fmla="*/ 2045293 w 7778157"/>
              <a:gd name="connsiteY16" fmla="*/ 2231568 h 2353067"/>
              <a:gd name="connsiteX17" fmla="*/ 2099987 w 7778157"/>
              <a:gd name="connsiteY17" fmla="*/ 2148172 h 2353067"/>
              <a:gd name="connsiteX18" fmla="*/ 2090632 w 7778157"/>
              <a:gd name="connsiteY18" fmla="*/ 2050397 h 2353067"/>
              <a:gd name="connsiteX19" fmla="*/ 1085977 w 7778157"/>
              <a:gd name="connsiteY19" fmla="*/ 1358783 h 2353067"/>
              <a:gd name="connsiteX20" fmla="*/ 1703451 w 7778157"/>
              <a:gd name="connsiteY20" fmla="*/ 2329343 h 2353067"/>
              <a:gd name="connsiteX21" fmla="*/ 153289 w 7778157"/>
              <a:gd name="connsiteY21" fmla="*/ 1772170 h 2353067"/>
              <a:gd name="connsiteX22" fmla="*/ 109389 w 7778157"/>
              <a:gd name="connsiteY22" fmla="*/ 1875696 h 2353067"/>
              <a:gd name="connsiteX23" fmla="*/ 136737 w 7778157"/>
              <a:gd name="connsiteY23" fmla="*/ 1973471 h 2353067"/>
              <a:gd name="connsiteX24" fmla="*/ 387181 w 7778157"/>
              <a:gd name="connsiteY24" fmla="*/ 2222222 h 2353067"/>
              <a:gd name="connsiteX25" fmla="*/ 474260 w 7778157"/>
              <a:gd name="connsiteY25" fmla="*/ 2253136 h 2353067"/>
              <a:gd name="connsiteX26" fmla="*/ 561340 w 7778157"/>
              <a:gd name="connsiteY26" fmla="*/ 2220784 h 2353067"/>
              <a:gd name="connsiteX27" fmla="*/ 997458 w 7778157"/>
              <a:gd name="connsiteY27" fmla="*/ 1356627 h 2353067"/>
              <a:gd name="connsiteX28" fmla="*/ 153289 w 7778157"/>
              <a:gd name="connsiteY28" fmla="*/ 1772170 h 2353067"/>
              <a:gd name="connsiteX29" fmla="*/ 1783334 w 7778157"/>
              <a:gd name="connsiteY29" fmla="*/ 41698 h 2353067"/>
              <a:gd name="connsiteX30" fmla="*/ 1088856 w 7778157"/>
              <a:gd name="connsiteY30" fmla="*/ 1268917 h 2353067"/>
              <a:gd name="connsiteX31" fmla="*/ 2326682 w 7778157"/>
              <a:gd name="connsiteY31" fmla="*/ 560768 h 2353067"/>
              <a:gd name="connsiteX32" fmla="*/ 2361226 w 7778157"/>
              <a:gd name="connsiteY32" fmla="*/ 406197 h 2353067"/>
              <a:gd name="connsiteX33" fmla="*/ 2308691 w 7778157"/>
              <a:gd name="connsiteY33" fmla="*/ 291887 h 2353067"/>
              <a:gd name="connsiteX34" fmla="*/ 2046732 w 7778157"/>
              <a:gd name="connsiteY34" fmla="*/ 34509 h 2353067"/>
              <a:gd name="connsiteX35" fmla="*/ 1917192 w 7778157"/>
              <a:gd name="connsiteY35" fmla="*/ 0 h 2353067"/>
              <a:gd name="connsiteX36" fmla="*/ 1909995 w 7778157"/>
              <a:gd name="connsiteY36" fmla="*/ 0 h 2353067"/>
              <a:gd name="connsiteX37" fmla="*/ 1783334 w 7778157"/>
              <a:gd name="connsiteY37" fmla="*/ 41698 h 2353067"/>
              <a:gd name="connsiteX38" fmla="*/ 3520609 w 7778157"/>
              <a:gd name="connsiteY38" fmla="*/ 1358065 h 2353067"/>
              <a:gd name="connsiteX39" fmla="*/ 3740827 w 7778157"/>
              <a:gd name="connsiteY39" fmla="*/ 2004385 h 2353067"/>
              <a:gd name="connsiteX40" fmla="*/ 3504777 w 7778157"/>
              <a:gd name="connsiteY40" fmla="*/ 2004385 h 2353067"/>
              <a:gd name="connsiteX41" fmla="*/ 3308308 w 7778157"/>
              <a:gd name="connsiteY41" fmla="*/ 1410547 h 2353067"/>
              <a:gd name="connsiteX42" fmla="*/ 3280961 w 7778157"/>
              <a:gd name="connsiteY42" fmla="*/ 1412703 h 2353067"/>
              <a:gd name="connsiteX43" fmla="*/ 3197479 w 7778157"/>
              <a:gd name="connsiteY43" fmla="*/ 1412703 h 2353067"/>
              <a:gd name="connsiteX44" fmla="*/ 3197479 w 7778157"/>
              <a:gd name="connsiteY44" fmla="*/ 2004385 h 2353067"/>
              <a:gd name="connsiteX45" fmla="*/ 2970064 w 7778157"/>
              <a:gd name="connsiteY45" fmla="*/ 2004385 h 2353067"/>
              <a:gd name="connsiteX46" fmla="*/ 2970064 w 7778157"/>
              <a:gd name="connsiteY46" fmla="*/ 584493 h 2353067"/>
              <a:gd name="connsiteX47" fmla="*/ 3289596 w 7778157"/>
              <a:gd name="connsiteY47" fmla="*/ 584493 h 2353067"/>
              <a:gd name="connsiteX48" fmla="*/ 3618484 w 7778157"/>
              <a:gd name="connsiteY48" fmla="*/ 684424 h 2353067"/>
              <a:gd name="connsiteX49" fmla="*/ 3723555 w 7778157"/>
              <a:gd name="connsiteY49" fmla="*/ 974873 h 2353067"/>
              <a:gd name="connsiteX50" fmla="*/ 3536442 w 7778157"/>
              <a:gd name="connsiteY50" fmla="*/ 1348718 h 2353067"/>
              <a:gd name="connsiteX51" fmla="*/ 3520609 w 7778157"/>
              <a:gd name="connsiteY51" fmla="*/ 1358065 h 2353067"/>
              <a:gd name="connsiteX52" fmla="*/ 3300391 w 7778157"/>
              <a:gd name="connsiteY52" fmla="*/ 775010 h 2353067"/>
              <a:gd name="connsiteX53" fmla="*/ 3196759 w 7778157"/>
              <a:gd name="connsiteY53" fmla="*/ 772853 h 2353067"/>
              <a:gd name="connsiteX54" fmla="*/ 3196759 w 7778157"/>
              <a:gd name="connsiteY54" fmla="*/ 1225062 h 2353067"/>
              <a:gd name="connsiteX55" fmla="*/ 3283839 w 7778157"/>
              <a:gd name="connsiteY55" fmla="*/ 1225062 h 2353067"/>
              <a:gd name="connsiteX56" fmla="*/ 3303990 w 7778157"/>
              <a:gd name="connsiteY56" fmla="*/ 1225062 h 2353067"/>
              <a:gd name="connsiteX57" fmla="*/ 3434969 w 7778157"/>
              <a:gd name="connsiteY57" fmla="*/ 1174018 h 2353067"/>
              <a:gd name="connsiteX58" fmla="*/ 3493262 w 7778157"/>
              <a:gd name="connsiteY58" fmla="*/ 990690 h 2353067"/>
              <a:gd name="connsiteX59" fmla="*/ 3300391 w 7778157"/>
              <a:gd name="connsiteY59" fmla="*/ 775010 h 2353067"/>
              <a:gd name="connsiteX60" fmla="*/ 4282017 w 7778157"/>
              <a:gd name="connsiteY60" fmla="*/ 1383227 h 2353067"/>
              <a:gd name="connsiteX61" fmla="*/ 4639691 w 7778157"/>
              <a:gd name="connsiteY61" fmla="*/ 1383227 h 2353067"/>
              <a:gd name="connsiteX62" fmla="*/ 4639691 w 7778157"/>
              <a:gd name="connsiteY62" fmla="*/ 1179769 h 2353067"/>
              <a:gd name="connsiteX63" fmla="*/ 4282017 w 7778157"/>
              <a:gd name="connsiteY63" fmla="*/ 1179769 h 2353067"/>
              <a:gd name="connsiteX64" fmla="*/ 4282017 w 7778157"/>
              <a:gd name="connsiteY64" fmla="*/ 791545 h 2353067"/>
              <a:gd name="connsiteX65" fmla="*/ 4728930 w 7778157"/>
              <a:gd name="connsiteY65" fmla="*/ 791545 h 2353067"/>
              <a:gd name="connsiteX66" fmla="*/ 4728930 w 7778157"/>
              <a:gd name="connsiteY66" fmla="*/ 584493 h 2353067"/>
              <a:gd name="connsiteX67" fmla="*/ 4054602 w 7778157"/>
              <a:gd name="connsiteY67" fmla="*/ 584493 h 2353067"/>
              <a:gd name="connsiteX68" fmla="*/ 4054602 w 7778157"/>
              <a:gd name="connsiteY68" fmla="*/ 2004385 h 2353067"/>
              <a:gd name="connsiteX69" fmla="*/ 4754118 w 7778157"/>
              <a:gd name="connsiteY69" fmla="*/ 2004385 h 2353067"/>
              <a:gd name="connsiteX70" fmla="*/ 4754118 w 7778157"/>
              <a:gd name="connsiteY70" fmla="*/ 1797333 h 2353067"/>
              <a:gd name="connsiteX71" fmla="*/ 4281297 w 7778157"/>
              <a:gd name="connsiteY71" fmla="*/ 1797333 h 2353067"/>
              <a:gd name="connsiteX72" fmla="*/ 4281297 w 7778157"/>
              <a:gd name="connsiteY72" fmla="*/ 1383227 h 2353067"/>
              <a:gd name="connsiteX73" fmla="*/ 4282017 w 7778157"/>
              <a:gd name="connsiteY73" fmla="*/ 1383227 h 2353067"/>
              <a:gd name="connsiteX74" fmla="*/ 6210004 w 7778157"/>
              <a:gd name="connsiteY74" fmla="*/ 1383227 h 2353067"/>
              <a:gd name="connsiteX75" fmla="*/ 6567678 w 7778157"/>
              <a:gd name="connsiteY75" fmla="*/ 1383227 h 2353067"/>
              <a:gd name="connsiteX76" fmla="*/ 6567678 w 7778157"/>
              <a:gd name="connsiteY76" fmla="*/ 1179769 h 2353067"/>
              <a:gd name="connsiteX77" fmla="*/ 6210004 w 7778157"/>
              <a:gd name="connsiteY77" fmla="*/ 1179769 h 2353067"/>
              <a:gd name="connsiteX78" fmla="*/ 6210004 w 7778157"/>
              <a:gd name="connsiteY78" fmla="*/ 791545 h 2353067"/>
              <a:gd name="connsiteX79" fmla="*/ 6659076 w 7778157"/>
              <a:gd name="connsiteY79" fmla="*/ 791545 h 2353067"/>
              <a:gd name="connsiteX80" fmla="*/ 6659076 w 7778157"/>
              <a:gd name="connsiteY80" fmla="*/ 584493 h 2353067"/>
              <a:gd name="connsiteX81" fmla="*/ 5984748 w 7778157"/>
              <a:gd name="connsiteY81" fmla="*/ 584493 h 2353067"/>
              <a:gd name="connsiteX82" fmla="*/ 5984748 w 7778157"/>
              <a:gd name="connsiteY82" fmla="*/ 2004385 h 2353067"/>
              <a:gd name="connsiteX83" fmla="*/ 6684264 w 7778157"/>
              <a:gd name="connsiteY83" fmla="*/ 2004385 h 2353067"/>
              <a:gd name="connsiteX84" fmla="*/ 6684264 w 7778157"/>
              <a:gd name="connsiteY84" fmla="*/ 1797333 h 2353067"/>
              <a:gd name="connsiteX85" fmla="*/ 6211443 w 7778157"/>
              <a:gd name="connsiteY85" fmla="*/ 1797333 h 2353067"/>
              <a:gd name="connsiteX86" fmla="*/ 6211443 w 7778157"/>
              <a:gd name="connsiteY86" fmla="*/ 1383227 h 2353067"/>
              <a:gd name="connsiteX87" fmla="*/ 6210004 w 7778157"/>
              <a:gd name="connsiteY87" fmla="*/ 1383227 h 2353067"/>
              <a:gd name="connsiteX88" fmla="*/ 5273718 w 7778157"/>
              <a:gd name="connsiteY88" fmla="*/ 584493 h 2353067"/>
              <a:gd name="connsiteX89" fmla="*/ 5046303 w 7778157"/>
              <a:gd name="connsiteY89" fmla="*/ 584493 h 2353067"/>
              <a:gd name="connsiteX90" fmla="*/ 5046303 w 7778157"/>
              <a:gd name="connsiteY90" fmla="*/ 2004385 h 2353067"/>
              <a:gd name="connsiteX91" fmla="*/ 5735024 w 7778157"/>
              <a:gd name="connsiteY91" fmla="*/ 2004385 h 2353067"/>
              <a:gd name="connsiteX92" fmla="*/ 5735024 w 7778157"/>
              <a:gd name="connsiteY92" fmla="*/ 1800927 h 2353067"/>
              <a:gd name="connsiteX93" fmla="*/ 5273718 w 7778157"/>
              <a:gd name="connsiteY93" fmla="*/ 1800927 h 2353067"/>
              <a:gd name="connsiteX94" fmla="*/ 5273718 w 7778157"/>
              <a:gd name="connsiteY94" fmla="*/ 584493 h 2353067"/>
              <a:gd name="connsiteX95" fmla="*/ 7450709 w 7778157"/>
              <a:gd name="connsiteY95" fmla="*/ 1276106 h 2353067"/>
              <a:gd name="connsiteX96" fmla="*/ 7748651 w 7778157"/>
              <a:gd name="connsiteY96" fmla="*/ 584493 h 2353067"/>
              <a:gd name="connsiteX97" fmla="*/ 7521237 w 7778157"/>
              <a:gd name="connsiteY97" fmla="*/ 584493 h 2353067"/>
              <a:gd name="connsiteX98" fmla="*/ 7383060 w 7778157"/>
              <a:gd name="connsiteY98" fmla="*/ 915202 h 2353067"/>
              <a:gd name="connsiteX99" fmla="*/ 7331964 w 7778157"/>
              <a:gd name="connsiteY99" fmla="*/ 1046048 h 2353067"/>
              <a:gd name="connsiteX100" fmla="*/ 7275830 w 7778157"/>
              <a:gd name="connsiteY100" fmla="*/ 920953 h 2353067"/>
              <a:gd name="connsiteX101" fmla="*/ 7137654 w 7778157"/>
              <a:gd name="connsiteY101" fmla="*/ 593839 h 2353067"/>
              <a:gd name="connsiteX102" fmla="*/ 7134056 w 7778157"/>
              <a:gd name="connsiteY102" fmla="*/ 586649 h 2353067"/>
              <a:gd name="connsiteX103" fmla="*/ 6901604 w 7778157"/>
              <a:gd name="connsiteY103" fmla="*/ 586649 h 2353067"/>
              <a:gd name="connsiteX104" fmla="*/ 7190190 w 7778157"/>
              <a:gd name="connsiteY104" fmla="*/ 1281858 h 2353067"/>
              <a:gd name="connsiteX105" fmla="*/ 6878574 w 7778157"/>
              <a:gd name="connsiteY105" fmla="*/ 1987850 h 2353067"/>
              <a:gd name="connsiteX106" fmla="*/ 6869219 w 7778157"/>
              <a:gd name="connsiteY106" fmla="*/ 2005823 h 2353067"/>
              <a:gd name="connsiteX107" fmla="*/ 7111026 w 7778157"/>
              <a:gd name="connsiteY107" fmla="*/ 2005823 h 2353067"/>
              <a:gd name="connsiteX108" fmla="*/ 7256399 w 7778157"/>
              <a:gd name="connsiteY108" fmla="*/ 1662892 h 2353067"/>
              <a:gd name="connsiteX109" fmla="*/ 7318290 w 7778157"/>
              <a:gd name="connsiteY109" fmla="*/ 1510478 h 2353067"/>
              <a:gd name="connsiteX110" fmla="*/ 7380182 w 7778157"/>
              <a:gd name="connsiteY110" fmla="*/ 1659298 h 2353067"/>
              <a:gd name="connsiteX111" fmla="*/ 7529153 w 7778157"/>
              <a:gd name="connsiteY111" fmla="*/ 1998634 h 2353067"/>
              <a:gd name="connsiteX112" fmla="*/ 7532751 w 7778157"/>
              <a:gd name="connsiteY112" fmla="*/ 2005823 h 2353067"/>
              <a:gd name="connsiteX113" fmla="*/ 7778158 w 7778157"/>
              <a:gd name="connsiteY113" fmla="*/ 2005823 h 2353067"/>
              <a:gd name="connsiteX114" fmla="*/ 7450709 w 7778157"/>
              <a:gd name="connsiteY114" fmla="*/ 1276106 h 2353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7778157" h="2353067">
                <a:moveTo>
                  <a:pt x="225975" y="242999"/>
                </a:moveTo>
                <a:cubicBezTo>
                  <a:pt x="242528" y="242999"/>
                  <a:pt x="258360" y="246594"/>
                  <a:pt x="277072" y="253783"/>
                </a:cubicBezTo>
                <a:cubicBezTo>
                  <a:pt x="701675" y="399727"/>
                  <a:pt x="1005374" y="798735"/>
                  <a:pt x="1005374" y="1272512"/>
                </a:cubicBezTo>
                <a:cubicBezTo>
                  <a:pt x="554863" y="1272512"/>
                  <a:pt x="169122" y="996441"/>
                  <a:pt x="9356" y="604623"/>
                </a:cubicBezTo>
                <a:cubicBezTo>
                  <a:pt x="3598" y="590244"/>
                  <a:pt x="0" y="575865"/>
                  <a:pt x="0" y="559330"/>
                </a:cubicBezTo>
                <a:lnTo>
                  <a:pt x="0" y="553578"/>
                </a:lnTo>
                <a:cubicBezTo>
                  <a:pt x="0" y="549984"/>
                  <a:pt x="0" y="546389"/>
                  <a:pt x="0" y="542794"/>
                </a:cubicBezTo>
                <a:cubicBezTo>
                  <a:pt x="2159" y="522664"/>
                  <a:pt x="9356" y="506129"/>
                  <a:pt x="20151" y="486718"/>
                </a:cubicBezTo>
                <a:cubicBezTo>
                  <a:pt x="58293" y="414105"/>
                  <a:pt x="103632" y="347245"/>
                  <a:pt x="154728" y="283260"/>
                </a:cubicBezTo>
                <a:cubicBezTo>
                  <a:pt x="169122" y="265286"/>
                  <a:pt x="183515" y="252345"/>
                  <a:pt x="205825" y="246594"/>
                </a:cubicBezTo>
                <a:cubicBezTo>
                  <a:pt x="213021" y="245156"/>
                  <a:pt x="218779" y="242999"/>
                  <a:pt x="225975" y="242999"/>
                </a:cubicBezTo>
                <a:moveTo>
                  <a:pt x="1703451" y="2329343"/>
                </a:moveTo>
                <a:cubicBezTo>
                  <a:pt x="1730798" y="2342284"/>
                  <a:pt x="1758146" y="2350911"/>
                  <a:pt x="1783334" y="2353068"/>
                </a:cubicBezTo>
                <a:lnTo>
                  <a:pt x="1789091" y="2353068"/>
                </a:lnTo>
                <a:cubicBezTo>
                  <a:pt x="1791250" y="2353068"/>
                  <a:pt x="1791250" y="2353068"/>
                  <a:pt x="1792690" y="2353068"/>
                </a:cubicBezTo>
                <a:cubicBezTo>
                  <a:pt x="1820037" y="2350911"/>
                  <a:pt x="1858179" y="2342284"/>
                  <a:pt x="1886966" y="2325748"/>
                </a:cubicBezTo>
                <a:cubicBezTo>
                  <a:pt x="1945259" y="2293396"/>
                  <a:pt x="1992037" y="2271110"/>
                  <a:pt x="2045293" y="2231568"/>
                </a:cubicBezTo>
                <a:cubicBezTo>
                  <a:pt x="2069042" y="2213595"/>
                  <a:pt x="2090632" y="2187713"/>
                  <a:pt x="2099987" y="2148172"/>
                </a:cubicBezTo>
                <a:cubicBezTo>
                  <a:pt x="2105745" y="2117258"/>
                  <a:pt x="2103586" y="2082749"/>
                  <a:pt x="2090632" y="2050397"/>
                </a:cubicBezTo>
                <a:cubicBezTo>
                  <a:pt x="1939502" y="1638448"/>
                  <a:pt x="1550882" y="1358783"/>
                  <a:pt x="1085977" y="1358783"/>
                </a:cubicBezTo>
                <a:cubicBezTo>
                  <a:pt x="1083098" y="1793738"/>
                  <a:pt x="1332103" y="2158237"/>
                  <a:pt x="1703451" y="2329343"/>
                </a:cubicBezTo>
                <a:moveTo>
                  <a:pt x="153289" y="1772170"/>
                </a:moveTo>
                <a:cubicBezTo>
                  <a:pt x="124502" y="1808836"/>
                  <a:pt x="111548" y="1839031"/>
                  <a:pt x="109389" y="1875696"/>
                </a:cubicBezTo>
                <a:cubicBezTo>
                  <a:pt x="107230" y="1912362"/>
                  <a:pt x="115147" y="1946152"/>
                  <a:pt x="136737" y="1973471"/>
                </a:cubicBezTo>
                <a:cubicBezTo>
                  <a:pt x="209423" y="2067651"/>
                  <a:pt x="292904" y="2151048"/>
                  <a:pt x="387181" y="2222222"/>
                </a:cubicBezTo>
                <a:cubicBezTo>
                  <a:pt x="414528" y="2242352"/>
                  <a:pt x="443315" y="2253136"/>
                  <a:pt x="474260" y="2253136"/>
                </a:cubicBezTo>
                <a:cubicBezTo>
                  <a:pt x="505206" y="2255293"/>
                  <a:pt x="532553" y="2242352"/>
                  <a:pt x="561340" y="2220784"/>
                </a:cubicBezTo>
                <a:cubicBezTo>
                  <a:pt x="826897" y="2024516"/>
                  <a:pt x="997458" y="1710342"/>
                  <a:pt x="997458" y="1356627"/>
                </a:cubicBezTo>
                <a:cubicBezTo>
                  <a:pt x="656336" y="1358065"/>
                  <a:pt x="349038" y="1521262"/>
                  <a:pt x="153289" y="1772170"/>
                </a:cubicBezTo>
                <a:moveTo>
                  <a:pt x="1783334" y="41698"/>
                </a:moveTo>
                <a:cubicBezTo>
                  <a:pt x="1367367" y="294044"/>
                  <a:pt x="1088856" y="747690"/>
                  <a:pt x="1088856" y="1268917"/>
                </a:cubicBezTo>
                <a:cubicBezTo>
                  <a:pt x="1615652" y="1268917"/>
                  <a:pt x="2077678" y="984219"/>
                  <a:pt x="2326682" y="560768"/>
                </a:cubicBezTo>
                <a:cubicBezTo>
                  <a:pt x="2351871" y="516913"/>
                  <a:pt x="2370582" y="462993"/>
                  <a:pt x="2361226" y="406197"/>
                </a:cubicBezTo>
                <a:cubicBezTo>
                  <a:pt x="2351871" y="351558"/>
                  <a:pt x="2341076" y="333585"/>
                  <a:pt x="2308691" y="291887"/>
                </a:cubicBezTo>
                <a:cubicBezTo>
                  <a:pt x="2233846" y="194112"/>
                  <a:pt x="2144607" y="109278"/>
                  <a:pt x="2046732" y="34509"/>
                </a:cubicBezTo>
                <a:cubicBezTo>
                  <a:pt x="2013627" y="9346"/>
                  <a:pt x="1957493" y="0"/>
                  <a:pt x="1917192" y="0"/>
                </a:cubicBezTo>
                <a:lnTo>
                  <a:pt x="1909995" y="0"/>
                </a:lnTo>
                <a:cubicBezTo>
                  <a:pt x="1870414" y="3595"/>
                  <a:pt x="1832271" y="12941"/>
                  <a:pt x="1783334" y="41698"/>
                </a:cubicBezTo>
                <a:moveTo>
                  <a:pt x="3520609" y="1358065"/>
                </a:moveTo>
                <a:lnTo>
                  <a:pt x="3740827" y="2004385"/>
                </a:lnTo>
                <a:lnTo>
                  <a:pt x="3504777" y="2004385"/>
                </a:lnTo>
                <a:lnTo>
                  <a:pt x="3308308" y="1410547"/>
                </a:lnTo>
                <a:cubicBezTo>
                  <a:pt x="3298952" y="1410547"/>
                  <a:pt x="3291756" y="1412703"/>
                  <a:pt x="3280961" y="1412703"/>
                </a:cubicBezTo>
                <a:lnTo>
                  <a:pt x="3197479" y="1412703"/>
                </a:lnTo>
                <a:lnTo>
                  <a:pt x="3197479" y="2004385"/>
                </a:lnTo>
                <a:lnTo>
                  <a:pt x="2970064" y="2004385"/>
                </a:lnTo>
                <a:lnTo>
                  <a:pt x="2970064" y="584493"/>
                </a:lnTo>
                <a:lnTo>
                  <a:pt x="3289596" y="584493"/>
                </a:lnTo>
                <a:cubicBezTo>
                  <a:pt x="3445764" y="584493"/>
                  <a:pt x="3547957" y="615407"/>
                  <a:pt x="3618484" y="684424"/>
                </a:cubicBezTo>
                <a:cubicBezTo>
                  <a:pt x="3687572" y="757037"/>
                  <a:pt x="3723555" y="853374"/>
                  <a:pt x="3723555" y="974873"/>
                </a:cubicBezTo>
                <a:cubicBezTo>
                  <a:pt x="3723555" y="1148855"/>
                  <a:pt x="3658066" y="1279701"/>
                  <a:pt x="3536442" y="1348718"/>
                </a:cubicBezTo>
                <a:cubicBezTo>
                  <a:pt x="3531404" y="1352313"/>
                  <a:pt x="3525647" y="1354470"/>
                  <a:pt x="3520609" y="1358065"/>
                </a:cubicBezTo>
                <a:moveTo>
                  <a:pt x="3300391" y="775010"/>
                </a:moveTo>
                <a:cubicBezTo>
                  <a:pt x="3280241" y="775010"/>
                  <a:pt x="3224107" y="775010"/>
                  <a:pt x="3196759" y="772853"/>
                </a:cubicBezTo>
                <a:lnTo>
                  <a:pt x="3196759" y="1225062"/>
                </a:lnTo>
                <a:lnTo>
                  <a:pt x="3283839" y="1225062"/>
                </a:lnTo>
                <a:cubicBezTo>
                  <a:pt x="3291036" y="1225062"/>
                  <a:pt x="3298232" y="1225062"/>
                  <a:pt x="3303990" y="1225062"/>
                </a:cubicBezTo>
                <a:cubicBezTo>
                  <a:pt x="3356526" y="1225062"/>
                  <a:pt x="3401864" y="1207089"/>
                  <a:pt x="3434969" y="1174018"/>
                </a:cubicBezTo>
                <a:cubicBezTo>
                  <a:pt x="3475271" y="1132320"/>
                  <a:pt x="3494701" y="1069053"/>
                  <a:pt x="3493262" y="990690"/>
                </a:cubicBezTo>
                <a:cubicBezTo>
                  <a:pt x="3491103" y="842590"/>
                  <a:pt x="3432810" y="777167"/>
                  <a:pt x="3300391" y="775010"/>
                </a:cubicBezTo>
                <a:moveTo>
                  <a:pt x="4282017" y="1383227"/>
                </a:moveTo>
                <a:lnTo>
                  <a:pt x="4639691" y="1383227"/>
                </a:lnTo>
                <a:lnTo>
                  <a:pt x="4639691" y="1179769"/>
                </a:lnTo>
                <a:lnTo>
                  <a:pt x="4282017" y="1179769"/>
                </a:lnTo>
                <a:lnTo>
                  <a:pt x="4282017" y="791545"/>
                </a:lnTo>
                <a:lnTo>
                  <a:pt x="4728930" y="791545"/>
                </a:lnTo>
                <a:lnTo>
                  <a:pt x="4728930" y="584493"/>
                </a:lnTo>
                <a:lnTo>
                  <a:pt x="4054602" y="584493"/>
                </a:lnTo>
                <a:lnTo>
                  <a:pt x="4054602" y="2004385"/>
                </a:lnTo>
                <a:lnTo>
                  <a:pt x="4754118" y="2004385"/>
                </a:lnTo>
                <a:lnTo>
                  <a:pt x="4754118" y="1797333"/>
                </a:lnTo>
                <a:lnTo>
                  <a:pt x="4281297" y="1797333"/>
                </a:lnTo>
                <a:lnTo>
                  <a:pt x="4281297" y="1383227"/>
                </a:lnTo>
                <a:lnTo>
                  <a:pt x="4282017" y="1383227"/>
                </a:lnTo>
                <a:close/>
                <a:moveTo>
                  <a:pt x="6210004" y="1383227"/>
                </a:moveTo>
                <a:lnTo>
                  <a:pt x="6567678" y="1383227"/>
                </a:lnTo>
                <a:lnTo>
                  <a:pt x="6567678" y="1179769"/>
                </a:lnTo>
                <a:lnTo>
                  <a:pt x="6210004" y="1179769"/>
                </a:lnTo>
                <a:lnTo>
                  <a:pt x="6210004" y="791545"/>
                </a:lnTo>
                <a:lnTo>
                  <a:pt x="6659076" y="791545"/>
                </a:lnTo>
                <a:lnTo>
                  <a:pt x="6659076" y="584493"/>
                </a:lnTo>
                <a:lnTo>
                  <a:pt x="5984748" y="584493"/>
                </a:lnTo>
                <a:lnTo>
                  <a:pt x="5984748" y="2004385"/>
                </a:lnTo>
                <a:lnTo>
                  <a:pt x="6684264" y="2004385"/>
                </a:lnTo>
                <a:lnTo>
                  <a:pt x="6684264" y="1797333"/>
                </a:lnTo>
                <a:lnTo>
                  <a:pt x="6211443" y="1797333"/>
                </a:lnTo>
                <a:lnTo>
                  <a:pt x="6211443" y="1383227"/>
                </a:lnTo>
                <a:lnTo>
                  <a:pt x="6210004" y="1383227"/>
                </a:lnTo>
                <a:close/>
                <a:moveTo>
                  <a:pt x="5273718" y="584493"/>
                </a:moveTo>
                <a:lnTo>
                  <a:pt x="5046303" y="584493"/>
                </a:lnTo>
                <a:lnTo>
                  <a:pt x="5046303" y="2004385"/>
                </a:lnTo>
                <a:lnTo>
                  <a:pt x="5735024" y="2004385"/>
                </a:lnTo>
                <a:lnTo>
                  <a:pt x="5735024" y="1800927"/>
                </a:lnTo>
                <a:lnTo>
                  <a:pt x="5273718" y="1800927"/>
                </a:lnTo>
                <a:lnTo>
                  <a:pt x="5273718" y="584493"/>
                </a:lnTo>
                <a:close/>
                <a:moveTo>
                  <a:pt x="7450709" y="1276106"/>
                </a:moveTo>
                <a:lnTo>
                  <a:pt x="7748651" y="584493"/>
                </a:lnTo>
                <a:lnTo>
                  <a:pt x="7521237" y="584493"/>
                </a:lnTo>
                <a:lnTo>
                  <a:pt x="7383060" y="915202"/>
                </a:lnTo>
                <a:cubicBezTo>
                  <a:pt x="7366508" y="956900"/>
                  <a:pt x="7350675" y="997160"/>
                  <a:pt x="7331964" y="1046048"/>
                </a:cubicBezTo>
                <a:cubicBezTo>
                  <a:pt x="7311814" y="998598"/>
                  <a:pt x="7295261" y="959057"/>
                  <a:pt x="7275830" y="920953"/>
                </a:cubicBezTo>
                <a:lnTo>
                  <a:pt x="7137654" y="593839"/>
                </a:lnTo>
                <a:lnTo>
                  <a:pt x="7134056" y="586649"/>
                </a:lnTo>
                <a:lnTo>
                  <a:pt x="6901604" y="586649"/>
                </a:lnTo>
                <a:lnTo>
                  <a:pt x="7190190" y="1281858"/>
                </a:lnTo>
                <a:lnTo>
                  <a:pt x="6878574" y="1987850"/>
                </a:lnTo>
                <a:lnTo>
                  <a:pt x="6869219" y="2005823"/>
                </a:lnTo>
                <a:lnTo>
                  <a:pt x="7111026" y="2005823"/>
                </a:lnTo>
                <a:lnTo>
                  <a:pt x="7256399" y="1662892"/>
                </a:lnTo>
                <a:cubicBezTo>
                  <a:pt x="7277989" y="1614005"/>
                  <a:pt x="7298140" y="1561523"/>
                  <a:pt x="7318290" y="1510478"/>
                </a:cubicBezTo>
                <a:cubicBezTo>
                  <a:pt x="7339880" y="1565117"/>
                  <a:pt x="7358592" y="1610410"/>
                  <a:pt x="7380182" y="1659298"/>
                </a:cubicBezTo>
                <a:lnTo>
                  <a:pt x="7529153" y="1998634"/>
                </a:lnTo>
                <a:lnTo>
                  <a:pt x="7532751" y="2005823"/>
                </a:lnTo>
                <a:lnTo>
                  <a:pt x="7778158" y="2005823"/>
                </a:lnTo>
                <a:lnTo>
                  <a:pt x="7450709" y="1276106"/>
                </a:lnTo>
                <a:close/>
              </a:path>
            </a:pathLst>
          </a:custGeom>
          <a:solidFill>
            <a:schemeClr val="bg1"/>
          </a:solidFill>
          <a:ln w="7197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49901A66-E9EF-61BB-C959-3DCFA7F587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DD1B259-2DD2-6EAC-3411-E6D93E13B6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chemeClr val="bg1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93E1E72-D726-C855-8E9F-2A41A6886A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30D8F71-4395-40F2-AF92-55FE13CEC7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18729" y="12"/>
            <a:ext cx="7473271" cy="6857988"/>
          </a:xfrm>
          <a:custGeom>
            <a:avLst/>
            <a:gdLst>
              <a:gd name="connsiteX0" fmla="*/ 2655151 w 7473271"/>
              <a:gd name="connsiteY0" fmla="*/ 6649193 h 6857988"/>
              <a:gd name="connsiteX1" fmla="*/ 2643518 w 7473271"/>
              <a:gd name="connsiteY1" fmla="*/ 6656236 h 6857988"/>
              <a:gd name="connsiteX2" fmla="*/ 2650877 w 7473271"/>
              <a:gd name="connsiteY2" fmla="*/ 6681280 h 6857988"/>
              <a:gd name="connsiteX3" fmla="*/ 2649868 w 7473271"/>
              <a:gd name="connsiteY3" fmla="*/ 6703568 h 6857988"/>
              <a:gd name="connsiteX4" fmla="*/ 2651671 w 7473271"/>
              <a:gd name="connsiteY4" fmla="*/ 6724733 h 6857988"/>
              <a:gd name="connsiteX5" fmla="*/ 2666301 w 7473271"/>
              <a:gd name="connsiteY5" fmla="*/ 6738424 h 6857988"/>
              <a:gd name="connsiteX6" fmla="*/ 2674906 w 7473271"/>
              <a:gd name="connsiteY6" fmla="*/ 6723069 h 6857988"/>
              <a:gd name="connsiteX7" fmla="*/ 2674899 w 7473271"/>
              <a:gd name="connsiteY7" fmla="*/ 6723076 h 6857988"/>
              <a:gd name="connsiteX8" fmla="*/ 2678792 w 7473271"/>
              <a:gd name="connsiteY8" fmla="*/ 6704902 h 6857988"/>
              <a:gd name="connsiteX9" fmla="*/ 2677129 w 7473271"/>
              <a:gd name="connsiteY9" fmla="*/ 6686341 h 6857988"/>
              <a:gd name="connsiteX10" fmla="*/ 2670442 w 7473271"/>
              <a:gd name="connsiteY10" fmla="*/ 6669087 h 6857988"/>
              <a:gd name="connsiteX11" fmla="*/ 2655151 w 7473271"/>
              <a:gd name="connsiteY11" fmla="*/ 6649193 h 6857988"/>
              <a:gd name="connsiteX12" fmla="*/ 2724417 w 7473271"/>
              <a:gd name="connsiteY12" fmla="*/ 6641198 h 6857988"/>
              <a:gd name="connsiteX13" fmla="*/ 2714663 w 7473271"/>
              <a:gd name="connsiteY13" fmla="*/ 6658909 h 6857988"/>
              <a:gd name="connsiteX14" fmla="*/ 2716480 w 7473271"/>
              <a:gd name="connsiteY14" fmla="*/ 6688195 h 6857988"/>
              <a:gd name="connsiteX15" fmla="*/ 2716104 w 7473271"/>
              <a:gd name="connsiteY15" fmla="*/ 6704298 h 6857988"/>
              <a:gd name="connsiteX16" fmla="*/ 2717857 w 7473271"/>
              <a:gd name="connsiteY16" fmla="*/ 6720859 h 6857988"/>
              <a:gd name="connsiteX17" fmla="*/ 2735942 w 7473271"/>
              <a:gd name="connsiteY17" fmla="*/ 6733642 h 6857988"/>
              <a:gd name="connsiteX18" fmla="*/ 2742032 w 7473271"/>
              <a:gd name="connsiteY18" fmla="*/ 6727710 h 6857988"/>
              <a:gd name="connsiteX19" fmla="*/ 2744953 w 7473271"/>
              <a:gd name="connsiteY19" fmla="*/ 6718208 h 6857988"/>
              <a:gd name="connsiteX20" fmla="*/ 2744953 w 7473271"/>
              <a:gd name="connsiteY20" fmla="*/ 6718212 h 6857988"/>
              <a:gd name="connsiteX21" fmla="*/ 2744953 w 7473271"/>
              <a:gd name="connsiteY21" fmla="*/ 6718205 h 6857988"/>
              <a:gd name="connsiteX22" fmla="*/ 2744953 w 7473271"/>
              <a:gd name="connsiteY22" fmla="*/ 6718208 h 6857988"/>
              <a:gd name="connsiteX23" fmla="*/ 2742063 w 7473271"/>
              <a:gd name="connsiteY23" fmla="*/ 6702323 h 6857988"/>
              <a:gd name="connsiteX24" fmla="*/ 2739257 w 7473271"/>
              <a:gd name="connsiteY24" fmla="*/ 6686182 h 6857988"/>
              <a:gd name="connsiteX25" fmla="*/ 2741676 w 7473271"/>
              <a:gd name="connsiteY25" fmla="*/ 6659962 h 6857988"/>
              <a:gd name="connsiteX26" fmla="*/ 2724417 w 7473271"/>
              <a:gd name="connsiteY26" fmla="*/ 6641198 h 6857988"/>
              <a:gd name="connsiteX27" fmla="*/ 2802770 w 7473271"/>
              <a:gd name="connsiteY27" fmla="*/ 6633350 h 6857988"/>
              <a:gd name="connsiteX28" fmla="*/ 2792718 w 7473271"/>
              <a:gd name="connsiteY28" fmla="*/ 6650514 h 6857988"/>
              <a:gd name="connsiteX29" fmla="*/ 2789511 w 7473271"/>
              <a:gd name="connsiteY29" fmla="*/ 6670973 h 6857988"/>
              <a:gd name="connsiteX30" fmla="*/ 2789593 w 7473271"/>
              <a:gd name="connsiteY30" fmla="*/ 6691916 h 6857988"/>
              <a:gd name="connsiteX31" fmla="*/ 2793975 w 7473271"/>
              <a:gd name="connsiteY31" fmla="*/ 6712413 h 6857988"/>
              <a:gd name="connsiteX32" fmla="*/ 2811501 w 7473271"/>
              <a:gd name="connsiteY32" fmla="*/ 6726917 h 6857988"/>
              <a:gd name="connsiteX33" fmla="*/ 2816415 w 7473271"/>
              <a:gd name="connsiteY33" fmla="*/ 6714027 h 6857988"/>
              <a:gd name="connsiteX34" fmla="*/ 2816422 w 7473271"/>
              <a:gd name="connsiteY34" fmla="*/ 6714033 h 6857988"/>
              <a:gd name="connsiteX35" fmla="*/ 2817451 w 7473271"/>
              <a:gd name="connsiteY35" fmla="*/ 6693339 h 6857988"/>
              <a:gd name="connsiteX36" fmla="*/ 2815850 w 7473271"/>
              <a:gd name="connsiteY36" fmla="*/ 6672676 h 6857988"/>
              <a:gd name="connsiteX37" fmla="*/ 2812028 w 7473271"/>
              <a:gd name="connsiteY37" fmla="*/ 6652394 h 6857988"/>
              <a:gd name="connsiteX38" fmla="*/ 2802770 w 7473271"/>
              <a:gd name="connsiteY38" fmla="*/ 6633350 h 6857988"/>
              <a:gd name="connsiteX39" fmla="*/ 2866543 w 7473271"/>
              <a:gd name="connsiteY39" fmla="*/ 6630036 h 6857988"/>
              <a:gd name="connsiteX40" fmla="*/ 2854941 w 7473271"/>
              <a:gd name="connsiteY40" fmla="*/ 6650082 h 6857988"/>
              <a:gd name="connsiteX41" fmla="*/ 2854871 w 7473271"/>
              <a:gd name="connsiteY41" fmla="*/ 6668802 h 6857988"/>
              <a:gd name="connsiteX42" fmla="*/ 2859049 w 7473271"/>
              <a:gd name="connsiteY42" fmla="*/ 6687065 h 6857988"/>
              <a:gd name="connsiteX43" fmla="*/ 2861488 w 7473271"/>
              <a:gd name="connsiteY43" fmla="*/ 6705600 h 6857988"/>
              <a:gd name="connsiteX44" fmla="*/ 2872162 w 7473271"/>
              <a:gd name="connsiteY44" fmla="*/ 6720625 h 6857988"/>
              <a:gd name="connsiteX45" fmla="*/ 2880271 w 7473271"/>
              <a:gd name="connsiteY45" fmla="*/ 6703988 h 6857988"/>
              <a:gd name="connsiteX46" fmla="*/ 2880271 w 7473271"/>
              <a:gd name="connsiteY46" fmla="*/ 6703994 h 6857988"/>
              <a:gd name="connsiteX47" fmla="*/ 2880932 w 7473271"/>
              <a:gd name="connsiteY47" fmla="*/ 6685763 h 6857988"/>
              <a:gd name="connsiteX48" fmla="*/ 2880144 w 7473271"/>
              <a:gd name="connsiteY48" fmla="*/ 6667615 h 6857988"/>
              <a:gd name="connsiteX49" fmla="*/ 2876277 w 7473271"/>
              <a:gd name="connsiteY49" fmla="*/ 6647041 h 6857988"/>
              <a:gd name="connsiteX50" fmla="*/ 2866543 w 7473271"/>
              <a:gd name="connsiteY50" fmla="*/ 6630036 h 6857988"/>
              <a:gd name="connsiteX51" fmla="*/ 2934843 w 7473271"/>
              <a:gd name="connsiteY51" fmla="*/ 6621171 h 6857988"/>
              <a:gd name="connsiteX52" fmla="*/ 2921235 w 7473271"/>
              <a:gd name="connsiteY52" fmla="*/ 6645694 h 6857988"/>
              <a:gd name="connsiteX53" fmla="*/ 2920804 w 7473271"/>
              <a:gd name="connsiteY53" fmla="*/ 6664871 h 6857988"/>
              <a:gd name="connsiteX54" fmla="*/ 2923038 w 7473271"/>
              <a:gd name="connsiteY54" fmla="*/ 6683801 h 6857988"/>
              <a:gd name="connsiteX55" fmla="*/ 2929541 w 7473271"/>
              <a:gd name="connsiteY55" fmla="*/ 6701599 h 6857988"/>
              <a:gd name="connsiteX56" fmla="*/ 2942730 w 7473271"/>
              <a:gd name="connsiteY56" fmla="*/ 6712712 h 6857988"/>
              <a:gd name="connsiteX57" fmla="*/ 2946540 w 7473271"/>
              <a:gd name="connsiteY57" fmla="*/ 6699682 h 6857988"/>
              <a:gd name="connsiteX58" fmla="*/ 2946394 w 7473271"/>
              <a:gd name="connsiteY58" fmla="*/ 6682531 h 6857988"/>
              <a:gd name="connsiteX59" fmla="*/ 2946401 w 7473271"/>
              <a:gd name="connsiteY59" fmla="*/ 6682531 h 6857988"/>
              <a:gd name="connsiteX60" fmla="*/ 2946800 w 7473271"/>
              <a:gd name="connsiteY60" fmla="*/ 6665329 h 6857988"/>
              <a:gd name="connsiteX61" fmla="*/ 2946800 w 7473271"/>
              <a:gd name="connsiteY61" fmla="*/ 6636690 h 6857988"/>
              <a:gd name="connsiteX62" fmla="*/ 2934843 w 7473271"/>
              <a:gd name="connsiteY62" fmla="*/ 6621171 h 6857988"/>
              <a:gd name="connsiteX63" fmla="*/ 3006020 w 7473271"/>
              <a:gd name="connsiteY63" fmla="*/ 6619380 h 6857988"/>
              <a:gd name="connsiteX64" fmla="*/ 2993295 w 7473271"/>
              <a:gd name="connsiteY64" fmla="*/ 6642043 h 6857988"/>
              <a:gd name="connsiteX65" fmla="*/ 2991574 w 7473271"/>
              <a:gd name="connsiteY65" fmla="*/ 6661062 h 6857988"/>
              <a:gd name="connsiteX66" fmla="*/ 2995187 w 7473271"/>
              <a:gd name="connsiteY66" fmla="*/ 6679762 h 6857988"/>
              <a:gd name="connsiteX67" fmla="*/ 2999543 w 7473271"/>
              <a:gd name="connsiteY67" fmla="*/ 6698317 h 6857988"/>
              <a:gd name="connsiteX68" fmla="*/ 3013691 w 7473271"/>
              <a:gd name="connsiteY68" fmla="*/ 6708153 h 6857988"/>
              <a:gd name="connsiteX69" fmla="*/ 3018460 w 7473271"/>
              <a:gd name="connsiteY69" fmla="*/ 6695783 h 6857988"/>
              <a:gd name="connsiteX70" fmla="*/ 3018664 w 7473271"/>
              <a:gd name="connsiteY70" fmla="*/ 6678682 h 6857988"/>
              <a:gd name="connsiteX71" fmla="*/ 3019374 w 7473271"/>
              <a:gd name="connsiteY71" fmla="*/ 6661703 h 6857988"/>
              <a:gd name="connsiteX72" fmla="*/ 3019368 w 7473271"/>
              <a:gd name="connsiteY72" fmla="*/ 6661703 h 6857988"/>
              <a:gd name="connsiteX73" fmla="*/ 3020174 w 7473271"/>
              <a:gd name="connsiteY73" fmla="*/ 6631978 h 6857988"/>
              <a:gd name="connsiteX74" fmla="*/ 3006020 w 7473271"/>
              <a:gd name="connsiteY74" fmla="*/ 6619380 h 6857988"/>
              <a:gd name="connsiteX75" fmla="*/ 3069329 w 7473271"/>
              <a:gd name="connsiteY75" fmla="*/ 6614440 h 6857988"/>
              <a:gd name="connsiteX76" fmla="*/ 3060046 w 7473271"/>
              <a:gd name="connsiteY76" fmla="*/ 6625254 h 6857988"/>
              <a:gd name="connsiteX77" fmla="*/ 3059977 w 7473271"/>
              <a:gd name="connsiteY77" fmla="*/ 6644063 h 6857988"/>
              <a:gd name="connsiteX78" fmla="*/ 3059818 w 7473271"/>
              <a:gd name="connsiteY78" fmla="*/ 6662401 h 6857988"/>
              <a:gd name="connsiteX79" fmla="*/ 3063932 w 7473271"/>
              <a:gd name="connsiteY79" fmla="*/ 6680346 h 6857988"/>
              <a:gd name="connsiteX80" fmla="*/ 3077503 w 7473271"/>
              <a:gd name="connsiteY80" fmla="*/ 6701651 h 6857988"/>
              <a:gd name="connsiteX81" fmla="*/ 3085053 w 7473271"/>
              <a:gd name="connsiteY81" fmla="*/ 6682594 h 6857988"/>
              <a:gd name="connsiteX82" fmla="*/ 3085046 w 7473271"/>
              <a:gd name="connsiteY82" fmla="*/ 6682594 h 6857988"/>
              <a:gd name="connsiteX83" fmla="*/ 3085046 w 7473271"/>
              <a:gd name="connsiteY83" fmla="*/ 6665424 h 6857988"/>
              <a:gd name="connsiteX84" fmla="*/ 3084036 w 7473271"/>
              <a:gd name="connsiteY84" fmla="*/ 6648533 h 6857988"/>
              <a:gd name="connsiteX85" fmla="*/ 3080493 w 7473271"/>
              <a:gd name="connsiteY85" fmla="*/ 6631737 h 6857988"/>
              <a:gd name="connsiteX86" fmla="*/ 3069329 w 7473271"/>
              <a:gd name="connsiteY86" fmla="*/ 6614440 h 6857988"/>
              <a:gd name="connsiteX87" fmla="*/ 3140031 w 7473271"/>
              <a:gd name="connsiteY87" fmla="*/ 6607417 h 6857988"/>
              <a:gd name="connsiteX88" fmla="*/ 3128963 w 7473271"/>
              <a:gd name="connsiteY88" fmla="*/ 6627882 h 6857988"/>
              <a:gd name="connsiteX89" fmla="*/ 3128372 w 7473271"/>
              <a:gd name="connsiteY89" fmla="*/ 6646641 h 6857988"/>
              <a:gd name="connsiteX90" fmla="*/ 3131426 w 7473271"/>
              <a:gd name="connsiteY90" fmla="*/ 6665068 h 6857988"/>
              <a:gd name="connsiteX91" fmla="*/ 3135573 w 7473271"/>
              <a:gd name="connsiteY91" fmla="*/ 6683255 h 6857988"/>
              <a:gd name="connsiteX92" fmla="*/ 3145619 w 7473271"/>
              <a:gd name="connsiteY92" fmla="*/ 6699085 h 6857988"/>
              <a:gd name="connsiteX93" fmla="*/ 3150464 w 7473271"/>
              <a:gd name="connsiteY93" fmla="*/ 6681432 h 6857988"/>
              <a:gd name="connsiteX94" fmla="*/ 3152241 w 7473271"/>
              <a:gd name="connsiteY94" fmla="*/ 6663595 h 6857988"/>
              <a:gd name="connsiteX95" fmla="*/ 3152241 w 7473271"/>
              <a:gd name="connsiteY95" fmla="*/ 6663589 h 6857988"/>
              <a:gd name="connsiteX96" fmla="*/ 3152997 w 7473271"/>
              <a:gd name="connsiteY96" fmla="*/ 6645510 h 6857988"/>
              <a:gd name="connsiteX97" fmla="*/ 3148578 w 7473271"/>
              <a:gd name="connsiteY97" fmla="*/ 6625120 h 6857988"/>
              <a:gd name="connsiteX98" fmla="*/ 3140031 w 7473271"/>
              <a:gd name="connsiteY98" fmla="*/ 6607417 h 6857988"/>
              <a:gd name="connsiteX99" fmla="*/ 2611031 w 7473271"/>
              <a:gd name="connsiteY99" fmla="*/ 6478588 h 6857988"/>
              <a:gd name="connsiteX100" fmla="*/ 2598763 w 7473271"/>
              <a:gd name="connsiteY100" fmla="*/ 6500165 h 6857988"/>
              <a:gd name="connsiteX101" fmla="*/ 2595861 w 7473271"/>
              <a:gd name="connsiteY101" fmla="*/ 6519100 h 6857988"/>
              <a:gd name="connsiteX102" fmla="*/ 2598528 w 7473271"/>
              <a:gd name="connsiteY102" fmla="*/ 6538106 h 6857988"/>
              <a:gd name="connsiteX103" fmla="*/ 2605304 w 7473271"/>
              <a:gd name="connsiteY103" fmla="*/ 6555911 h 6857988"/>
              <a:gd name="connsiteX104" fmla="*/ 2618765 w 7473271"/>
              <a:gd name="connsiteY104" fmla="*/ 6567945 h 6857988"/>
              <a:gd name="connsiteX105" fmla="*/ 2618765 w 7473271"/>
              <a:gd name="connsiteY105" fmla="*/ 6567939 h 6857988"/>
              <a:gd name="connsiteX106" fmla="*/ 2625452 w 7473271"/>
              <a:gd name="connsiteY106" fmla="*/ 6553626 h 6857988"/>
              <a:gd name="connsiteX107" fmla="*/ 2621966 w 7473271"/>
              <a:gd name="connsiteY107" fmla="*/ 6536741 h 6857988"/>
              <a:gd name="connsiteX108" fmla="*/ 2624588 w 7473271"/>
              <a:gd name="connsiteY108" fmla="*/ 6519755 h 6857988"/>
              <a:gd name="connsiteX109" fmla="*/ 2622436 w 7473271"/>
              <a:gd name="connsiteY109" fmla="*/ 6491015 h 6857988"/>
              <a:gd name="connsiteX110" fmla="*/ 2611031 w 7473271"/>
              <a:gd name="connsiteY110" fmla="*/ 6478588 h 6857988"/>
              <a:gd name="connsiteX111" fmla="*/ 2674226 w 7473271"/>
              <a:gd name="connsiteY111" fmla="*/ 6472981 h 6857988"/>
              <a:gd name="connsiteX112" fmla="*/ 2666384 w 7473271"/>
              <a:gd name="connsiteY112" fmla="*/ 6483725 h 6857988"/>
              <a:gd name="connsiteX113" fmla="*/ 2664174 w 7473271"/>
              <a:gd name="connsiteY113" fmla="*/ 6502045 h 6857988"/>
              <a:gd name="connsiteX114" fmla="*/ 2665984 w 7473271"/>
              <a:gd name="connsiteY114" fmla="*/ 6520244 h 6857988"/>
              <a:gd name="connsiteX115" fmla="*/ 2669686 w 7473271"/>
              <a:gd name="connsiteY115" fmla="*/ 6538081 h 6857988"/>
              <a:gd name="connsiteX116" fmla="*/ 2682431 w 7473271"/>
              <a:gd name="connsiteY116" fmla="*/ 6559042 h 6857988"/>
              <a:gd name="connsiteX117" fmla="*/ 2690857 w 7473271"/>
              <a:gd name="connsiteY117" fmla="*/ 6540798 h 6857988"/>
              <a:gd name="connsiteX118" fmla="*/ 2690851 w 7473271"/>
              <a:gd name="connsiteY118" fmla="*/ 6540805 h 6857988"/>
              <a:gd name="connsiteX119" fmla="*/ 2689829 w 7473271"/>
              <a:gd name="connsiteY119" fmla="*/ 6523444 h 6857988"/>
              <a:gd name="connsiteX120" fmla="*/ 2689949 w 7473271"/>
              <a:gd name="connsiteY120" fmla="*/ 6506344 h 6857988"/>
              <a:gd name="connsiteX121" fmla="*/ 2684463 w 7473271"/>
              <a:gd name="connsiteY121" fmla="*/ 6490075 h 6857988"/>
              <a:gd name="connsiteX122" fmla="*/ 2674226 w 7473271"/>
              <a:gd name="connsiteY122" fmla="*/ 6472981 h 6857988"/>
              <a:gd name="connsiteX123" fmla="*/ 2745270 w 7473271"/>
              <a:gd name="connsiteY123" fmla="*/ 6464313 h 6857988"/>
              <a:gd name="connsiteX124" fmla="*/ 2734323 w 7473271"/>
              <a:gd name="connsiteY124" fmla="*/ 6485878 h 6857988"/>
              <a:gd name="connsiteX125" fmla="*/ 2734189 w 7473271"/>
              <a:gd name="connsiteY125" fmla="*/ 6504566 h 6857988"/>
              <a:gd name="connsiteX126" fmla="*/ 2736527 w 7473271"/>
              <a:gd name="connsiteY126" fmla="*/ 6523069 h 6857988"/>
              <a:gd name="connsiteX127" fmla="*/ 2742349 w 7473271"/>
              <a:gd name="connsiteY127" fmla="*/ 6540786 h 6857988"/>
              <a:gd name="connsiteX128" fmla="*/ 2750077 w 7473271"/>
              <a:gd name="connsiteY128" fmla="*/ 6554680 h 6857988"/>
              <a:gd name="connsiteX129" fmla="*/ 2755678 w 7473271"/>
              <a:gd name="connsiteY129" fmla="*/ 6539497 h 6857988"/>
              <a:gd name="connsiteX130" fmla="*/ 2755672 w 7473271"/>
              <a:gd name="connsiteY130" fmla="*/ 6539503 h 6857988"/>
              <a:gd name="connsiteX131" fmla="*/ 2757678 w 7473271"/>
              <a:gd name="connsiteY131" fmla="*/ 6521634 h 6857988"/>
              <a:gd name="connsiteX132" fmla="*/ 2756872 w 7473271"/>
              <a:gd name="connsiteY132" fmla="*/ 6503632 h 6857988"/>
              <a:gd name="connsiteX133" fmla="*/ 2755970 w 7473271"/>
              <a:gd name="connsiteY133" fmla="*/ 6482601 h 6857988"/>
              <a:gd name="connsiteX134" fmla="*/ 2745270 w 7473271"/>
              <a:gd name="connsiteY134" fmla="*/ 6464313 h 6857988"/>
              <a:gd name="connsiteX135" fmla="*/ 2809748 w 7473271"/>
              <a:gd name="connsiteY135" fmla="*/ 6457741 h 6857988"/>
              <a:gd name="connsiteX136" fmla="*/ 2797315 w 7473271"/>
              <a:gd name="connsiteY136" fmla="*/ 6466847 h 6857988"/>
              <a:gd name="connsiteX137" fmla="*/ 2802567 w 7473271"/>
              <a:gd name="connsiteY137" fmla="*/ 6492716 h 6857988"/>
              <a:gd name="connsiteX138" fmla="*/ 2803093 w 7473271"/>
              <a:gd name="connsiteY138" fmla="*/ 6514224 h 6857988"/>
              <a:gd name="connsiteX139" fmla="*/ 2804909 w 7473271"/>
              <a:gd name="connsiteY139" fmla="*/ 6536151 h 6857988"/>
              <a:gd name="connsiteX140" fmla="*/ 2820531 w 7473271"/>
              <a:gd name="connsiteY140" fmla="*/ 6548368 h 6857988"/>
              <a:gd name="connsiteX141" fmla="*/ 2829827 w 7473271"/>
              <a:gd name="connsiteY141" fmla="*/ 6534036 h 6857988"/>
              <a:gd name="connsiteX142" fmla="*/ 2831256 w 7473271"/>
              <a:gd name="connsiteY142" fmla="*/ 6515722 h 6857988"/>
              <a:gd name="connsiteX143" fmla="*/ 2831249 w 7473271"/>
              <a:gd name="connsiteY143" fmla="*/ 6515722 h 6857988"/>
              <a:gd name="connsiteX144" fmla="*/ 2830633 w 7473271"/>
              <a:gd name="connsiteY144" fmla="*/ 6497346 h 6857988"/>
              <a:gd name="connsiteX145" fmla="*/ 2824906 w 7473271"/>
              <a:gd name="connsiteY145" fmla="*/ 6479953 h 6857988"/>
              <a:gd name="connsiteX146" fmla="*/ 2809748 w 7473271"/>
              <a:gd name="connsiteY146" fmla="*/ 6457741 h 6857988"/>
              <a:gd name="connsiteX147" fmla="*/ 2883186 w 7473271"/>
              <a:gd name="connsiteY147" fmla="*/ 6452603 h 6857988"/>
              <a:gd name="connsiteX148" fmla="*/ 2870213 w 7473271"/>
              <a:gd name="connsiteY148" fmla="*/ 6467450 h 6857988"/>
              <a:gd name="connsiteX149" fmla="*/ 2868911 w 7473271"/>
              <a:gd name="connsiteY149" fmla="*/ 6488532 h 6857988"/>
              <a:gd name="connsiteX150" fmla="*/ 2872785 w 7473271"/>
              <a:gd name="connsiteY150" fmla="*/ 6509150 h 6857988"/>
              <a:gd name="connsiteX151" fmla="*/ 2876042 w 7473271"/>
              <a:gd name="connsiteY151" fmla="*/ 6529553 h 6857988"/>
              <a:gd name="connsiteX152" fmla="*/ 2891905 w 7473271"/>
              <a:gd name="connsiteY152" fmla="*/ 6544075 h 6857988"/>
              <a:gd name="connsiteX153" fmla="*/ 2894851 w 7473271"/>
              <a:gd name="connsiteY153" fmla="*/ 6531293 h 6857988"/>
              <a:gd name="connsiteX154" fmla="*/ 2894839 w 7473271"/>
              <a:gd name="connsiteY154" fmla="*/ 6531299 h 6857988"/>
              <a:gd name="connsiteX155" fmla="*/ 2898540 w 7473271"/>
              <a:gd name="connsiteY155" fmla="*/ 6510878 h 6857988"/>
              <a:gd name="connsiteX156" fmla="*/ 2894400 w 7473271"/>
              <a:gd name="connsiteY156" fmla="*/ 6490450 h 6857988"/>
              <a:gd name="connsiteX157" fmla="*/ 2893295 w 7473271"/>
              <a:gd name="connsiteY157" fmla="*/ 6469780 h 6857988"/>
              <a:gd name="connsiteX158" fmla="*/ 2883186 w 7473271"/>
              <a:gd name="connsiteY158" fmla="*/ 6452603 h 6857988"/>
              <a:gd name="connsiteX159" fmla="*/ 2944901 w 7473271"/>
              <a:gd name="connsiteY159" fmla="*/ 6445555 h 6857988"/>
              <a:gd name="connsiteX160" fmla="*/ 2936329 w 7473271"/>
              <a:gd name="connsiteY160" fmla="*/ 6463951 h 6857988"/>
              <a:gd name="connsiteX161" fmla="*/ 2939098 w 7473271"/>
              <a:gd name="connsiteY161" fmla="*/ 6492939 h 6857988"/>
              <a:gd name="connsiteX162" fmla="*/ 2939104 w 7473271"/>
              <a:gd name="connsiteY162" fmla="*/ 6509462 h 6857988"/>
              <a:gd name="connsiteX163" fmla="*/ 2939498 w 7473271"/>
              <a:gd name="connsiteY163" fmla="*/ 6525254 h 6857988"/>
              <a:gd name="connsiteX164" fmla="*/ 2955792 w 7473271"/>
              <a:gd name="connsiteY164" fmla="*/ 6535903 h 6857988"/>
              <a:gd name="connsiteX165" fmla="*/ 2955798 w 7473271"/>
              <a:gd name="connsiteY165" fmla="*/ 6535896 h 6857988"/>
              <a:gd name="connsiteX166" fmla="*/ 2966974 w 7473271"/>
              <a:gd name="connsiteY166" fmla="*/ 6523228 h 6857988"/>
              <a:gd name="connsiteX167" fmla="*/ 2963265 w 7473271"/>
              <a:gd name="connsiteY167" fmla="*/ 6506991 h 6857988"/>
              <a:gd name="connsiteX168" fmla="*/ 2960186 w 7473271"/>
              <a:gd name="connsiteY168" fmla="*/ 6491040 h 6857988"/>
              <a:gd name="connsiteX169" fmla="*/ 2962967 w 7473271"/>
              <a:gd name="connsiteY169" fmla="*/ 6464738 h 6857988"/>
              <a:gd name="connsiteX170" fmla="*/ 2944901 w 7473271"/>
              <a:gd name="connsiteY170" fmla="*/ 6445555 h 6857988"/>
              <a:gd name="connsiteX171" fmla="*/ 3017819 w 7473271"/>
              <a:gd name="connsiteY171" fmla="*/ 6437675 h 6857988"/>
              <a:gd name="connsiteX172" fmla="*/ 3004840 w 7473271"/>
              <a:gd name="connsiteY172" fmla="*/ 6457919 h 6857988"/>
              <a:gd name="connsiteX173" fmla="*/ 3007735 w 7473271"/>
              <a:gd name="connsiteY173" fmla="*/ 6476353 h 6857988"/>
              <a:gd name="connsiteX174" fmla="*/ 3008662 w 7473271"/>
              <a:gd name="connsiteY174" fmla="*/ 6495047 h 6857988"/>
              <a:gd name="connsiteX175" fmla="*/ 3013177 w 7473271"/>
              <a:gd name="connsiteY175" fmla="*/ 6513208 h 6857988"/>
              <a:gd name="connsiteX176" fmla="*/ 3023445 w 7473271"/>
              <a:gd name="connsiteY176" fmla="*/ 6528550 h 6857988"/>
              <a:gd name="connsiteX177" fmla="*/ 3031211 w 7473271"/>
              <a:gd name="connsiteY177" fmla="*/ 6511684 h 6857988"/>
              <a:gd name="connsiteX178" fmla="*/ 3031211 w 7473271"/>
              <a:gd name="connsiteY178" fmla="*/ 6511678 h 6857988"/>
              <a:gd name="connsiteX179" fmla="*/ 3031274 w 7473271"/>
              <a:gd name="connsiteY179" fmla="*/ 6493478 h 6857988"/>
              <a:gd name="connsiteX180" fmla="*/ 3028995 w 7473271"/>
              <a:gd name="connsiteY180" fmla="*/ 6475552 h 6857988"/>
              <a:gd name="connsiteX181" fmla="*/ 3026486 w 7473271"/>
              <a:gd name="connsiteY181" fmla="*/ 6454991 h 6857988"/>
              <a:gd name="connsiteX182" fmla="*/ 3017819 w 7473271"/>
              <a:gd name="connsiteY182" fmla="*/ 6437675 h 6857988"/>
              <a:gd name="connsiteX183" fmla="*/ 3087821 w 7473271"/>
              <a:gd name="connsiteY183" fmla="*/ 6431160 h 6857988"/>
              <a:gd name="connsiteX184" fmla="*/ 3075267 w 7473271"/>
              <a:gd name="connsiteY184" fmla="*/ 6445384 h 6857988"/>
              <a:gd name="connsiteX185" fmla="*/ 3075934 w 7473271"/>
              <a:gd name="connsiteY185" fmla="*/ 6466377 h 6857988"/>
              <a:gd name="connsiteX186" fmla="*/ 3076435 w 7473271"/>
              <a:gd name="connsiteY186" fmla="*/ 6487141 h 6857988"/>
              <a:gd name="connsiteX187" fmla="*/ 3080557 w 7473271"/>
              <a:gd name="connsiteY187" fmla="*/ 6507468 h 6857988"/>
              <a:gd name="connsiteX188" fmla="*/ 3095885 w 7473271"/>
              <a:gd name="connsiteY188" fmla="*/ 6520276 h 6857988"/>
              <a:gd name="connsiteX189" fmla="*/ 3101023 w 7473271"/>
              <a:gd name="connsiteY189" fmla="*/ 6509360 h 6857988"/>
              <a:gd name="connsiteX190" fmla="*/ 3102559 w 7473271"/>
              <a:gd name="connsiteY190" fmla="*/ 6488754 h 6857988"/>
              <a:gd name="connsiteX191" fmla="*/ 3099143 w 7473271"/>
              <a:gd name="connsiteY191" fmla="*/ 6468307 h 6857988"/>
              <a:gd name="connsiteX192" fmla="*/ 3095822 w 7473271"/>
              <a:gd name="connsiteY192" fmla="*/ 6448139 h 6857988"/>
              <a:gd name="connsiteX193" fmla="*/ 3087821 w 7473271"/>
              <a:gd name="connsiteY193" fmla="*/ 6431160 h 6857988"/>
              <a:gd name="connsiteX194" fmla="*/ 2622772 w 7473271"/>
              <a:gd name="connsiteY194" fmla="*/ 6295543 h 6857988"/>
              <a:gd name="connsiteX195" fmla="*/ 2610816 w 7473271"/>
              <a:gd name="connsiteY195" fmla="*/ 6315844 h 6857988"/>
              <a:gd name="connsiteX196" fmla="*/ 2614346 w 7473271"/>
              <a:gd name="connsiteY196" fmla="*/ 6334195 h 6857988"/>
              <a:gd name="connsiteX197" fmla="*/ 2613870 w 7473271"/>
              <a:gd name="connsiteY197" fmla="*/ 6353016 h 6857988"/>
              <a:gd name="connsiteX198" fmla="*/ 2619591 w 7473271"/>
              <a:gd name="connsiteY198" fmla="*/ 6370828 h 6857988"/>
              <a:gd name="connsiteX199" fmla="*/ 2628380 w 7473271"/>
              <a:gd name="connsiteY199" fmla="*/ 6386665 h 6857988"/>
              <a:gd name="connsiteX200" fmla="*/ 2634755 w 7473271"/>
              <a:gd name="connsiteY200" fmla="*/ 6369520 h 6857988"/>
              <a:gd name="connsiteX201" fmla="*/ 2636736 w 7473271"/>
              <a:gd name="connsiteY201" fmla="*/ 6351511 h 6857988"/>
              <a:gd name="connsiteX202" fmla="*/ 2635466 w 7473271"/>
              <a:gd name="connsiteY202" fmla="*/ 6333433 h 6857988"/>
              <a:gd name="connsiteX203" fmla="*/ 2630856 w 7473271"/>
              <a:gd name="connsiteY203" fmla="*/ 6313139 h 6857988"/>
              <a:gd name="connsiteX204" fmla="*/ 2622772 w 7473271"/>
              <a:gd name="connsiteY204" fmla="*/ 6295543 h 6857988"/>
              <a:gd name="connsiteX205" fmla="*/ 2692889 w 7473271"/>
              <a:gd name="connsiteY205" fmla="*/ 6287370 h 6857988"/>
              <a:gd name="connsiteX206" fmla="*/ 2680983 w 7473271"/>
              <a:gd name="connsiteY206" fmla="*/ 6303569 h 6857988"/>
              <a:gd name="connsiteX207" fmla="*/ 2680373 w 7473271"/>
              <a:gd name="connsiteY207" fmla="*/ 6324397 h 6857988"/>
              <a:gd name="connsiteX208" fmla="*/ 2679510 w 7473271"/>
              <a:gd name="connsiteY208" fmla="*/ 6345384 h 6857988"/>
              <a:gd name="connsiteX209" fmla="*/ 2686381 w 7473271"/>
              <a:gd name="connsiteY209" fmla="*/ 6365234 h 6857988"/>
              <a:gd name="connsiteX210" fmla="*/ 2701315 w 7473271"/>
              <a:gd name="connsiteY210" fmla="*/ 6379502 h 6857988"/>
              <a:gd name="connsiteX211" fmla="*/ 2705900 w 7473271"/>
              <a:gd name="connsiteY211" fmla="*/ 6367374 h 6857988"/>
              <a:gd name="connsiteX212" fmla="*/ 2707164 w 7473271"/>
              <a:gd name="connsiteY212" fmla="*/ 6346787 h 6857988"/>
              <a:gd name="connsiteX213" fmla="*/ 2707170 w 7473271"/>
              <a:gd name="connsiteY213" fmla="*/ 6346787 h 6857988"/>
              <a:gd name="connsiteX214" fmla="*/ 2706802 w 7473271"/>
              <a:gd name="connsiteY214" fmla="*/ 6326029 h 6857988"/>
              <a:gd name="connsiteX215" fmla="*/ 2701709 w 7473271"/>
              <a:gd name="connsiteY215" fmla="*/ 6305944 h 6857988"/>
              <a:gd name="connsiteX216" fmla="*/ 2692889 w 7473271"/>
              <a:gd name="connsiteY216" fmla="*/ 6287370 h 6857988"/>
              <a:gd name="connsiteX217" fmla="*/ 2759971 w 7473271"/>
              <a:gd name="connsiteY217" fmla="*/ 6281414 h 6857988"/>
              <a:gd name="connsiteX218" fmla="*/ 2748795 w 7473271"/>
              <a:gd name="connsiteY218" fmla="*/ 6305544 h 6857988"/>
              <a:gd name="connsiteX219" fmla="*/ 2745137 w 7473271"/>
              <a:gd name="connsiteY219" fmla="*/ 6324327 h 6857988"/>
              <a:gd name="connsiteX220" fmla="*/ 2746394 w 7473271"/>
              <a:gd name="connsiteY220" fmla="*/ 6343593 h 6857988"/>
              <a:gd name="connsiteX221" fmla="*/ 2754077 w 7473271"/>
              <a:gd name="connsiteY221" fmla="*/ 6361303 h 6857988"/>
              <a:gd name="connsiteX222" fmla="*/ 2767711 w 7473271"/>
              <a:gd name="connsiteY222" fmla="*/ 6371266 h 6857988"/>
              <a:gd name="connsiteX223" fmla="*/ 2771718 w 7473271"/>
              <a:gd name="connsiteY223" fmla="*/ 6359100 h 6857988"/>
              <a:gd name="connsiteX224" fmla="*/ 2773769 w 7473271"/>
              <a:gd name="connsiteY224" fmla="*/ 6341901 h 6857988"/>
              <a:gd name="connsiteX225" fmla="*/ 2773769 w 7473271"/>
              <a:gd name="connsiteY225" fmla="*/ 6341904 h 6857988"/>
              <a:gd name="connsiteX226" fmla="*/ 2773769 w 7473271"/>
              <a:gd name="connsiteY226" fmla="*/ 6341898 h 6857988"/>
              <a:gd name="connsiteX227" fmla="*/ 2773769 w 7473271"/>
              <a:gd name="connsiteY227" fmla="*/ 6341901 h 6857988"/>
              <a:gd name="connsiteX228" fmla="*/ 2772442 w 7473271"/>
              <a:gd name="connsiteY228" fmla="*/ 6324841 h 6857988"/>
              <a:gd name="connsiteX229" fmla="*/ 2772404 w 7473271"/>
              <a:gd name="connsiteY229" fmla="*/ 6295924 h 6857988"/>
              <a:gd name="connsiteX230" fmla="*/ 2759971 w 7473271"/>
              <a:gd name="connsiteY230" fmla="*/ 6281414 h 6857988"/>
              <a:gd name="connsiteX231" fmla="*/ 2825299 w 7473271"/>
              <a:gd name="connsiteY231" fmla="*/ 6276842 h 6857988"/>
              <a:gd name="connsiteX232" fmla="*/ 2815387 w 7473271"/>
              <a:gd name="connsiteY232" fmla="*/ 6293415 h 6857988"/>
              <a:gd name="connsiteX233" fmla="*/ 2819324 w 7473271"/>
              <a:gd name="connsiteY233" fmla="*/ 6322530 h 6857988"/>
              <a:gd name="connsiteX234" fmla="*/ 2818321 w 7473271"/>
              <a:gd name="connsiteY234" fmla="*/ 6338989 h 6857988"/>
              <a:gd name="connsiteX235" fmla="*/ 2817635 w 7473271"/>
              <a:gd name="connsiteY235" fmla="*/ 6355703 h 6857988"/>
              <a:gd name="connsiteX236" fmla="*/ 2835891 w 7473271"/>
              <a:gd name="connsiteY236" fmla="*/ 6366129 h 6857988"/>
              <a:gd name="connsiteX237" fmla="*/ 2846496 w 7473271"/>
              <a:gd name="connsiteY237" fmla="*/ 6352807 h 6857988"/>
              <a:gd name="connsiteX238" fmla="*/ 2846502 w 7473271"/>
              <a:gd name="connsiteY238" fmla="*/ 6352807 h 6857988"/>
              <a:gd name="connsiteX239" fmla="*/ 2841594 w 7473271"/>
              <a:gd name="connsiteY239" fmla="*/ 6337135 h 6857988"/>
              <a:gd name="connsiteX240" fmla="*/ 2841568 w 7473271"/>
              <a:gd name="connsiteY240" fmla="*/ 6320632 h 6857988"/>
              <a:gd name="connsiteX241" fmla="*/ 2843695 w 7473271"/>
              <a:gd name="connsiteY241" fmla="*/ 6294241 h 6857988"/>
              <a:gd name="connsiteX242" fmla="*/ 2825299 w 7473271"/>
              <a:gd name="connsiteY242" fmla="*/ 6276842 h 6857988"/>
              <a:gd name="connsiteX243" fmla="*/ 2895467 w 7473271"/>
              <a:gd name="connsiteY243" fmla="*/ 6270194 h 6857988"/>
              <a:gd name="connsiteX244" fmla="*/ 2887123 w 7473271"/>
              <a:gd name="connsiteY244" fmla="*/ 6282271 h 6857988"/>
              <a:gd name="connsiteX245" fmla="*/ 2885370 w 7473271"/>
              <a:gd name="connsiteY245" fmla="*/ 6300737 h 6857988"/>
              <a:gd name="connsiteX246" fmla="*/ 2883726 w 7473271"/>
              <a:gd name="connsiteY246" fmla="*/ 6319438 h 6857988"/>
              <a:gd name="connsiteX247" fmla="*/ 2890425 w 7473271"/>
              <a:gd name="connsiteY247" fmla="*/ 6336926 h 6857988"/>
              <a:gd name="connsiteX248" fmla="*/ 2903557 w 7473271"/>
              <a:gd name="connsiteY248" fmla="*/ 6360376 h 6857988"/>
              <a:gd name="connsiteX249" fmla="*/ 2911482 w 7473271"/>
              <a:gd name="connsiteY249" fmla="*/ 6339370 h 6857988"/>
              <a:gd name="connsiteX250" fmla="*/ 2912561 w 7473271"/>
              <a:gd name="connsiteY250" fmla="*/ 6322137 h 6857988"/>
              <a:gd name="connsiteX251" fmla="*/ 2912568 w 7473271"/>
              <a:gd name="connsiteY251" fmla="*/ 6322149 h 6857988"/>
              <a:gd name="connsiteX252" fmla="*/ 2912485 w 7473271"/>
              <a:gd name="connsiteY252" fmla="*/ 6304776 h 6857988"/>
              <a:gd name="connsiteX253" fmla="*/ 2907608 w 7473271"/>
              <a:gd name="connsiteY253" fmla="*/ 6288126 h 6857988"/>
              <a:gd name="connsiteX254" fmla="*/ 2895467 w 7473271"/>
              <a:gd name="connsiteY254" fmla="*/ 6270194 h 6857988"/>
              <a:gd name="connsiteX255" fmla="*/ 2960643 w 7473271"/>
              <a:gd name="connsiteY255" fmla="*/ 6262834 h 6857988"/>
              <a:gd name="connsiteX256" fmla="*/ 2949600 w 7473271"/>
              <a:gd name="connsiteY256" fmla="*/ 6272397 h 6857988"/>
              <a:gd name="connsiteX257" fmla="*/ 2955957 w 7473271"/>
              <a:gd name="connsiteY257" fmla="*/ 6297257 h 6857988"/>
              <a:gd name="connsiteX258" fmla="*/ 2955493 w 7473271"/>
              <a:gd name="connsiteY258" fmla="*/ 6319514 h 6857988"/>
              <a:gd name="connsiteX259" fmla="*/ 2955588 w 7473271"/>
              <a:gd name="connsiteY259" fmla="*/ 6341307 h 6857988"/>
              <a:gd name="connsiteX260" fmla="*/ 2971489 w 7473271"/>
              <a:gd name="connsiteY260" fmla="*/ 6353683 h 6857988"/>
              <a:gd name="connsiteX261" fmla="*/ 2979776 w 7473271"/>
              <a:gd name="connsiteY261" fmla="*/ 6338875 h 6857988"/>
              <a:gd name="connsiteX262" fmla="*/ 2984627 w 7473271"/>
              <a:gd name="connsiteY262" fmla="*/ 6320822 h 6857988"/>
              <a:gd name="connsiteX263" fmla="*/ 2981446 w 7473271"/>
              <a:gd name="connsiteY263" fmla="*/ 6302420 h 6857988"/>
              <a:gd name="connsiteX264" fmla="*/ 2976880 w 7473271"/>
              <a:gd name="connsiteY264" fmla="*/ 6284589 h 6857988"/>
              <a:gd name="connsiteX265" fmla="*/ 2960643 w 7473271"/>
              <a:gd name="connsiteY265" fmla="*/ 6262834 h 6857988"/>
              <a:gd name="connsiteX266" fmla="*/ 3032760 w 7473271"/>
              <a:gd name="connsiteY266" fmla="*/ 6255918 h 6857988"/>
              <a:gd name="connsiteX267" fmla="*/ 3020854 w 7473271"/>
              <a:gd name="connsiteY267" fmla="*/ 6264174 h 6857988"/>
              <a:gd name="connsiteX268" fmla="*/ 3027483 w 7473271"/>
              <a:gd name="connsiteY268" fmla="*/ 6289485 h 6857988"/>
              <a:gd name="connsiteX269" fmla="*/ 3026423 w 7473271"/>
              <a:gd name="connsiteY269" fmla="*/ 6311430 h 6857988"/>
              <a:gd name="connsiteX270" fmla="*/ 3026664 w 7473271"/>
              <a:gd name="connsiteY270" fmla="*/ 6333897 h 6857988"/>
              <a:gd name="connsiteX271" fmla="*/ 3043447 w 7473271"/>
              <a:gd name="connsiteY271" fmla="*/ 6345009 h 6857988"/>
              <a:gd name="connsiteX272" fmla="*/ 3052813 w 7473271"/>
              <a:gd name="connsiteY272" fmla="*/ 6331185 h 6857988"/>
              <a:gd name="connsiteX273" fmla="*/ 3052820 w 7473271"/>
              <a:gd name="connsiteY273" fmla="*/ 6331185 h 6857988"/>
              <a:gd name="connsiteX274" fmla="*/ 3054426 w 7473271"/>
              <a:gd name="connsiteY274" fmla="*/ 6312884 h 6857988"/>
              <a:gd name="connsiteX275" fmla="*/ 3052451 w 7473271"/>
              <a:gd name="connsiteY275" fmla="*/ 6294698 h 6857988"/>
              <a:gd name="connsiteX276" fmla="*/ 3049981 w 7473271"/>
              <a:gd name="connsiteY276" fmla="*/ 6276321 h 6857988"/>
              <a:gd name="connsiteX277" fmla="*/ 3032760 w 7473271"/>
              <a:gd name="connsiteY277" fmla="*/ 6255918 h 6857988"/>
              <a:gd name="connsiteX278" fmla="*/ 2638863 w 7473271"/>
              <a:gd name="connsiteY278" fmla="*/ 6115133 h 6857988"/>
              <a:gd name="connsiteX279" fmla="*/ 2628786 w 7473271"/>
              <a:gd name="connsiteY279" fmla="*/ 6124620 h 6857988"/>
              <a:gd name="connsiteX280" fmla="*/ 2634545 w 7473271"/>
              <a:gd name="connsiteY280" fmla="*/ 6149073 h 6857988"/>
              <a:gd name="connsiteX281" fmla="*/ 2632044 w 7473271"/>
              <a:gd name="connsiteY281" fmla="*/ 6171146 h 6857988"/>
              <a:gd name="connsiteX282" fmla="*/ 2634958 w 7473271"/>
              <a:gd name="connsiteY282" fmla="*/ 6192686 h 6857988"/>
              <a:gd name="connsiteX283" fmla="*/ 2649626 w 7473271"/>
              <a:gd name="connsiteY283" fmla="*/ 6205189 h 6857988"/>
              <a:gd name="connsiteX284" fmla="*/ 2658059 w 7473271"/>
              <a:gd name="connsiteY284" fmla="*/ 6190774 h 6857988"/>
              <a:gd name="connsiteX285" fmla="*/ 2660682 w 7473271"/>
              <a:gd name="connsiteY285" fmla="*/ 6172677 h 6857988"/>
              <a:gd name="connsiteX286" fmla="*/ 2661107 w 7473271"/>
              <a:gd name="connsiteY286" fmla="*/ 6154084 h 6857988"/>
              <a:gd name="connsiteX287" fmla="*/ 2656579 w 7473271"/>
              <a:gd name="connsiteY287" fmla="*/ 6135904 h 6857988"/>
              <a:gd name="connsiteX288" fmla="*/ 2638863 w 7473271"/>
              <a:gd name="connsiteY288" fmla="*/ 6115133 h 6857988"/>
              <a:gd name="connsiteX289" fmla="*/ 2707977 w 7473271"/>
              <a:gd name="connsiteY289" fmla="*/ 6108815 h 6857988"/>
              <a:gd name="connsiteX290" fmla="*/ 2699893 w 7473271"/>
              <a:gd name="connsiteY290" fmla="*/ 6127001 h 6857988"/>
              <a:gd name="connsiteX291" fmla="*/ 2701017 w 7473271"/>
              <a:gd name="connsiteY291" fmla="*/ 6155944 h 6857988"/>
              <a:gd name="connsiteX292" fmla="*/ 2700471 w 7473271"/>
              <a:gd name="connsiteY292" fmla="*/ 6172200 h 6857988"/>
              <a:gd name="connsiteX293" fmla="*/ 2703360 w 7473271"/>
              <a:gd name="connsiteY293" fmla="*/ 6187783 h 6857988"/>
              <a:gd name="connsiteX294" fmla="*/ 2703360 w 7473271"/>
              <a:gd name="connsiteY294" fmla="*/ 6187777 h 6857988"/>
              <a:gd name="connsiteX295" fmla="*/ 2719038 w 7473271"/>
              <a:gd name="connsiteY295" fmla="*/ 6199702 h 6857988"/>
              <a:gd name="connsiteX296" fmla="*/ 2727274 w 7473271"/>
              <a:gd name="connsiteY296" fmla="*/ 6185865 h 6857988"/>
              <a:gd name="connsiteX297" fmla="*/ 2727287 w 7473271"/>
              <a:gd name="connsiteY297" fmla="*/ 6169578 h 6857988"/>
              <a:gd name="connsiteX298" fmla="*/ 2722544 w 7473271"/>
              <a:gd name="connsiteY298" fmla="*/ 6153982 h 6857988"/>
              <a:gd name="connsiteX299" fmla="*/ 2725446 w 7473271"/>
              <a:gd name="connsiteY299" fmla="*/ 6127750 h 6857988"/>
              <a:gd name="connsiteX300" fmla="*/ 2707977 w 7473271"/>
              <a:gd name="connsiteY300" fmla="*/ 6108815 h 6857988"/>
              <a:gd name="connsiteX301" fmla="*/ 2786215 w 7473271"/>
              <a:gd name="connsiteY301" fmla="*/ 6103182 h 6857988"/>
              <a:gd name="connsiteX302" fmla="*/ 2775954 w 7473271"/>
              <a:gd name="connsiteY302" fmla="*/ 6118244 h 6857988"/>
              <a:gd name="connsiteX303" fmla="*/ 2773559 w 7473271"/>
              <a:gd name="connsiteY303" fmla="*/ 6138774 h 6857988"/>
              <a:gd name="connsiteX304" fmla="*/ 2773978 w 7473271"/>
              <a:gd name="connsiteY304" fmla="*/ 6159634 h 6857988"/>
              <a:gd name="connsiteX305" fmla="*/ 2777738 w 7473271"/>
              <a:gd name="connsiteY305" fmla="*/ 6180182 h 6857988"/>
              <a:gd name="connsiteX306" fmla="*/ 2794642 w 7473271"/>
              <a:gd name="connsiteY306" fmla="*/ 6193587 h 6857988"/>
              <a:gd name="connsiteX307" fmla="*/ 2800960 w 7473271"/>
              <a:gd name="connsiteY307" fmla="*/ 6181960 h 6857988"/>
              <a:gd name="connsiteX308" fmla="*/ 2800223 w 7473271"/>
              <a:gd name="connsiteY308" fmla="*/ 6161164 h 6857988"/>
              <a:gd name="connsiteX309" fmla="*/ 2798724 w 7473271"/>
              <a:gd name="connsiteY309" fmla="*/ 6140565 h 6857988"/>
              <a:gd name="connsiteX310" fmla="*/ 2797182 w 7473271"/>
              <a:gd name="connsiteY310" fmla="*/ 6119832 h 6857988"/>
              <a:gd name="connsiteX311" fmla="*/ 2786215 w 7473271"/>
              <a:gd name="connsiteY311" fmla="*/ 6103182 h 6857988"/>
              <a:gd name="connsiteX312" fmla="*/ 2850306 w 7473271"/>
              <a:gd name="connsiteY312" fmla="*/ 6097365 h 6857988"/>
              <a:gd name="connsiteX313" fmla="*/ 2836939 w 7473271"/>
              <a:gd name="connsiteY313" fmla="*/ 6118028 h 6857988"/>
              <a:gd name="connsiteX314" fmla="*/ 2841193 w 7473271"/>
              <a:gd name="connsiteY314" fmla="*/ 6136329 h 6857988"/>
              <a:gd name="connsiteX315" fmla="*/ 2841695 w 7473271"/>
              <a:gd name="connsiteY315" fmla="*/ 6155023 h 6857988"/>
              <a:gd name="connsiteX316" fmla="*/ 2845543 w 7473271"/>
              <a:gd name="connsiteY316" fmla="*/ 6173299 h 6857988"/>
              <a:gd name="connsiteX317" fmla="*/ 2855595 w 7473271"/>
              <a:gd name="connsiteY317" fmla="*/ 6187440 h 6857988"/>
              <a:gd name="connsiteX318" fmla="*/ 2863958 w 7473271"/>
              <a:gd name="connsiteY318" fmla="*/ 6171813 h 6857988"/>
              <a:gd name="connsiteX319" fmla="*/ 2862999 w 7473271"/>
              <a:gd name="connsiteY319" fmla="*/ 6153557 h 6857988"/>
              <a:gd name="connsiteX320" fmla="*/ 2862409 w 7473271"/>
              <a:gd name="connsiteY320" fmla="*/ 6135548 h 6857988"/>
              <a:gd name="connsiteX321" fmla="*/ 2861215 w 7473271"/>
              <a:gd name="connsiteY321" fmla="*/ 6114561 h 6857988"/>
              <a:gd name="connsiteX322" fmla="*/ 2850306 w 7473271"/>
              <a:gd name="connsiteY322" fmla="*/ 6097365 h 6857988"/>
              <a:gd name="connsiteX323" fmla="*/ 2918676 w 7473271"/>
              <a:gd name="connsiteY323" fmla="*/ 6091911 h 6857988"/>
              <a:gd name="connsiteX324" fmla="*/ 2907011 w 7473271"/>
              <a:gd name="connsiteY324" fmla="*/ 6113863 h 6857988"/>
              <a:gd name="connsiteX325" fmla="*/ 2904033 w 7473271"/>
              <a:gd name="connsiteY325" fmla="*/ 6132691 h 6857988"/>
              <a:gd name="connsiteX326" fmla="*/ 2905856 w 7473271"/>
              <a:gd name="connsiteY326" fmla="*/ 6151785 h 6857988"/>
              <a:gd name="connsiteX327" fmla="*/ 2912206 w 7473271"/>
              <a:gd name="connsiteY327" fmla="*/ 6169895 h 6857988"/>
              <a:gd name="connsiteX328" fmla="*/ 2912212 w 7473271"/>
              <a:gd name="connsiteY328" fmla="*/ 6169902 h 6857988"/>
              <a:gd name="connsiteX329" fmla="*/ 2926416 w 7473271"/>
              <a:gd name="connsiteY329" fmla="*/ 6181294 h 6857988"/>
              <a:gd name="connsiteX330" fmla="*/ 2930785 w 7473271"/>
              <a:gd name="connsiteY330" fmla="*/ 6167444 h 6857988"/>
              <a:gd name="connsiteX331" fmla="*/ 2928925 w 7473271"/>
              <a:gd name="connsiteY331" fmla="*/ 6150388 h 6857988"/>
              <a:gd name="connsiteX332" fmla="*/ 2931065 w 7473271"/>
              <a:gd name="connsiteY332" fmla="*/ 6133230 h 6857988"/>
              <a:gd name="connsiteX333" fmla="*/ 2933040 w 7473271"/>
              <a:gd name="connsiteY333" fmla="*/ 6103506 h 6857988"/>
              <a:gd name="connsiteX334" fmla="*/ 2918676 w 7473271"/>
              <a:gd name="connsiteY334" fmla="*/ 6091911 h 6857988"/>
              <a:gd name="connsiteX335" fmla="*/ 2594451 w 7473271"/>
              <a:gd name="connsiteY335" fmla="*/ 5943822 h 6857988"/>
              <a:gd name="connsiteX336" fmla="*/ 2580634 w 7473271"/>
              <a:gd name="connsiteY336" fmla="*/ 5967686 h 6857988"/>
              <a:gd name="connsiteX337" fmla="*/ 2578913 w 7473271"/>
              <a:gd name="connsiteY337" fmla="*/ 5986920 h 6857988"/>
              <a:gd name="connsiteX338" fmla="*/ 2584113 w 7473271"/>
              <a:gd name="connsiteY338" fmla="*/ 6005513 h 6857988"/>
              <a:gd name="connsiteX339" fmla="*/ 2588991 w 7473271"/>
              <a:gd name="connsiteY339" fmla="*/ 6023680 h 6857988"/>
              <a:gd name="connsiteX340" fmla="*/ 2602370 w 7473271"/>
              <a:gd name="connsiteY340" fmla="*/ 6035606 h 6857988"/>
              <a:gd name="connsiteX341" fmla="*/ 2606173 w 7473271"/>
              <a:gd name="connsiteY341" fmla="*/ 6021686 h 6857988"/>
              <a:gd name="connsiteX342" fmla="*/ 2605183 w 7473271"/>
              <a:gd name="connsiteY342" fmla="*/ 6004579 h 6857988"/>
              <a:gd name="connsiteX343" fmla="*/ 2606427 w 7473271"/>
              <a:gd name="connsiteY343" fmla="*/ 5987358 h 6857988"/>
              <a:gd name="connsiteX344" fmla="*/ 2606580 w 7473271"/>
              <a:gd name="connsiteY344" fmla="*/ 5958631 h 6857988"/>
              <a:gd name="connsiteX345" fmla="*/ 2594451 w 7473271"/>
              <a:gd name="connsiteY345" fmla="*/ 5943822 h 6857988"/>
              <a:gd name="connsiteX346" fmla="*/ 2657888 w 7473271"/>
              <a:gd name="connsiteY346" fmla="*/ 5939416 h 6857988"/>
              <a:gd name="connsiteX347" fmla="*/ 2649950 w 7473271"/>
              <a:gd name="connsiteY347" fmla="*/ 5951519 h 6857988"/>
              <a:gd name="connsiteX348" fmla="*/ 2645537 w 7473271"/>
              <a:gd name="connsiteY348" fmla="*/ 5969750 h 6857988"/>
              <a:gd name="connsiteX349" fmla="*/ 2647227 w 7473271"/>
              <a:gd name="connsiteY349" fmla="*/ 5988406 h 6857988"/>
              <a:gd name="connsiteX350" fmla="*/ 2653684 w 7473271"/>
              <a:gd name="connsiteY350" fmla="*/ 6005767 h 6857988"/>
              <a:gd name="connsiteX351" fmla="*/ 2666035 w 7473271"/>
              <a:gd name="connsiteY351" fmla="*/ 6027090 h 6857988"/>
              <a:gd name="connsiteX352" fmla="*/ 2672030 w 7473271"/>
              <a:gd name="connsiteY352" fmla="*/ 6008110 h 6857988"/>
              <a:gd name="connsiteX353" fmla="*/ 2675357 w 7473271"/>
              <a:gd name="connsiteY353" fmla="*/ 5991257 h 6857988"/>
              <a:gd name="connsiteX354" fmla="*/ 2673668 w 7473271"/>
              <a:gd name="connsiteY354" fmla="*/ 5974137 h 6857988"/>
              <a:gd name="connsiteX355" fmla="*/ 2669108 w 7473271"/>
              <a:gd name="connsiteY355" fmla="*/ 5957539 h 6857988"/>
              <a:gd name="connsiteX356" fmla="*/ 2669114 w 7473271"/>
              <a:gd name="connsiteY356" fmla="*/ 5957558 h 6857988"/>
              <a:gd name="connsiteX357" fmla="*/ 2657888 w 7473271"/>
              <a:gd name="connsiteY357" fmla="*/ 5939416 h 6857988"/>
              <a:gd name="connsiteX358" fmla="*/ 2728360 w 7473271"/>
              <a:gd name="connsiteY358" fmla="*/ 5933885 h 6857988"/>
              <a:gd name="connsiteX359" fmla="*/ 2715654 w 7473271"/>
              <a:gd name="connsiteY359" fmla="*/ 5953849 h 6857988"/>
              <a:gd name="connsiteX360" fmla="*/ 2718060 w 7473271"/>
              <a:gd name="connsiteY360" fmla="*/ 5972334 h 6857988"/>
              <a:gd name="connsiteX361" fmla="*/ 2721712 w 7473271"/>
              <a:gd name="connsiteY361" fmla="*/ 5990622 h 6857988"/>
              <a:gd name="connsiteX362" fmla="*/ 2722766 w 7473271"/>
              <a:gd name="connsiteY362" fmla="*/ 6009443 h 6857988"/>
              <a:gd name="connsiteX363" fmla="*/ 2734062 w 7473271"/>
              <a:gd name="connsiteY363" fmla="*/ 6024455 h 6857988"/>
              <a:gd name="connsiteX364" fmla="*/ 2739612 w 7473271"/>
              <a:gd name="connsiteY364" fmla="*/ 6007341 h 6857988"/>
              <a:gd name="connsiteX365" fmla="*/ 2742108 w 7473271"/>
              <a:gd name="connsiteY365" fmla="*/ 5989441 h 6857988"/>
              <a:gd name="connsiteX366" fmla="*/ 2740800 w 7473271"/>
              <a:gd name="connsiteY366" fmla="*/ 5971407 h 6857988"/>
              <a:gd name="connsiteX367" fmla="*/ 2738355 w 7473271"/>
              <a:gd name="connsiteY367" fmla="*/ 5950687 h 6857988"/>
              <a:gd name="connsiteX368" fmla="*/ 2738349 w 7473271"/>
              <a:gd name="connsiteY368" fmla="*/ 5950674 h 6857988"/>
              <a:gd name="connsiteX369" fmla="*/ 2728360 w 7473271"/>
              <a:gd name="connsiteY369" fmla="*/ 5933885 h 6857988"/>
              <a:gd name="connsiteX370" fmla="*/ 2793251 w 7473271"/>
              <a:gd name="connsiteY370" fmla="*/ 5928068 h 6857988"/>
              <a:gd name="connsiteX371" fmla="*/ 2782183 w 7473271"/>
              <a:gd name="connsiteY371" fmla="*/ 5935098 h 6857988"/>
              <a:gd name="connsiteX372" fmla="*/ 2782189 w 7473271"/>
              <a:gd name="connsiteY372" fmla="*/ 5935098 h 6857988"/>
              <a:gd name="connsiteX373" fmla="*/ 2786253 w 7473271"/>
              <a:gd name="connsiteY373" fmla="*/ 5960510 h 6857988"/>
              <a:gd name="connsiteX374" fmla="*/ 2787580 w 7473271"/>
              <a:gd name="connsiteY374" fmla="*/ 5982164 h 6857988"/>
              <a:gd name="connsiteX375" fmla="*/ 2789879 w 7473271"/>
              <a:gd name="connsiteY375" fmla="*/ 6003347 h 6857988"/>
              <a:gd name="connsiteX376" fmla="*/ 2804065 w 7473271"/>
              <a:gd name="connsiteY376" fmla="*/ 6015825 h 6857988"/>
              <a:gd name="connsiteX377" fmla="*/ 2813971 w 7473271"/>
              <a:gd name="connsiteY377" fmla="*/ 6001969 h 6857988"/>
              <a:gd name="connsiteX378" fmla="*/ 2815495 w 7473271"/>
              <a:gd name="connsiteY378" fmla="*/ 5983542 h 6857988"/>
              <a:gd name="connsiteX379" fmla="*/ 2815508 w 7473271"/>
              <a:gd name="connsiteY379" fmla="*/ 5964962 h 6857988"/>
              <a:gd name="connsiteX380" fmla="*/ 2810948 w 7473271"/>
              <a:gd name="connsiteY380" fmla="*/ 5946813 h 6857988"/>
              <a:gd name="connsiteX381" fmla="*/ 2793251 w 7473271"/>
              <a:gd name="connsiteY381" fmla="*/ 5928068 h 6857988"/>
              <a:gd name="connsiteX382" fmla="*/ 2645461 w 7473271"/>
              <a:gd name="connsiteY382" fmla="*/ 5802243 h 6857988"/>
              <a:gd name="connsiteX383" fmla="*/ 2637523 w 7473271"/>
              <a:gd name="connsiteY383" fmla="*/ 5814346 h 6857988"/>
              <a:gd name="connsiteX384" fmla="*/ 2637529 w 7473271"/>
              <a:gd name="connsiteY384" fmla="*/ 5814359 h 6857988"/>
              <a:gd name="connsiteX385" fmla="*/ 2633117 w 7473271"/>
              <a:gd name="connsiteY385" fmla="*/ 5832590 h 6857988"/>
              <a:gd name="connsiteX386" fmla="*/ 2634806 w 7473271"/>
              <a:gd name="connsiteY386" fmla="*/ 5851252 h 6857988"/>
              <a:gd name="connsiteX387" fmla="*/ 2641263 w 7473271"/>
              <a:gd name="connsiteY387" fmla="*/ 5868613 h 6857988"/>
              <a:gd name="connsiteX388" fmla="*/ 2653615 w 7473271"/>
              <a:gd name="connsiteY388" fmla="*/ 5889937 h 6857988"/>
              <a:gd name="connsiteX389" fmla="*/ 2659609 w 7473271"/>
              <a:gd name="connsiteY389" fmla="*/ 5870956 h 6857988"/>
              <a:gd name="connsiteX390" fmla="*/ 2662936 w 7473271"/>
              <a:gd name="connsiteY390" fmla="*/ 5854103 h 6857988"/>
              <a:gd name="connsiteX391" fmla="*/ 2661247 w 7473271"/>
              <a:gd name="connsiteY391" fmla="*/ 5836984 h 6857988"/>
              <a:gd name="connsiteX392" fmla="*/ 2656688 w 7473271"/>
              <a:gd name="connsiteY392" fmla="*/ 5820385 h 6857988"/>
              <a:gd name="connsiteX393" fmla="*/ 2645461 w 7473271"/>
              <a:gd name="connsiteY393" fmla="*/ 5802243 h 6857988"/>
              <a:gd name="connsiteX394" fmla="*/ 2715933 w 7473271"/>
              <a:gd name="connsiteY394" fmla="*/ 5796731 h 6857988"/>
              <a:gd name="connsiteX395" fmla="*/ 2703227 w 7473271"/>
              <a:gd name="connsiteY395" fmla="*/ 5816696 h 6857988"/>
              <a:gd name="connsiteX396" fmla="*/ 2705634 w 7473271"/>
              <a:gd name="connsiteY396" fmla="*/ 5835180 h 6857988"/>
              <a:gd name="connsiteX397" fmla="*/ 2709285 w 7473271"/>
              <a:gd name="connsiteY397" fmla="*/ 5853462 h 6857988"/>
              <a:gd name="connsiteX398" fmla="*/ 2710339 w 7473271"/>
              <a:gd name="connsiteY398" fmla="*/ 5872277 h 6857988"/>
              <a:gd name="connsiteX399" fmla="*/ 2721636 w 7473271"/>
              <a:gd name="connsiteY399" fmla="*/ 5887288 h 6857988"/>
              <a:gd name="connsiteX400" fmla="*/ 2727185 w 7473271"/>
              <a:gd name="connsiteY400" fmla="*/ 5870175 h 6857988"/>
              <a:gd name="connsiteX401" fmla="*/ 2729681 w 7473271"/>
              <a:gd name="connsiteY401" fmla="*/ 5852275 h 6857988"/>
              <a:gd name="connsiteX402" fmla="*/ 2728373 w 7473271"/>
              <a:gd name="connsiteY402" fmla="*/ 5834241 h 6857988"/>
              <a:gd name="connsiteX403" fmla="*/ 2725928 w 7473271"/>
              <a:gd name="connsiteY403" fmla="*/ 5813521 h 6857988"/>
              <a:gd name="connsiteX404" fmla="*/ 2715939 w 7473271"/>
              <a:gd name="connsiteY404" fmla="*/ 5796731 h 6857988"/>
              <a:gd name="connsiteX405" fmla="*/ 0 w 7473271"/>
              <a:gd name="connsiteY405" fmla="*/ 0 h 6857988"/>
              <a:gd name="connsiteX406" fmla="*/ 7473271 w 7473271"/>
              <a:gd name="connsiteY406" fmla="*/ 0 h 6857988"/>
              <a:gd name="connsiteX407" fmla="*/ 7473271 w 7473271"/>
              <a:gd name="connsiteY407" fmla="*/ 6857988 h 6857988"/>
              <a:gd name="connsiteX408" fmla="*/ 3126580 w 7473271"/>
              <a:gd name="connsiteY408" fmla="*/ 6857988 h 6857988"/>
              <a:gd name="connsiteX409" fmla="*/ 3129221 w 7473271"/>
              <a:gd name="connsiteY409" fmla="*/ 6848437 h 6857988"/>
              <a:gd name="connsiteX410" fmla="*/ 3129534 w 7473271"/>
              <a:gd name="connsiteY410" fmla="*/ 6837985 h 6857988"/>
              <a:gd name="connsiteX411" fmla="*/ 3129699 w 7473271"/>
              <a:gd name="connsiteY411" fmla="*/ 6820904 h 6857988"/>
              <a:gd name="connsiteX412" fmla="*/ 3129020 w 7473271"/>
              <a:gd name="connsiteY412" fmla="*/ 6804000 h 6857988"/>
              <a:gd name="connsiteX413" fmla="*/ 3124346 w 7473271"/>
              <a:gd name="connsiteY413" fmla="*/ 6787579 h 6857988"/>
              <a:gd name="connsiteX414" fmla="*/ 3114275 w 7473271"/>
              <a:gd name="connsiteY414" fmla="*/ 6769748 h 6857988"/>
              <a:gd name="connsiteX415" fmla="*/ 3105588 w 7473271"/>
              <a:gd name="connsiteY415" fmla="*/ 6780924 h 6857988"/>
              <a:gd name="connsiteX416" fmla="*/ 3104604 w 7473271"/>
              <a:gd name="connsiteY416" fmla="*/ 6799529 h 6857988"/>
              <a:gd name="connsiteX417" fmla="*/ 3103492 w 7473271"/>
              <a:gd name="connsiteY417" fmla="*/ 6818071 h 6857988"/>
              <a:gd name="connsiteX418" fmla="*/ 3107791 w 7473271"/>
              <a:gd name="connsiteY418" fmla="*/ 6836201 h 6857988"/>
              <a:gd name="connsiteX419" fmla="*/ 3110912 w 7473271"/>
              <a:gd name="connsiteY419" fmla="*/ 6846780 h 6857988"/>
              <a:gd name="connsiteX420" fmla="*/ 3118131 w 7473271"/>
              <a:gd name="connsiteY420" fmla="*/ 6857988 h 6857988"/>
              <a:gd name="connsiteX421" fmla="*/ 3063479 w 7473271"/>
              <a:gd name="connsiteY421" fmla="*/ 6857988 h 6857988"/>
              <a:gd name="connsiteX422" fmla="*/ 3062955 w 7473271"/>
              <a:gd name="connsiteY422" fmla="*/ 6851320 h 6857988"/>
              <a:gd name="connsiteX423" fmla="*/ 3061748 w 7473271"/>
              <a:gd name="connsiteY423" fmla="*/ 6834232 h 6857988"/>
              <a:gd name="connsiteX424" fmla="*/ 3062338 w 7473271"/>
              <a:gd name="connsiteY424" fmla="*/ 6816960 h 6857988"/>
              <a:gd name="connsiteX425" fmla="*/ 3064694 w 7473271"/>
              <a:gd name="connsiteY425" fmla="*/ 6787636 h 6857988"/>
              <a:gd name="connsiteX426" fmla="*/ 3050959 w 7473271"/>
              <a:gd name="connsiteY426" fmla="*/ 6774828 h 6857988"/>
              <a:gd name="connsiteX427" fmla="*/ 3036538 w 7473271"/>
              <a:gd name="connsiteY427" fmla="*/ 6797256 h 6857988"/>
              <a:gd name="connsiteX428" fmla="*/ 3038335 w 7473271"/>
              <a:gd name="connsiteY428" fmla="*/ 6816509 h 6857988"/>
              <a:gd name="connsiteX429" fmla="*/ 3038926 w 7473271"/>
              <a:gd name="connsiteY429" fmla="*/ 6835496 h 6857988"/>
              <a:gd name="connsiteX430" fmla="*/ 3044844 w 7473271"/>
              <a:gd name="connsiteY430" fmla="*/ 6853613 h 6857988"/>
              <a:gd name="connsiteX431" fmla="*/ 3047524 w 7473271"/>
              <a:gd name="connsiteY431" fmla="*/ 6857988 h 6857988"/>
              <a:gd name="connsiteX432" fmla="*/ 2994296 w 7473271"/>
              <a:gd name="connsiteY432" fmla="*/ 6857988 h 6857988"/>
              <a:gd name="connsiteX433" fmla="*/ 2994203 w 7473271"/>
              <a:gd name="connsiteY433" fmla="*/ 6856788 h 6857988"/>
              <a:gd name="connsiteX434" fmla="*/ 2993892 w 7473271"/>
              <a:gd name="connsiteY434" fmla="*/ 6839731 h 6857988"/>
              <a:gd name="connsiteX435" fmla="*/ 2995111 w 7473271"/>
              <a:gd name="connsiteY435" fmla="*/ 6822846 h 6857988"/>
              <a:gd name="connsiteX436" fmla="*/ 2995225 w 7473271"/>
              <a:gd name="connsiteY436" fmla="*/ 6793040 h 6857988"/>
              <a:gd name="connsiteX437" fmla="*/ 2981147 w 7473271"/>
              <a:gd name="connsiteY437" fmla="*/ 6781267 h 6857988"/>
              <a:gd name="connsiteX438" fmla="*/ 2969273 w 7473271"/>
              <a:gd name="connsiteY438" fmla="*/ 6803257 h 6857988"/>
              <a:gd name="connsiteX439" fmla="*/ 2968105 w 7473271"/>
              <a:gd name="connsiteY439" fmla="*/ 6822084 h 6857988"/>
              <a:gd name="connsiteX440" fmla="*/ 2967691 w 7473271"/>
              <a:gd name="connsiteY440" fmla="*/ 6841331 h 6857988"/>
              <a:gd name="connsiteX441" fmla="*/ 2975101 w 7473271"/>
              <a:gd name="connsiteY441" fmla="*/ 6857988 h 6857988"/>
              <a:gd name="connsiteX442" fmla="*/ 2926056 w 7473271"/>
              <a:gd name="connsiteY442" fmla="*/ 6857988 h 6857988"/>
              <a:gd name="connsiteX443" fmla="*/ 2927172 w 7473271"/>
              <a:gd name="connsiteY443" fmla="*/ 6843002 h 6857988"/>
              <a:gd name="connsiteX444" fmla="*/ 2926131 w 7473271"/>
              <a:gd name="connsiteY444" fmla="*/ 6824859 h 6857988"/>
              <a:gd name="connsiteX445" fmla="*/ 2923279 w 7473271"/>
              <a:gd name="connsiteY445" fmla="*/ 6804064 h 6857988"/>
              <a:gd name="connsiteX446" fmla="*/ 2912992 w 7473271"/>
              <a:gd name="connsiteY446" fmla="*/ 6786035 h 6857988"/>
              <a:gd name="connsiteX447" fmla="*/ 2899632 w 7473271"/>
              <a:gd name="connsiteY447" fmla="*/ 6807422 h 6857988"/>
              <a:gd name="connsiteX448" fmla="*/ 2901531 w 7473271"/>
              <a:gd name="connsiteY448" fmla="*/ 6825965 h 6857988"/>
              <a:gd name="connsiteX449" fmla="*/ 2904802 w 7473271"/>
              <a:gd name="connsiteY449" fmla="*/ 6844348 h 6857988"/>
              <a:gd name="connsiteX450" fmla="*/ 2907820 w 7473271"/>
              <a:gd name="connsiteY450" fmla="*/ 6857988 h 6857988"/>
              <a:gd name="connsiteX451" fmla="*/ 2862402 w 7473271"/>
              <a:gd name="connsiteY451" fmla="*/ 6857988 h 6857988"/>
              <a:gd name="connsiteX452" fmla="*/ 2861748 w 7473271"/>
              <a:gd name="connsiteY452" fmla="*/ 6850609 h 6857988"/>
              <a:gd name="connsiteX453" fmla="*/ 2860300 w 7473271"/>
              <a:gd name="connsiteY453" fmla="*/ 6830085 h 6857988"/>
              <a:gd name="connsiteX454" fmla="*/ 2859081 w 7473271"/>
              <a:gd name="connsiteY454" fmla="*/ 6809384 h 6857988"/>
              <a:gd name="connsiteX455" fmla="*/ 2848572 w 7473271"/>
              <a:gd name="connsiteY455" fmla="*/ 6793897 h 6857988"/>
              <a:gd name="connsiteX456" fmla="*/ 2837631 w 7473271"/>
              <a:gd name="connsiteY456" fmla="*/ 6807512 h 6857988"/>
              <a:gd name="connsiteX457" fmla="*/ 2834805 w 7473271"/>
              <a:gd name="connsiteY457" fmla="*/ 6828199 h 6857988"/>
              <a:gd name="connsiteX458" fmla="*/ 2837269 w 7473271"/>
              <a:gd name="connsiteY458" fmla="*/ 6848958 h 6857988"/>
              <a:gd name="connsiteX459" fmla="*/ 2838518 w 7473271"/>
              <a:gd name="connsiteY459" fmla="*/ 6857988 h 6857988"/>
              <a:gd name="connsiteX460" fmla="*/ 2788407 w 7473271"/>
              <a:gd name="connsiteY460" fmla="*/ 6857988 h 6857988"/>
              <a:gd name="connsiteX461" fmla="*/ 2784570 w 7473271"/>
              <a:gd name="connsiteY461" fmla="*/ 6843421 h 6857988"/>
              <a:gd name="connsiteX462" fmla="*/ 2789212 w 7473271"/>
              <a:gd name="connsiteY462" fmla="*/ 6817005 h 6857988"/>
              <a:gd name="connsiteX463" fmla="*/ 2770613 w 7473271"/>
              <a:gd name="connsiteY463" fmla="*/ 6798838 h 6857988"/>
              <a:gd name="connsiteX464" fmla="*/ 2761354 w 7473271"/>
              <a:gd name="connsiteY464" fmla="*/ 6816249 h 6857988"/>
              <a:gd name="connsiteX465" fmla="*/ 2764771 w 7473271"/>
              <a:gd name="connsiteY465" fmla="*/ 6845294 h 6857988"/>
              <a:gd name="connsiteX466" fmla="*/ 2764683 w 7473271"/>
              <a:gd name="connsiteY466" fmla="*/ 6857988 h 6857988"/>
              <a:gd name="connsiteX467" fmla="*/ 2724972 w 7473271"/>
              <a:gd name="connsiteY467" fmla="*/ 6857988 h 6857988"/>
              <a:gd name="connsiteX468" fmla="*/ 2721762 w 7473271"/>
              <a:gd name="connsiteY468" fmla="*/ 6843795 h 6857988"/>
              <a:gd name="connsiteX469" fmla="*/ 2718714 w 7473271"/>
              <a:gd name="connsiteY469" fmla="*/ 6825463 h 6857988"/>
              <a:gd name="connsiteX470" fmla="*/ 2701309 w 7473271"/>
              <a:gd name="connsiteY470" fmla="*/ 6804940 h 6857988"/>
              <a:gd name="connsiteX471" fmla="*/ 2691607 w 7473271"/>
              <a:gd name="connsiteY471" fmla="*/ 6814172 h 6857988"/>
              <a:gd name="connsiteX472" fmla="*/ 2696248 w 7473271"/>
              <a:gd name="connsiteY472" fmla="*/ 6838645 h 6857988"/>
              <a:gd name="connsiteX473" fmla="*/ 2696242 w 7473271"/>
              <a:gd name="connsiteY473" fmla="*/ 6857988 h 6857988"/>
              <a:gd name="connsiteX474" fmla="*/ 2654751 w 7473271"/>
              <a:gd name="connsiteY474" fmla="*/ 6857988 h 6857988"/>
              <a:gd name="connsiteX475" fmla="*/ 2654656 w 7473271"/>
              <a:gd name="connsiteY475" fmla="*/ 6855746 h 6857988"/>
              <a:gd name="connsiteX476" fmla="*/ 2652604 w 7473271"/>
              <a:gd name="connsiteY476" fmla="*/ 6829933 h 6857988"/>
              <a:gd name="connsiteX477" fmla="*/ 2634825 w 7473271"/>
              <a:gd name="connsiteY477" fmla="*/ 6811773 h 6857988"/>
              <a:gd name="connsiteX478" fmla="*/ 2626811 w 7473271"/>
              <a:gd name="connsiteY478" fmla="*/ 6827578 h 6857988"/>
              <a:gd name="connsiteX479" fmla="*/ 2622239 w 7473271"/>
              <a:gd name="connsiteY479" fmla="*/ 6799955 h 6857988"/>
              <a:gd name="connsiteX480" fmla="*/ 2569541 w 7473271"/>
              <a:gd name="connsiteY480" fmla="*/ 6207709 h 6857988"/>
              <a:gd name="connsiteX481" fmla="*/ 2582939 w 7473271"/>
              <a:gd name="connsiteY481" fmla="*/ 6211596 h 6857988"/>
              <a:gd name="connsiteX482" fmla="*/ 2593594 w 7473271"/>
              <a:gd name="connsiteY482" fmla="*/ 6198946 h 6857988"/>
              <a:gd name="connsiteX483" fmla="*/ 2592769 w 7473271"/>
              <a:gd name="connsiteY483" fmla="*/ 6182652 h 6857988"/>
              <a:gd name="connsiteX484" fmla="*/ 2591099 w 7473271"/>
              <a:gd name="connsiteY484" fmla="*/ 6166339 h 6857988"/>
              <a:gd name="connsiteX485" fmla="*/ 2591264 w 7473271"/>
              <a:gd name="connsiteY485" fmla="*/ 6140374 h 6857988"/>
              <a:gd name="connsiteX486" fmla="*/ 2572296 w 7473271"/>
              <a:gd name="connsiteY486" fmla="*/ 6122131 h 6857988"/>
              <a:gd name="connsiteX487" fmla="*/ 2570226 w 7473271"/>
              <a:gd name="connsiteY487" fmla="*/ 6123210 h 6857988"/>
              <a:gd name="connsiteX488" fmla="*/ 2579814 w 7473271"/>
              <a:gd name="connsiteY488" fmla="*/ 5891962 h 6857988"/>
              <a:gd name="connsiteX489" fmla="*/ 2589943 w 7473271"/>
              <a:gd name="connsiteY489" fmla="*/ 5898439 h 6857988"/>
              <a:gd name="connsiteX490" fmla="*/ 2593747 w 7473271"/>
              <a:gd name="connsiteY490" fmla="*/ 5884526 h 6857988"/>
              <a:gd name="connsiteX491" fmla="*/ 2592756 w 7473271"/>
              <a:gd name="connsiteY491" fmla="*/ 5867419 h 6857988"/>
              <a:gd name="connsiteX492" fmla="*/ 2594000 w 7473271"/>
              <a:gd name="connsiteY492" fmla="*/ 5850198 h 6857988"/>
              <a:gd name="connsiteX493" fmla="*/ 2594153 w 7473271"/>
              <a:gd name="connsiteY493" fmla="*/ 5821471 h 6857988"/>
              <a:gd name="connsiteX494" fmla="*/ 2585625 w 7473271"/>
              <a:gd name="connsiteY494" fmla="*/ 5807793 h 6857988"/>
              <a:gd name="connsiteX495" fmla="*/ 2686876 w 7473271"/>
              <a:gd name="connsiteY495" fmla="*/ 4834954 h 6857988"/>
              <a:gd name="connsiteX496" fmla="*/ 2637473 w 7473271"/>
              <a:gd name="connsiteY496" fmla="*/ 3428746 h 6857988"/>
              <a:gd name="connsiteX497" fmla="*/ 1709801 w 7473271"/>
              <a:gd name="connsiteY497" fmla="*/ 1846517 h 6857988"/>
              <a:gd name="connsiteX498" fmla="*/ 769303 w 7473271"/>
              <a:gd name="connsiteY498" fmla="*/ 1094486 h 6857988"/>
              <a:gd name="connsiteX499" fmla="*/ 0 w 7473271"/>
              <a:gd name="connsiteY499" fmla="*/ 0 h 6857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</a:cxnLst>
            <a:rect l="l" t="t" r="r" b="b"/>
            <a:pathLst>
              <a:path w="7473271" h="6857988">
                <a:moveTo>
                  <a:pt x="2655151" y="6649193"/>
                </a:moveTo>
                <a:cubicBezTo>
                  <a:pt x="2650770" y="6648984"/>
                  <a:pt x="2645327" y="6651175"/>
                  <a:pt x="2643518" y="6656236"/>
                </a:cubicBezTo>
                <a:cubicBezTo>
                  <a:pt x="2640972" y="6663379"/>
                  <a:pt x="2648236" y="6668701"/>
                  <a:pt x="2650877" y="6681280"/>
                </a:cubicBezTo>
                <a:cubicBezTo>
                  <a:pt x="2652795" y="6690481"/>
                  <a:pt x="2650776" y="6697638"/>
                  <a:pt x="2649868" y="6703568"/>
                </a:cubicBezTo>
                <a:cubicBezTo>
                  <a:pt x="2648668" y="6711334"/>
                  <a:pt x="2648166" y="6716967"/>
                  <a:pt x="2651671" y="6724733"/>
                </a:cubicBezTo>
                <a:cubicBezTo>
                  <a:pt x="2654904" y="6731895"/>
                  <a:pt x="2660816" y="6739916"/>
                  <a:pt x="2666301" y="6738424"/>
                </a:cubicBezTo>
                <a:cubicBezTo>
                  <a:pt x="2670270" y="6737350"/>
                  <a:pt x="2672925" y="6731381"/>
                  <a:pt x="2674906" y="6723069"/>
                </a:cubicBezTo>
                <a:lnTo>
                  <a:pt x="2674899" y="6723076"/>
                </a:lnTo>
                <a:cubicBezTo>
                  <a:pt x="2676157" y="6717780"/>
                  <a:pt x="2678671" y="6711633"/>
                  <a:pt x="2678792" y="6704902"/>
                </a:cubicBezTo>
                <a:cubicBezTo>
                  <a:pt x="2678894" y="6698965"/>
                  <a:pt x="2678106" y="6692551"/>
                  <a:pt x="2677129" y="6686341"/>
                </a:cubicBezTo>
                <a:cubicBezTo>
                  <a:pt x="2676170" y="6680194"/>
                  <a:pt x="2672639" y="6674707"/>
                  <a:pt x="2670442" y="6669087"/>
                </a:cubicBezTo>
                <a:cubicBezTo>
                  <a:pt x="2668238" y="6663468"/>
                  <a:pt x="2663762" y="6649606"/>
                  <a:pt x="2655151" y="6649193"/>
                </a:cubicBezTo>
                <a:close/>
                <a:moveTo>
                  <a:pt x="2724417" y="6641198"/>
                </a:moveTo>
                <a:cubicBezTo>
                  <a:pt x="2717952" y="6643053"/>
                  <a:pt x="2715229" y="6655689"/>
                  <a:pt x="2714663" y="6658909"/>
                </a:cubicBezTo>
                <a:cubicBezTo>
                  <a:pt x="2712778" y="6669646"/>
                  <a:pt x="2715571" y="6673107"/>
                  <a:pt x="2716480" y="6688195"/>
                </a:cubicBezTo>
                <a:cubicBezTo>
                  <a:pt x="2716911" y="6695370"/>
                  <a:pt x="2716619" y="6700209"/>
                  <a:pt x="2716104" y="6704298"/>
                </a:cubicBezTo>
                <a:cubicBezTo>
                  <a:pt x="2715273" y="6710941"/>
                  <a:pt x="2715247" y="6715297"/>
                  <a:pt x="2717857" y="6720859"/>
                </a:cubicBezTo>
                <a:cubicBezTo>
                  <a:pt x="2721115" y="6727800"/>
                  <a:pt x="2729484" y="6735566"/>
                  <a:pt x="2735942" y="6733642"/>
                </a:cubicBezTo>
                <a:cubicBezTo>
                  <a:pt x="2738416" y="6732909"/>
                  <a:pt x="2740488" y="6730607"/>
                  <a:pt x="2742032" y="6727710"/>
                </a:cubicBezTo>
                <a:lnTo>
                  <a:pt x="2744953" y="6718208"/>
                </a:lnTo>
                <a:lnTo>
                  <a:pt x="2744953" y="6718212"/>
                </a:lnTo>
                <a:lnTo>
                  <a:pt x="2744953" y="6718205"/>
                </a:lnTo>
                <a:lnTo>
                  <a:pt x="2744953" y="6718208"/>
                </a:lnTo>
                <a:lnTo>
                  <a:pt x="2742063" y="6702323"/>
                </a:lnTo>
                <a:cubicBezTo>
                  <a:pt x="2740559" y="6697828"/>
                  <a:pt x="2739326" y="6692945"/>
                  <a:pt x="2739257" y="6686182"/>
                </a:cubicBezTo>
                <a:cubicBezTo>
                  <a:pt x="2739117" y="6673476"/>
                  <a:pt x="2743143" y="6671082"/>
                  <a:pt x="2741676" y="6659962"/>
                </a:cubicBezTo>
                <a:cubicBezTo>
                  <a:pt x="2740356" y="6650006"/>
                  <a:pt x="2731231" y="6639237"/>
                  <a:pt x="2724417" y="6641198"/>
                </a:cubicBezTo>
                <a:close/>
                <a:moveTo>
                  <a:pt x="2802770" y="6633350"/>
                </a:moveTo>
                <a:cubicBezTo>
                  <a:pt x="2796953" y="6632880"/>
                  <a:pt x="2794622" y="6640983"/>
                  <a:pt x="2792718" y="6650514"/>
                </a:cubicBezTo>
                <a:cubicBezTo>
                  <a:pt x="2791524" y="6656451"/>
                  <a:pt x="2789479" y="6663360"/>
                  <a:pt x="2789511" y="6670973"/>
                </a:cubicBezTo>
                <a:cubicBezTo>
                  <a:pt x="2789536" y="6677775"/>
                  <a:pt x="2788755" y="6685058"/>
                  <a:pt x="2789593" y="6691916"/>
                </a:cubicBezTo>
                <a:cubicBezTo>
                  <a:pt x="2790488" y="6699307"/>
                  <a:pt x="2792324" y="6706439"/>
                  <a:pt x="2793975" y="6712413"/>
                </a:cubicBezTo>
                <a:cubicBezTo>
                  <a:pt x="2795575" y="6718224"/>
                  <a:pt x="2806345" y="6729089"/>
                  <a:pt x="2811501" y="6726917"/>
                </a:cubicBezTo>
                <a:cubicBezTo>
                  <a:pt x="2814447" y="6725672"/>
                  <a:pt x="2815717" y="6719272"/>
                  <a:pt x="2816415" y="6714027"/>
                </a:cubicBezTo>
                <a:lnTo>
                  <a:pt x="2816422" y="6714033"/>
                </a:lnTo>
                <a:cubicBezTo>
                  <a:pt x="2817184" y="6708363"/>
                  <a:pt x="2817635" y="6701054"/>
                  <a:pt x="2817451" y="6693339"/>
                </a:cubicBezTo>
                <a:cubicBezTo>
                  <a:pt x="2817292" y="6686658"/>
                  <a:pt x="2816612" y="6679521"/>
                  <a:pt x="2815850" y="6672676"/>
                </a:cubicBezTo>
                <a:cubicBezTo>
                  <a:pt x="2815038" y="6665373"/>
                  <a:pt x="2813437" y="6658363"/>
                  <a:pt x="2812028" y="6652394"/>
                </a:cubicBezTo>
                <a:cubicBezTo>
                  <a:pt x="2809647" y="6642246"/>
                  <a:pt x="2806402" y="6633642"/>
                  <a:pt x="2802770" y="6633350"/>
                </a:cubicBezTo>
                <a:close/>
                <a:moveTo>
                  <a:pt x="2866543" y="6630036"/>
                </a:moveTo>
                <a:cubicBezTo>
                  <a:pt x="2860472" y="6628232"/>
                  <a:pt x="2854179" y="6640614"/>
                  <a:pt x="2854941" y="6650082"/>
                </a:cubicBezTo>
                <a:cubicBezTo>
                  <a:pt x="2855436" y="6656324"/>
                  <a:pt x="2854230" y="6662751"/>
                  <a:pt x="2854871" y="6668802"/>
                </a:cubicBezTo>
                <a:cubicBezTo>
                  <a:pt x="2855551" y="6675260"/>
                  <a:pt x="2858173" y="6681299"/>
                  <a:pt x="2859049" y="6687065"/>
                </a:cubicBezTo>
                <a:cubicBezTo>
                  <a:pt x="2860110" y="6693967"/>
                  <a:pt x="2860117" y="6700475"/>
                  <a:pt x="2861488" y="6705600"/>
                </a:cubicBezTo>
                <a:cubicBezTo>
                  <a:pt x="2864034" y="6715055"/>
                  <a:pt x="2868276" y="6721349"/>
                  <a:pt x="2872162" y="6720625"/>
                </a:cubicBezTo>
                <a:cubicBezTo>
                  <a:pt x="2875465" y="6720015"/>
                  <a:pt x="2879084" y="6712820"/>
                  <a:pt x="2880271" y="6703988"/>
                </a:cubicBezTo>
                <a:lnTo>
                  <a:pt x="2880271" y="6703994"/>
                </a:lnTo>
                <a:cubicBezTo>
                  <a:pt x="2881008" y="6698558"/>
                  <a:pt x="2880862" y="6692050"/>
                  <a:pt x="2880932" y="6685763"/>
                </a:cubicBezTo>
                <a:cubicBezTo>
                  <a:pt x="2881008" y="6679445"/>
                  <a:pt x="2880614" y="6673031"/>
                  <a:pt x="2880144" y="6667615"/>
                </a:cubicBezTo>
                <a:cubicBezTo>
                  <a:pt x="2879859" y="6664351"/>
                  <a:pt x="2878144" y="6655486"/>
                  <a:pt x="2876277" y="6647041"/>
                </a:cubicBezTo>
                <a:cubicBezTo>
                  <a:pt x="2874397" y="6638589"/>
                  <a:pt x="2871172" y="6631413"/>
                  <a:pt x="2866543" y="6630036"/>
                </a:cubicBezTo>
                <a:close/>
                <a:moveTo>
                  <a:pt x="2934843" y="6621171"/>
                </a:moveTo>
                <a:cubicBezTo>
                  <a:pt x="2927554" y="6621717"/>
                  <a:pt x="2922493" y="6638061"/>
                  <a:pt x="2921235" y="6645694"/>
                </a:cubicBezTo>
                <a:cubicBezTo>
                  <a:pt x="2920194" y="6652013"/>
                  <a:pt x="2920677" y="6658611"/>
                  <a:pt x="2920804" y="6664871"/>
                </a:cubicBezTo>
                <a:cubicBezTo>
                  <a:pt x="2920937" y="6671494"/>
                  <a:pt x="2921838" y="6677908"/>
                  <a:pt x="2923038" y="6683801"/>
                </a:cubicBezTo>
                <a:cubicBezTo>
                  <a:pt x="2924461" y="6690754"/>
                  <a:pt x="2927033" y="6696672"/>
                  <a:pt x="2929541" y="6701599"/>
                </a:cubicBezTo>
                <a:cubicBezTo>
                  <a:pt x="2933383" y="6709112"/>
                  <a:pt x="2937593" y="6713175"/>
                  <a:pt x="2942730" y="6712712"/>
                </a:cubicBezTo>
                <a:cubicBezTo>
                  <a:pt x="2948705" y="6712172"/>
                  <a:pt x="2947276" y="6708242"/>
                  <a:pt x="2946540" y="6699682"/>
                </a:cubicBezTo>
                <a:cubicBezTo>
                  <a:pt x="2946146" y="6695066"/>
                  <a:pt x="2946584" y="6689237"/>
                  <a:pt x="2946394" y="6682531"/>
                </a:cubicBezTo>
                <a:lnTo>
                  <a:pt x="2946401" y="6682531"/>
                </a:lnTo>
                <a:cubicBezTo>
                  <a:pt x="2946254" y="6677419"/>
                  <a:pt x="2946057" y="6671583"/>
                  <a:pt x="2946800" y="6665329"/>
                </a:cubicBezTo>
                <a:cubicBezTo>
                  <a:pt x="2948204" y="6653556"/>
                  <a:pt x="2950464" y="6646247"/>
                  <a:pt x="2946800" y="6636690"/>
                </a:cubicBezTo>
                <a:cubicBezTo>
                  <a:pt x="2944387" y="6630378"/>
                  <a:pt x="2940216" y="6620764"/>
                  <a:pt x="2934843" y="6621171"/>
                </a:cubicBezTo>
                <a:close/>
                <a:moveTo>
                  <a:pt x="3006020" y="6619380"/>
                </a:moveTo>
                <a:cubicBezTo>
                  <a:pt x="2998737" y="6619920"/>
                  <a:pt x="2994552" y="6634410"/>
                  <a:pt x="2993295" y="6642043"/>
                </a:cubicBezTo>
                <a:cubicBezTo>
                  <a:pt x="2992254" y="6648374"/>
                  <a:pt x="2991440" y="6654800"/>
                  <a:pt x="2991574" y="6661062"/>
                </a:cubicBezTo>
                <a:cubicBezTo>
                  <a:pt x="2991714" y="6667684"/>
                  <a:pt x="2993981" y="6673863"/>
                  <a:pt x="2995187" y="6679762"/>
                </a:cubicBezTo>
                <a:cubicBezTo>
                  <a:pt x="2996610" y="6686709"/>
                  <a:pt x="2997028" y="6693389"/>
                  <a:pt x="2999543" y="6698317"/>
                </a:cubicBezTo>
                <a:cubicBezTo>
                  <a:pt x="3003372" y="6705829"/>
                  <a:pt x="3008560" y="6708617"/>
                  <a:pt x="3013691" y="6708153"/>
                </a:cubicBezTo>
                <a:cubicBezTo>
                  <a:pt x="3019673" y="6707613"/>
                  <a:pt x="3019190" y="6704343"/>
                  <a:pt x="3018460" y="6695783"/>
                </a:cubicBezTo>
                <a:cubicBezTo>
                  <a:pt x="3018073" y="6691173"/>
                  <a:pt x="3018853" y="6685388"/>
                  <a:pt x="3018664" y="6678682"/>
                </a:cubicBezTo>
                <a:cubicBezTo>
                  <a:pt x="3018517" y="6673565"/>
                  <a:pt x="3018632" y="6667951"/>
                  <a:pt x="3019374" y="6661703"/>
                </a:cubicBezTo>
                <a:lnTo>
                  <a:pt x="3019368" y="6661703"/>
                </a:lnTo>
                <a:cubicBezTo>
                  <a:pt x="3020771" y="6649924"/>
                  <a:pt x="3023838" y="6641535"/>
                  <a:pt x="3020174" y="6631978"/>
                </a:cubicBezTo>
                <a:cubicBezTo>
                  <a:pt x="3017761" y="6625673"/>
                  <a:pt x="3011386" y="6618973"/>
                  <a:pt x="3006020" y="6619380"/>
                </a:cubicBezTo>
                <a:close/>
                <a:moveTo>
                  <a:pt x="3069329" y="6614440"/>
                </a:moveTo>
                <a:cubicBezTo>
                  <a:pt x="3065488" y="6614338"/>
                  <a:pt x="3061437" y="6620853"/>
                  <a:pt x="3060046" y="6625254"/>
                </a:cubicBezTo>
                <a:cubicBezTo>
                  <a:pt x="3058115" y="6631394"/>
                  <a:pt x="3060281" y="6638151"/>
                  <a:pt x="3059977" y="6644063"/>
                </a:cubicBezTo>
                <a:cubicBezTo>
                  <a:pt x="3059627" y="6650749"/>
                  <a:pt x="3059024" y="6656934"/>
                  <a:pt x="3059818" y="6662401"/>
                </a:cubicBezTo>
                <a:cubicBezTo>
                  <a:pt x="3061164" y="6671691"/>
                  <a:pt x="3063285" y="6678447"/>
                  <a:pt x="3063932" y="6680346"/>
                </a:cubicBezTo>
                <a:cubicBezTo>
                  <a:pt x="3065368" y="6684556"/>
                  <a:pt x="3067495" y="6701378"/>
                  <a:pt x="3077503" y="6701651"/>
                </a:cubicBezTo>
                <a:cubicBezTo>
                  <a:pt x="3087154" y="6701911"/>
                  <a:pt x="3083732" y="6688868"/>
                  <a:pt x="3085053" y="6682594"/>
                </a:cubicBezTo>
                <a:lnTo>
                  <a:pt x="3085046" y="6682594"/>
                </a:lnTo>
                <a:cubicBezTo>
                  <a:pt x="3086328" y="6676473"/>
                  <a:pt x="3085015" y="6670663"/>
                  <a:pt x="3085046" y="6665424"/>
                </a:cubicBezTo>
                <a:cubicBezTo>
                  <a:pt x="3085065" y="6659067"/>
                  <a:pt x="3085059" y="6653511"/>
                  <a:pt x="3084036" y="6648533"/>
                </a:cubicBezTo>
                <a:cubicBezTo>
                  <a:pt x="3082652" y="6641694"/>
                  <a:pt x="3081858" y="6635865"/>
                  <a:pt x="3080493" y="6631737"/>
                </a:cubicBezTo>
                <a:cubicBezTo>
                  <a:pt x="3077909" y="6623913"/>
                  <a:pt x="3078982" y="6614700"/>
                  <a:pt x="3069329" y="6614440"/>
                </a:cubicBezTo>
                <a:close/>
                <a:moveTo>
                  <a:pt x="3140031" y="6607417"/>
                </a:moveTo>
                <a:cubicBezTo>
                  <a:pt x="3133953" y="6605613"/>
                  <a:pt x="3128201" y="6618415"/>
                  <a:pt x="3128963" y="6627882"/>
                </a:cubicBezTo>
                <a:cubicBezTo>
                  <a:pt x="3129465" y="6634124"/>
                  <a:pt x="3127724" y="6640589"/>
                  <a:pt x="3128372" y="6646641"/>
                </a:cubicBezTo>
                <a:cubicBezTo>
                  <a:pt x="3129051" y="6653105"/>
                  <a:pt x="3130544" y="6659303"/>
                  <a:pt x="3131426" y="6665068"/>
                </a:cubicBezTo>
                <a:cubicBezTo>
                  <a:pt x="3132474" y="6671964"/>
                  <a:pt x="3134201" y="6678137"/>
                  <a:pt x="3135573" y="6683255"/>
                </a:cubicBezTo>
                <a:cubicBezTo>
                  <a:pt x="3138113" y="6692710"/>
                  <a:pt x="3141733" y="6699809"/>
                  <a:pt x="3145619" y="6699085"/>
                </a:cubicBezTo>
                <a:cubicBezTo>
                  <a:pt x="3148921" y="6698482"/>
                  <a:pt x="3149277" y="6690252"/>
                  <a:pt x="3150464" y="6681432"/>
                </a:cubicBezTo>
                <a:cubicBezTo>
                  <a:pt x="3151200" y="6675990"/>
                  <a:pt x="3152159" y="6669881"/>
                  <a:pt x="3152241" y="6663595"/>
                </a:cubicBezTo>
                <a:lnTo>
                  <a:pt x="3152241" y="6663589"/>
                </a:lnTo>
                <a:cubicBezTo>
                  <a:pt x="3152312" y="6657277"/>
                  <a:pt x="3153474" y="6650933"/>
                  <a:pt x="3152997" y="6645510"/>
                </a:cubicBezTo>
                <a:cubicBezTo>
                  <a:pt x="3152705" y="6642240"/>
                  <a:pt x="3150445" y="6633579"/>
                  <a:pt x="3148578" y="6625120"/>
                </a:cubicBezTo>
                <a:cubicBezTo>
                  <a:pt x="3146711" y="6616681"/>
                  <a:pt x="3144660" y="6608794"/>
                  <a:pt x="3140031" y="6607417"/>
                </a:cubicBezTo>
                <a:close/>
                <a:moveTo>
                  <a:pt x="2611031" y="6478588"/>
                </a:moveTo>
                <a:cubicBezTo>
                  <a:pt x="2603742" y="6479134"/>
                  <a:pt x="2600020" y="6492532"/>
                  <a:pt x="2598763" y="6500165"/>
                </a:cubicBezTo>
                <a:cubicBezTo>
                  <a:pt x="2597722" y="6506490"/>
                  <a:pt x="2595728" y="6512840"/>
                  <a:pt x="2595861" y="6519100"/>
                </a:cubicBezTo>
                <a:cubicBezTo>
                  <a:pt x="2595995" y="6525730"/>
                  <a:pt x="2597322" y="6532214"/>
                  <a:pt x="2598528" y="6538106"/>
                </a:cubicBezTo>
                <a:cubicBezTo>
                  <a:pt x="2599944" y="6545066"/>
                  <a:pt x="2602789" y="6550984"/>
                  <a:pt x="2605304" y="6555911"/>
                </a:cubicBezTo>
                <a:cubicBezTo>
                  <a:pt x="2609133" y="6563424"/>
                  <a:pt x="2613629" y="6568408"/>
                  <a:pt x="2618765" y="6567945"/>
                </a:cubicBezTo>
                <a:lnTo>
                  <a:pt x="2618765" y="6567939"/>
                </a:lnTo>
                <a:cubicBezTo>
                  <a:pt x="2624753" y="6567393"/>
                  <a:pt x="2626182" y="6562192"/>
                  <a:pt x="2625452" y="6553626"/>
                </a:cubicBezTo>
                <a:cubicBezTo>
                  <a:pt x="2625052" y="6549010"/>
                  <a:pt x="2622157" y="6543453"/>
                  <a:pt x="2621966" y="6536741"/>
                </a:cubicBezTo>
                <a:cubicBezTo>
                  <a:pt x="2621820" y="6531629"/>
                  <a:pt x="2623833" y="6526003"/>
                  <a:pt x="2624588" y="6519755"/>
                </a:cubicBezTo>
                <a:cubicBezTo>
                  <a:pt x="2625998" y="6507982"/>
                  <a:pt x="2626100" y="6500571"/>
                  <a:pt x="2622436" y="6491015"/>
                </a:cubicBezTo>
                <a:cubicBezTo>
                  <a:pt x="2620023" y="6484703"/>
                  <a:pt x="2616390" y="6478181"/>
                  <a:pt x="2611031" y="6478588"/>
                </a:cubicBezTo>
                <a:close/>
                <a:moveTo>
                  <a:pt x="2674226" y="6472981"/>
                </a:moveTo>
                <a:cubicBezTo>
                  <a:pt x="2670391" y="6472879"/>
                  <a:pt x="2667781" y="6479318"/>
                  <a:pt x="2666384" y="6483725"/>
                </a:cubicBezTo>
                <a:cubicBezTo>
                  <a:pt x="2664447" y="6489859"/>
                  <a:pt x="2664479" y="6496133"/>
                  <a:pt x="2664174" y="6502045"/>
                </a:cubicBezTo>
                <a:cubicBezTo>
                  <a:pt x="2663832" y="6508744"/>
                  <a:pt x="2665191" y="6514777"/>
                  <a:pt x="2665984" y="6520244"/>
                </a:cubicBezTo>
                <a:cubicBezTo>
                  <a:pt x="2667331" y="6529534"/>
                  <a:pt x="2669032" y="6536182"/>
                  <a:pt x="2669686" y="6538081"/>
                </a:cubicBezTo>
                <a:cubicBezTo>
                  <a:pt x="2671121" y="6542291"/>
                  <a:pt x="2672423" y="6558769"/>
                  <a:pt x="2682431" y="6559042"/>
                </a:cubicBezTo>
                <a:cubicBezTo>
                  <a:pt x="2692083" y="6559303"/>
                  <a:pt x="2689549" y="6547072"/>
                  <a:pt x="2690857" y="6540798"/>
                </a:cubicBezTo>
                <a:lnTo>
                  <a:pt x="2690851" y="6540805"/>
                </a:lnTo>
                <a:cubicBezTo>
                  <a:pt x="2692133" y="6534677"/>
                  <a:pt x="2689803" y="6528677"/>
                  <a:pt x="2689829" y="6523444"/>
                </a:cubicBezTo>
                <a:cubicBezTo>
                  <a:pt x="2689860" y="6517087"/>
                  <a:pt x="2690959" y="6511335"/>
                  <a:pt x="2689949" y="6506344"/>
                </a:cubicBezTo>
                <a:cubicBezTo>
                  <a:pt x="2688565" y="6499505"/>
                  <a:pt x="2685828" y="6494202"/>
                  <a:pt x="2684463" y="6490075"/>
                </a:cubicBezTo>
                <a:cubicBezTo>
                  <a:pt x="2681872" y="6482252"/>
                  <a:pt x="2683879" y="6473241"/>
                  <a:pt x="2674226" y="6472981"/>
                </a:cubicBezTo>
                <a:close/>
                <a:moveTo>
                  <a:pt x="2745270" y="6464313"/>
                </a:moveTo>
                <a:cubicBezTo>
                  <a:pt x="2739200" y="6462509"/>
                  <a:pt x="2733561" y="6476410"/>
                  <a:pt x="2734323" y="6485878"/>
                </a:cubicBezTo>
                <a:cubicBezTo>
                  <a:pt x="2734812" y="6492120"/>
                  <a:pt x="2733542" y="6498527"/>
                  <a:pt x="2734189" y="6504566"/>
                </a:cubicBezTo>
                <a:cubicBezTo>
                  <a:pt x="2734875" y="6511037"/>
                  <a:pt x="2735650" y="6517304"/>
                  <a:pt x="2736527" y="6523069"/>
                </a:cubicBezTo>
                <a:cubicBezTo>
                  <a:pt x="2737581" y="6529966"/>
                  <a:pt x="2740971" y="6535668"/>
                  <a:pt x="2742349" y="6540786"/>
                </a:cubicBezTo>
                <a:cubicBezTo>
                  <a:pt x="2744896" y="6550229"/>
                  <a:pt x="2746191" y="6555404"/>
                  <a:pt x="2750077" y="6554680"/>
                </a:cubicBezTo>
                <a:cubicBezTo>
                  <a:pt x="2753379" y="6554070"/>
                  <a:pt x="2754491" y="6548324"/>
                  <a:pt x="2755678" y="6539497"/>
                </a:cubicBezTo>
                <a:lnTo>
                  <a:pt x="2755672" y="6539503"/>
                </a:lnTo>
                <a:cubicBezTo>
                  <a:pt x="2756402" y="6534055"/>
                  <a:pt x="2757608" y="6527921"/>
                  <a:pt x="2757678" y="6521634"/>
                </a:cubicBezTo>
                <a:cubicBezTo>
                  <a:pt x="2757761" y="6515310"/>
                  <a:pt x="2757348" y="6509048"/>
                  <a:pt x="2756872" y="6503632"/>
                </a:cubicBezTo>
                <a:cubicBezTo>
                  <a:pt x="2756586" y="6500368"/>
                  <a:pt x="2757837" y="6491059"/>
                  <a:pt x="2755970" y="6482601"/>
                </a:cubicBezTo>
                <a:cubicBezTo>
                  <a:pt x="2754097" y="6474162"/>
                  <a:pt x="2749899" y="6465691"/>
                  <a:pt x="2745270" y="6464313"/>
                </a:cubicBezTo>
                <a:close/>
                <a:moveTo>
                  <a:pt x="2809748" y="6457741"/>
                </a:moveTo>
                <a:cubicBezTo>
                  <a:pt x="2805360" y="6457538"/>
                  <a:pt x="2799112" y="6461792"/>
                  <a:pt x="2797315" y="6466847"/>
                </a:cubicBezTo>
                <a:cubicBezTo>
                  <a:pt x="2794769" y="6473997"/>
                  <a:pt x="2799937" y="6480131"/>
                  <a:pt x="2802567" y="6492716"/>
                </a:cubicBezTo>
                <a:cubicBezTo>
                  <a:pt x="2804497" y="6501924"/>
                  <a:pt x="2804008" y="6508306"/>
                  <a:pt x="2803093" y="6514224"/>
                </a:cubicBezTo>
                <a:cubicBezTo>
                  <a:pt x="2801893" y="6522003"/>
                  <a:pt x="2801411" y="6528391"/>
                  <a:pt x="2804909" y="6536151"/>
                </a:cubicBezTo>
                <a:cubicBezTo>
                  <a:pt x="2808135" y="6543307"/>
                  <a:pt x="2815044" y="6549854"/>
                  <a:pt x="2820531" y="6548368"/>
                </a:cubicBezTo>
                <a:cubicBezTo>
                  <a:pt x="2824506" y="6547295"/>
                  <a:pt x="2827846" y="6542348"/>
                  <a:pt x="2829827" y="6534036"/>
                </a:cubicBezTo>
                <a:cubicBezTo>
                  <a:pt x="2831090" y="6528740"/>
                  <a:pt x="2831135" y="6522454"/>
                  <a:pt x="2831256" y="6515722"/>
                </a:cubicBezTo>
                <a:lnTo>
                  <a:pt x="2831249" y="6515722"/>
                </a:lnTo>
                <a:cubicBezTo>
                  <a:pt x="2831351" y="6509779"/>
                  <a:pt x="2831611" y="6503556"/>
                  <a:pt x="2830633" y="6497346"/>
                </a:cubicBezTo>
                <a:cubicBezTo>
                  <a:pt x="2829662" y="6491199"/>
                  <a:pt x="2827102" y="6485573"/>
                  <a:pt x="2824906" y="6479953"/>
                </a:cubicBezTo>
                <a:cubicBezTo>
                  <a:pt x="2822702" y="6474333"/>
                  <a:pt x="2818359" y="6458153"/>
                  <a:pt x="2809748" y="6457741"/>
                </a:cubicBezTo>
                <a:close/>
                <a:moveTo>
                  <a:pt x="2883186" y="6452603"/>
                </a:moveTo>
                <a:cubicBezTo>
                  <a:pt x="2877369" y="6452127"/>
                  <a:pt x="2872131" y="6457925"/>
                  <a:pt x="2870213" y="6467450"/>
                </a:cubicBezTo>
                <a:cubicBezTo>
                  <a:pt x="2869032" y="6473387"/>
                  <a:pt x="2868880" y="6480918"/>
                  <a:pt x="2868911" y="6488532"/>
                </a:cubicBezTo>
                <a:cubicBezTo>
                  <a:pt x="2868943" y="6495333"/>
                  <a:pt x="2871946" y="6502299"/>
                  <a:pt x="2872785" y="6509150"/>
                </a:cubicBezTo>
                <a:cubicBezTo>
                  <a:pt x="2873686" y="6516536"/>
                  <a:pt x="2874397" y="6523572"/>
                  <a:pt x="2876042" y="6529553"/>
                </a:cubicBezTo>
                <a:cubicBezTo>
                  <a:pt x="2877649" y="6535369"/>
                  <a:pt x="2886748" y="6546247"/>
                  <a:pt x="2891905" y="6544075"/>
                </a:cubicBezTo>
                <a:cubicBezTo>
                  <a:pt x="2894851" y="6542843"/>
                  <a:pt x="2894153" y="6536544"/>
                  <a:pt x="2894851" y="6531293"/>
                </a:cubicBezTo>
                <a:lnTo>
                  <a:pt x="2894839" y="6531299"/>
                </a:lnTo>
                <a:cubicBezTo>
                  <a:pt x="2895601" y="6525629"/>
                  <a:pt x="2898724" y="6518599"/>
                  <a:pt x="2898540" y="6510878"/>
                </a:cubicBezTo>
                <a:cubicBezTo>
                  <a:pt x="2898388" y="6504191"/>
                  <a:pt x="2895168" y="6497295"/>
                  <a:pt x="2894400" y="6490450"/>
                </a:cubicBezTo>
                <a:cubicBezTo>
                  <a:pt x="2893574" y="6483153"/>
                  <a:pt x="2894692" y="6475756"/>
                  <a:pt x="2893295" y="6469780"/>
                </a:cubicBezTo>
                <a:cubicBezTo>
                  <a:pt x="2890914" y="6459639"/>
                  <a:pt x="2886824" y="6452908"/>
                  <a:pt x="2883186" y="6452603"/>
                </a:cubicBezTo>
                <a:close/>
                <a:moveTo>
                  <a:pt x="2944901" y="6445555"/>
                </a:moveTo>
                <a:cubicBezTo>
                  <a:pt x="2938444" y="6447409"/>
                  <a:pt x="2936894" y="6460744"/>
                  <a:pt x="2936329" y="6463951"/>
                </a:cubicBezTo>
                <a:cubicBezTo>
                  <a:pt x="2934443" y="6474689"/>
                  <a:pt x="2938189" y="6477851"/>
                  <a:pt x="2939098" y="6492939"/>
                </a:cubicBezTo>
                <a:cubicBezTo>
                  <a:pt x="2939530" y="6500121"/>
                  <a:pt x="2939612" y="6505385"/>
                  <a:pt x="2939104" y="6509462"/>
                </a:cubicBezTo>
                <a:cubicBezTo>
                  <a:pt x="2938266" y="6516116"/>
                  <a:pt x="2936882" y="6519691"/>
                  <a:pt x="2939498" y="6525254"/>
                </a:cubicBezTo>
                <a:cubicBezTo>
                  <a:pt x="2942749" y="6532194"/>
                  <a:pt x="2949334" y="6537827"/>
                  <a:pt x="2955792" y="6535903"/>
                </a:cubicBezTo>
                <a:lnTo>
                  <a:pt x="2955798" y="6535896"/>
                </a:lnTo>
                <a:cubicBezTo>
                  <a:pt x="2960745" y="6534430"/>
                  <a:pt x="2966257" y="6529457"/>
                  <a:pt x="2966974" y="6523228"/>
                </a:cubicBezTo>
                <a:cubicBezTo>
                  <a:pt x="2967743" y="6516631"/>
                  <a:pt x="2964898" y="6511843"/>
                  <a:pt x="2963265" y="6506991"/>
                </a:cubicBezTo>
                <a:cubicBezTo>
                  <a:pt x="2961748" y="6502501"/>
                  <a:pt x="2960255" y="6497803"/>
                  <a:pt x="2960186" y="6491040"/>
                </a:cubicBezTo>
                <a:cubicBezTo>
                  <a:pt x="2960040" y="6478340"/>
                  <a:pt x="2964421" y="6475870"/>
                  <a:pt x="2962967" y="6464738"/>
                </a:cubicBezTo>
                <a:cubicBezTo>
                  <a:pt x="2961647" y="6454782"/>
                  <a:pt x="2951709" y="6443593"/>
                  <a:pt x="2944901" y="6445555"/>
                </a:cubicBezTo>
                <a:close/>
                <a:moveTo>
                  <a:pt x="3017819" y="6437675"/>
                </a:moveTo>
                <a:cubicBezTo>
                  <a:pt x="3011748" y="6435871"/>
                  <a:pt x="3004090" y="6448451"/>
                  <a:pt x="3004840" y="6457919"/>
                </a:cubicBezTo>
                <a:cubicBezTo>
                  <a:pt x="3005341" y="6464160"/>
                  <a:pt x="3007100" y="6470307"/>
                  <a:pt x="3007735" y="6476353"/>
                </a:cubicBezTo>
                <a:cubicBezTo>
                  <a:pt x="3008421" y="6482823"/>
                  <a:pt x="3007786" y="6489281"/>
                  <a:pt x="3008662" y="6495047"/>
                </a:cubicBezTo>
                <a:cubicBezTo>
                  <a:pt x="3009716" y="6501943"/>
                  <a:pt x="3011805" y="6508090"/>
                  <a:pt x="3013177" y="6513208"/>
                </a:cubicBezTo>
                <a:cubicBezTo>
                  <a:pt x="3015723" y="6522663"/>
                  <a:pt x="3019559" y="6529274"/>
                  <a:pt x="3023445" y="6528550"/>
                </a:cubicBezTo>
                <a:cubicBezTo>
                  <a:pt x="3026747" y="6527940"/>
                  <a:pt x="3030023" y="6520510"/>
                  <a:pt x="3031211" y="6511684"/>
                </a:cubicBezTo>
                <a:lnTo>
                  <a:pt x="3031211" y="6511678"/>
                </a:lnTo>
                <a:cubicBezTo>
                  <a:pt x="3031941" y="6506242"/>
                  <a:pt x="3031191" y="6499765"/>
                  <a:pt x="3031274" y="6493478"/>
                </a:cubicBezTo>
                <a:cubicBezTo>
                  <a:pt x="3031344" y="6487160"/>
                  <a:pt x="3029464" y="6480969"/>
                  <a:pt x="3028995" y="6475552"/>
                </a:cubicBezTo>
                <a:cubicBezTo>
                  <a:pt x="3028702" y="6472289"/>
                  <a:pt x="3028353" y="6463449"/>
                  <a:pt x="3026486" y="6454991"/>
                </a:cubicBezTo>
                <a:cubicBezTo>
                  <a:pt x="3024626" y="6446552"/>
                  <a:pt x="3022448" y="6439053"/>
                  <a:pt x="3017819" y="6437675"/>
                </a:cubicBezTo>
                <a:close/>
                <a:moveTo>
                  <a:pt x="3087821" y="6431160"/>
                </a:moveTo>
                <a:cubicBezTo>
                  <a:pt x="3082005" y="6430690"/>
                  <a:pt x="3077185" y="6435852"/>
                  <a:pt x="3075267" y="6445384"/>
                </a:cubicBezTo>
                <a:cubicBezTo>
                  <a:pt x="3074073" y="6451321"/>
                  <a:pt x="3075902" y="6458776"/>
                  <a:pt x="3075934" y="6466377"/>
                </a:cubicBezTo>
                <a:cubicBezTo>
                  <a:pt x="3075965" y="6473178"/>
                  <a:pt x="3075597" y="6480290"/>
                  <a:pt x="3076435" y="6487141"/>
                </a:cubicBezTo>
                <a:cubicBezTo>
                  <a:pt x="3077337" y="6494533"/>
                  <a:pt x="3078906" y="6501492"/>
                  <a:pt x="3080557" y="6507468"/>
                </a:cubicBezTo>
                <a:cubicBezTo>
                  <a:pt x="3082157" y="6513278"/>
                  <a:pt x="3090730" y="6522448"/>
                  <a:pt x="3095885" y="6520276"/>
                </a:cubicBezTo>
                <a:cubicBezTo>
                  <a:pt x="3098832" y="6519044"/>
                  <a:pt x="3100324" y="6514612"/>
                  <a:pt x="3101023" y="6509360"/>
                </a:cubicBezTo>
                <a:cubicBezTo>
                  <a:pt x="3101785" y="6503683"/>
                  <a:pt x="3102744" y="6496476"/>
                  <a:pt x="3102559" y="6488754"/>
                </a:cubicBezTo>
                <a:cubicBezTo>
                  <a:pt x="3102400" y="6482067"/>
                  <a:pt x="3099917" y="6475146"/>
                  <a:pt x="3099143" y="6468307"/>
                </a:cubicBezTo>
                <a:cubicBezTo>
                  <a:pt x="3098337" y="6461004"/>
                  <a:pt x="3097219" y="6454121"/>
                  <a:pt x="3095822" y="6448139"/>
                </a:cubicBezTo>
                <a:cubicBezTo>
                  <a:pt x="3093440" y="6438005"/>
                  <a:pt x="3091460" y="6431464"/>
                  <a:pt x="3087821" y="6431160"/>
                </a:cubicBezTo>
                <a:close/>
                <a:moveTo>
                  <a:pt x="2622772" y="6295543"/>
                </a:moveTo>
                <a:cubicBezTo>
                  <a:pt x="2616696" y="6293733"/>
                  <a:pt x="2610066" y="6306376"/>
                  <a:pt x="2610816" y="6315844"/>
                </a:cubicBezTo>
                <a:cubicBezTo>
                  <a:pt x="2611317" y="6322092"/>
                  <a:pt x="2613698" y="6328144"/>
                  <a:pt x="2614346" y="6334195"/>
                </a:cubicBezTo>
                <a:cubicBezTo>
                  <a:pt x="2615032" y="6340666"/>
                  <a:pt x="2612994" y="6347251"/>
                  <a:pt x="2613870" y="6353016"/>
                </a:cubicBezTo>
                <a:cubicBezTo>
                  <a:pt x="2614930" y="6359925"/>
                  <a:pt x="2618213" y="6365710"/>
                  <a:pt x="2619591" y="6370828"/>
                </a:cubicBezTo>
                <a:cubicBezTo>
                  <a:pt x="2622125" y="6380283"/>
                  <a:pt x="2624493" y="6387389"/>
                  <a:pt x="2628380" y="6386665"/>
                </a:cubicBezTo>
                <a:cubicBezTo>
                  <a:pt x="2631682" y="6386062"/>
                  <a:pt x="2633568" y="6378353"/>
                  <a:pt x="2634755" y="6369520"/>
                </a:cubicBezTo>
                <a:cubicBezTo>
                  <a:pt x="2635492" y="6364084"/>
                  <a:pt x="2636654" y="6357798"/>
                  <a:pt x="2636736" y="6351511"/>
                </a:cubicBezTo>
                <a:cubicBezTo>
                  <a:pt x="2636799" y="6345187"/>
                  <a:pt x="2635942" y="6338856"/>
                  <a:pt x="2635466" y="6333433"/>
                </a:cubicBezTo>
                <a:cubicBezTo>
                  <a:pt x="2635180" y="6330163"/>
                  <a:pt x="2632723" y="6321584"/>
                  <a:pt x="2630856" y="6313139"/>
                </a:cubicBezTo>
                <a:cubicBezTo>
                  <a:pt x="2628983" y="6304693"/>
                  <a:pt x="2627401" y="6296921"/>
                  <a:pt x="2622772" y="6295543"/>
                </a:cubicBezTo>
                <a:close/>
                <a:moveTo>
                  <a:pt x="2692889" y="6287370"/>
                </a:moveTo>
                <a:cubicBezTo>
                  <a:pt x="2687079" y="6286894"/>
                  <a:pt x="2682900" y="6294038"/>
                  <a:pt x="2680983" y="6303569"/>
                </a:cubicBezTo>
                <a:cubicBezTo>
                  <a:pt x="2679789" y="6309506"/>
                  <a:pt x="2680342" y="6316790"/>
                  <a:pt x="2680373" y="6324397"/>
                </a:cubicBezTo>
                <a:cubicBezTo>
                  <a:pt x="2680399" y="6331211"/>
                  <a:pt x="2678671" y="6338532"/>
                  <a:pt x="2679510" y="6345384"/>
                </a:cubicBezTo>
                <a:cubicBezTo>
                  <a:pt x="2680418" y="6352769"/>
                  <a:pt x="2684730" y="6359259"/>
                  <a:pt x="2686381" y="6365234"/>
                </a:cubicBezTo>
                <a:cubicBezTo>
                  <a:pt x="2687981" y="6371057"/>
                  <a:pt x="2696159" y="6381674"/>
                  <a:pt x="2701315" y="6379502"/>
                </a:cubicBezTo>
                <a:cubicBezTo>
                  <a:pt x="2704249" y="6378258"/>
                  <a:pt x="2705202" y="6372619"/>
                  <a:pt x="2705900" y="6367374"/>
                </a:cubicBezTo>
                <a:cubicBezTo>
                  <a:pt x="2706656" y="6361703"/>
                  <a:pt x="2707348" y="6354502"/>
                  <a:pt x="2707164" y="6346787"/>
                </a:cubicBezTo>
                <a:lnTo>
                  <a:pt x="2707170" y="6346787"/>
                </a:lnTo>
                <a:cubicBezTo>
                  <a:pt x="2707005" y="6340107"/>
                  <a:pt x="2707570" y="6332874"/>
                  <a:pt x="2706802" y="6326029"/>
                </a:cubicBezTo>
                <a:cubicBezTo>
                  <a:pt x="2705989" y="6318720"/>
                  <a:pt x="2703119" y="6311919"/>
                  <a:pt x="2701709" y="6305944"/>
                </a:cubicBezTo>
                <a:cubicBezTo>
                  <a:pt x="2699328" y="6295803"/>
                  <a:pt x="2696527" y="6287675"/>
                  <a:pt x="2692889" y="6287370"/>
                </a:cubicBezTo>
                <a:close/>
                <a:moveTo>
                  <a:pt x="2759971" y="6281414"/>
                </a:moveTo>
                <a:cubicBezTo>
                  <a:pt x="2752681" y="6281967"/>
                  <a:pt x="2750058" y="6297911"/>
                  <a:pt x="2748795" y="6305544"/>
                </a:cubicBezTo>
                <a:cubicBezTo>
                  <a:pt x="2747753" y="6311862"/>
                  <a:pt x="2745004" y="6318066"/>
                  <a:pt x="2745137" y="6324327"/>
                </a:cubicBezTo>
                <a:cubicBezTo>
                  <a:pt x="2745276" y="6330944"/>
                  <a:pt x="2745194" y="6337694"/>
                  <a:pt x="2746394" y="6343593"/>
                </a:cubicBezTo>
                <a:cubicBezTo>
                  <a:pt x="2747817" y="6350540"/>
                  <a:pt x="2751570" y="6356388"/>
                  <a:pt x="2754077" y="6361303"/>
                </a:cubicBezTo>
                <a:cubicBezTo>
                  <a:pt x="2757920" y="6368815"/>
                  <a:pt x="2762574" y="6371730"/>
                  <a:pt x="2767711" y="6371266"/>
                </a:cubicBezTo>
                <a:cubicBezTo>
                  <a:pt x="2773699" y="6370720"/>
                  <a:pt x="2772448" y="6367660"/>
                  <a:pt x="2771718" y="6359100"/>
                </a:cubicBezTo>
                <a:lnTo>
                  <a:pt x="2773769" y="6341901"/>
                </a:lnTo>
                <a:lnTo>
                  <a:pt x="2773769" y="6341904"/>
                </a:lnTo>
                <a:lnTo>
                  <a:pt x="2773769" y="6341898"/>
                </a:lnTo>
                <a:lnTo>
                  <a:pt x="2773769" y="6341901"/>
                </a:lnTo>
                <a:lnTo>
                  <a:pt x="2772442" y="6324841"/>
                </a:lnTo>
                <a:cubicBezTo>
                  <a:pt x="2773851" y="6313062"/>
                  <a:pt x="2776067" y="6305481"/>
                  <a:pt x="2772404" y="6295924"/>
                </a:cubicBezTo>
                <a:cubicBezTo>
                  <a:pt x="2769991" y="6289618"/>
                  <a:pt x="2765343" y="6281020"/>
                  <a:pt x="2759971" y="6281414"/>
                </a:cubicBezTo>
                <a:close/>
                <a:moveTo>
                  <a:pt x="2825299" y="6276842"/>
                </a:moveTo>
                <a:cubicBezTo>
                  <a:pt x="2818835" y="6278709"/>
                  <a:pt x="2815952" y="6290196"/>
                  <a:pt x="2815387" y="6293415"/>
                </a:cubicBezTo>
                <a:cubicBezTo>
                  <a:pt x="2813501" y="6304153"/>
                  <a:pt x="2818422" y="6307442"/>
                  <a:pt x="2819324" y="6322530"/>
                </a:cubicBezTo>
                <a:cubicBezTo>
                  <a:pt x="2819756" y="6329718"/>
                  <a:pt x="2818835" y="6334900"/>
                  <a:pt x="2818321" y="6338989"/>
                </a:cubicBezTo>
                <a:cubicBezTo>
                  <a:pt x="2817489" y="6345638"/>
                  <a:pt x="2815025" y="6350127"/>
                  <a:pt x="2817635" y="6355703"/>
                </a:cubicBezTo>
                <a:cubicBezTo>
                  <a:pt x="2820886" y="6362643"/>
                  <a:pt x="2829433" y="6368047"/>
                  <a:pt x="2835891" y="6366129"/>
                </a:cubicBezTo>
                <a:cubicBezTo>
                  <a:pt x="2840838" y="6364662"/>
                  <a:pt x="2845778" y="6359023"/>
                  <a:pt x="2846496" y="6352807"/>
                </a:cubicBezTo>
                <a:lnTo>
                  <a:pt x="2846502" y="6352807"/>
                </a:lnTo>
                <a:cubicBezTo>
                  <a:pt x="2847270" y="6346197"/>
                  <a:pt x="2843225" y="6341986"/>
                  <a:pt x="2841594" y="6337135"/>
                </a:cubicBezTo>
                <a:cubicBezTo>
                  <a:pt x="2840088" y="6332639"/>
                  <a:pt x="2841650" y="6327394"/>
                  <a:pt x="2841568" y="6320632"/>
                </a:cubicBezTo>
                <a:cubicBezTo>
                  <a:pt x="2841429" y="6307932"/>
                  <a:pt x="2845162" y="6305360"/>
                  <a:pt x="2843695" y="6294241"/>
                </a:cubicBezTo>
                <a:cubicBezTo>
                  <a:pt x="2842387" y="6284284"/>
                  <a:pt x="2832107" y="6274893"/>
                  <a:pt x="2825299" y="6276842"/>
                </a:cubicBezTo>
                <a:close/>
                <a:moveTo>
                  <a:pt x="2895467" y="6270194"/>
                </a:moveTo>
                <a:cubicBezTo>
                  <a:pt x="2891632" y="6270085"/>
                  <a:pt x="2888520" y="6277871"/>
                  <a:pt x="2887123" y="6282271"/>
                </a:cubicBezTo>
                <a:cubicBezTo>
                  <a:pt x="2885193" y="6288405"/>
                  <a:pt x="2885675" y="6294825"/>
                  <a:pt x="2885370" y="6300737"/>
                </a:cubicBezTo>
                <a:cubicBezTo>
                  <a:pt x="2885028" y="6307436"/>
                  <a:pt x="2882932" y="6313970"/>
                  <a:pt x="2883726" y="6319438"/>
                </a:cubicBezTo>
                <a:cubicBezTo>
                  <a:pt x="2885072" y="6328728"/>
                  <a:pt x="2889777" y="6335027"/>
                  <a:pt x="2890425" y="6336926"/>
                </a:cubicBezTo>
                <a:cubicBezTo>
                  <a:pt x="2891873" y="6341142"/>
                  <a:pt x="2893556" y="6360109"/>
                  <a:pt x="2903557" y="6360376"/>
                </a:cubicBezTo>
                <a:cubicBezTo>
                  <a:pt x="2913209" y="6360637"/>
                  <a:pt x="2910173" y="6345644"/>
                  <a:pt x="2911482" y="6339370"/>
                </a:cubicBezTo>
                <a:cubicBezTo>
                  <a:pt x="2912765" y="6333242"/>
                  <a:pt x="2912529" y="6327375"/>
                  <a:pt x="2912561" y="6322137"/>
                </a:cubicBezTo>
                <a:lnTo>
                  <a:pt x="2912568" y="6322149"/>
                </a:lnTo>
                <a:cubicBezTo>
                  <a:pt x="2912586" y="6315793"/>
                  <a:pt x="2913495" y="6309767"/>
                  <a:pt x="2912485" y="6304776"/>
                </a:cubicBezTo>
                <a:cubicBezTo>
                  <a:pt x="2911082" y="6297936"/>
                  <a:pt x="2908973" y="6292253"/>
                  <a:pt x="2907608" y="6288126"/>
                </a:cubicBezTo>
                <a:cubicBezTo>
                  <a:pt x="2905011" y="6280309"/>
                  <a:pt x="2905119" y="6270454"/>
                  <a:pt x="2895467" y="6270194"/>
                </a:cubicBezTo>
                <a:close/>
                <a:moveTo>
                  <a:pt x="2960643" y="6262834"/>
                </a:moveTo>
                <a:cubicBezTo>
                  <a:pt x="2956262" y="6262624"/>
                  <a:pt x="2951398" y="6267342"/>
                  <a:pt x="2949600" y="6272397"/>
                </a:cubicBezTo>
                <a:cubicBezTo>
                  <a:pt x="2947054" y="6279541"/>
                  <a:pt x="2953328" y="6284671"/>
                  <a:pt x="2955957" y="6297257"/>
                </a:cubicBezTo>
                <a:cubicBezTo>
                  <a:pt x="2957881" y="6306458"/>
                  <a:pt x="2956414" y="6313596"/>
                  <a:pt x="2955493" y="6319514"/>
                </a:cubicBezTo>
                <a:cubicBezTo>
                  <a:pt x="2954293" y="6327293"/>
                  <a:pt x="2952090" y="6333541"/>
                  <a:pt x="2955588" y="6341307"/>
                </a:cubicBezTo>
                <a:cubicBezTo>
                  <a:pt x="2958808" y="6348470"/>
                  <a:pt x="2966009" y="6355163"/>
                  <a:pt x="2971489" y="6353683"/>
                </a:cubicBezTo>
                <a:cubicBezTo>
                  <a:pt x="2975471" y="6352604"/>
                  <a:pt x="2977795" y="6347187"/>
                  <a:pt x="2979776" y="6338875"/>
                </a:cubicBezTo>
                <a:cubicBezTo>
                  <a:pt x="2981039" y="6333579"/>
                  <a:pt x="2984507" y="6327566"/>
                  <a:pt x="2984627" y="6320822"/>
                </a:cubicBezTo>
                <a:cubicBezTo>
                  <a:pt x="2984735" y="6314885"/>
                  <a:pt x="2982424" y="6308617"/>
                  <a:pt x="2981446" y="6302420"/>
                </a:cubicBezTo>
                <a:cubicBezTo>
                  <a:pt x="2980474" y="6296273"/>
                  <a:pt x="2979078" y="6290209"/>
                  <a:pt x="2976880" y="6284589"/>
                </a:cubicBezTo>
                <a:cubicBezTo>
                  <a:pt x="2974677" y="6278969"/>
                  <a:pt x="2969254" y="6263247"/>
                  <a:pt x="2960643" y="6262834"/>
                </a:cubicBezTo>
                <a:close/>
                <a:moveTo>
                  <a:pt x="3032760" y="6255918"/>
                </a:moveTo>
                <a:cubicBezTo>
                  <a:pt x="3028372" y="6255715"/>
                  <a:pt x="3022657" y="6259119"/>
                  <a:pt x="3020854" y="6264174"/>
                </a:cubicBezTo>
                <a:cubicBezTo>
                  <a:pt x="3018302" y="6271324"/>
                  <a:pt x="3024841" y="6276899"/>
                  <a:pt x="3027483" y="6289485"/>
                </a:cubicBezTo>
                <a:cubicBezTo>
                  <a:pt x="3029407" y="6298692"/>
                  <a:pt x="3027337" y="6305512"/>
                  <a:pt x="3026423" y="6311430"/>
                </a:cubicBezTo>
                <a:cubicBezTo>
                  <a:pt x="3025223" y="6319203"/>
                  <a:pt x="3023172" y="6326137"/>
                  <a:pt x="3026664" y="6333897"/>
                </a:cubicBezTo>
                <a:cubicBezTo>
                  <a:pt x="3029896" y="6341059"/>
                  <a:pt x="3037961" y="6346489"/>
                  <a:pt x="3043447" y="6345009"/>
                </a:cubicBezTo>
                <a:cubicBezTo>
                  <a:pt x="3047428" y="6343930"/>
                  <a:pt x="3050832" y="6339497"/>
                  <a:pt x="3052813" y="6331185"/>
                </a:cubicBezTo>
                <a:lnTo>
                  <a:pt x="3052820" y="6331185"/>
                </a:lnTo>
                <a:cubicBezTo>
                  <a:pt x="3054077" y="6325889"/>
                  <a:pt x="3054306" y="6319615"/>
                  <a:pt x="3054426" y="6312884"/>
                </a:cubicBezTo>
                <a:cubicBezTo>
                  <a:pt x="3054528" y="6306947"/>
                  <a:pt x="3053430" y="6300908"/>
                  <a:pt x="3052451" y="6294698"/>
                </a:cubicBezTo>
                <a:cubicBezTo>
                  <a:pt x="3051486" y="6288558"/>
                  <a:pt x="3052179" y="6281941"/>
                  <a:pt x="3049981" y="6276321"/>
                </a:cubicBezTo>
                <a:cubicBezTo>
                  <a:pt x="3047778" y="6270701"/>
                  <a:pt x="3041364" y="6256331"/>
                  <a:pt x="3032760" y="6255918"/>
                </a:cubicBezTo>
                <a:close/>
                <a:moveTo>
                  <a:pt x="2638863" y="6115133"/>
                </a:moveTo>
                <a:cubicBezTo>
                  <a:pt x="2634475" y="6114929"/>
                  <a:pt x="2630583" y="6119565"/>
                  <a:pt x="2628786" y="6124620"/>
                </a:cubicBezTo>
                <a:cubicBezTo>
                  <a:pt x="2626239" y="6131770"/>
                  <a:pt x="2631903" y="6136482"/>
                  <a:pt x="2634545" y="6149073"/>
                </a:cubicBezTo>
                <a:cubicBezTo>
                  <a:pt x="2636469" y="6158275"/>
                  <a:pt x="2632964" y="6165222"/>
                  <a:pt x="2632044" y="6171146"/>
                </a:cubicBezTo>
                <a:cubicBezTo>
                  <a:pt x="2630843" y="6178919"/>
                  <a:pt x="2631465" y="6184919"/>
                  <a:pt x="2634958" y="6192686"/>
                </a:cubicBezTo>
                <a:cubicBezTo>
                  <a:pt x="2638190" y="6199842"/>
                  <a:pt x="2644153" y="6206675"/>
                  <a:pt x="2649626" y="6205189"/>
                </a:cubicBezTo>
                <a:cubicBezTo>
                  <a:pt x="2653608" y="6204115"/>
                  <a:pt x="2656078" y="6199086"/>
                  <a:pt x="2658059" y="6190774"/>
                </a:cubicBezTo>
                <a:cubicBezTo>
                  <a:pt x="2659323" y="6185478"/>
                  <a:pt x="2660561" y="6179408"/>
                  <a:pt x="2660682" y="6172677"/>
                </a:cubicBezTo>
                <a:cubicBezTo>
                  <a:pt x="2660784" y="6166727"/>
                  <a:pt x="2662085" y="6160288"/>
                  <a:pt x="2661107" y="6154084"/>
                </a:cubicBezTo>
                <a:cubicBezTo>
                  <a:pt x="2660136" y="6147937"/>
                  <a:pt x="2658777" y="6141524"/>
                  <a:pt x="2656579" y="6135904"/>
                </a:cubicBezTo>
                <a:cubicBezTo>
                  <a:pt x="2654376" y="6130284"/>
                  <a:pt x="2647474" y="6115546"/>
                  <a:pt x="2638863" y="6115133"/>
                </a:cubicBezTo>
                <a:close/>
                <a:moveTo>
                  <a:pt x="2707977" y="6108815"/>
                </a:moveTo>
                <a:cubicBezTo>
                  <a:pt x="2701519" y="6110675"/>
                  <a:pt x="2700458" y="6123782"/>
                  <a:pt x="2699893" y="6127001"/>
                </a:cubicBezTo>
                <a:cubicBezTo>
                  <a:pt x="2698007" y="6137739"/>
                  <a:pt x="2700122" y="6140857"/>
                  <a:pt x="2701017" y="6155944"/>
                </a:cubicBezTo>
                <a:cubicBezTo>
                  <a:pt x="2701455" y="6163132"/>
                  <a:pt x="2700985" y="6168111"/>
                  <a:pt x="2700471" y="6172200"/>
                </a:cubicBezTo>
                <a:cubicBezTo>
                  <a:pt x="2699639" y="6178855"/>
                  <a:pt x="2700744" y="6182221"/>
                  <a:pt x="2703360" y="6187783"/>
                </a:cubicBezTo>
                <a:lnTo>
                  <a:pt x="2703360" y="6187777"/>
                </a:lnTo>
                <a:cubicBezTo>
                  <a:pt x="2706611" y="6194717"/>
                  <a:pt x="2712581" y="6201620"/>
                  <a:pt x="2719038" y="6199702"/>
                </a:cubicBezTo>
                <a:cubicBezTo>
                  <a:pt x="2723985" y="6198235"/>
                  <a:pt x="2726557" y="6192095"/>
                  <a:pt x="2727274" y="6185865"/>
                </a:cubicBezTo>
                <a:cubicBezTo>
                  <a:pt x="2728036" y="6179255"/>
                  <a:pt x="2728919" y="6174429"/>
                  <a:pt x="2727287" y="6169578"/>
                </a:cubicBezTo>
                <a:cubicBezTo>
                  <a:pt x="2725776" y="6165088"/>
                  <a:pt x="2722626" y="6160745"/>
                  <a:pt x="2722544" y="6153982"/>
                </a:cubicBezTo>
                <a:cubicBezTo>
                  <a:pt x="2722410" y="6141282"/>
                  <a:pt x="2726912" y="6138869"/>
                  <a:pt x="2725446" y="6127750"/>
                </a:cubicBezTo>
                <a:cubicBezTo>
                  <a:pt x="2724131" y="6117794"/>
                  <a:pt x="2714784" y="6106852"/>
                  <a:pt x="2707977" y="6108815"/>
                </a:cubicBezTo>
                <a:close/>
                <a:moveTo>
                  <a:pt x="2786215" y="6103182"/>
                </a:moveTo>
                <a:cubicBezTo>
                  <a:pt x="2780392" y="6102712"/>
                  <a:pt x="2777871" y="6108719"/>
                  <a:pt x="2775954" y="6118244"/>
                </a:cubicBezTo>
                <a:cubicBezTo>
                  <a:pt x="2774760" y="6124182"/>
                  <a:pt x="2773528" y="6131160"/>
                  <a:pt x="2773559" y="6138774"/>
                </a:cubicBezTo>
                <a:cubicBezTo>
                  <a:pt x="2773585" y="6145575"/>
                  <a:pt x="2773141" y="6152782"/>
                  <a:pt x="2773978" y="6159634"/>
                </a:cubicBezTo>
                <a:cubicBezTo>
                  <a:pt x="2774887" y="6167025"/>
                  <a:pt x="2776087" y="6174207"/>
                  <a:pt x="2777738" y="6180182"/>
                </a:cubicBezTo>
                <a:cubicBezTo>
                  <a:pt x="2779338" y="6185993"/>
                  <a:pt x="2789479" y="6195759"/>
                  <a:pt x="2794642" y="6193587"/>
                </a:cubicBezTo>
                <a:cubicBezTo>
                  <a:pt x="2797575" y="6192343"/>
                  <a:pt x="2800261" y="6187205"/>
                  <a:pt x="2800960" y="6181960"/>
                </a:cubicBezTo>
                <a:cubicBezTo>
                  <a:pt x="2801722" y="6176290"/>
                  <a:pt x="2800407" y="6168879"/>
                  <a:pt x="2800223" y="6161164"/>
                </a:cubicBezTo>
                <a:cubicBezTo>
                  <a:pt x="2800058" y="6154484"/>
                  <a:pt x="2799493" y="6147410"/>
                  <a:pt x="2798724" y="6140565"/>
                </a:cubicBezTo>
                <a:cubicBezTo>
                  <a:pt x="2797912" y="6133262"/>
                  <a:pt x="2798579" y="6125814"/>
                  <a:pt x="2797182" y="6119832"/>
                </a:cubicBezTo>
                <a:cubicBezTo>
                  <a:pt x="2794800" y="6109697"/>
                  <a:pt x="2789841" y="6103487"/>
                  <a:pt x="2786215" y="6103182"/>
                </a:cubicBezTo>
                <a:close/>
                <a:moveTo>
                  <a:pt x="2850306" y="6097365"/>
                </a:moveTo>
                <a:cubicBezTo>
                  <a:pt x="2844228" y="6095556"/>
                  <a:pt x="2836177" y="6108560"/>
                  <a:pt x="2836939" y="6118028"/>
                </a:cubicBezTo>
                <a:cubicBezTo>
                  <a:pt x="2837440" y="6124270"/>
                  <a:pt x="2840546" y="6130278"/>
                  <a:pt x="2841193" y="6136329"/>
                </a:cubicBezTo>
                <a:cubicBezTo>
                  <a:pt x="2841873" y="6142787"/>
                  <a:pt x="2840819" y="6149258"/>
                  <a:pt x="2841695" y="6155023"/>
                </a:cubicBezTo>
                <a:cubicBezTo>
                  <a:pt x="2842742" y="6161926"/>
                  <a:pt x="2844165" y="6168174"/>
                  <a:pt x="2845543" y="6173299"/>
                </a:cubicBezTo>
                <a:cubicBezTo>
                  <a:pt x="2848077" y="6182741"/>
                  <a:pt x="2851696" y="6188158"/>
                  <a:pt x="2855595" y="6187440"/>
                </a:cubicBezTo>
                <a:cubicBezTo>
                  <a:pt x="2858891" y="6186824"/>
                  <a:pt x="2862771" y="6180646"/>
                  <a:pt x="2863958" y="6171813"/>
                </a:cubicBezTo>
                <a:cubicBezTo>
                  <a:pt x="2864688" y="6166377"/>
                  <a:pt x="2862923" y="6159843"/>
                  <a:pt x="2862999" y="6153557"/>
                </a:cubicBezTo>
                <a:cubicBezTo>
                  <a:pt x="2863069" y="6147245"/>
                  <a:pt x="2862878" y="6140965"/>
                  <a:pt x="2862409" y="6135548"/>
                </a:cubicBezTo>
                <a:cubicBezTo>
                  <a:pt x="2862123" y="6132284"/>
                  <a:pt x="2863082" y="6123020"/>
                  <a:pt x="2861215" y="6114561"/>
                </a:cubicBezTo>
                <a:cubicBezTo>
                  <a:pt x="2859335" y="6106122"/>
                  <a:pt x="2854935" y="6098731"/>
                  <a:pt x="2850306" y="6097365"/>
                </a:cubicBezTo>
                <a:close/>
                <a:moveTo>
                  <a:pt x="2918676" y="6091911"/>
                </a:moveTo>
                <a:cubicBezTo>
                  <a:pt x="2911386" y="6092451"/>
                  <a:pt x="2908269" y="6106230"/>
                  <a:pt x="2907011" y="6113863"/>
                </a:cubicBezTo>
                <a:cubicBezTo>
                  <a:pt x="2905970" y="6120181"/>
                  <a:pt x="2903899" y="6126429"/>
                  <a:pt x="2904033" y="6132691"/>
                </a:cubicBezTo>
                <a:cubicBezTo>
                  <a:pt x="2904173" y="6139314"/>
                  <a:pt x="2904655" y="6145886"/>
                  <a:pt x="2905856" y="6151785"/>
                </a:cubicBezTo>
                <a:cubicBezTo>
                  <a:pt x="2907271" y="6158732"/>
                  <a:pt x="2909691" y="6164980"/>
                  <a:pt x="2912206" y="6169895"/>
                </a:cubicBezTo>
                <a:lnTo>
                  <a:pt x="2912212" y="6169902"/>
                </a:lnTo>
                <a:cubicBezTo>
                  <a:pt x="2916041" y="6177426"/>
                  <a:pt x="2921280" y="6181757"/>
                  <a:pt x="2926416" y="6181294"/>
                </a:cubicBezTo>
                <a:cubicBezTo>
                  <a:pt x="2932404" y="6180747"/>
                  <a:pt x="2931515" y="6176004"/>
                  <a:pt x="2930785" y="6167444"/>
                </a:cubicBezTo>
                <a:cubicBezTo>
                  <a:pt x="2930385" y="6162834"/>
                  <a:pt x="2929103" y="6157081"/>
                  <a:pt x="2928925" y="6150388"/>
                </a:cubicBezTo>
                <a:cubicBezTo>
                  <a:pt x="2928773" y="6145270"/>
                  <a:pt x="2930322" y="6139479"/>
                  <a:pt x="2931065" y="6133230"/>
                </a:cubicBezTo>
                <a:cubicBezTo>
                  <a:pt x="2932474" y="6121451"/>
                  <a:pt x="2936703" y="6113063"/>
                  <a:pt x="2933040" y="6103506"/>
                </a:cubicBezTo>
                <a:cubicBezTo>
                  <a:pt x="2930620" y="6097188"/>
                  <a:pt x="2924048" y="6091504"/>
                  <a:pt x="2918676" y="6091911"/>
                </a:cubicBezTo>
                <a:close/>
                <a:moveTo>
                  <a:pt x="2594451" y="5943822"/>
                </a:moveTo>
                <a:cubicBezTo>
                  <a:pt x="2587162" y="5944362"/>
                  <a:pt x="2581891" y="5960053"/>
                  <a:pt x="2580634" y="5967686"/>
                </a:cubicBezTo>
                <a:cubicBezTo>
                  <a:pt x="2579579" y="5974010"/>
                  <a:pt x="2578786" y="5980665"/>
                  <a:pt x="2578913" y="5986920"/>
                </a:cubicBezTo>
                <a:cubicBezTo>
                  <a:pt x="2579052" y="5993543"/>
                  <a:pt x="2582913" y="5999620"/>
                  <a:pt x="2584113" y="6005513"/>
                </a:cubicBezTo>
                <a:cubicBezTo>
                  <a:pt x="2585530" y="6012472"/>
                  <a:pt x="2586476" y="6018765"/>
                  <a:pt x="2588991" y="6023680"/>
                </a:cubicBezTo>
                <a:cubicBezTo>
                  <a:pt x="2592820" y="6031192"/>
                  <a:pt x="2597233" y="6036069"/>
                  <a:pt x="2602370" y="6035606"/>
                </a:cubicBezTo>
                <a:cubicBezTo>
                  <a:pt x="2608358" y="6035059"/>
                  <a:pt x="2606903" y="6030252"/>
                  <a:pt x="2606173" y="6021686"/>
                </a:cubicBezTo>
                <a:cubicBezTo>
                  <a:pt x="2605773" y="6017076"/>
                  <a:pt x="2605379" y="6011285"/>
                  <a:pt x="2605183" y="6004579"/>
                </a:cubicBezTo>
                <a:cubicBezTo>
                  <a:pt x="2605037" y="5999461"/>
                  <a:pt x="2605678" y="5993619"/>
                  <a:pt x="2606427" y="5987358"/>
                </a:cubicBezTo>
                <a:cubicBezTo>
                  <a:pt x="2607837" y="5975579"/>
                  <a:pt x="2610244" y="5968188"/>
                  <a:pt x="2606580" y="5958631"/>
                </a:cubicBezTo>
                <a:cubicBezTo>
                  <a:pt x="2604161" y="5952319"/>
                  <a:pt x="2599823" y="5943416"/>
                  <a:pt x="2594451" y="5943822"/>
                </a:cubicBezTo>
                <a:close/>
                <a:moveTo>
                  <a:pt x="2657888" y="5939416"/>
                </a:moveTo>
                <a:cubicBezTo>
                  <a:pt x="2654052" y="5939308"/>
                  <a:pt x="2651341" y="5947125"/>
                  <a:pt x="2649950" y="5951519"/>
                </a:cubicBezTo>
                <a:cubicBezTo>
                  <a:pt x="2648007" y="5957659"/>
                  <a:pt x="2645842" y="5963838"/>
                  <a:pt x="2645537" y="5969750"/>
                </a:cubicBezTo>
                <a:cubicBezTo>
                  <a:pt x="2645194" y="5976443"/>
                  <a:pt x="2646433" y="5982939"/>
                  <a:pt x="2647227" y="5988406"/>
                </a:cubicBezTo>
                <a:cubicBezTo>
                  <a:pt x="2648585" y="5997683"/>
                  <a:pt x="2653043" y="6003856"/>
                  <a:pt x="2653684" y="6005767"/>
                </a:cubicBezTo>
                <a:cubicBezTo>
                  <a:pt x="2655126" y="6009977"/>
                  <a:pt x="2656040" y="6026817"/>
                  <a:pt x="2666035" y="6027090"/>
                </a:cubicBezTo>
                <a:cubicBezTo>
                  <a:pt x="2675693" y="6027350"/>
                  <a:pt x="2670709" y="6014384"/>
                  <a:pt x="2672030" y="6008110"/>
                </a:cubicBezTo>
                <a:cubicBezTo>
                  <a:pt x="2673306" y="6001976"/>
                  <a:pt x="2675338" y="5996502"/>
                  <a:pt x="2675357" y="5991257"/>
                </a:cubicBezTo>
                <a:cubicBezTo>
                  <a:pt x="2675388" y="5984907"/>
                  <a:pt x="2674684" y="5979128"/>
                  <a:pt x="2673668" y="5974137"/>
                </a:cubicBezTo>
                <a:cubicBezTo>
                  <a:pt x="2672277" y="5967292"/>
                  <a:pt x="2670474" y="5961666"/>
                  <a:pt x="2669108" y="5957539"/>
                </a:cubicBezTo>
                <a:lnTo>
                  <a:pt x="2669114" y="5957558"/>
                </a:lnTo>
                <a:cubicBezTo>
                  <a:pt x="2666518" y="5949734"/>
                  <a:pt x="2667540" y="5939676"/>
                  <a:pt x="2657888" y="5939416"/>
                </a:cubicBezTo>
                <a:close/>
                <a:moveTo>
                  <a:pt x="2728360" y="5933885"/>
                </a:moveTo>
                <a:cubicBezTo>
                  <a:pt x="2722289" y="5932081"/>
                  <a:pt x="2714898" y="5944388"/>
                  <a:pt x="2715654" y="5953849"/>
                </a:cubicBezTo>
                <a:cubicBezTo>
                  <a:pt x="2716156" y="5960091"/>
                  <a:pt x="2717425" y="5966295"/>
                  <a:pt x="2718060" y="5972334"/>
                </a:cubicBezTo>
                <a:cubicBezTo>
                  <a:pt x="2718746" y="5978811"/>
                  <a:pt x="2720829" y="5984863"/>
                  <a:pt x="2721712" y="5990622"/>
                </a:cubicBezTo>
                <a:cubicBezTo>
                  <a:pt x="2722766" y="5997531"/>
                  <a:pt x="2721388" y="6004325"/>
                  <a:pt x="2722766" y="6009443"/>
                </a:cubicBezTo>
                <a:cubicBezTo>
                  <a:pt x="2725312" y="6018898"/>
                  <a:pt x="2730163" y="6025179"/>
                  <a:pt x="2734062" y="6024455"/>
                </a:cubicBezTo>
                <a:cubicBezTo>
                  <a:pt x="2737364" y="6023852"/>
                  <a:pt x="2738425" y="6016168"/>
                  <a:pt x="2739612" y="6007341"/>
                </a:cubicBezTo>
                <a:cubicBezTo>
                  <a:pt x="2740349" y="6001906"/>
                  <a:pt x="2742038" y="5995727"/>
                  <a:pt x="2742108" y="5989441"/>
                </a:cubicBezTo>
                <a:cubicBezTo>
                  <a:pt x="2742184" y="5983129"/>
                  <a:pt x="2741270" y="5976830"/>
                  <a:pt x="2740800" y="5971407"/>
                </a:cubicBezTo>
                <a:cubicBezTo>
                  <a:pt x="2740514" y="5968143"/>
                  <a:pt x="2740229" y="5959132"/>
                  <a:pt x="2738355" y="5950687"/>
                </a:cubicBezTo>
                <a:lnTo>
                  <a:pt x="2738349" y="5950674"/>
                </a:lnTo>
                <a:cubicBezTo>
                  <a:pt x="2736482" y="5942229"/>
                  <a:pt x="2732990" y="5935263"/>
                  <a:pt x="2728360" y="5933885"/>
                </a:cubicBezTo>
                <a:close/>
                <a:moveTo>
                  <a:pt x="2793251" y="5928068"/>
                </a:moveTo>
                <a:cubicBezTo>
                  <a:pt x="2788863" y="5927859"/>
                  <a:pt x="2783980" y="5930037"/>
                  <a:pt x="2782183" y="5935098"/>
                </a:cubicBezTo>
                <a:lnTo>
                  <a:pt x="2782189" y="5935098"/>
                </a:lnTo>
                <a:cubicBezTo>
                  <a:pt x="2779642" y="5942242"/>
                  <a:pt x="2783611" y="5947924"/>
                  <a:pt x="2786253" y="5960510"/>
                </a:cubicBezTo>
                <a:cubicBezTo>
                  <a:pt x="2788177" y="5969712"/>
                  <a:pt x="2788495" y="5976246"/>
                  <a:pt x="2787580" y="5982164"/>
                </a:cubicBezTo>
                <a:cubicBezTo>
                  <a:pt x="2786380" y="5989942"/>
                  <a:pt x="2786380" y="5995588"/>
                  <a:pt x="2789879" y="6003347"/>
                </a:cubicBezTo>
                <a:cubicBezTo>
                  <a:pt x="2793098" y="6010510"/>
                  <a:pt x="2798579" y="6017318"/>
                  <a:pt x="2804065" y="6015825"/>
                </a:cubicBezTo>
                <a:cubicBezTo>
                  <a:pt x="2808034" y="6014752"/>
                  <a:pt x="2811989" y="6010282"/>
                  <a:pt x="2813971" y="6001969"/>
                </a:cubicBezTo>
                <a:cubicBezTo>
                  <a:pt x="2815241" y="5996673"/>
                  <a:pt x="2815374" y="5990273"/>
                  <a:pt x="2815495" y="5983542"/>
                </a:cubicBezTo>
                <a:cubicBezTo>
                  <a:pt x="2815597" y="5977598"/>
                  <a:pt x="2816485" y="5971159"/>
                  <a:pt x="2815508" y="5964962"/>
                </a:cubicBezTo>
                <a:cubicBezTo>
                  <a:pt x="2814529" y="5958815"/>
                  <a:pt x="2813145" y="5952433"/>
                  <a:pt x="2810948" y="5946813"/>
                </a:cubicBezTo>
                <a:cubicBezTo>
                  <a:pt x="2808738" y="5941194"/>
                  <a:pt x="2801861" y="5928481"/>
                  <a:pt x="2793251" y="5928068"/>
                </a:cubicBezTo>
                <a:close/>
                <a:moveTo>
                  <a:pt x="2645461" y="5802243"/>
                </a:moveTo>
                <a:cubicBezTo>
                  <a:pt x="2641625" y="5802135"/>
                  <a:pt x="2638914" y="5809952"/>
                  <a:pt x="2637523" y="5814346"/>
                </a:cubicBezTo>
                <a:lnTo>
                  <a:pt x="2637529" y="5814359"/>
                </a:lnTo>
                <a:cubicBezTo>
                  <a:pt x="2635587" y="5820499"/>
                  <a:pt x="2633421" y="5826678"/>
                  <a:pt x="2633117" y="5832590"/>
                </a:cubicBezTo>
                <a:cubicBezTo>
                  <a:pt x="2632774" y="5839289"/>
                  <a:pt x="2634012" y="5845785"/>
                  <a:pt x="2634806" y="5851252"/>
                </a:cubicBezTo>
                <a:cubicBezTo>
                  <a:pt x="2636164" y="5860529"/>
                  <a:pt x="2640622" y="5866702"/>
                  <a:pt x="2641263" y="5868613"/>
                </a:cubicBezTo>
                <a:cubicBezTo>
                  <a:pt x="2642705" y="5872823"/>
                  <a:pt x="2643620" y="5889657"/>
                  <a:pt x="2653615" y="5889937"/>
                </a:cubicBezTo>
                <a:cubicBezTo>
                  <a:pt x="2663273" y="5890197"/>
                  <a:pt x="2658288" y="5877230"/>
                  <a:pt x="2659609" y="5870956"/>
                </a:cubicBezTo>
                <a:cubicBezTo>
                  <a:pt x="2660885" y="5864822"/>
                  <a:pt x="2662917" y="5859349"/>
                  <a:pt x="2662936" y="5854103"/>
                </a:cubicBezTo>
                <a:cubicBezTo>
                  <a:pt x="2662968" y="5847753"/>
                  <a:pt x="2662263" y="5841975"/>
                  <a:pt x="2661247" y="5836984"/>
                </a:cubicBezTo>
                <a:cubicBezTo>
                  <a:pt x="2659857" y="5830138"/>
                  <a:pt x="2658053" y="5824512"/>
                  <a:pt x="2656688" y="5820385"/>
                </a:cubicBezTo>
                <a:cubicBezTo>
                  <a:pt x="2654090" y="5812562"/>
                  <a:pt x="2655113" y="5802503"/>
                  <a:pt x="2645461" y="5802243"/>
                </a:cubicBezTo>
                <a:close/>
                <a:moveTo>
                  <a:pt x="2715933" y="5796731"/>
                </a:moveTo>
                <a:cubicBezTo>
                  <a:pt x="2709863" y="5794928"/>
                  <a:pt x="2702471" y="5807234"/>
                  <a:pt x="2703227" y="5816696"/>
                </a:cubicBezTo>
                <a:cubicBezTo>
                  <a:pt x="2703729" y="5822938"/>
                  <a:pt x="2704992" y="5829141"/>
                  <a:pt x="2705634" y="5835180"/>
                </a:cubicBezTo>
                <a:cubicBezTo>
                  <a:pt x="2706319" y="5841651"/>
                  <a:pt x="2708402" y="5847703"/>
                  <a:pt x="2709285" y="5853462"/>
                </a:cubicBezTo>
                <a:cubicBezTo>
                  <a:pt x="2710339" y="5860364"/>
                  <a:pt x="2708961" y="5867159"/>
                  <a:pt x="2710339" y="5872277"/>
                </a:cubicBezTo>
                <a:cubicBezTo>
                  <a:pt x="2712885" y="5881732"/>
                  <a:pt x="2717737" y="5888012"/>
                  <a:pt x="2721636" y="5887288"/>
                </a:cubicBezTo>
                <a:cubicBezTo>
                  <a:pt x="2724937" y="5886685"/>
                  <a:pt x="2725998" y="5879002"/>
                  <a:pt x="2727185" y="5870175"/>
                </a:cubicBezTo>
                <a:cubicBezTo>
                  <a:pt x="2727922" y="5864740"/>
                  <a:pt x="2729611" y="5858561"/>
                  <a:pt x="2729681" y="5852275"/>
                </a:cubicBezTo>
                <a:cubicBezTo>
                  <a:pt x="2729757" y="5845963"/>
                  <a:pt x="2728842" y="5839663"/>
                  <a:pt x="2728373" y="5834241"/>
                </a:cubicBezTo>
                <a:cubicBezTo>
                  <a:pt x="2728087" y="5830977"/>
                  <a:pt x="2727801" y="5821966"/>
                  <a:pt x="2725928" y="5813521"/>
                </a:cubicBezTo>
                <a:cubicBezTo>
                  <a:pt x="2724061" y="5805075"/>
                  <a:pt x="2720569" y="5798109"/>
                  <a:pt x="2715939" y="5796731"/>
                </a:cubicBezTo>
                <a:close/>
                <a:moveTo>
                  <a:pt x="0" y="0"/>
                </a:moveTo>
                <a:lnTo>
                  <a:pt x="7473271" y="0"/>
                </a:lnTo>
                <a:lnTo>
                  <a:pt x="7473271" y="6857988"/>
                </a:lnTo>
                <a:lnTo>
                  <a:pt x="3126580" y="6857988"/>
                </a:lnTo>
                <a:lnTo>
                  <a:pt x="3129221" y="6848437"/>
                </a:lnTo>
                <a:cubicBezTo>
                  <a:pt x="3129308" y="6844550"/>
                  <a:pt x="3129004" y="6840519"/>
                  <a:pt x="3129534" y="6837985"/>
                </a:cubicBezTo>
                <a:cubicBezTo>
                  <a:pt x="3130817" y="6831857"/>
                  <a:pt x="3129680" y="6826142"/>
                  <a:pt x="3129699" y="6820904"/>
                </a:cubicBezTo>
                <a:cubicBezTo>
                  <a:pt x="3129731" y="6814548"/>
                  <a:pt x="3130030" y="6808991"/>
                  <a:pt x="3129020" y="6804000"/>
                </a:cubicBezTo>
                <a:cubicBezTo>
                  <a:pt x="3127623" y="6797161"/>
                  <a:pt x="3125711" y="6791706"/>
                  <a:pt x="3124346" y="6787579"/>
                </a:cubicBezTo>
                <a:cubicBezTo>
                  <a:pt x="3121762" y="6779762"/>
                  <a:pt x="3123927" y="6770008"/>
                  <a:pt x="3114275" y="6769748"/>
                </a:cubicBezTo>
                <a:cubicBezTo>
                  <a:pt x="3110439" y="6769646"/>
                  <a:pt x="3106985" y="6776524"/>
                  <a:pt x="3105588" y="6780924"/>
                </a:cubicBezTo>
                <a:cubicBezTo>
                  <a:pt x="3103658" y="6787065"/>
                  <a:pt x="3104909" y="6793618"/>
                  <a:pt x="3104604" y="6799529"/>
                </a:cubicBezTo>
                <a:cubicBezTo>
                  <a:pt x="3104261" y="6806229"/>
                  <a:pt x="3102699" y="6812604"/>
                  <a:pt x="3103492" y="6818071"/>
                </a:cubicBezTo>
                <a:cubicBezTo>
                  <a:pt x="3104845" y="6827362"/>
                  <a:pt x="3107138" y="6834302"/>
                  <a:pt x="3107791" y="6836201"/>
                </a:cubicBezTo>
                <a:cubicBezTo>
                  <a:pt x="3108398" y="6837979"/>
                  <a:pt x="3109311" y="6842324"/>
                  <a:pt x="3110912" y="6846780"/>
                </a:cubicBezTo>
                <a:lnTo>
                  <a:pt x="3118131" y="6857988"/>
                </a:lnTo>
                <a:lnTo>
                  <a:pt x="3063479" y="6857988"/>
                </a:lnTo>
                <a:lnTo>
                  <a:pt x="3062955" y="6851320"/>
                </a:lnTo>
                <a:cubicBezTo>
                  <a:pt x="3062555" y="6846710"/>
                  <a:pt x="3061932" y="6840937"/>
                  <a:pt x="3061748" y="6834232"/>
                </a:cubicBezTo>
                <a:cubicBezTo>
                  <a:pt x="3061602" y="6829108"/>
                  <a:pt x="3061596" y="6823215"/>
                  <a:pt x="3062338" y="6816960"/>
                </a:cubicBezTo>
                <a:cubicBezTo>
                  <a:pt x="3063748" y="6805181"/>
                  <a:pt x="3068358" y="6797193"/>
                  <a:pt x="3064694" y="6787636"/>
                </a:cubicBezTo>
                <a:cubicBezTo>
                  <a:pt x="3062275" y="6781318"/>
                  <a:pt x="3056331" y="6774421"/>
                  <a:pt x="3050959" y="6774828"/>
                </a:cubicBezTo>
                <a:cubicBezTo>
                  <a:pt x="3043676" y="6775368"/>
                  <a:pt x="3037796" y="6789624"/>
                  <a:pt x="3036538" y="6797256"/>
                </a:cubicBezTo>
                <a:cubicBezTo>
                  <a:pt x="3035497" y="6803575"/>
                  <a:pt x="3038202" y="6810249"/>
                  <a:pt x="3038335" y="6816509"/>
                </a:cubicBezTo>
                <a:cubicBezTo>
                  <a:pt x="3038476" y="6823139"/>
                  <a:pt x="3037726" y="6829597"/>
                  <a:pt x="3038926" y="6835496"/>
                </a:cubicBezTo>
                <a:cubicBezTo>
                  <a:pt x="3040348" y="6842443"/>
                  <a:pt x="3042336" y="6848697"/>
                  <a:pt x="3044844" y="6853613"/>
                </a:cubicBezTo>
                <a:lnTo>
                  <a:pt x="3047524" y="6857988"/>
                </a:lnTo>
                <a:lnTo>
                  <a:pt x="2994296" y="6857988"/>
                </a:lnTo>
                <a:lnTo>
                  <a:pt x="2994203" y="6856788"/>
                </a:lnTo>
                <a:cubicBezTo>
                  <a:pt x="2993803" y="6852171"/>
                  <a:pt x="2994082" y="6846437"/>
                  <a:pt x="2993892" y="6839731"/>
                </a:cubicBezTo>
                <a:cubicBezTo>
                  <a:pt x="2993746" y="6834619"/>
                  <a:pt x="2994368" y="6829095"/>
                  <a:pt x="2995111" y="6822846"/>
                </a:cubicBezTo>
                <a:cubicBezTo>
                  <a:pt x="2996515" y="6811061"/>
                  <a:pt x="2998890" y="6802596"/>
                  <a:pt x="2995225" y="6793040"/>
                </a:cubicBezTo>
                <a:cubicBezTo>
                  <a:pt x="2992812" y="6786728"/>
                  <a:pt x="2986513" y="6780860"/>
                  <a:pt x="2981147" y="6781267"/>
                </a:cubicBezTo>
                <a:cubicBezTo>
                  <a:pt x="2973864" y="6781819"/>
                  <a:pt x="2970530" y="6795624"/>
                  <a:pt x="2969273" y="6803257"/>
                </a:cubicBezTo>
                <a:cubicBezTo>
                  <a:pt x="2968225" y="6809575"/>
                  <a:pt x="2967971" y="6815823"/>
                  <a:pt x="2968105" y="6822084"/>
                </a:cubicBezTo>
                <a:cubicBezTo>
                  <a:pt x="2968232" y="6828701"/>
                  <a:pt x="2966492" y="6835439"/>
                  <a:pt x="2967691" y="6841331"/>
                </a:cubicBezTo>
                <a:lnTo>
                  <a:pt x="2975101" y="6857988"/>
                </a:lnTo>
                <a:lnTo>
                  <a:pt x="2926056" y="6857988"/>
                </a:lnTo>
                <a:lnTo>
                  <a:pt x="2927172" y="6843002"/>
                </a:lnTo>
                <a:cubicBezTo>
                  <a:pt x="2927248" y="6836677"/>
                  <a:pt x="2926613" y="6830276"/>
                  <a:pt x="2926131" y="6824859"/>
                </a:cubicBezTo>
                <a:cubicBezTo>
                  <a:pt x="2925839" y="6821589"/>
                  <a:pt x="2925147" y="6812521"/>
                  <a:pt x="2923279" y="6804064"/>
                </a:cubicBezTo>
                <a:cubicBezTo>
                  <a:pt x="2921413" y="6795612"/>
                  <a:pt x="2917622" y="6787414"/>
                  <a:pt x="2912992" y="6786035"/>
                </a:cubicBezTo>
                <a:cubicBezTo>
                  <a:pt x="2906916" y="6784232"/>
                  <a:pt x="2898877" y="6797955"/>
                  <a:pt x="2899632" y="6807422"/>
                </a:cubicBezTo>
                <a:cubicBezTo>
                  <a:pt x="2900141" y="6813665"/>
                  <a:pt x="2900889" y="6819926"/>
                  <a:pt x="2901531" y="6825965"/>
                </a:cubicBezTo>
                <a:cubicBezTo>
                  <a:pt x="2902217" y="6832435"/>
                  <a:pt x="2903925" y="6838582"/>
                  <a:pt x="2904802" y="6844348"/>
                </a:cubicBezTo>
                <a:lnTo>
                  <a:pt x="2907820" y="6857988"/>
                </a:lnTo>
                <a:lnTo>
                  <a:pt x="2862402" y="6857988"/>
                </a:lnTo>
                <a:lnTo>
                  <a:pt x="2861748" y="6850609"/>
                </a:lnTo>
                <a:cubicBezTo>
                  <a:pt x="2861589" y="6843929"/>
                  <a:pt x="2861062" y="6836931"/>
                  <a:pt x="2860300" y="6830085"/>
                </a:cubicBezTo>
                <a:cubicBezTo>
                  <a:pt x="2859475" y="6822783"/>
                  <a:pt x="2860491" y="6815366"/>
                  <a:pt x="2859081" y="6809384"/>
                </a:cubicBezTo>
                <a:cubicBezTo>
                  <a:pt x="2856700" y="6799250"/>
                  <a:pt x="2852211" y="6794189"/>
                  <a:pt x="2848572" y="6793897"/>
                </a:cubicBezTo>
                <a:cubicBezTo>
                  <a:pt x="2842756" y="6793421"/>
                  <a:pt x="2839549" y="6797980"/>
                  <a:pt x="2837631" y="6807512"/>
                </a:cubicBezTo>
                <a:cubicBezTo>
                  <a:pt x="2836437" y="6813448"/>
                  <a:pt x="2834773" y="6820592"/>
                  <a:pt x="2834805" y="6828199"/>
                </a:cubicBezTo>
                <a:cubicBezTo>
                  <a:pt x="2834831" y="6835001"/>
                  <a:pt x="2836444" y="6842106"/>
                  <a:pt x="2837269" y="6848958"/>
                </a:cubicBezTo>
                <a:lnTo>
                  <a:pt x="2838518" y="6857988"/>
                </a:lnTo>
                <a:lnTo>
                  <a:pt x="2788407" y="6857988"/>
                </a:lnTo>
                <a:lnTo>
                  <a:pt x="2784570" y="6843421"/>
                </a:lnTo>
                <a:cubicBezTo>
                  <a:pt x="2784431" y="6830721"/>
                  <a:pt x="2790679" y="6828123"/>
                  <a:pt x="2789212" y="6817005"/>
                </a:cubicBezTo>
                <a:cubicBezTo>
                  <a:pt x="2787898" y="6807042"/>
                  <a:pt x="2777420" y="6796875"/>
                  <a:pt x="2770613" y="6798838"/>
                </a:cubicBezTo>
                <a:cubicBezTo>
                  <a:pt x="2764149" y="6800692"/>
                  <a:pt x="2761920" y="6813030"/>
                  <a:pt x="2761354" y="6816249"/>
                </a:cubicBezTo>
                <a:cubicBezTo>
                  <a:pt x="2759469" y="6826987"/>
                  <a:pt x="2763863" y="6830206"/>
                  <a:pt x="2764771" y="6845294"/>
                </a:cubicBezTo>
                <a:lnTo>
                  <a:pt x="2764683" y="6857988"/>
                </a:lnTo>
                <a:lnTo>
                  <a:pt x="2724972" y="6857988"/>
                </a:lnTo>
                <a:lnTo>
                  <a:pt x="2721762" y="6843795"/>
                </a:lnTo>
                <a:cubicBezTo>
                  <a:pt x="2720803" y="6837655"/>
                  <a:pt x="2720912" y="6831082"/>
                  <a:pt x="2718714" y="6825463"/>
                </a:cubicBezTo>
                <a:cubicBezTo>
                  <a:pt x="2716511" y="6819830"/>
                  <a:pt x="2709920" y="6805353"/>
                  <a:pt x="2701309" y="6804940"/>
                </a:cubicBezTo>
                <a:cubicBezTo>
                  <a:pt x="2696921" y="6804730"/>
                  <a:pt x="2693416" y="6809118"/>
                  <a:pt x="2691607" y="6814172"/>
                </a:cubicBezTo>
                <a:cubicBezTo>
                  <a:pt x="2689060" y="6821316"/>
                  <a:pt x="2693619" y="6826060"/>
                  <a:pt x="2696248" y="6838645"/>
                </a:cubicBezTo>
                <a:lnTo>
                  <a:pt x="2696242" y="6857988"/>
                </a:lnTo>
                <a:lnTo>
                  <a:pt x="2654751" y="6857988"/>
                </a:lnTo>
                <a:lnTo>
                  <a:pt x="2654656" y="6855746"/>
                </a:lnTo>
                <a:cubicBezTo>
                  <a:pt x="2654516" y="6843040"/>
                  <a:pt x="2654072" y="6841052"/>
                  <a:pt x="2652604" y="6829933"/>
                </a:cubicBezTo>
                <a:cubicBezTo>
                  <a:pt x="2651297" y="6819970"/>
                  <a:pt x="2641632" y="6809810"/>
                  <a:pt x="2634825" y="6811773"/>
                </a:cubicBezTo>
                <a:cubicBezTo>
                  <a:pt x="2629192" y="6813392"/>
                  <a:pt x="2627522" y="6822999"/>
                  <a:pt x="2626811" y="6827578"/>
                </a:cubicBezTo>
                <a:cubicBezTo>
                  <a:pt x="2625243" y="6818389"/>
                  <a:pt x="2623712" y="6809181"/>
                  <a:pt x="2622239" y="6799955"/>
                </a:cubicBezTo>
                <a:cubicBezTo>
                  <a:pt x="2584451" y="6603060"/>
                  <a:pt x="2569858" y="6405512"/>
                  <a:pt x="2569541" y="6207709"/>
                </a:cubicBezTo>
                <a:cubicBezTo>
                  <a:pt x="2573008" y="6211672"/>
                  <a:pt x="2577910" y="6213088"/>
                  <a:pt x="2582939" y="6211596"/>
                </a:cubicBezTo>
                <a:cubicBezTo>
                  <a:pt x="2587879" y="6210129"/>
                  <a:pt x="2592870" y="6205176"/>
                  <a:pt x="2593594" y="6198946"/>
                </a:cubicBezTo>
                <a:cubicBezTo>
                  <a:pt x="2594356" y="6192393"/>
                  <a:pt x="2592972" y="6187599"/>
                  <a:pt x="2592769" y="6182652"/>
                </a:cubicBezTo>
                <a:cubicBezTo>
                  <a:pt x="2592572" y="6178017"/>
                  <a:pt x="2591175" y="6173153"/>
                  <a:pt x="2591099" y="6166339"/>
                </a:cubicBezTo>
                <a:cubicBezTo>
                  <a:pt x="2590959" y="6153639"/>
                  <a:pt x="2592731" y="6151493"/>
                  <a:pt x="2591264" y="6140374"/>
                </a:cubicBezTo>
                <a:cubicBezTo>
                  <a:pt x="2589949" y="6130411"/>
                  <a:pt x="2579104" y="6120168"/>
                  <a:pt x="2572296" y="6122131"/>
                </a:cubicBezTo>
                <a:cubicBezTo>
                  <a:pt x="2571547" y="6122353"/>
                  <a:pt x="2570868" y="6122740"/>
                  <a:pt x="2570226" y="6123210"/>
                </a:cubicBezTo>
                <a:cubicBezTo>
                  <a:pt x="2571610" y="6046146"/>
                  <a:pt x="2574995" y="5969057"/>
                  <a:pt x="2579814" y="5891962"/>
                </a:cubicBezTo>
                <a:cubicBezTo>
                  <a:pt x="2582844" y="5896255"/>
                  <a:pt x="2586196" y="5898776"/>
                  <a:pt x="2589943" y="5898439"/>
                </a:cubicBezTo>
                <a:cubicBezTo>
                  <a:pt x="2595931" y="5897899"/>
                  <a:pt x="2594477" y="5893092"/>
                  <a:pt x="2593747" y="5884526"/>
                </a:cubicBezTo>
                <a:cubicBezTo>
                  <a:pt x="2593347" y="5879916"/>
                  <a:pt x="2592946" y="5874125"/>
                  <a:pt x="2592756" y="5867419"/>
                </a:cubicBezTo>
                <a:cubicBezTo>
                  <a:pt x="2592610" y="5862301"/>
                  <a:pt x="2593252" y="5856459"/>
                  <a:pt x="2594000" y="5850198"/>
                </a:cubicBezTo>
                <a:cubicBezTo>
                  <a:pt x="2595410" y="5838419"/>
                  <a:pt x="2597817" y="5831027"/>
                  <a:pt x="2594153" y="5821471"/>
                </a:cubicBezTo>
                <a:cubicBezTo>
                  <a:pt x="2592305" y="5816638"/>
                  <a:pt x="2589327" y="5810326"/>
                  <a:pt x="2585625" y="5807793"/>
                </a:cubicBezTo>
                <a:cubicBezTo>
                  <a:pt x="2610092" y="5482819"/>
                  <a:pt x="2656941" y="5157927"/>
                  <a:pt x="2686876" y="4834954"/>
                </a:cubicBezTo>
                <a:cubicBezTo>
                  <a:pt x="2713355" y="4366387"/>
                  <a:pt x="2716403" y="3892677"/>
                  <a:pt x="2637473" y="3428746"/>
                </a:cubicBezTo>
                <a:cubicBezTo>
                  <a:pt x="2524570" y="2812669"/>
                  <a:pt x="2167573" y="2265109"/>
                  <a:pt x="1709801" y="1846517"/>
                </a:cubicBezTo>
                <a:cubicBezTo>
                  <a:pt x="1403667" y="1586929"/>
                  <a:pt x="1073976" y="1355725"/>
                  <a:pt x="769303" y="1094486"/>
                </a:cubicBezTo>
                <a:cubicBezTo>
                  <a:pt x="371285" y="768096"/>
                  <a:pt x="122301" y="391922"/>
                  <a:pt x="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the icon to insert a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0C4387B-181A-7A75-E8BD-7F1A7A69B2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957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916CA4-E554-F8DC-FA57-BD21757395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6916" y="3102657"/>
            <a:ext cx="2920226" cy="2487600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A871170-21C4-F95B-CE0E-2956C6180EA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10222" y="0"/>
            <a:ext cx="6781778" cy="5609978"/>
          </a:xfrm>
          <a:custGeom>
            <a:avLst/>
            <a:gdLst>
              <a:gd name="connsiteX0" fmla="*/ 4655035 w 6781778"/>
              <a:gd name="connsiteY0" fmla="*/ 5233264 h 5609978"/>
              <a:gd name="connsiteX1" fmla="*/ 4633319 w 6781778"/>
              <a:gd name="connsiteY1" fmla="*/ 5243043 h 5609978"/>
              <a:gd name="connsiteX2" fmla="*/ 4614014 w 6781778"/>
              <a:gd name="connsiteY2" fmla="*/ 5255616 h 5609978"/>
              <a:gd name="connsiteX3" fmla="*/ 4594457 w 6781778"/>
              <a:gd name="connsiteY3" fmla="*/ 5269967 h 5609978"/>
              <a:gd name="connsiteX4" fmla="*/ 4588614 w 6781778"/>
              <a:gd name="connsiteY4" fmla="*/ 5293970 h 5609978"/>
              <a:gd name="connsiteX5" fmla="*/ 4580740 w 6781778"/>
              <a:gd name="connsiteY5" fmla="*/ 5309464 h 5609978"/>
              <a:gd name="connsiteX6" fmla="*/ 4584677 w 6781778"/>
              <a:gd name="connsiteY6" fmla="*/ 5325085 h 5609978"/>
              <a:gd name="connsiteX7" fmla="*/ 4584805 w 6781778"/>
              <a:gd name="connsiteY7" fmla="*/ 5325085 h 5609978"/>
              <a:gd name="connsiteX8" fmla="*/ 4600425 w 6781778"/>
              <a:gd name="connsiteY8" fmla="*/ 5327879 h 5609978"/>
              <a:gd name="connsiteX9" fmla="*/ 4611474 w 6781778"/>
              <a:gd name="connsiteY9" fmla="*/ 5316322 h 5609978"/>
              <a:gd name="connsiteX10" fmla="*/ 4620619 w 6781778"/>
              <a:gd name="connsiteY10" fmla="*/ 5302860 h 5609978"/>
              <a:gd name="connsiteX11" fmla="*/ 4626714 w 6781778"/>
              <a:gd name="connsiteY11" fmla="*/ 5290287 h 5609978"/>
              <a:gd name="connsiteX12" fmla="*/ 4635732 w 6781778"/>
              <a:gd name="connsiteY12" fmla="*/ 5279111 h 5609978"/>
              <a:gd name="connsiteX13" fmla="*/ 4654782 w 6781778"/>
              <a:gd name="connsiteY13" fmla="*/ 5260950 h 5609978"/>
              <a:gd name="connsiteX14" fmla="*/ 4655035 w 6781778"/>
              <a:gd name="connsiteY14" fmla="*/ 5233264 h 5609978"/>
              <a:gd name="connsiteX15" fmla="*/ 4813150 w 6781778"/>
              <a:gd name="connsiteY15" fmla="*/ 5227422 h 5609978"/>
              <a:gd name="connsiteX16" fmla="*/ 4796768 w 6781778"/>
              <a:gd name="connsiteY16" fmla="*/ 5236693 h 5609978"/>
              <a:gd name="connsiteX17" fmla="*/ 4774034 w 6781778"/>
              <a:gd name="connsiteY17" fmla="*/ 5244440 h 5609978"/>
              <a:gd name="connsiteX18" fmla="*/ 4761588 w 6781778"/>
              <a:gd name="connsiteY18" fmla="*/ 5265268 h 5609978"/>
              <a:gd name="connsiteX19" fmla="*/ 4748888 w 6781778"/>
              <a:gd name="connsiteY19" fmla="*/ 5286223 h 5609978"/>
              <a:gd name="connsiteX20" fmla="*/ 4767558 w 6781778"/>
              <a:gd name="connsiteY20" fmla="*/ 5284826 h 5609978"/>
              <a:gd name="connsiteX21" fmla="*/ 4790798 w 6781778"/>
              <a:gd name="connsiteY21" fmla="*/ 5274920 h 5609978"/>
              <a:gd name="connsiteX22" fmla="*/ 4810864 w 6781778"/>
              <a:gd name="connsiteY22" fmla="*/ 5258156 h 5609978"/>
              <a:gd name="connsiteX23" fmla="*/ 4815563 w 6781778"/>
              <a:gd name="connsiteY23" fmla="*/ 5244948 h 5609978"/>
              <a:gd name="connsiteX24" fmla="*/ 4818611 w 6781778"/>
              <a:gd name="connsiteY24" fmla="*/ 5231105 h 5609978"/>
              <a:gd name="connsiteX25" fmla="*/ 4813150 w 6781778"/>
              <a:gd name="connsiteY25" fmla="*/ 5227422 h 5609978"/>
              <a:gd name="connsiteX26" fmla="*/ 4538322 w 6781778"/>
              <a:gd name="connsiteY26" fmla="*/ 5100416 h 5609978"/>
              <a:gd name="connsiteX27" fmla="*/ 4527020 w 6781778"/>
              <a:gd name="connsiteY27" fmla="*/ 5105115 h 5609978"/>
              <a:gd name="connsiteX28" fmla="*/ 4519654 w 6781778"/>
              <a:gd name="connsiteY28" fmla="*/ 5124546 h 5609978"/>
              <a:gd name="connsiteX29" fmla="*/ 4504540 w 6781778"/>
              <a:gd name="connsiteY29" fmla="*/ 5140166 h 5609978"/>
              <a:gd name="connsiteX30" fmla="*/ 4488920 w 6781778"/>
              <a:gd name="connsiteY30" fmla="*/ 5146262 h 5609978"/>
              <a:gd name="connsiteX31" fmla="*/ 4477997 w 6781778"/>
              <a:gd name="connsiteY31" fmla="*/ 5159978 h 5609978"/>
              <a:gd name="connsiteX32" fmla="*/ 4471774 w 6781778"/>
              <a:gd name="connsiteY32" fmla="*/ 5175218 h 5609978"/>
              <a:gd name="connsiteX33" fmla="*/ 4474569 w 6781778"/>
              <a:gd name="connsiteY33" fmla="*/ 5193126 h 5609978"/>
              <a:gd name="connsiteX34" fmla="*/ 4498318 w 6781778"/>
              <a:gd name="connsiteY34" fmla="*/ 5182711 h 5609978"/>
              <a:gd name="connsiteX35" fmla="*/ 4510001 w 6781778"/>
              <a:gd name="connsiteY35" fmla="*/ 5169758 h 5609978"/>
              <a:gd name="connsiteX36" fmla="*/ 4524352 w 6781778"/>
              <a:gd name="connsiteY36" fmla="*/ 5157439 h 5609978"/>
              <a:gd name="connsiteX37" fmla="*/ 4540355 w 6781778"/>
              <a:gd name="connsiteY37" fmla="*/ 5144866 h 5609978"/>
              <a:gd name="connsiteX38" fmla="*/ 4552293 w 6781778"/>
              <a:gd name="connsiteY38" fmla="*/ 5127974 h 5609978"/>
              <a:gd name="connsiteX39" fmla="*/ 4553817 w 6781778"/>
              <a:gd name="connsiteY39" fmla="*/ 5114004 h 5609978"/>
              <a:gd name="connsiteX40" fmla="*/ 4548990 w 6781778"/>
              <a:gd name="connsiteY40" fmla="*/ 5101685 h 5609978"/>
              <a:gd name="connsiteX41" fmla="*/ 4538322 w 6781778"/>
              <a:gd name="connsiteY41" fmla="*/ 5100416 h 5609978"/>
              <a:gd name="connsiteX42" fmla="*/ 4706217 w 6781778"/>
              <a:gd name="connsiteY42" fmla="*/ 5087214 h 5609978"/>
              <a:gd name="connsiteX43" fmla="*/ 4686912 w 6781778"/>
              <a:gd name="connsiteY43" fmla="*/ 5096485 h 5609978"/>
              <a:gd name="connsiteX44" fmla="*/ 4671419 w 6781778"/>
              <a:gd name="connsiteY44" fmla="*/ 5110836 h 5609978"/>
              <a:gd name="connsiteX45" fmla="*/ 4657575 w 6781778"/>
              <a:gd name="connsiteY45" fmla="*/ 5126457 h 5609978"/>
              <a:gd name="connsiteX46" fmla="*/ 4648812 w 6781778"/>
              <a:gd name="connsiteY46" fmla="*/ 5139665 h 5609978"/>
              <a:gd name="connsiteX47" fmla="*/ 4648939 w 6781778"/>
              <a:gd name="connsiteY47" fmla="*/ 5155286 h 5609978"/>
              <a:gd name="connsiteX48" fmla="*/ 4663671 w 6781778"/>
              <a:gd name="connsiteY48" fmla="*/ 5161001 h 5609978"/>
              <a:gd name="connsiteX49" fmla="*/ 4677642 w 6781778"/>
              <a:gd name="connsiteY49" fmla="*/ 5154397 h 5609978"/>
              <a:gd name="connsiteX50" fmla="*/ 4683737 w 6781778"/>
              <a:gd name="connsiteY50" fmla="*/ 5140173 h 5609978"/>
              <a:gd name="connsiteX51" fmla="*/ 4706217 w 6781778"/>
              <a:gd name="connsiteY51" fmla="*/ 5128743 h 5609978"/>
              <a:gd name="connsiteX52" fmla="*/ 4724377 w 6781778"/>
              <a:gd name="connsiteY52" fmla="*/ 5111852 h 5609978"/>
              <a:gd name="connsiteX53" fmla="*/ 4725901 w 6781778"/>
              <a:gd name="connsiteY53" fmla="*/ 5089500 h 5609978"/>
              <a:gd name="connsiteX54" fmla="*/ 4706217 w 6781778"/>
              <a:gd name="connsiteY54" fmla="*/ 5087214 h 5609978"/>
              <a:gd name="connsiteX55" fmla="*/ 4234538 w 6781778"/>
              <a:gd name="connsiteY55" fmla="*/ 5017872 h 5609978"/>
              <a:gd name="connsiteX56" fmla="*/ 4220314 w 6781778"/>
              <a:gd name="connsiteY56" fmla="*/ 5030064 h 5609978"/>
              <a:gd name="connsiteX57" fmla="*/ 4203043 w 6781778"/>
              <a:gd name="connsiteY57" fmla="*/ 5042510 h 5609978"/>
              <a:gd name="connsiteX58" fmla="*/ 4188184 w 6781778"/>
              <a:gd name="connsiteY58" fmla="*/ 5050511 h 5609978"/>
              <a:gd name="connsiteX59" fmla="*/ 4173578 w 6781778"/>
              <a:gd name="connsiteY59" fmla="*/ 5057369 h 5609978"/>
              <a:gd name="connsiteX60" fmla="*/ 4165070 w 6781778"/>
              <a:gd name="connsiteY60" fmla="*/ 5071339 h 5609978"/>
              <a:gd name="connsiteX61" fmla="*/ 4168371 w 6781778"/>
              <a:gd name="connsiteY61" fmla="*/ 5084039 h 5609978"/>
              <a:gd name="connsiteX62" fmla="*/ 4190088 w 6781778"/>
              <a:gd name="connsiteY62" fmla="*/ 5086579 h 5609978"/>
              <a:gd name="connsiteX63" fmla="*/ 4205963 w 6781778"/>
              <a:gd name="connsiteY63" fmla="*/ 5076419 h 5609978"/>
              <a:gd name="connsiteX64" fmla="*/ 4218283 w 6781778"/>
              <a:gd name="connsiteY64" fmla="*/ 5062576 h 5609978"/>
              <a:gd name="connsiteX65" fmla="*/ 4236951 w 6781778"/>
              <a:gd name="connsiteY65" fmla="*/ 5053813 h 5609978"/>
              <a:gd name="connsiteX66" fmla="*/ 4256509 w 6781778"/>
              <a:gd name="connsiteY66" fmla="*/ 5043272 h 5609978"/>
              <a:gd name="connsiteX67" fmla="*/ 4257018 w 6781778"/>
              <a:gd name="connsiteY67" fmla="*/ 5028286 h 5609978"/>
              <a:gd name="connsiteX68" fmla="*/ 4251175 w 6781778"/>
              <a:gd name="connsiteY68" fmla="*/ 5018253 h 5609978"/>
              <a:gd name="connsiteX69" fmla="*/ 4234538 w 6781778"/>
              <a:gd name="connsiteY69" fmla="*/ 5017872 h 5609978"/>
              <a:gd name="connsiteX70" fmla="*/ 4711043 w 6781778"/>
              <a:gd name="connsiteY70" fmla="*/ 4968850 h 5609978"/>
              <a:gd name="connsiteX71" fmla="*/ 4699739 w 6781778"/>
              <a:gd name="connsiteY71" fmla="*/ 4969612 h 5609978"/>
              <a:gd name="connsiteX72" fmla="*/ 4685515 w 6781778"/>
              <a:gd name="connsiteY72" fmla="*/ 4983836 h 5609978"/>
              <a:gd name="connsiteX73" fmla="*/ 4674847 w 6781778"/>
              <a:gd name="connsiteY73" fmla="*/ 5000727 h 5609978"/>
              <a:gd name="connsiteX74" fmla="*/ 4673959 w 6781778"/>
              <a:gd name="connsiteY74" fmla="*/ 5019269 h 5609978"/>
              <a:gd name="connsiteX75" fmla="*/ 4694279 w 6781778"/>
              <a:gd name="connsiteY75" fmla="*/ 5022063 h 5609978"/>
              <a:gd name="connsiteX76" fmla="*/ 4707486 w 6781778"/>
              <a:gd name="connsiteY76" fmla="*/ 5005172 h 5609978"/>
              <a:gd name="connsiteX77" fmla="*/ 4722472 w 6781778"/>
              <a:gd name="connsiteY77" fmla="*/ 4989297 h 5609978"/>
              <a:gd name="connsiteX78" fmla="*/ 4711043 w 6781778"/>
              <a:gd name="connsiteY78" fmla="*/ 4968850 h 5609978"/>
              <a:gd name="connsiteX79" fmla="*/ 4428595 w 6781778"/>
              <a:gd name="connsiteY79" fmla="*/ 4965668 h 5609978"/>
              <a:gd name="connsiteX80" fmla="*/ 4415895 w 6781778"/>
              <a:gd name="connsiteY80" fmla="*/ 4971637 h 5609978"/>
              <a:gd name="connsiteX81" fmla="*/ 4396718 w 6781778"/>
              <a:gd name="connsiteY81" fmla="*/ 4984718 h 5609978"/>
              <a:gd name="connsiteX82" fmla="*/ 4381096 w 6781778"/>
              <a:gd name="connsiteY82" fmla="*/ 5001991 h 5609978"/>
              <a:gd name="connsiteX83" fmla="*/ 4370301 w 6781778"/>
              <a:gd name="connsiteY83" fmla="*/ 5022437 h 5609978"/>
              <a:gd name="connsiteX84" fmla="*/ 4365730 w 6781778"/>
              <a:gd name="connsiteY84" fmla="*/ 5038693 h 5609978"/>
              <a:gd name="connsiteX85" fmla="*/ 4363697 w 6781778"/>
              <a:gd name="connsiteY85" fmla="*/ 5055330 h 5609978"/>
              <a:gd name="connsiteX86" fmla="*/ 4381096 w 6781778"/>
              <a:gd name="connsiteY86" fmla="*/ 5056601 h 5609978"/>
              <a:gd name="connsiteX87" fmla="*/ 4390240 w 6781778"/>
              <a:gd name="connsiteY87" fmla="*/ 5044916 h 5609978"/>
              <a:gd name="connsiteX88" fmla="*/ 4399511 w 6781778"/>
              <a:gd name="connsiteY88" fmla="*/ 5030692 h 5609978"/>
              <a:gd name="connsiteX89" fmla="*/ 4408909 w 6781778"/>
              <a:gd name="connsiteY89" fmla="*/ 5020278 h 5609978"/>
              <a:gd name="connsiteX90" fmla="*/ 4419959 w 6781778"/>
              <a:gd name="connsiteY90" fmla="*/ 5011897 h 5609978"/>
              <a:gd name="connsiteX91" fmla="*/ 4429864 w 6781778"/>
              <a:gd name="connsiteY91" fmla="*/ 5000847 h 5609978"/>
              <a:gd name="connsiteX92" fmla="*/ 4437358 w 6781778"/>
              <a:gd name="connsiteY92" fmla="*/ 4991577 h 5609978"/>
              <a:gd name="connsiteX93" fmla="*/ 4442057 w 6781778"/>
              <a:gd name="connsiteY93" fmla="*/ 4978496 h 5609978"/>
              <a:gd name="connsiteX94" fmla="*/ 4437611 w 6781778"/>
              <a:gd name="connsiteY94" fmla="*/ 4965922 h 5609978"/>
              <a:gd name="connsiteX95" fmla="*/ 4428595 w 6781778"/>
              <a:gd name="connsiteY95" fmla="*/ 4965668 h 5609978"/>
              <a:gd name="connsiteX96" fmla="*/ 4608426 w 6781778"/>
              <a:gd name="connsiteY96" fmla="*/ 4939005 h 5609978"/>
              <a:gd name="connsiteX97" fmla="*/ 4595092 w 6781778"/>
              <a:gd name="connsiteY97" fmla="*/ 4956785 h 5609978"/>
              <a:gd name="connsiteX98" fmla="*/ 4574771 w 6781778"/>
              <a:gd name="connsiteY98" fmla="*/ 4965421 h 5609978"/>
              <a:gd name="connsiteX99" fmla="*/ 4559405 w 6781778"/>
              <a:gd name="connsiteY99" fmla="*/ 4970374 h 5609978"/>
              <a:gd name="connsiteX100" fmla="*/ 4546450 w 6781778"/>
              <a:gd name="connsiteY100" fmla="*/ 4979772 h 5609978"/>
              <a:gd name="connsiteX101" fmla="*/ 4537942 w 6781778"/>
              <a:gd name="connsiteY101" fmla="*/ 4994123 h 5609978"/>
              <a:gd name="connsiteX102" fmla="*/ 4538196 w 6781778"/>
              <a:gd name="connsiteY102" fmla="*/ 5008220 h 5609978"/>
              <a:gd name="connsiteX103" fmla="*/ 4559277 w 6781778"/>
              <a:gd name="connsiteY103" fmla="*/ 5005426 h 5609978"/>
              <a:gd name="connsiteX104" fmla="*/ 4577693 w 6781778"/>
              <a:gd name="connsiteY104" fmla="*/ 5002632 h 5609978"/>
              <a:gd name="connsiteX105" fmla="*/ 4590393 w 6781778"/>
              <a:gd name="connsiteY105" fmla="*/ 4988535 h 5609978"/>
              <a:gd name="connsiteX106" fmla="*/ 4609443 w 6781778"/>
              <a:gd name="connsiteY106" fmla="*/ 4979391 h 5609978"/>
              <a:gd name="connsiteX107" fmla="*/ 4628238 w 6781778"/>
              <a:gd name="connsiteY107" fmla="*/ 4972025 h 5609978"/>
              <a:gd name="connsiteX108" fmla="*/ 4634843 w 6781778"/>
              <a:gd name="connsiteY108" fmla="*/ 4959071 h 5609978"/>
              <a:gd name="connsiteX109" fmla="*/ 4629509 w 6781778"/>
              <a:gd name="connsiteY109" fmla="*/ 4947133 h 5609978"/>
              <a:gd name="connsiteX110" fmla="*/ 4608426 w 6781778"/>
              <a:gd name="connsiteY110" fmla="*/ 4939005 h 5609978"/>
              <a:gd name="connsiteX111" fmla="*/ 4136748 w 6781778"/>
              <a:gd name="connsiteY111" fmla="*/ 4876267 h 5609978"/>
              <a:gd name="connsiteX112" fmla="*/ 4122906 w 6781778"/>
              <a:gd name="connsiteY112" fmla="*/ 4878680 h 5609978"/>
              <a:gd name="connsiteX113" fmla="*/ 4105125 w 6781778"/>
              <a:gd name="connsiteY113" fmla="*/ 4893920 h 5609978"/>
              <a:gd name="connsiteX114" fmla="*/ 4086584 w 6781778"/>
              <a:gd name="connsiteY114" fmla="*/ 4907128 h 5609978"/>
              <a:gd name="connsiteX115" fmla="*/ 4065628 w 6781778"/>
              <a:gd name="connsiteY115" fmla="*/ 4923257 h 5609978"/>
              <a:gd name="connsiteX116" fmla="*/ 4055976 w 6781778"/>
              <a:gd name="connsiteY116" fmla="*/ 4946752 h 5609978"/>
              <a:gd name="connsiteX117" fmla="*/ 4069565 w 6781778"/>
              <a:gd name="connsiteY117" fmla="*/ 4948403 h 5609978"/>
              <a:gd name="connsiteX118" fmla="*/ 4085313 w 6781778"/>
              <a:gd name="connsiteY118" fmla="*/ 4945609 h 5609978"/>
              <a:gd name="connsiteX119" fmla="*/ 4103983 w 6781778"/>
              <a:gd name="connsiteY119" fmla="*/ 4931385 h 5609978"/>
              <a:gd name="connsiteX120" fmla="*/ 4123286 w 6781778"/>
              <a:gd name="connsiteY120" fmla="*/ 4917796 h 5609978"/>
              <a:gd name="connsiteX121" fmla="*/ 4136621 w 6781778"/>
              <a:gd name="connsiteY121" fmla="*/ 4897857 h 5609978"/>
              <a:gd name="connsiteX122" fmla="*/ 4145131 w 6781778"/>
              <a:gd name="connsiteY122" fmla="*/ 4879823 h 5609978"/>
              <a:gd name="connsiteX123" fmla="*/ 4136748 w 6781778"/>
              <a:gd name="connsiteY123" fmla="*/ 4876267 h 5609978"/>
              <a:gd name="connsiteX124" fmla="*/ 4322931 w 6781778"/>
              <a:gd name="connsiteY124" fmla="*/ 4821397 h 5609978"/>
              <a:gd name="connsiteX125" fmla="*/ 4308452 w 6781778"/>
              <a:gd name="connsiteY125" fmla="*/ 4828762 h 5609978"/>
              <a:gd name="connsiteX126" fmla="*/ 4308452 w 6781778"/>
              <a:gd name="connsiteY126" fmla="*/ 4828890 h 5609978"/>
              <a:gd name="connsiteX127" fmla="*/ 4291181 w 6781778"/>
              <a:gd name="connsiteY127" fmla="*/ 4840701 h 5609978"/>
              <a:gd name="connsiteX128" fmla="*/ 4280259 w 6781778"/>
              <a:gd name="connsiteY128" fmla="*/ 4858989 h 5609978"/>
              <a:gd name="connsiteX129" fmla="*/ 4268701 w 6781778"/>
              <a:gd name="connsiteY129" fmla="*/ 4876006 h 5609978"/>
              <a:gd name="connsiteX130" fmla="*/ 4254096 w 6781778"/>
              <a:gd name="connsiteY130" fmla="*/ 4890866 h 5609978"/>
              <a:gd name="connsiteX131" fmla="*/ 4247620 w 6781778"/>
              <a:gd name="connsiteY131" fmla="*/ 4911059 h 5609978"/>
              <a:gd name="connsiteX132" fmla="*/ 4265781 w 6781778"/>
              <a:gd name="connsiteY132" fmla="*/ 4905216 h 5609978"/>
              <a:gd name="connsiteX133" fmla="*/ 4285973 w 6781778"/>
              <a:gd name="connsiteY133" fmla="*/ 4898231 h 5609978"/>
              <a:gd name="connsiteX134" fmla="*/ 4300833 w 6781778"/>
              <a:gd name="connsiteY134" fmla="*/ 4883118 h 5609978"/>
              <a:gd name="connsiteX135" fmla="*/ 4315057 w 6781778"/>
              <a:gd name="connsiteY135" fmla="*/ 4867497 h 5609978"/>
              <a:gd name="connsiteX136" fmla="*/ 4325344 w 6781778"/>
              <a:gd name="connsiteY136" fmla="*/ 4848955 h 5609978"/>
              <a:gd name="connsiteX137" fmla="*/ 4322931 w 6781778"/>
              <a:gd name="connsiteY137" fmla="*/ 4821397 h 5609978"/>
              <a:gd name="connsiteX138" fmla="*/ 4621761 w 6781778"/>
              <a:gd name="connsiteY138" fmla="*/ 4809966 h 5609978"/>
              <a:gd name="connsiteX139" fmla="*/ 4611601 w 6781778"/>
              <a:gd name="connsiteY139" fmla="*/ 4812760 h 5609978"/>
              <a:gd name="connsiteX140" fmla="*/ 4600552 w 6781778"/>
              <a:gd name="connsiteY140" fmla="*/ 4822540 h 5609978"/>
              <a:gd name="connsiteX141" fmla="*/ 4589504 w 6781778"/>
              <a:gd name="connsiteY141" fmla="*/ 4832191 h 5609978"/>
              <a:gd name="connsiteX142" fmla="*/ 4576549 w 6781778"/>
              <a:gd name="connsiteY142" fmla="*/ 4851877 h 5609978"/>
              <a:gd name="connsiteX143" fmla="*/ 4572485 w 6781778"/>
              <a:gd name="connsiteY143" fmla="*/ 4864068 h 5609978"/>
              <a:gd name="connsiteX144" fmla="*/ 4575660 w 6781778"/>
              <a:gd name="connsiteY144" fmla="*/ 4878292 h 5609978"/>
              <a:gd name="connsiteX145" fmla="*/ 4596870 w 6781778"/>
              <a:gd name="connsiteY145" fmla="*/ 4875753 h 5609978"/>
              <a:gd name="connsiteX146" fmla="*/ 4596870 w 6781778"/>
              <a:gd name="connsiteY146" fmla="*/ 4875626 h 5609978"/>
              <a:gd name="connsiteX147" fmla="*/ 4616555 w 6781778"/>
              <a:gd name="connsiteY147" fmla="*/ 4858227 h 5609978"/>
              <a:gd name="connsiteX148" fmla="*/ 4623539 w 6781778"/>
              <a:gd name="connsiteY148" fmla="*/ 4844384 h 5609978"/>
              <a:gd name="connsiteX149" fmla="*/ 4633192 w 6781778"/>
              <a:gd name="connsiteY149" fmla="*/ 4832827 h 5609978"/>
              <a:gd name="connsiteX150" fmla="*/ 4632175 w 6781778"/>
              <a:gd name="connsiteY150" fmla="*/ 4811998 h 5609978"/>
              <a:gd name="connsiteX151" fmla="*/ 4621761 w 6781778"/>
              <a:gd name="connsiteY151" fmla="*/ 4809966 h 5609978"/>
              <a:gd name="connsiteX152" fmla="*/ 4500858 w 6781778"/>
              <a:gd name="connsiteY152" fmla="*/ 4806163 h 5609978"/>
              <a:gd name="connsiteX153" fmla="*/ 4479521 w 6781778"/>
              <a:gd name="connsiteY153" fmla="*/ 4816577 h 5609978"/>
              <a:gd name="connsiteX154" fmla="*/ 4457170 w 6781778"/>
              <a:gd name="connsiteY154" fmla="*/ 4823181 h 5609978"/>
              <a:gd name="connsiteX155" fmla="*/ 4439897 w 6781778"/>
              <a:gd name="connsiteY155" fmla="*/ 4838929 h 5609978"/>
              <a:gd name="connsiteX156" fmla="*/ 4429484 w 6781778"/>
              <a:gd name="connsiteY156" fmla="*/ 4852264 h 5609978"/>
              <a:gd name="connsiteX157" fmla="*/ 4422625 w 6781778"/>
              <a:gd name="connsiteY157" fmla="*/ 4866615 h 5609978"/>
              <a:gd name="connsiteX158" fmla="*/ 4422752 w 6781778"/>
              <a:gd name="connsiteY158" fmla="*/ 4866742 h 5609978"/>
              <a:gd name="connsiteX159" fmla="*/ 4437358 w 6781778"/>
              <a:gd name="connsiteY159" fmla="*/ 4879061 h 5609978"/>
              <a:gd name="connsiteX160" fmla="*/ 4448660 w 6781778"/>
              <a:gd name="connsiteY160" fmla="*/ 4866488 h 5609978"/>
              <a:gd name="connsiteX161" fmla="*/ 4462758 w 6781778"/>
              <a:gd name="connsiteY161" fmla="*/ 4855947 h 5609978"/>
              <a:gd name="connsiteX162" fmla="*/ 4476220 w 6781778"/>
              <a:gd name="connsiteY162" fmla="*/ 4851121 h 5609978"/>
              <a:gd name="connsiteX163" fmla="*/ 4489427 w 6781778"/>
              <a:gd name="connsiteY163" fmla="*/ 4846295 h 5609978"/>
              <a:gd name="connsiteX164" fmla="*/ 4503906 w 6781778"/>
              <a:gd name="connsiteY164" fmla="*/ 4846676 h 5609978"/>
              <a:gd name="connsiteX165" fmla="*/ 4516859 w 6781778"/>
              <a:gd name="connsiteY165" fmla="*/ 4838929 h 5609978"/>
              <a:gd name="connsiteX166" fmla="*/ 4524860 w 6781778"/>
              <a:gd name="connsiteY166" fmla="*/ 4826356 h 5609978"/>
              <a:gd name="connsiteX167" fmla="*/ 4525622 w 6781778"/>
              <a:gd name="connsiteY167" fmla="*/ 4810608 h 5609978"/>
              <a:gd name="connsiteX168" fmla="*/ 4500858 w 6781778"/>
              <a:gd name="connsiteY168" fmla="*/ 4806163 h 5609978"/>
              <a:gd name="connsiteX169" fmla="*/ 4031084 w 6781778"/>
              <a:gd name="connsiteY169" fmla="*/ 4731989 h 5609978"/>
              <a:gd name="connsiteX170" fmla="*/ 4019020 w 6781778"/>
              <a:gd name="connsiteY170" fmla="*/ 4739228 h 5609978"/>
              <a:gd name="connsiteX171" fmla="*/ 4002509 w 6781778"/>
              <a:gd name="connsiteY171" fmla="*/ 4752816 h 5609978"/>
              <a:gd name="connsiteX172" fmla="*/ 3982824 w 6781778"/>
              <a:gd name="connsiteY172" fmla="*/ 4761326 h 5609978"/>
              <a:gd name="connsiteX173" fmla="*/ 3968092 w 6781778"/>
              <a:gd name="connsiteY173" fmla="*/ 4773264 h 5609978"/>
              <a:gd name="connsiteX174" fmla="*/ 3949677 w 6781778"/>
              <a:gd name="connsiteY174" fmla="*/ 4781265 h 5609978"/>
              <a:gd name="connsiteX175" fmla="*/ 3949677 w 6781778"/>
              <a:gd name="connsiteY175" fmla="*/ 4781391 h 5609978"/>
              <a:gd name="connsiteX176" fmla="*/ 3946502 w 6781778"/>
              <a:gd name="connsiteY176" fmla="*/ 4808570 h 5609978"/>
              <a:gd name="connsiteX177" fmla="*/ 3964917 w 6781778"/>
              <a:gd name="connsiteY177" fmla="*/ 4811236 h 5609978"/>
              <a:gd name="connsiteX178" fmla="*/ 3981300 w 6781778"/>
              <a:gd name="connsiteY178" fmla="*/ 4804633 h 5609978"/>
              <a:gd name="connsiteX179" fmla="*/ 4000096 w 6781778"/>
              <a:gd name="connsiteY179" fmla="*/ 4789901 h 5609978"/>
              <a:gd name="connsiteX180" fmla="*/ 4021306 w 6781778"/>
              <a:gd name="connsiteY180" fmla="*/ 4778343 h 5609978"/>
              <a:gd name="connsiteX181" fmla="*/ 4037053 w 6781778"/>
              <a:gd name="connsiteY181" fmla="*/ 4759674 h 5609978"/>
              <a:gd name="connsiteX182" fmla="*/ 4040228 w 6781778"/>
              <a:gd name="connsiteY182" fmla="*/ 4734147 h 5609978"/>
              <a:gd name="connsiteX183" fmla="*/ 4031084 w 6781778"/>
              <a:gd name="connsiteY183" fmla="*/ 4731989 h 5609978"/>
              <a:gd name="connsiteX184" fmla="*/ 4210027 w 6781778"/>
              <a:gd name="connsiteY184" fmla="*/ 4690339 h 5609978"/>
              <a:gd name="connsiteX185" fmla="*/ 4201137 w 6781778"/>
              <a:gd name="connsiteY185" fmla="*/ 4697705 h 5609978"/>
              <a:gd name="connsiteX186" fmla="*/ 4188819 w 6781778"/>
              <a:gd name="connsiteY186" fmla="*/ 4715612 h 5609978"/>
              <a:gd name="connsiteX187" fmla="*/ 4172309 w 6781778"/>
              <a:gd name="connsiteY187" fmla="*/ 4729582 h 5609978"/>
              <a:gd name="connsiteX188" fmla="*/ 4157958 w 6781778"/>
              <a:gd name="connsiteY188" fmla="*/ 4741393 h 5609978"/>
              <a:gd name="connsiteX189" fmla="*/ 4143225 w 6781778"/>
              <a:gd name="connsiteY189" fmla="*/ 4753839 h 5609978"/>
              <a:gd name="connsiteX190" fmla="*/ 4143352 w 6781778"/>
              <a:gd name="connsiteY190" fmla="*/ 4753839 h 5609978"/>
              <a:gd name="connsiteX191" fmla="*/ 4144369 w 6781778"/>
              <a:gd name="connsiteY191" fmla="*/ 4779874 h 5609978"/>
              <a:gd name="connsiteX192" fmla="*/ 4162148 w 6781778"/>
              <a:gd name="connsiteY192" fmla="*/ 4778604 h 5609978"/>
              <a:gd name="connsiteX193" fmla="*/ 4175864 w 6781778"/>
              <a:gd name="connsiteY193" fmla="*/ 4767809 h 5609978"/>
              <a:gd name="connsiteX194" fmla="*/ 4195422 w 6781778"/>
              <a:gd name="connsiteY194" fmla="*/ 4754093 h 5609978"/>
              <a:gd name="connsiteX195" fmla="*/ 4208376 w 6781778"/>
              <a:gd name="connsiteY195" fmla="*/ 4733900 h 5609978"/>
              <a:gd name="connsiteX196" fmla="*/ 4219298 w 6781778"/>
              <a:gd name="connsiteY196" fmla="*/ 4713199 h 5609978"/>
              <a:gd name="connsiteX197" fmla="*/ 4217901 w 6781778"/>
              <a:gd name="connsiteY197" fmla="*/ 4692879 h 5609978"/>
              <a:gd name="connsiteX198" fmla="*/ 4210027 w 6781778"/>
              <a:gd name="connsiteY198" fmla="*/ 4690339 h 5609978"/>
              <a:gd name="connsiteX199" fmla="*/ 4524098 w 6781778"/>
              <a:gd name="connsiteY199" fmla="*/ 4663154 h 5609978"/>
              <a:gd name="connsiteX200" fmla="*/ 4509621 w 6781778"/>
              <a:gd name="connsiteY200" fmla="*/ 4671283 h 5609978"/>
              <a:gd name="connsiteX201" fmla="*/ 4502127 w 6781778"/>
              <a:gd name="connsiteY201" fmla="*/ 4686649 h 5609978"/>
              <a:gd name="connsiteX202" fmla="*/ 4481808 w 6781778"/>
              <a:gd name="connsiteY202" fmla="*/ 4702524 h 5609978"/>
              <a:gd name="connsiteX203" fmla="*/ 4477235 w 6781778"/>
              <a:gd name="connsiteY203" fmla="*/ 4717765 h 5609978"/>
              <a:gd name="connsiteX204" fmla="*/ 4487142 w 6781778"/>
              <a:gd name="connsiteY204" fmla="*/ 4729195 h 5609978"/>
              <a:gd name="connsiteX205" fmla="*/ 4505810 w 6781778"/>
              <a:gd name="connsiteY205" fmla="*/ 4727797 h 5609978"/>
              <a:gd name="connsiteX206" fmla="*/ 4505810 w 6781778"/>
              <a:gd name="connsiteY206" fmla="*/ 4727924 h 5609978"/>
              <a:gd name="connsiteX207" fmla="*/ 4517748 w 6781778"/>
              <a:gd name="connsiteY207" fmla="*/ 4719542 h 5609978"/>
              <a:gd name="connsiteX208" fmla="*/ 4522574 w 6781778"/>
              <a:gd name="connsiteY208" fmla="*/ 4704429 h 5609978"/>
              <a:gd name="connsiteX209" fmla="*/ 4538196 w 6781778"/>
              <a:gd name="connsiteY209" fmla="*/ 4698206 h 5609978"/>
              <a:gd name="connsiteX210" fmla="*/ 4551149 w 6781778"/>
              <a:gd name="connsiteY210" fmla="*/ 4686141 h 5609978"/>
              <a:gd name="connsiteX211" fmla="*/ 4541497 w 6781778"/>
              <a:gd name="connsiteY211" fmla="*/ 4664043 h 5609978"/>
              <a:gd name="connsiteX212" fmla="*/ 4524098 w 6781778"/>
              <a:gd name="connsiteY212" fmla="*/ 4663154 h 5609978"/>
              <a:gd name="connsiteX213" fmla="*/ 4385922 w 6781778"/>
              <a:gd name="connsiteY213" fmla="*/ 4657312 h 5609978"/>
              <a:gd name="connsiteX214" fmla="*/ 4370174 w 6781778"/>
              <a:gd name="connsiteY214" fmla="*/ 4672045 h 5609978"/>
              <a:gd name="connsiteX215" fmla="*/ 4352395 w 6781778"/>
              <a:gd name="connsiteY215" fmla="*/ 4682966 h 5609978"/>
              <a:gd name="connsiteX216" fmla="*/ 4338806 w 6781778"/>
              <a:gd name="connsiteY216" fmla="*/ 4698968 h 5609978"/>
              <a:gd name="connsiteX217" fmla="*/ 4322296 w 6781778"/>
              <a:gd name="connsiteY217" fmla="*/ 4711668 h 5609978"/>
              <a:gd name="connsiteX218" fmla="*/ 4313913 w 6781778"/>
              <a:gd name="connsiteY218" fmla="*/ 4730210 h 5609978"/>
              <a:gd name="connsiteX219" fmla="*/ 4333471 w 6781778"/>
              <a:gd name="connsiteY219" fmla="*/ 4734402 h 5609978"/>
              <a:gd name="connsiteX220" fmla="*/ 4353537 w 6781778"/>
              <a:gd name="connsiteY220" fmla="*/ 4726909 h 5609978"/>
              <a:gd name="connsiteX221" fmla="*/ 4369794 w 6781778"/>
              <a:gd name="connsiteY221" fmla="*/ 4713192 h 5609978"/>
              <a:gd name="connsiteX222" fmla="*/ 4387573 w 6781778"/>
              <a:gd name="connsiteY222" fmla="*/ 4701635 h 5609978"/>
              <a:gd name="connsiteX223" fmla="*/ 4400146 w 6781778"/>
              <a:gd name="connsiteY223" fmla="*/ 4684491 h 5609978"/>
              <a:gd name="connsiteX224" fmla="*/ 4401162 w 6781778"/>
              <a:gd name="connsiteY224" fmla="*/ 4661885 h 5609978"/>
              <a:gd name="connsiteX225" fmla="*/ 4385922 w 6781778"/>
              <a:gd name="connsiteY225" fmla="*/ 4657312 h 5609978"/>
              <a:gd name="connsiteX226" fmla="*/ 3937485 w 6781778"/>
              <a:gd name="connsiteY226" fmla="*/ 4602956 h 5609978"/>
              <a:gd name="connsiteX227" fmla="*/ 3914245 w 6781778"/>
              <a:gd name="connsiteY227" fmla="*/ 4611466 h 5609978"/>
              <a:gd name="connsiteX228" fmla="*/ 3892654 w 6781778"/>
              <a:gd name="connsiteY228" fmla="*/ 4619212 h 5609978"/>
              <a:gd name="connsiteX229" fmla="*/ 3872208 w 6781778"/>
              <a:gd name="connsiteY229" fmla="*/ 4630261 h 5609978"/>
              <a:gd name="connsiteX230" fmla="*/ 3854809 w 6781778"/>
              <a:gd name="connsiteY230" fmla="*/ 4650581 h 5609978"/>
              <a:gd name="connsiteX231" fmla="*/ 3841854 w 6781778"/>
              <a:gd name="connsiteY231" fmla="*/ 4674330 h 5609978"/>
              <a:gd name="connsiteX232" fmla="*/ 3858110 w 6781778"/>
              <a:gd name="connsiteY232" fmla="*/ 4675473 h 5609978"/>
              <a:gd name="connsiteX233" fmla="*/ 3873732 w 6781778"/>
              <a:gd name="connsiteY233" fmla="*/ 4672172 h 5609978"/>
              <a:gd name="connsiteX234" fmla="*/ 3890876 w 6781778"/>
              <a:gd name="connsiteY234" fmla="*/ 4656297 h 5609978"/>
              <a:gd name="connsiteX235" fmla="*/ 3909037 w 6781778"/>
              <a:gd name="connsiteY235" fmla="*/ 4641437 h 5609978"/>
              <a:gd name="connsiteX236" fmla="*/ 3923896 w 6781778"/>
              <a:gd name="connsiteY236" fmla="*/ 4623658 h 5609978"/>
              <a:gd name="connsiteX237" fmla="*/ 3937485 w 6781778"/>
              <a:gd name="connsiteY237" fmla="*/ 4602956 h 5609978"/>
              <a:gd name="connsiteX238" fmla="*/ 4101442 w 6781778"/>
              <a:gd name="connsiteY238" fmla="*/ 4555719 h 5609978"/>
              <a:gd name="connsiteX239" fmla="*/ 4092552 w 6781778"/>
              <a:gd name="connsiteY239" fmla="*/ 4568800 h 5609978"/>
              <a:gd name="connsiteX240" fmla="*/ 4074646 w 6781778"/>
              <a:gd name="connsiteY240" fmla="*/ 4580738 h 5609978"/>
              <a:gd name="connsiteX241" fmla="*/ 4060295 w 6781778"/>
              <a:gd name="connsiteY241" fmla="*/ 4597121 h 5609978"/>
              <a:gd name="connsiteX242" fmla="*/ 4053056 w 6781778"/>
              <a:gd name="connsiteY242" fmla="*/ 4617822 h 5609978"/>
              <a:gd name="connsiteX243" fmla="*/ 4042007 w 6781778"/>
              <a:gd name="connsiteY243" fmla="*/ 4627474 h 5609978"/>
              <a:gd name="connsiteX244" fmla="*/ 4045562 w 6781778"/>
              <a:gd name="connsiteY244" fmla="*/ 4638523 h 5609978"/>
              <a:gd name="connsiteX245" fmla="*/ 4045435 w 6781778"/>
              <a:gd name="connsiteY245" fmla="*/ 4638523 h 5609978"/>
              <a:gd name="connsiteX246" fmla="*/ 4045562 w 6781778"/>
              <a:gd name="connsiteY246" fmla="*/ 4638650 h 5609978"/>
              <a:gd name="connsiteX247" fmla="*/ 4045562 w 6781778"/>
              <a:gd name="connsiteY247" fmla="*/ 4638523 h 5609978"/>
              <a:gd name="connsiteX248" fmla="*/ 4061057 w 6781778"/>
              <a:gd name="connsiteY248" fmla="*/ 4640936 h 5609978"/>
              <a:gd name="connsiteX249" fmla="*/ 4078456 w 6781778"/>
              <a:gd name="connsiteY249" fmla="*/ 4624553 h 5609978"/>
              <a:gd name="connsiteX250" fmla="*/ 4096997 w 6781778"/>
              <a:gd name="connsiteY250" fmla="*/ 4610075 h 5609978"/>
              <a:gd name="connsiteX251" fmla="*/ 4109824 w 6781778"/>
              <a:gd name="connsiteY251" fmla="*/ 4590136 h 5609978"/>
              <a:gd name="connsiteX252" fmla="*/ 4117571 w 6781778"/>
              <a:gd name="connsiteY252" fmla="*/ 4574261 h 5609978"/>
              <a:gd name="connsiteX253" fmla="*/ 4115412 w 6781778"/>
              <a:gd name="connsiteY253" fmla="*/ 4558640 h 5609978"/>
              <a:gd name="connsiteX254" fmla="*/ 4101442 w 6781778"/>
              <a:gd name="connsiteY254" fmla="*/ 4555719 h 5609978"/>
              <a:gd name="connsiteX255" fmla="*/ 3730095 w 6781778"/>
              <a:gd name="connsiteY255" fmla="*/ 4540504 h 5609978"/>
              <a:gd name="connsiteX256" fmla="*/ 3730102 w 6781778"/>
              <a:gd name="connsiteY256" fmla="*/ 4540505 h 5609978"/>
              <a:gd name="connsiteX257" fmla="*/ 3730412 w 6781778"/>
              <a:gd name="connsiteY257" fmla="*/ 4540923 h 5609978"/>
              <a:gd name="connsiteX258" fmla="*/ 3730145 w 6781778"/>
              <a:gd name="connsiteY258" fmla="*/ 4540511 h 5609978"/>
              <a:gd name="connsiteX259" fmla="*/ 3730102 w 6781778"/>
              <a:gd name="connsiteY259" fmla="*/ 4540505 h 5609978"/>
              <a:gd name="connsiteX260" fmla="*/ 3730101 w 6781778"/>
              <a:gd name="connsiteY260" fmla="*/ 4540504 h 5609978"/>
              <a:gd name="connsiteX261" fmla="*/ 4290926 w 6781778"/>
              <a:gd name="connsiteY261" fmla="*/ 4524858 h 5609978"/>
              <a:gd name="connsiteX262" fmla="*/ 4280512 w 6781778"/>
              <a:gd name="connsiteY262" fmla="*/ 4530192 h 5609978"/>
              <a:gd name="connsiteX263" fmla="*/ 4262986 w 6781778"/>
              <a:gd name="connsiteY263" fmla="*/ 4542257 h 5609978"/>
              <a:gd name="connsiteX264" fmla="*/ 4246476 w 6781778"/>
              <a:gd name="connsiteY264" fmla="*/ 4556100 h 5609978"/>
              <a:gd name="connsiteX265" fmla="*/ 4230094 w 6781778"/>
              <a:gd name="connsiteY265" fmla="*/ 4564863 h 5609978"/>
              <a:gd name="connsiteX266" fmla="*/ 4211806 w 6781778"/>
              <a:gd name="connsiteY266" fmla="*/ 4573245 h 5609978"/>
              <a:gd name="connsiteX267" fmla="*/ 4211933 w 6781778"/>
              <a:gd name="connsiteY267" fmla="*/ 4597629 h 5609978"/>
              <a:gd name="connsiteX268" fmla="*/ 4226284 w 6781778"/>
              <a:gd name="connsiteY268" fmla="*/ 4598899 h 5609978"/>
              <a:gd name="connsiteX269" fmla="*/ 4241650 w 6781778"/>
              <a:gd name="connsiteY269" fmla="*/ 4592676 h 5609978"/>
              <a:gd name="connsiteX270" fmla="*/ 4266670 w 6781778"/>
              <a:gd name="connsiteY270" fmla="*/ 4588104 h 5609978"/>
              <a:gd name="connsiteX271" fmla="*/ 4283307 w 6781778"/>
              <a:gd name="connsiteY271" fmla="*/ 4569943 h 5609978"/>
              <a:gd name="connsiteX272" fmla="*/ 4297404 w 6781778"/>
              <a:gd name="connsiteY272" fmla="*/ 4550258 h 5609978"/>
              <a:gd name="connsiteX273" fmla="*/ 4298420 w 6781778"/>
              <a:gd name="connsiteY273" fmla="*/ 4528922 h 5609978"/>
              <a:gd name="connsiteX274" fmla="*/ 4290926 w 6781778"/>
              <a:gd name="connsiteY274" fmla="*/ 4524858 h 5609978"/>
              <a:gd name="connsiteX275" fmla="*/ 4444470 w 6781778"/>
              <a:gd name="connsiteY275" fmla="*/ 4523588 h 5609978"/>
              <a:gd name="connsiteX276" fmla="*/ 4423642 w 6781778"/>
              <a:gd name="connsiteY276" fmla="*/ 4527144 h 5609978"/>
              <a:gd name="connsiteX277" fmla="*/ 4405734 w 6781778"/>
              <a:gd name="connsiteY277" fmla="*/ 4542892 h 5609978"/>
              <a:gd name="connsiteX278" fmla="*/ 4395321 w 6781778"/>
              <a:gd name="connsiteY278" fmla="*/ 4558005 h 5609978"/>
              <a:gd name="connsiteX279" fmla="*/ 4391130 w 6781778"/>
              <a:gd name="connsiteY279" fmla="*/ 4567530 h 5609978"/>
              <a:gd name="connsiteX280" fmla="*/ 4391892 w 6781778"/>
              <a:gd name="connsiteY280" fmla="*/ 4576166 h 5609978"/>
              <a:gd name="connsiteX281" fmla="*/ 4403068 w 6781778"/>
              <a:gd name="connsiteY281" fmla="*/ 4579341 h 5609978"/>
              <a:gd name="connsiteX282" fmla="*/ 4415133 w 6781778"/>
              <a:gd name="connsiteY282" fmla="*/ 4573499 h 5609978"/>
              <a:gd name="connsiteX283" fmla="*/ 4429992 w 6781778"/>
              <a:gd name="connsiteY283" fmla="*/ 4558259 h 5609978"/>
              <a:gd name="connsiteX284" fmla="*/ 4440533 w 6781778"/>
              <a:gd name="connsiteY284" fmla="*/ 4539844 h 5609978"/>
              <a:gd name="connsiteX285" fmla="*/ 4444470 w 6781778"/>
              <a:gd name="connsiteY285" fmla="*/ 4523588 h 5609978"/>
              <a:gd name="connsiteX286" fmla="*/ 3816327 w 6781778"/>
              <a:gd name="connsiteY286" fmla="*/ 4464025 h 5609978"/>
              <a:gd name="connsiteX287" fmla="*/ 3807437 w 6781778"/>
              <a:gd name="connsiteY287" fmla="*/ 4465041 h 5609978"/>
              <a:gd name="connsiteX288" fmla="*/ 3807310 w 6781778"/>
              <a:gd name="connsiteY288" fmla="*/ 4465041 h 5609978"/>
              <a:gd name="connsiteX289" fmla="*/ 3790927 w 6781778"/>
              <a:gd name="connsiteY289" fmla="*/ 4478630 h 5609978"/>
              <a:gd name="connsiteX290" fmla="*/ 3774925 w 6781778"/>
              <a:gd name="connsiteY290" fmla="*/ 4491838 h 5609978"/>
              <a:gd name="connsiteX291" fmla="*/ 3759685 w 6781778"/>
              <a:gd name="connsiteY291" fmla="*/ 4505681 h 5609978"/>
              <a:gd name="connsiteX292" fmla="*/ 3742413 w 6781778"/>
              <a:gd name="connsiteY292" fmla="*/ 4517746 h 5609978"/>
              <a:gd name="connsiteX293" fmla="*/ 3732508 w 6781778"/>
              <a:gd name="connsiteY293" fmla="*/ 4538320 h 5609978"/>
              <a:gd name="connsiteX294" fmla="*/ 3754733 w 6781778"/>
              <a:gd name="connsiteY294" fmla="*/ 4542511 h 5609978"/>
              <a:gd name="connsiteX295" fmla="*/ 3773401 w 6781778"/>
              <a:gd name="connsiteY295" fmla="*/ 4531970 h 5609978"/>
              <a:gd name="connsiteX296" fmla="*/ 3788007 w 6781778"/>
              <a:gd name="connsiteY296" fmla="*/ 4516349 h 5609978"/>
              <a:gd name="connsiteX297" fmla="*/ 3805151 w 6781778"/>
              <a:gd name="connsiteY297" fmla="*/ 4504665 h 5609978"/>
              <a:gd name="connsiteX298" fmla="*/ 3820391 w 6781778"/>
              <a:gd name="connsiteY298" fmla="*/ 4490568 h 5609978"/>
              <a:gd name="connsiteX299" fmla="*/ 3825345 w 6781778"/>
              <a:gd name="connsiteY299" fmla="*/ 4478503 h 5609978"/>
              <a:gd name="connsiteX300" fmla="*/ 3823312 w 6781778"/>
              <a:gd name="connsiteY300" fmla="*/ 4466819 h 5609978"/>
              <a:gd name="connsiteX301" fmla="*/ 3816327 w 6781778"/>
              <a:gd name="connsiteY301" fmla="*/ 4464025 h 5609978"/>
              <a:gd name="connsiteX302" fmla="*/ 4008606 w 6781778"/>
              <a:gd name="connsiteY302" fmla="*/ 4416908 h 5609978"/>
              <a:gd name="connsiteX303" fmla="*/ 3985872 w 6781778"/>
              <a:gd name="connsiteY303" fmla="*/ 4422242 h 5609978"/>
              <a:gd name="connsiteX304" fmla="*/ 3968473 w 6781778"/>
              <a:gd name="connsiteY304" fmla="*/ 4437863 h 5609978"/>
              <a:gd name="connsiteX305" fmla="*/ 3951456 w 6781778"/>
              <a:gd name="connsiteY305" fmla="*/ 4453992 h 5609978"/>
              <a:gd name="connsiteX306" fmla="*/ 3942058 w 6781778"/>
              <a:gd name="connsiteY306" fmla="*/ 4475582 h 5609978"/>
              <a:gd name="connsiteX307" fmla="*/ 3937232 w 6781778"/>
              <a:gd name="connsiteY307" fmla="*/ 4492092 h 5609978"/>
              <a:gd name="connsiteX308" fmla="*/ 3939517 w 6781778"/>
              <a:gd name="connsiteY308" fmla="*/ 4506824 h 5609978"/>
              <a:gd name="connsiteX309" fmla="*/ 3939645 w 6781778"/>
              <a:gd name="connsiteY309" fmla="*/ 4506824 h 5609978"/>
              <a:gd name="connsiteX310" fmla="*/ 3956662 w 6781778"/>
              <a:gd name="connsiteY310" fmla="*/ 4513809 h 5609978"/>
              <a:gd name="connsiteX311" fmla="*/ 3963647 w 6781778"/>
              <a:gd name="connsiteY311" fmla="*/ 4497299 h 5609978"/>
              <a:gd name="connsiteX312" fmla="*/ 3971775 w 6781778"/>
              <a:gd name="connsiteY312" fmla="*/ 4482948 h 5609978"/>
              <a:gd name="connsiteX313" fmla="*/ 3982571 w 6781778"/>
              <a:gd name="connsiteY313" fmla="*/ 4473931 h 5609978"/>
              <a:gd name="connsiteX314" fmla="*/ 3993620 w 6781778"/>
              <a:gd name="connsiteY314" fmla="*/ 4466057 h 5609978"/>
              <a:gd name="connsiteX315" fmla="*/ 4007716 w 6781778"/>
              <a:gd name="connsiteY315" fmla="*/ 4442562 h 5609978"/>
              <a:gd name="connsiteX316" fmla="*/ 4008606 w 6781778"/>
              <a:gd name="connsiteY316" fmla="*/ 4416908 h 5609978"/>
              <a:gd name="connsiteX317" fmla="*/ 4190215 w 6781778"/>
              <a:gd name="connsiteY317" fmla="*/ 4390619 h 5609978"/>
              <a:gd name="connsiteX318" fmla="*/ 4182087 w 6781778"/>
              <a:gd name="connsiteY318" fmla="*/ 4393286 h 5609978"/>
              <a:gd name="connsiteX319" fmla="*/ 4168498 w 6781778"/>
              <a:gd name="connsiteY319" fmla="*/ 4401287 h 5609978"/>
              <a:gd name="connsiteX320" fmla="*/ 4150591 w 6781778"/>
              <a:gd name="connsiteY320" fmla="*/ 4413352 h 5609978"/>
              <a:gd name="connsiteX321" fmla="*/ 4133446 w 6781778"/>
              <a:gd name="connsiteY321" fmla="*/ 4425925 h 5609978"/>
              <a:gd name="connsiteX322" fmla="*/ 4118460 w 6781778"/>
              <a:gd name="connsiteY322" fmla="*/ 4441546 h 5609978"/>
              <a:gd name="connsiteX323" fmla="*/ 4107158 w 6781778"/>
              <a:gd name="connsiteY323" fmla="*/ 4450309 h 5609978"/>
              <a:gd name="connsiteX324" fmla="*/ 4110333 w 6781778"/>
              <a:gd name="connsiteY324" fmla="*/ 4463771 h 5609978"/>
              <a:gd name="connsiteX325" fmla="*/ 4110206 w 6781778"/>
              <a:gd name="connsiteY325" fmla="*/ 4463771 h 5609978"/>
              <a:gd name="connsiteX326" fmla="*/ 4124684 w 6781778"/>
              <a:gd name="connsiteY326" fmla="*/ 4464152 h 5609978"/>
              <a:gd name="connsiteX327" fmla="*/ 4146909 w 6781778"/>
              <a:gd name="connsiteY327" fmla="*/ 4457167 h 5609978"/>
              <a:gd name="connsiteX328" fmla="*/ 4162402 w 6781778"/>
              <a:gd name="connsiteY328" fmla="*/ 4439387 h 5609978"/>
              <a:gd name="connsiteX329" fmla="*/ 4181579 w 6781778"/>
              <a:gd name="connsiteY329" fmla="*/ 4425925 h 5609978"/>
              <a:gd name="connsiteX330" fmla="*/ 4193390 w 6781778"/>
              <a:gd name="connsiteY330" fmla="*/ 4412717 h 5609978"/>
              <a:gd name="connsiteX331" fmla="*/ 4196946 w 6781778"/>
              <a:gd name="connsiteY331" fmla="*/ 4394175 h 5609978"/>
              <a:gd name="connsiteX332" fmla="*/ 4190215 w 6781778"/>
              <a:gd name="connsiteY332" fmla="*/ 4390619 h 5609978"/>
              <a:gd name="connsiteX333" fmla="*/ 4345283 w 6781778"/>
              <a:gd name="connsiteY333" fmla="*/ 4370420 h 5609978"/>
              <a:gd name="connsiteX334" fmla="*/ 4326359 w 6781778"/>
              <a:gd name="connsiteY334" fmla="*/ 4383501 h 5609978"/>
              <a:gd name="connsiteX335" fmla="*/ 4305659 w 6781778"/>
              <a:gd name="connsiteY335" fmla="*/ 4399503 h 5609978"/>
              <a:gd name="connsiteX336" fmla="*/ 4293974 w 6781778"/>
              <a:gd name="connsiteY336" fmla="*/ 4407758 h 5609978"/>
              <a:gd name="connsiteX337" fmla="*/ 4285226 w 6781778"/>
              <a:gd name="connsiteY337" fmla="*/ 4418788 h 5609978"/>
              <a:gd name="connsiteX338" fmla="*/ 4285211 w 6781778"/>
              <a:gd name="connsiteY338" fmla="*/ 4418679 h 5609978"/>
              <a:gd name="connsiteX339" fmla="*/ 4285211 w 6781778"/>
              <a:gd name="connsiteY339" fmla="*/ 4418806 h 5609978"/>
              <a:gd name="connsiteX340" fmla="*/ 4285226 w 6781778"/>
              <a:gd name="connsiteY340" fmla="*/ 4418788 h 5609978"/>
              <a:gd name="connsiteX341" fmla="*/ 4287751 w 6781778"/>
              <a:gd name="connsiteY341" fmla="*/ 4437348 h 5609978"/>
              <a:gd name="connsiteX342" fmla="*/ 4300959 w 6781778"/>
              <a:gd name="connsiteY342" fmla="*/ 4442428 h 5609978"/>
              <a:gd name="connsiteX343" fmla="*/ 4312771 w 6781778"/>
              <a:gd name="connsiteY343" fmla="*/ 4432268 h 5609978"/>
              <a:gd name="connsiteX344" fmla="*/ 4334107 w 6781778"/>
              <a:gd name="connsiteY344" fmla="*/ 4418298 h 5609978"/>
              <a:gd name="connsiteX345" fmla="*/ 4350617 w 6781778"/>
              <a:gd name="connsiteY345" fmla="*/ 4397216 h 5609978"/>
              <a:gd name="connsiteX346" fmla="*/ 4345283 w 6781778"/>
              <a:gd name="connsiteY346" fmla="*/ 4370420 h 5609978"/>
              <a:gd name="connsiteX347" fmla="*/ 3722983 w 6781778"/>
              <a:gd name="connsiteY347" fmla="*/ 4343241 h 5609978"/>
              <a:gd name="connsiteX348" fmla="*/ 3714600 w 6781778"/>
              <a:gd name="connsiteY348" fmla="*/ 4346035 h 5609978"/>
              <a:gd name="connsiteX349" fmla="*/ 3699360 w 6781778"/>
              <a:gd name="connsiteY349" fmla="*/ 4347814 h 5609978"/>
              <a:gd name="connsiteX350" fmla="*/ 3679040 w 6781778"/>
              <a:gd name="connsiteY350" fmla="*/ 4356322 h 5609978"/>
              <a:gd name="connsiteX351" fmla="*/ 3663165 w 6781778"/>
              <a:gd name="connsiteY351" fmla="*/ 4371435 h 5609978"/>
              <a:gd name="connsiteX352" fmla="*/ 3648307 w 6781778"/>
              <a:gd name="connsiteY352" fmla="*/ 4386548 h 5609978"/>
              <a:gd name="connsiteX353" fmla="*/ 3636241 w 6781778"/>
              <a:gd name="connsiteY353" fmla="*/ 4396835 h 5609978"/>
              <a:gd name="connsiteX354" fmla="*/ 3632559 w 6781778"/>
              <a:gd name="connsiteY354" fmla="*/ 4405345 h 5609978"/>
              <a:gd name="connsiteX355" fmla="*/ 3648814 w 6781778"/>
              <a:gd name="connsiteY355" fmla="*/ 4408520 h 5609978"/>
              <a:gd name="connsiteX356" fmla="*/ 3672309 w 6781778"/>
              <a:gd name="connsiteY356" fmla="*/ 4404455 h 5609978"/>
              <a:gd name="connsiteX357" fmla="*/ 3692757 w 6781778"/>
              <a:gd name="connsiteY357" fmla="*/ 4392264 h 5609978"/>
              <a:gd name="connsiteX358" fmla="*/ 3706599 w 6781778"/>
              <a:gd name="connsiteY358" fmla="*/ 4372833 h 5609978"/>
              <a:gd name="connsiteX359" fmla="*/ 3723998 w 6781778"/>
              <a:gd name="connsiteY359" fmla="*/ 4365085 h 5609978"/>
              <a:gd name="connsiteX360" fmla="*/ 3729206 w 6781778"/>
              <a:gd name="connsiteY360" fmla="*/ 4346416 h 5609978"/>
              <a:gd name="connsiteX361" fmla="*/ 3722983 w 6781778"/>
              <a:gd name="connsiteY361" fmla="*/ 4343241 h 5609978"/>
              <a:gd name="connsiteX362" fmla="*/ 3902560 w 6781778"/>
              <a:gd name="connsiteY362" fmla="*/ 4285203 h 5609978"/>
              <a:gd name="connsiteX363" fmla="*/ 3881733 w 6781778"/>
              <a:gd name="connsiteY363" fmla="*/ 4287616 h 5609978"/>
              <a:gd name="connsiteX364" fmla="*/ 3867762 w 6781778"/>
              <a:gd name="connsiteY364" fmla="*/ 4303236 h 5609978"/>
              <a:gd name="connsiteX365" fmla="*/ 3857221 w 6781778"/>
              <a:gd name="connsiteY365" fmla="*/ 4320509 h 5609978"/>
              <a:gd name="connsiteX366" fmla="*/ 3844902 w 6781778"/>
              <a:gd name="connsiteY366" fmla="*/ 4332954 h 5609978"/>
              <a:gd name="connsiteX367" fmla="*/ 3828392 w 6781778"/>
              <a:gd name="connsiteY367" fmla="*/ 4338923 h 5609978"/>
              <a:gd name="connsiteX368" fmla="*/ 3824836 w 6781778"/>
              <a:gd name="connsiteY368" fmla="*/ 4357211 h 5609978"/>
              <a:gd name="connsiteX369" fmla="*/ 3829535 w 6781778"/>
              <a:gd name="connsiteY369" fmla="*/ 4374356 h 5609978"/>
              <a:gd name="connsiteX370" fmla="*/ 3851760 w 6781778"/>
              <a:gd name="connsiteY370" fmla="*/ 4363435 h 5609978"/>
              <a:gd name="connsiteX371" fmla="*/ 3851760 w 6781778"/>
              <a:gd name="connsiteY371" fmla="*/ 4363561 h 5609978"/>
              <a:gd name="connsiteX372" fmla="*/ 3862301 w 6781778"/>
              <a:gd name="connsiteY372" fmla="*/ 4350353 h 5609978"/>
              <a:gd name="connsiteX373" fmla="*/ 3876779 w 6781778"/>
              <a:gd name="connsiteY373" fmla="*/ 4337780 h 5609978"/>
              <a:gd name="connsiteX374" fmla="*/ 3893035 w 6781778"/>
              <a:gd name="connsiteY374" fmla="*/ 4324699 h 5609978"/>
              <a:gd name="connsiteX375" fmla="*/ 3909926 w 6781778"/>
              <a:gd name="connsiteY375" fmla="*/ 4311365 h 5609978"/>
              <a:gd name="connsiteX376" fmla="*/ 3908784 w 6781778"/>
              <a:gd name="connsiteY376" fmla="*/ 4296124 h 5609978"/>
              <a:gd name="connsiteX377" fmla="*/ 3902560 w 6781778"/>
              <a:gd name="connsiteY377" fmla="*/ 4285203 h 5609978"/>
              <a:gd name="connsiteX378" fmla="*/ 4088488 w 6781778"/>
              <a:gd name="connsiteY378" fmla="*/ 4256373 h 5609978"/>
              <a:gd name="connsiteX379" fmla="*/ 4066898 w 6781778"/>
              <a:gd name="connsiteY379" fmla="*/ 4262342 h 5609978"/>
              <a:gd name="connsiteX380" fmla="*/ 4043784 w 6781778"/>
              <a:gd name="connsiteY380" fmla="*/ 4267296 h 5609978"/>
              <a:gd name="connsiteX381" fmla="*/ 4027401 w 6781778"/>
              <a:gd name="connsiteY381" fmla="*/ 4284060 h 5609978"/>
              <a:gd name="connsiteX382" fmla="*/ 4011526 w 6781778"/>
              <a:gd name="connsiteY382" fmla="*/ 4300697 h 5609978"/>
              <a:gd name="connsiteX383" fmla="*/ 4000350 w 6781778"/>
              <a:gd name="connsiteY383" fmla="*/ 4314285 h 5609978"/>
              <a:gd name="connsiteX384" fmla="*/ 3998319 w 6781778"/>
              <a:gd name="connsiteY384" fmla="*/ 4333081 h 5609978"/>
              <a:gd name="connsiteX385" fmla="*/ 4016225 w 6781778"/>
              <a:gd name="connsiteY385" fmla="*/ 4334352 h 5609978"/>
              <a:gd name="connsiteX386" fmla="*/ 4029052 w 6781778"/>
              <a:gd name="connsiteY386" fmla="*/ 4326859 h 5609978"/>
              <a:gd name="connsiteX387" fmla="*/ 4039721 w 6781778"/>
              <a:gd name="connsiteY387" fmla="*/ 4314666 h 5609978"/>
              <a:gd name="connsiteX388" fmla="*/ 4051912 w 6781778"/>
              <a:gd name="connsiteY388" fmla="*/ 4308443 h 5609978"/>
              <a:gd name="connsiteX389" fmla="*/ 4063596 w 6781778"/>
              <a:gd name="connsiteY389" fmla="*/ 4301459 h 5609978"/>
              <a:gd name="connsiteX390" fmla="*/ 4072995 w 6781778"/>
              <a:gd name="connsiteY390" fmla="*/ 4290536 h 5609978"/>
              <a:gd name="connsiteX391" fmla="*/ 4084678 w 6781778"/>
              <a:gd name="connsiteY391" fmla="*/ 4283171 h 5609978"/>
              <a:gd name="connsiteX392" fmla="*/ 4088488 w 6781778"/>
              <a:gd name="connsiteY392" fmla="*/ 4256373 h 5609978"/>
              <a:gd name="connsiteX393" fmla="*/ 4237713 w 6781778"/>
              <a:gd name="connsiteY393" fmla="*/ 4250151 h 5609978"/>
              <a:gd name="connsiteX394" fmla="*/ 4217267 w 6781778"/>
              <a:gd name="connsiteY394" fmla="*/ 4252564 h 5609978"/>
              <a:gd name="connsiteX395" fmla="*/ 4198344 w 6781778"/>
              <a:gd name="connsiteY395" fmla="*/ 4266534 h 5609978"/>
              <a:gd name="connsiteX396" fmla="*/ 4186913 w 6781778"/>
              <a:gd name="connsiteY396" fmla="*/ 4280503 h 5609978"/>
              <a:gd name="connsiteX397" fmla="*/ 4182341 w 6781778"/>
              <a:gd name="connsiteY397" fmla="*/ 4296505 h 5609978"/>
              <a:gd name="connsiteX398" fmla="*/ 4203677 w 6781778"/>
              <a:gd name="connsiteY398" fmla="*/ 4296378 h 5609978"/>
              <a:gd name="connsiteX399" fmla="*/ 4219552 w 6781778"/>
              <a:gd name="connsiteY399" fmla="*/ 4282281 h 5609978"/>
              <a:gd name="connsiteX400" fmla="*/ 4235682 w 6781778"/>
              <a:gd name="connsiteY400" fmla="*/ 4268185 h 5609978"/>
              <a:gd name="connsiteX401" fmla="*/ 4237713 w 6781778"/>
              <a:gd name="connsiteY401" fmla="*/ 4250151 h 5609978"/>
              <a:gd name="connsiteX402" fmla="*/ 3793848 w 6781778"/>
              <a:gd name="connsiteY402" fmla="*/ 4144747 h 5609978"/>
              <a:gd name="connsiteX403" fmla="*/ 3770734 w 6781778"/>
              <a:gd name="connsiteY403" fmla="*/ 4154653 h 5609978"/>
              <a:gd name="connsiteX404" fmla="*/ 3753209 w 6781778"/>
              <a:gd name="connsiteY404" fmla="*/ 4169131 h 5609978"/>
              <a:gd name="connsiteX405" fmla="*/ 3732508 w 6781778"/>
              <a:gd name="connsiteY405" fmla="*/ 4181704 h 5609978"/>
              <a:gd name="connsiteX406" fmla="*/ 3723745 w 6781778"/>
              <a:gd name="connsiteY406" fmla="*/ 4204056 h 5609978"/>
              <a:gd name="connsiteX407" fmla="*/ 3718919 w 6781778"/>
              <a:gd name="connsiteY407" fmla="*/ 4220439 h 5609978"/>
              <a:gd name="connsiteX408" fmla="*/ 3721459 w 6781778"/>
              <a:gd name="connsiteY408" fmla="*/ 4234282 h 5609978"/>
              <a:gd name="connsiteX409" fmla="*/ 3721459 w 6781778"/>
              <a:gd name="connsiteY409" fmla="*/ 4234409 h 5609978"/>
              <a:gd name="connsiteX410" fmla="*/ 3736445 w 6781778"/>
              <a:gd name="connsiteY410" fmla="*/ 4241013 h 5609978"/>
              <a:gd name="connsiteX411" fmla="*/ 3744572 w 6781778"/>
              <a:gd name="connsiteY411" fmla="*/ 4227170 h 5609978"/>
              <a:gd name="connsiteX412" fmla="*/ 3752954 w 6781778"/>
              <a:gd name="connsiteY412" fmla="*/ 4212184 h 5609978"/>
              <a:gd name="connsiteX413" fmla="*/ 3761209 w 6781778"/>
              <a:gd name="connsiteY413" fmla="*/ 4200500 h 5609978"/>
              <a:gd name="connsiteX414" fmla="*/ 3775307 w 6781778"/>
              <a:gd name="connsiteY414" fmla="*/ 4195674 h 5609978"/>
              <a:gd name="connsiteX415" fmla="*/ 3784196 w 6781778"/>
              <a:gd name="connsiteY415" fmla="*/ 4182974 h 5609978"/>
              <a:gd name="connsiteX416" fmla="*/ 3795372 w 6781778"/>
              <a:gd name="connsiteY416" fmla="*/ 4175227 h 5609978"/>
              <a:gd name="connsiteX417" fmla="*/ 3800579 w 6781778"/>
              <a:gd name="connsiteY417" fmla="*/ 4160495 h 5609978"/>
              <a:gd name="connsiteX418" fmla="*/ 3793848 w 6781778"/>
              <a:gd name="connsiteY418" fmla="*/ 4144747 h 5609978"/>
              <a:gd name="connsiteX419" fmla="*/ 4096871 w 6781778"/>
              <a:gd name="connsiteY419" fmla="*/ 4134333 h 5609978"/>
              <a:gd name="connsiteX420" fmla="*/ 4086075 w 6781778"/>
              <a:gd name="connsiteY420" fmla="*/ 4137381 h 5609978"/>
              <a:gd name="connsiteX421" fmla="*/ 4085948 w 6781778"/>
              <a:gd name="connsiteY421" fmla="*/ 4137381 h 5609978"/>
              <a:gd name="connsiteX422" fmla="*/ 4072995 w 6781778"/>
              <a:gd name="connsiteY422" fmla="*/ 4150589 h 5609978"/>
              <a:gd name="connsiteX423" fmla="*/ 4061310 w 6781778"/>
              <a:gd name="connsiteY423" fmla="*/ 4165194 h 5609978"/>
              <a:gd name="connsiteX424" fmla="*/ 4061691 w 6781778"/>
              <a:gd name="connsiteY424" fmla="*/ 4182593 h 5609978"/>
              <a:gd name="connsiteX425" fmla="*/ 4079852 w 6781778"/>
              <a:gd name="connsiteY425" fmla="*/ 4184752 h 5609978"/>
              <a:gd name="connsiteX426" fmla="*/ 4093569 w 6781778"/>
              <a:gd name="connsiteY426" fmla="*/ 4170655 h 5609978"/>
              <a:gd name="connsiteX427" fmla="*/ 4104998 w 6781778"/>
              <a:gd name="connsiteY427" fmla="*/ 4154526 h 5609978"/>
              <a:gd name="connsiteX428" fmla="*/ 4096871 w 6781778"/>
              <a:gd name="connsiteY428" fmla="*/ 4134333 h 5609978"/>
              <a:gd name="connsiteX429" fmla="*/ 3976856 w 6781778"/>
              <a:gd name="connsiteY429" fmla="*/ 4121379 h 5609978"/>
              <a:gd name="connsiteX430" fmla="*/ 3963521 w 6781778"/>
              <a:gd name="connsiteY430" fmla="*/ 4123157 h 5609978"/>
              <a:gd name="connsiteX431" fmla="*/ 3950185 w 6781778"/>
              <a:gd name="connsiteY431" fmla="*/ 4139540 h 5609978"/>
              <a:gd name="connsiteX432" fmla="*/ 3932024 w 6781778"/>
              <a:gd name="connsiteY432" fmla="*/ 4150462 h 5609978"/>
              <a:gd name="connsiteX433" fmla="*/ 3916531 w 6781778"/>
              <a:gd name="connsiteY433" fmla="*/ 4159733 h 5609978"/>
              <a:gd name="connsiteX434" fmla="*/ 3901163 w 6781778"/>
              <a:gd name="connsiteY434" fmla="*/ 4162400 h 5609978"/>
              <a:gd name="connsiteX435" fmla="*/ 3894051 w 6781778"/>
              <a:gd name="connsiteY435" fmla="*/ 4177005 h 5609978"/>
              <a:gd name="connsiteX436" fmla="*/ 3890496 w 6781778"/>
              <a:gd name="connsiteY436" fmla="*/ 4192372 h 5609978"/>
              <a:gd name="connsiteX437" fmla="*/ 3915896 w 6781778"/>
              <a:gd name="connsiteY437" fmla="*/ 4195039 h 5609978"/>
              <a:gd name="connsiteX438" fmla="*/ 3928722 w 6781778"/>
              <a:gd name="connsiteY438" fmla="*/ 4180561 h 5609978"/>
              <a:gd name="connsiteX439" fmla="*/ 3943709 w 6781778"/>
              <a:gd name="connsiteY439" fmla="*/ 4168877 h 5609978"/>
              <a:gd name="connsiteX440" fmla="*/ 3965298 w 6781778"/>
              <a:gd name="connsiteY440" fmla="*/ 4165829 h 5609978"/>
              <a:gd name="connsiteX441" fmla="*/ 3981935 w 6781778"/>
              <a:gd name="connsiteY441" fmla="*/ 4153637 h 5609978"/>
              <a:gd name="connsiteX442" fmla="*/ 3991460 w 6781778"/>
              <a:gd name="connsiteY442" fmla="*/ 4141572 h 5609978"/>
              <a:gd name="connsiteX443" fmla="*/ 3988032 w 6781778"/>
              <a:gd name="connsiteY443" fmla="*/ 4125316 h 5609978"/>
              <a:gd name="connsiteX444" fmla="*/ 3976856 w 6781778"/>
              <a:gd name="connsiteY444" fmla="*/ 4121379 h 5609978"/>
              <a:gd name="connsiteX445" fmla="*/ 3675738 w 6781778"/>
              <a:gd name="connsiteY445" fmla="*/ 4007460 h 5609978"/>
              <a:gd name="connsiteX446" fmla="*/ 3663292 w 6781778"/>
              <a:gd name="connsiteY446" fmla="*/ 4011651 h 5609978"/>
              <a:gd name="connsiteX447" fmla="*/ 3663420 w 6781778"/>
              <a:gd name="connsiteY447" fmla="*/ 4011651 h 5609978"/>
              <a:gd name="connsiteX448" fmla="*/ 3643988 w 6781778"/>
              <a:gd name="connsiteY448" fmla="*/ 4021176 h 5609978"/>
              <a:gd name="connsiteX449" fmla="*/ 3631542 w 6781778"/>
              <a:gd name="connsiteY449" fmla="*/ 4038321 h 5609978"/>
              <a:gd name="connsiteX450" fmla="*/ 3618081 w 6781778"/>
              <a:gd name="connsiteY450" fmla="*/ 4054323 h 5609978"/>
              <a:gd name="connsiteX451" fmla="*/ 3609952 w 6781778"/>
              <a:gd name="connsiteY451" fmla="*/ 4073754 h 5609978"/>
              <a:gd name="connsiteX452" fmla="*/ 3606650 w 6781778"/>
              <a:gd name="connsiteY452" fmla="*/ 4089121 h 5609978"/>
              <a:gd name="connsiteX453" fmla="*/ 3622145 w 6781778"/>
              <a:gd name="connsiteY453" fmla="*/ 4090899 h 5609978"/>
              <a:gd name="connsiteX454" fmla="*/ 3639289 w 6781778"/>
              <a:gd name="connsiteY454" fmla="*/ 4079088 h 5609978"/>
              <a:gd name="connsiteX455" fmla="*/ 3653895 w 6781778"/>
              <a:gd name="connsiteY455" fmla="*/ 4064102 h 5609978"/>
              <a:gd name="connsiteX456" fmla="*/ 3667229 w 6781778"/>
              <a:gd name="connsiteY456" fmla="*/ 4047973 h 5609978"/>
              <a:gd name="connsiteX457" fmla="*/ 3678659 w 6781778"/>
              <a:gd name="connsiteY457" fmla="*/ 4030320 h 5609978"/>
              <a:gd name="connsiteX458" fmla="*/ 3675738 w 6781778"/>
              <a:gd name="connsiteY458" fmla="*/ 4007460 h 5609978"/>
              <a:gd name="connsiteX459" fmla="*/ 3855444 w 6781778"/>
              <a:gd name="connsiteY459" fmla="*/ 3990061 h 5609978"/>
              <a:gd name="connsiteX460" fmla="*/ 3834108 w 6781778"/>
              <a:gd name="connsiteY460" fmla="*/ 3999459 h 5609978"/>
              <a:gd name="connsiteX461" fmla="*/ 3812009 w 6781778"/>
              <a:gd name="connsiteY461" fmla="*/ 4006190 h 5609978"/>
              <a:gd name="connsiteX462" fmla="*/ 3794357 w 6781778"/>
              <a:gd name="connsiteY462" fmla="*/ 4021176 h 5609978"/>
              <a:gd name="connsiteX463" fmla="*/ 3781021 w 6781778"/>
              <a:gd name="connsiteY463" fmla="*/ 4032225 h 5609978"/>
              <a:gd name="connsiteX464" fmla="*/ 3776069 w 6781778"/>
              <a:gd name="connsiteY464" fmla="*/ 4048989 h 5609978"/>
              <a:gd name="connsiteX465" fmla="*/ 3776196 w 6781778"/>
              <a:gd name="connsiteY465" fmla="*/ 4048989 h 5609978"/>
              <a:gd name="connsiteX466" fmla="*/ 3791689 w 6781778"/>
              <a:gd name="connsiteY466" fmla="*/ 4058387 h 5609978"/>
              <a:gd name="connsiteX467" fmla="*/ 3804644 w 6781778"/>
              <a:gd name="connsiteY467" fmla="*/ 4049878 h 5609978"/>
              <a:gd name="connsiteX468" fmla="*/ 3816327 w 6781778"/>
              <a:gd name="connsiteY468" fmla="*/ 4036543 h 5609978"/>
              <a:gd name="connsiteX469" fmla="*/ 3829154 w 6781778"/>
              <a:gd name="connsiteY469" fmla="*/ 4029050 h 5609978"/>
              <a:gd name="connsiteX470" fmla="*/ 3844140 w 6781778"/>
              <a:gd name="connsiteY470" fmla="*/ 4029177 h 5609978"/>
              <a:gd name="connsiteX471" fmla="*/ 3858237 w 6781778"/>
              <a:gd name="connsiteY471" fmla="*/ 4028415 h 5609978"/>
              <a:gd name="connsiteX472" fmla="*/ 3867382 w 6781778"/>
              <a:gd name="connsiteY472" fmla="*/ 4017239 h 5609978"/>
              <a:gd name="connsiteX473" fmla="*/ 3874874 w 6781778"/>
              <a:gd name="connsiteY473" fmla="*/ 4006444 h 5609978"/>
              <a:gd name="connsiteX474" fmla="*/ 3876525 w 6781778"/>
              <a:gd name="connsiteY474" fmla="*/ 3995141 h 5609978"/>
              <a:gd name="connsiteX475" fmla="*/ 3855444 w 6781778"/>
              <a:gd name="connsiteY475" fmla="*/ 3990061 h 5609978"/>
              <a:gd name="connsiteX476" fmla="*/ 3697201 w 6781778"/>
              <a:gd name="connsiteY476" fmla="*/ 3878174 h 5609978"/>
              <a:gd name="connsiteX477" fmla="*/ 3685771 w 6781778"/>
              <a:gd name="connsiteY477" fmla="*/ 3879317 h 5609978"/>
              <a:gd name="connsiteX478" fmla="*/ 3685645 w 6781778"/>
              <a:gd name="connsiteY478" fmla="*/ 3879317 h 5609978"/>
              <a:gd name="connsiteX479" fmla="*/ 3669642 w 6781778"/>
              <a:gd name="connsiteY479" fmla="*/ 3895065 h 5609978"/>
              <a:gd name="connsiteX480" fmla="*/ 3656815 w 6781778"/>
              <a:gd name="connsiteY480" fmla="*/ 3913607 h 5609978"/>
              <a:gd name="connsiteX481" fmla="*/ 3655164 w 6781778"/>
              <a:gd name="connsiteY481" fmla="*/ 3934562 h 5609978"/>
              <a:gd name="connsiteX482" fmla="*/ 3675992 w 6781778"/>
              <a:gd name="connsiteY482" fmla="*/ 3933927 h 5609978"/>
              <a:gd name="connsiteX483" fmla="*/ 3693772 w 6781778"/>
              <a:gd name="connsiteY483" fmla="*/ 3918560 h 5609978"/>
              <a:gd name="connsiteX484" fmla="*/ 3706091 w 6781778"/>
              <a:gd name="connsiteY484" fmla="*/ 3898367 h 5609978"/>
              <a:gd name="connsiteX485" fmla="*/ 3697201 w 6781778"/>
              <a:gd name="connsiteY485" fmla="*/ 3878174 h 5609978"/>
              <a:gd name="connsiteX486" fmla="*/ 3574392 w 6781778"/>
              <a:gd name="connsiteY486" fmla="*/ 3872198 h 5609978"/>
              <a:gd name="connsiteX487" fmla="*/ 3558390 w 6781778"/>
              <a:gd name="connsiteY487" fmla="*/ 3882231 h 5609978"/>
              <a:gd name="connsiteX488" fmla="*/ 3539595 w 6781778"/>
              <a:gd name="connsiteY488" fmla="*/ 3894169 h 5609978"/>
              <a:gd name="connsiteX489" fmla="*/ 3525371 w 6781778"/>
              <a:gd name="connsiteY489" fmla="*/ 3909791 h 5609978"/>
              <a:gd name="connsiteX490" fmla="*/ 3509876 w 6781778"/>
              <a:gd name="connsiteY490" fmla="*/ 3920331 h 5609978"/>
              <a:gd name="connsiteX491" fmla="*/ 3502637 w 6781778"/>
              <a:gd name="connsiteY491" fmla="*/ 3938111 h 5609978"/>
              <a:gd name="connsiteX492" fmla="*/ 3502637 w 6781778"/>
              <a:gd name="connsiteY492" fmla="*/ 3938238 h 5609978"/>
              <a:gd name="connsiteX493" fmla="*/ 3499082 w 6781778"/>
              <a:gd name="connsiteY493" fmla="*/ 3961353 h 5609978"/>
              <a:gd name="connsiteX494" fmla="*/ 3516226 w 6781778"/>
              <a:gd name="connsiteY494" fmla="*/ 3960082 h 5609978"/>
              <a:gd name="connsiteX495" fmla="*/ 3530704 w 6781778"/>
              <a:gd name="connsiteY495" fmla="*/ 3950557 h 5609978"/>
              <a:gd name="connsiteX496" fmla="*/ 3546834 w 6781778"/>
              <a:gd name="connsiteY496" fmla="*/ 3933158 h 5609978"/>
              <a:gd name="connsiteX497" fmla="*/ 3564359 w 6781778"/>
              <a:gd name="connsiteY497" fmla="*/ 3917029 h 5609978"/>
              <a:gd name="connsiteX498" fmla="*/ 3573249 w 6781778"/>
              <a:gd name="connsiteY498" fmla="*/ 3895058 h 5609978"/>
              <a:gd name="connsiteX499" fmla="*/ 3574392 w 6781778"/>
              <a:gd name="connsiteY499" fmla="*/ 3872198 h 5609978"/>
              <a:gd name="connsiteX500" fmla="*/ 3524482 w 6781778"/>
              <a:gd name="connsiteY500" fmla="*/ 3782670 h 5609978"/>
              <a:gd name="connsiteX501" fmla="*/ 3513433 w 6781778"/>
              <a:gd name="connsiteY501" fmla="*/ 3788258 h 5609978"/>
              <a:gd name="connsiteX502" fmla="*/ 3498065 w 6781778"/>
              <a:gd name="connsiteY502" fmla="*/ 3804641 h 5609978"/>
              <a:gd name="connsiteX503" fmla="*/ 3484476 w 6781778"/>
              <a:gd name="connsiteY503" fmla="*/ 3810356 h 5609978"/>
              <a:gd name="connsiteX504" fmla="*/ 3477999 w 6781778"/>
              <a:gd name="connsiteY504" fmla="*/ 3823437 h 5609978"/>
              <a:gd name="connsiteX505" fmla="*/ 3478126 w 6781778"/>
              <a:gd name="connsiteY505" fmla="*/ 3823437 h 5609978"/>
              <a:gd name="connsiteX506" fmla="*/ 3479650 w 6781778"/>
              <a:gd name="connsiteY506" fmla="*/ 3843122 h 5609978"/>
              <a:gd name="connsiteX507" fmla="*/ 3492859 w 6781778"/>
              <a:gd name="connsiteY507" fmla="*/ 3843757 h 5609978"/>
              <a:gd name="connsiteX508" fmla="*/ 3506956 w 6781778"/>
              <a:gd name="connsiteY508" fmla="*/ 3839058 h 5609978"/>
              <a:gd name="connsiteX509" fmla="*/ 3524735 w 6781778"/>
              <a:gd name="connsiteY509" fmla="*/ 3825850 h 5609978"/>
              <a:gd name="connsiteX510" fmla="*/ 3536546 w 6781778"/>
              <a:gd name="connsiteY510" fmla="*/ 3807435 h 5609978"/>
              <a:gd name="connsiteX511" fmla="*/ 3534896 w 6781778"/>
              <a:gd name="connsiteY511" fmla="*/ 3786988 h 5609978"/>
              <a:gd name="connsiteX512" fmla="*/ 3524482 w 6781778"/>
              <a:gd name="connsiteY512" fmla="*/ 3782670 h 5609978"/>
              <a:gd name="connsiteX513" fmla="*/ 3408658 w 6781778"/>
              <a:gd name="connsiteY513" fmla="*/ 3766661 h 5609978"/>
              <a:gd name="connsiteX514" fmla="*/ 3402434 w 6781778"/>
              <a:gd name="connsiteY514" fmla="*/ 3771106 h 5609978"/>
              <a:gd name="connsiteX515" fmla="*/ 3391004 w 6781778"/>
              <a:gd name="connsiteY515" fmla="*/ 3780250 h 5609978"/>
              <a:gd name="connsiteX516" fmla="*/ 3368779 w 6781778"/>
              <a:gd name="connsiteY516" fmla="*/ 3794982 h 5609978"/>
              <a:gd name="connsiteX517" fmla="*/ 3359127 w 6781778"/>
              <a:gd name="connsiteY517" fmla="*/ 3820128 h 5609978"/>
              <a:gd name="connsiteX518" fmla="*/ 3349984 w 6781778"/>
              <a:gd name="connsiteY518" fmla="*/ 3831812 h 5609978"/>
              <a:gd name="connsiteX519" fmla="*/ 3351508 w 6781778"/>
              <a:gd name="connsiteY519" fmla="*/ 3843623 h 5609978"/>
              <a:gd name="connsiteX520" fmla="*/ 3368779 w 6781778"/>
              <a:gd name="connsiteY520" fmla="*/ 3843750 h 5609978"/>
              <a:gd name="connsiteX521" fmla="*/ 3385035 w 6781778"/>
              <a:gd name="connsiteY521" fmla="*/ 3832447 h 5609978"/>
              <a:gd name="connsiteX522" fmla="*/ 3397735 w 6781778"/>
              <a:gd name="connsiteY522" fmla="*/ 3817716 h 5609978"/>
              <a:gd name="connsiteX523" fmla="*/ 3407514 w 6781778"/>
              <a:gd name="connsiteY523" fmla="*/ 3800951 h 5609978"/>
              <a:gd name="connsiteX524" fmla="*/ 3415134 w 6781778"/>
              <a:gd name="connsiteY524" fmla="*/ 3785076 h 5609978"/>
              <a:gd name="connsiteX525" fmla="*/ 3415008 w 6781778"/>
              <a:gd name="connsiteY525" fmla="*/ 3768566 h 5609978"/>
              <a:gd name="connsiteX526" fmla="*/ 3408658 w 6781778"/>
              <a:gd name="connsiteY526" fmla="*/ 3766661 h 5609978"/>
              <a:gd name="connsiteX527" fmla="*/ 373230 w 6781778"/>
              <a:gd name="connsiteY527" fmla="*/ 0 h 5609978"/>
              <a:gd name="connsiteX528" fmla="*/ 373243 w 6781778"/>
              <a:gd name="connsiteY528" fmla="*/ 0 h 5609978"/>
              <a:gd name="connsiteX529" fmla="*/ 6781778 w 6781778"/>
              <a:gd name="connsiteY529" fmla="*/ 0 h 5609978"/>
              <a:gd name="connsiteX530" fmla="*/ 6781778 w 6781778"/>
              <a:gd name="connsiteY530" fmla="*/ 5278176 h 5609978"/>
              <a:gd name="connsiteX531" fmla="*/ 6775090 w 6781778"/>
              <a:gd name="connsiteY531" fmla="*/ 5298600 h 5609978"/>
              <a:gd name="connsiteX532" fmla="*/ 6099438 w 6781778"/>
              <a:gd name="connsiteY532" fmla="*/ 5555958 h 5609978"/>
              <a:gd name="connsiteX533" fmla="*/ 5392956 w 6781778"/>
              <a:gd name="connsiteY533" fmla="*/ 5600357 h 5609978"/>
              <a:gd name="connsiteX534" fmla="*/ 4802425 w 6781778"/>
              <a:gd name="connsiteY534" fmla="*/ 5472164 h 5609978"/>
              <a:gd name="connsiteX535" fmla="*/ 4798558 w 6781778"/>
              <a:gd name="connsiteY535" fmla="*/ 5462639 h 5609978"/>
              <a:gd name="connsiteX536" fmla="*/ 4786208 w 6781778"/>
              <a:gd name="connsiteY536" fmla="*/ 5466353 h 5609978"/>
              <a:gd name="connsiteX537" fmla="*/ 4724517 w 6781778"/>
              <a:gd name="connsiteY537" fmla="*/ 5442706 h 5609978"/>
              <a:gd name="connsiteX538" fmla="*/ 4740005 w 6781778"/>
              <a:gd name="connsiteY538" fmla="*/ 5425809 h 5609978"/>
              <a:gd name="connsiteX539" fmla="*/ 4753975 w 6781778"/>
              <a:gd name="connsiteY539" fmla="*/ 5407267 h 5609978"/>
              <a:gd name="connsiteX540" fmla="*/ 4763373 w 6781778"/>
              <a:gd name="connsiteY540" fmla="*/ 5392154 h 5609978"/>
              <a:gd name="connsiteX541" fmla="*/ 4762865 w 6781778"/>
              <a:gd name="connsiteY541" fmla="*/ 5375009 h 5609978"/>
              <a:gd name="connsiteX542" fmla="*/ 4756515 w 6781778"/>
              <a:gd name="connsiteY542" fmla="*/ 5372977 h 5609978"/>
              <a:gd name="connsiteX543" fmla="*/ 4749911 w 6781778"/>
              <a:gd name="connsiteY543" fmla="*/ 5377295 h 5609978"/>
              <a:gd name="connsiteX544" fmla="*/ 4737084 w 6781778"/>
              <a:gd name="connsiteY544" fmla="*/ 5384787 h 5609978"/>
              <a:gd name="connsiteX545" fmla="*/ 4718796 w 6781778"/>
              <a:gd name="connsiteY545" fmla="*/ 5397106 h 5609978"/>
              <a:gd name="connsiteX546" fmla="*/ 4708001 w 6781778"/>
              <a:gd name="connsiteY546" fmla="*/ 5416411 h 5609978"/>
              <a:gd name="connsiteX547" fmla="*/ 4699581 w 6781778"/>
              <a:gd name="connsiteY547" fmla="*/ 5432584 h 5609978"/>
              <a:gd name="connsiteX548" fmla="*/ 4460859 w 6781778"/>
              <a:gd name="connsiteY548" fmla="*/ 5314988 h 5609978"/>
              <a:gd name="connsiteX549" fmla="*/ 4466447 w 6781778"/>
              <a:gd name="connsiteY549" fmla="*/ 5308842 h 5609978"/>
              <a:gd name="connsiteX550" fmla="*/ 4474702 w 6781778"/>
              <a:gd name="connsiteY550" fmla="*/ 5296904 h 5609978"/>
              <a:gd name="connsiteX551" fmla="*/ 4469876 w 6781778"/>
              <a:gd name="connsiteY551" fmla="*/ 5283187 h 5609978"/>
              <a:gd name="connsiteX552" fmla="*/ 4453112 w 6781778"/>
              <a:gd name="connsiteY552" fmla="*/ 5283187 h 5609978"/>
              <a:gd name="connsiteX553" fmla="*/ 4453239 w 6781778"/>
              <a:gd name="connsiteY553" fmla="*/ 5283315 h 5609978"/>
              <a:gd name="connsiteX554" fmla="*/ 4438507 w 6781778"/>
              <a:gd name="connsiteY554" fmla="*/ 5299317 h 5609978"/>
              <a:gd name="connsiteX555" fmla="*/ 4436208 w 6781778"/>
              <a:gd name="connsiteY555" fmla="*/ 5300555 h 5609978"/>
              <a:gd name="connsiteX556" fmla="*/ 4318956 w 6781778"/>
              <a:gd name="connsiteY556" fmla="*/ 5224272 h 5609978"/>
              <a:gd name="connsiteX557" fmla="*/ 4338558 w 6781778"/>
              <a:gd name="connsiteY557" fmla="*/ 5210417 h 5609978"/>
              <a:gd name="connsiteX558" fmla="*/ 4355067 w 6781778"/>
              <a:gd name="connsiteY558" fmla="*/ 5193525 h 5609978"/>
              <a:gd name="connsiteX559" fmla="*/ 4371197 w 6781778"/>
              <a:gd name="connsiteY559" fmla="*/ 5184381 h 5609978"/>
              <a:gd name="connsiteX560" fmla="*/ 4373102 w 6781778"/>
              <a:gd name="connsiteY560" fmla="*/ 5165078 h 5609978"/>
              <a:gd name="connsiteX561" fmla="*/ 4358751 w 6781778"/>
              <a:gd name="connsiteY561" fmla="*/ 5160505 h 5609978"/>
              <a:gd name="connsiteX562" fmla="*/ 4346051 w 6781778"/>
              <a:gd name="connsiteY562" fmla="*/ 5170030 h 5609978"/>
              <a:gd name="connsiteX563" fmla="*/ 4324588 w 6781778"/>
              <a:gd name="connsiteY563" fmla="*/ 5174222 h 5609978"/>
              <a:gd name="connsiteX564" fmla="*/ 4310745 w 6781778"/>
              <a:gd name="connsiteY564" fmla="*/ 5191874 h 5609978"/>
              <a:gd name="connsiteX565" fmla="*/ 4293346 w 6781778"/>
              <a:gd name="connsiteY565" fmla="*/ 5203940 h 5609978"/>
              <a:gd name="connsiteX566" fmla="*/ 4292044 w 6781778"/>
              <a:gd name="connsiteY566" fmla="*/ 5204892 h 5609978"/>
              <a:gd name="connsiteX567" fmla="*/ 4117933 w 6781778"/>
              <a:gd name="connsiteY567" fmla="*/ 5059052 h 5609978"/>
              <a:gd name="connsiteX568" fmla="*/ 3545386 w 6781778"/>
              <a:gd name="connsiteY568" fmla="*/ 4264628 h 5609978"/>
              <a:gd name="connsiteX569" fmla="*/ 3561565 w 6781778"/>
              <a:gd name="connsiteY569" fmla="*/ 4260069 h 5609978"/>
              <a:gd name="connsiteX570" fmla="*/ 3575789 w 6781778"/>
              <a:gd name="connsiteY570" fmla="*/ 4249274 h 5609978"/>
              <a:gd name="connsiteX571" fmla="*/ 3591537 w 6781778"/>
              <a:gd name="connsiteY571" fmla="*/ 4236320 h 5609978"/>
              <a:gd name="connsiteX572" fmla="*/ 3609571 w 6781778"/>
              <a:gd name="connsiteY572" fmla="*/ 4224636 h 5609978"/>
              <a:gd name="connsiteX573" fmla="*/ 3608809 w 6781778"/>
              <a:gd name="connsiteY573" fmla="*/ 4210412 h 5609978"/>
              <a:gd name="connsiteX574" fmla="*/ 3609317 w 6781778"/>
              <a:gd name="connsiteY574" fmla="*/ 4195934 h 5609978"/>
              <a:gd name="connsiteX575" fmla="*/ 3599031 w 6781778"/>
              <a:gd name="connsiteY575" fmla="*/ 4193140 h 5609978"/>
              <a:gd name="connsiteX576" fmla="*/ 3586965 w 6781778"/>
              <a:gd name="connsiteY576" fmla="*/ 4196061 h 5609978"/>
              <a:gd name="connsiteX577" fmla="*/ 3572614 w 6781778"/>
              <a:gd name="connsiteY577" fmla="*/ 4210666 h 5609978"/>
              <a:gd name="connsiteX578" fmla="*/ 3559660 w 6781778"/>
              <a:gd name="connsiteY578" fmla="*/ 4228319 h 5609978"/>
              <a:gd name="connsiteX579" fmla="*/ 3542642 w 6781778"/>
              <a:gd name="connsiteY579" fmla="*/ 4233526 h 5609978"/>
              <a:gd name="connsiteX580" fmla="*/ 3527726 w 6781778"/>
              <a:gd name="connsiteY580" fmla="*/ 4235958 h 5609978"/>
              <a:gd name="connsiteX581" fmla="*/ 3451558 w 6781778"/>
              <a:gd name="connsiteY581" fmla="*/ 4114749 h 5609978"/>
              <a:gd name="connsiteX582" fmla="*/ 3456536 w 6781778"/>
              <a:gd name="connsiteY582" fmla="*/ 4111352 h 5609978"/>
              <a:gd name="connsiteX583" fmla="*/ 3475459 w 6781778"/>
              <a:gd name="connsiteY583" fmla="*/ 4097509 h 5609978"/>
              <a:gd name="connsiteX584" fmla="*/ 3493621 w 6781778"/>
              <a:gd name="connsiteY584" fmla="*/ 4082396 h 5609978"/>
              <a:gd name="connsiteX585" fmla="*/ 3498320 w 6781778"/>
              <a:gd name="connsiteY585" fmla="*/ 4062838 h 5609978"/>
              <a:gd name="connsiteX586" fmla="*/ 3491081 w 6781778"/>
              <a:gd name="connsiteY586" fmla="*/ 4060298 h 5609978"/>
              <a:gd name="connsiteX587" fmla="*/ 3478508 w 6781778"/>
              <a:gd name="connsiteY587" fmla="*/ 4063600 h 5609978"/>
              <a:gd name="connsiteX588" fmla="*/ 3458569 w 6781778"/>
              <a:gd name="connsiteY588" fmla="*/ 4074649 h 5609978"/>
              <a:gd name="connsiteX589" fmla="*/ 3438629 w 6781778"/>
              <a:gd name="connsiteY589" fmla="*/ 4086460 h 5609978"/>
              <a:gd name="connsiteX590" fmla="*/ 3435606 w 6781778"/>
              <a:gd name="connsiteY590" fmla="*/ 4090086 h 5609978"/>
              <a:gd name="connsiteX591" fmla="*/ 3358956 w 6781778"/>
              <a:gd name="connsiteY591" fmla="*/ 3975932 h 5609978"/>
              <a:gd name="connsiteX592" fmla="*/ 3376146 w 6781778"/>
              <a:gd name="connsiteY592" fmla="*/ 3960857 h 5609978"/>
              <a:gd name="connsiteX593" fmla="*/ 3387829 w 6781778"/>
              <a:gd name="connsiteY593" fmla="*/ 3939648 h 5609978"/>
              <a:gd name="connsiteX594" fmla="*/ 3395831 w 6781778"/>
              <a:gd name="connsiteY594" fmla="*/ 3915264 h 5609978"/>
              <a:gd name="connsiteX595" fmla="*/ 3385035 w 6781778"/>
              <a:gd name="connsiteY595" fmla="*/ 3912343 h 5609978"/>
              <a:gd name="connsiteX596" fmla="*/ 3371446 w 6781778"/>
              <a:gd name="connsiteY596" fmla="*/ 3918820 h 5609978"/>
              <a:gd name="connsiteX597" fmla="*/ 3358111 w 6781778"/>
              <a:gd name="connsiteY597" fmla="*/ 3936727 h 5609978"/>
              <a:gd name="connsiteX598" fmla="*/ 3338681 w 6781778"/>
              <a:gd name="connsiteY598" fmla="*/ 3946506 h 5609978"/>
              <a:gd name="connsiteX599" fmla="*/ 3338337 w 6781778"/>
              <a:gd name="connsiteY599" fmla="*/ 3946646 h 5609978"/>
              <a:gd name="connsiteX600" fmla="*/ 3252733 w 6781778"/>
              <a:gd name="connsiteY600" fmla="*/ 3832428 h 5609978"/>
              <a:gd name="connsiteX601" fmla="*/ 3261210 w 6781778"/>
              <a:gd name="connsiteY601" fmla="*/ 3821024 h 5609978"/>
              <a:gd name="connsiteX602" fmla="*/ 3279117 w 6781778"/>
              <a:gd name="connsiteY602" fmla="*/ 3806419 h 5609978"/>
              <a:gd name="connsiteX603" fmla="*/ 3288388 w 6781778"/>
              <a:gd name="connsiteY603" fmla="*/ 3788258 h 5609978"/>
              <a:gd name="connsiteX604" fmla="*/ 3267687 w 6781778"/>
              <a:gd name="connsiteY604" fmla="*/ 3791814 h 5609978"/>
              <a:gd name="connsiteX605" fmla="*/ 3247113 w 6781778"/>
              <a:gd name="connsiteY605" fmla="*/ 3801720 h 5609978"/>
              <a:gd name="connsiteX606" fmla="*/ 3233353 w 6781778"/>
              <a:gd name="connsiteY606" fmla="*/ 3808286 h 5609978"/>
              <a:gd name="connsiteX607" fmla="*/ 2623168 w 6781778"/>
              <a:gd name="connsiteY607" fmla="*/ 3344418 h 5609978"/>
              <a:gd name="connsiteX608" fmla="*/ 1149327 w 6781778"/>
              <a:gd name="connsiteY608" fmla="*/ 2864993 h 5609978"/>
              <a:gd name="connsiteX609" fmla="*/ 47983 w 6781778"/>
              <a:gd name="connsiteY609" fmla="*/ 739267 h 5609978"/>
              <a:gd name="connsiteX610" fmla="*/ 373230 w 6781778"/>
              <a:gd name="connsiteY610" fmla="*/ 0 h 560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</a:cxnLst>
            <a:rect l="l" t="t" r="r" b="b"/>
            <a:pathLst>
              <a:path w="6781778" h="5609978">
                <a:moveTo>
                  <a:pt x="4655035" y="5233264"/>
                </a:moveTo>
                <a:cubicBezTo>
                  <a:pt x="4650463" y="5230597"/>
                  <a:pt x="4642462" y="5237328"/>
                  <a:pt x="4633319" y="5243043"/>
                </a:cubicBezTo>
                <a:cubicBezTo>
                  <a:pt x="4627476" y="5246599"/>
                  <a:pt x="4620110" y="5249647"/>
                  <a:pt x="4614014" y="5255616"/>
                </a:cubicBezTo>
                <a:cubicBezTo>
                  <a:pt x="4608681" y="5260823"/>
                  <a:pt x="4599029" y="5263490"/>
                  <a:pt x="4594457" y="5269967"/>
                </a:cubicBezTo>
                <a:cubicBezTo>
                  <a:pt x="4589758" y="5276317"/>
                  <a:pt x="4591662" y="5286858"/>
                  <a:pt x="4588614" y="5293970"/>
                </a:cubicBezTo>
                <a:cubicBezTo>
                  <a:pt x="4587090" y="5297399"/>
                  <a:pt x="4582010" y="5303241"/>
                  <a:pt x="4580740" y="5309464"/>
                </a:cubicBezTo>
                <a:cubicBezTo>
                  <a:pt x="4579344" y="5315687"/>
                  <a:pt x="4581121" y="5321148"/>
                  <a:pt x="4584677" y="5325085"/>
                </a:cubicBezTo>
                <a:lnTo>
                  <a:pt x="4584805" y="5325085"/>
                </a:lnTo>
                <a:cubicBezTo>
                  <a:pt x="4588487" y="5329149"/>
                  <a:pt x="4594330" y="5330800"/>
                  <a:pt x="4600425" y="5327879"/>
                </a:cubicBezTo>
                <a:cubicBezTo>
                  <a:pt x="4605506" y="5325466"/>
                  <a:pt x="4608808" y="5322164"/>
                  <a:pt x="4611474" y="5316322"/>
                </a:cubicBezTo>
                <a:cubicBezTo>
                  <a:pt x="4613380" y="5312258"/>
                  <a:pt x="4616935" y="5308448"/>
                  <a:pt x="4620619" y="5302860"/>
                </a:cubicBezTo>
                <a:cubicBezTo>
                  <a:pt x="4623412" y="5298415"/>
                  <a:pt x="4623794" y="5293081"/>
                  <a:pt x="4626714" y="5290287"/>
                </a:cubicBezTo>
                <a:cubicBezTo>
                  <a:pt x="4630397" y="5286604"/>
                  <a:pt x="4632430" y="5281524"/>
                  <a:pt x="4635732" y="5279111"/>
                </a:cubicBezTo>
                <a:cubicBezTo>
                  <a:pt x="4643733" y="5273269"/>
                  <a:pt x="4650971" y="5270983"/>
                  <a:pt x="4654782" y="5260950"/>
                </a:cubicBezTo>
                <a:cubicBezTo>
                  <a:pt x="4658210" y="5251679"/>
                  <a:pt x="4661132" y="5236820"/>
                  <a:pt x="4655035" y="5233264"/>
                </a:cubicBezTo>
                <a:close/>
                <a:moveTo>
                  <a:pt x="4813150" y="5227422"/>
                </a:moveTo>
                <a:cubicBezTo>
                  <a:pt x="4807435" y="5227295"/>
                  <a:pt x="4801085" y="5235550"/>
                  <a:pt x="4796768" y="5236693"/>
                </a:cubicBezTo>
                <a:cubicBezTo>
                  <a:pt x="4787750" y="5239360"/>
                  <a:pt x="4779369" y="5240122"/>
                  <a:pt x="4774034" y="5244440"/>
                </a:cubicBezTo>
                <a:cubicBezTo>
                  <a:pt x="4766287" y="5250917"/>
                  <a:pt x="4764763" y="5260569"/>
                  <a:pt x="4761588" y="5265268"/>
                </a:cubicBezTo>
                <a:cubicBezTo>
                  <a:pt x="4757271" y="5271745"/>
                  <a:pt x="4742284" y="5276063"/>
                  <a:pt x="4748888" y="5286223"/>
                </a:cubicBezTo>
                <a:cubicBezTo>
                  <a:pt x="4751556" y="5290287"/>
                  <a:pt x="4763112" y="5285588"/>
                  <a:pt x="4767558" y="5284826"/>
                </a:cubicBezTo>
                <a:cubicBezTo>
                  <a:pt x="4777083" y="5283302"/>
                  <a:pt x="4784448" y="5279492"/>
                  <a:pt x="4790798" y="5274920"/>
                </a:cubicBezTo>
                <a:cubicBezTo>
                  <a:pt x="4801212" y="5267300"/>
                  <a:pt x="4809468" y="5260315"/>
                  <a:pt x="4810864" y="5258156"/>
                </a:cubicBezTo>
                <a:cubicBezTo>
                  <a:pt x="4812134" y="5256124"/>
                  <a:pt x="4813532" y="5250536"/>
                  <a:pt x="4815563" y="5244948"/>
                </a:cubicBezTo>
                <a:cubicBezTo>
                  <a:pt x="4817087" y="5240757"/>
                  <a:pt x="4821659" y="5235677"/>
                  <a:pt x="4818611" y="5231105"/>
                </a:cubicBezTo>
                <a:cubicBezTo>
                  <a:pt x="4816960" y="5228565"/>
                  <a:pt x="4815056" y="5227549"/>
                  <a:pt x="4813150" y="5227422"/>
                </a:cubicBezTo>
                <a:close/>
                <a:moveTo>
                  <a:pt x="4538322" y="5100416"/>
                </a:moveTo>
                <a:cubicBezTo>
                  <a:pt x="4534259" y="5101051"/>
                  <a:pt x="4530195" y="5102702"/>
                  <a:pt x="4527020" y="5105115"/>
                </a:cubicBezTo>
                <a:cubicBezTo>
                  <a:pt x="4520415" y="5110067"/>
                  <a:pt x="4522701" y="5118830"/>
                  <a:pt x="4519654" y="5124546"/>
                </a:cubicBezTo>
                <a:cubicBezTo>
                  <a:pt x="4516859" y="5129753"/>
                  <a:pt x="4510636" y="5134197"/>
                  <a:pt x="4504540" y="5140166"/>
                </a:cubicBezTo>
                <a:cubicBezTo>
                  <a:pt x="4499207" y="5145373"/>
                  <a:pt x="4493492" y="5144611"/>
                  <a:pt x="4488920" y="5146262"/>
                </a:cubicBezTo>
                <a:cubicBezTo>
                  <a:pt x="4483839" y="5148041"/>
                  <a:pt x="4482696" y="5154136"/>
                  <a:pt x="4477997" y="5159978"/>
                </a:cubicBezTo>
                <a:cubicBezTo>
                  <a:pt x="4474442" y="5164423"/>
                  <a:pt x="4472409" y="5169630"/>
                  <a:pt x="4471774" y="5175218"/>
                </a:cubicBezTo>
                <a:cubicBezTo>
                  <a:pt x="4471139" y="5182077"/>
                  <a:pt x="4470377" y="5190585"/>
                  <a:pt x="4474569" y="5193126"/>
                </a:cubicBezTo>
                <a:cubicBezTo>
                  <a:pt x="4481934" y="5197443"/>
                  <a:pt x="4494888" y="5184997"/>
                  <a:pt x="4498318" y="5182711"/>
                </a:cubicBezTo>
                <a:cubicBezTo>
                  <a:pt x="4504795" y="5178393"/>
                  <a:pt x="4506572" y="5174837"/>
                  <a:pt x="4510001" y="5169758"/>
                </a:cubicBezTo>
                <a:cubicBezTo>
                  <a:pt x="4512796" y="5165821"/>
                  <a:pt x="4518764" y="5163535"/>
                  <a:pt x="4524352" y="5157439"/>
                </a:cubicBezTo>
                <a:cubicBezTo>
                  <a:pt x="4530448" y="5150835"/>
                  <a:pt x="4536163" y="5147914"/>
                  <a:pt x="4540355" y="5144866"/>
                </a:cubicBezTo>
                <a:cubicBezTo>
                  <a:pt x="4547212" y="5139912"/>
                  <a:pt x="4549498" y="5135214"/>
                  <a:pt x="4552293" y="5127974"/>
                </a:cubicBezTo>
                <a:cubicBezTo>
                  <a:pt x="4553817" y="5123656"/>
                  <a:pt x="4554071" y="5118703"/>
                  <a:pt x="4553817" y="5114004"/>
                </a:cubicBezTo>
                <a:cubicBezTo>
                  <a:pt x="4553562" y="5108543"/>
                  <a:pt x="4552927" y="5103972"/>
                  <a:pt x="4548990" y="5101685"/>
                </a:cubicBezTo>
                <a:cubicBezTo>
                  <a:pt x="4546196" y="5100035"/>
                  <a:pt x="4542259" y="5099653"/>
                  <a:pt x="4538322" y="5100416"/>
                </a:cubicBezTo>
                <a:close/>
                <a:moveTo>
                  <a:pt x="4706217" y="5087214"/>
                </a:moveTo>
                <a:cubicBezTo>
                  <a:pt x="4700247" y="5089119"/>
                  <a:pt x="4693517" y="5092421"/>
                  <a:pt x="4686912" y="5096485"/>
                </a:cubicBezTo>
                <a:cubicBezTo>
                  <a:pt x="4681197" y="5100041"/>
                  <a:pt x="4676752" y="5105883"/>
                  <a:pt x="4671419" y="5110836"/>
                </a:cubicBezTo>
                <a:cubicBezTo>
                  <a:pt x="4666211" y="5115662"/>
                  <a:pt x="4661385" y="5120742"/>
                  <a:pt x="4657575" y="5126457"/>
                </a:cubicBezTo>
                <a:cubicBezTo>
                  <a:pt x="4655671" y="5129378"/>
                  <a:pt x="4651098" y="5134077"/>
                  <a:pt x="4648812" y="5139665"/>
                </a:cubicBezTo>
                <a:cubicBezTo>
                  <a:pt x="4646654" y="5145253"/>
                  <a:pt x="4646146" y="5150714"/>
                  <a:pt x="4648939" y="5155286"/>
                </a:cubicBezTo>
                <a:cubicBezTo>
                  <a:pt x="4651734" y="5159985"/>
                  <a:pt x="4657575" y="5162271"/>
                  <a:pt x="4663671" y="5161001"/>
                </a:cubicBezTo>
                <a:cubicBezTo>
                  <a:pt x="4668751" y="5159985"/>
                  <a:pt x="4674085" y="5158969"/>
                  <a:pt x="4677642" y="5154397"/>
                </a:cubicBezTo>
                <a:cubicBezTo>
                  <a:pt x="4680055" y="5151222"/>
                  <a:pt x="4679546" y="5144618"/>
                  <a:pt x="4683737" y="5140173"/>
                </a:cubicBezTo>
                <a:cubicBezTo>
                  <a:pt x="4691231" y="5132426"/>
                  <a:pt x="4699867" y="5131410"/>
                  <a:pt x="4706217" y="5128743"/>
                </a:cubicBezTo>
                <a:cubicBezTo>
                  <a:pt x="4714471" y="5125187"/>
                  <a:pt x="4719424" y="5120361"/>
                  <a:pt x="4724377" y="5111852"/>
                </a:cubicBezTo>
                <a:cubicBezTo>
                  <a:pt x="4729076" y="5103978"/>
                  <a:pt x="4731109" y="5094326"/>
                  <a:pt x="4725901" y="5089500"/>
                </a:cubicBezTo>
                <a:cubicBezTo>
                  <a:pt x="4722092" y="5085944"/>
                  <a:pt x="4715614" y="5084166"/>
                  <a:pt x="4706217" y="5087214"/>
                </a:cubicBezTo>
                <a:close/>
                <a:moveTo>
                  <a:pt x="4234538" y="5017872"/>
                </a:moveTo>
                <a:cubicBezTo>
                  <a:pt x="4226919" y="5021428"/>
                  <a:pt x="4224379" y="5024984"/>
                  <a:pt x="4220314" y="5030064"/>
                </a:cubicBezTo>
                <a:cubicBezTo>
                  <a:pt x="4216505" y="5034636"/>
                  <a:pt x="4210155" y="5037938"/>
                  <a:pt x="4203043" y="5042510"/>
                </a:cubicBezTo>
                <a:cubicBezTo>
                  <a:pt x="4196693" y="5046701"/>
                  <a:pt x="4192628" y="5049622"/>
                  <a:pt x="4188184" y="5050511"/>
                </a:cubicBezTo>
                <a:cubicBezTo>
                  <a:pt x="4183231" y="5051654"/>
                  <a:pt x="4179294" y="5052670"/>
                  <a:pt x="4173578" y="5057369"/>
                </a:cubicBezTo>
                <a:cubicBezTo>
                  <a:pt x="4169260" y="5061052"/>
                  <a:pt x="4166721" y="5065878"/>
                  <a:pt x="4165070" y="5071339"/>
                </a:cubicBezTo>
                <a:cubicBezTo>
                  <a:pt x="4163037" y="5077943"/>
                  <a:pt x="4164688" y="5080737"/>
                  <a:pt x="4168371" y="5084039"/>
                </a:cubicBezTo>
                <a:cubicBezTo>
                  <a:pt x="4174595" y="5089754"/>
                  <a:pt x="4186278" y="5088103"/>
                  <a:pt x="4190088" y="5086579"/>
                </a:cubicBezTo>
                <a:cubicBezTo>
                  <a:pt x="4197200" y="5083531"/>
                  <a:pt x="4201519" y="5080610"/>
                  <a:pt x="4205963" y="5076419"/>
                </a:cubicBezTo>
                <a:cubicBezTo>
                  <a:pt x="4209265" y="5073244"/>
                  <a:pt x="4211551" y="5067402"/>
                  <a:pt x="4218283" y="5062576"/>
                </a:cubicBezTo>
                <a:cubicBezTo>
                  <a:pt x="4225648" y="5057369"/>
                  <a:pt x="4232380" y="5055972"/>
                  <a:pt x="4236951" y="5053813"/>
                </a:cubicBezTo>
                <a:cubicBezTo>
                  <a:pt x="4244571" y="5050257"/>
                  <a:pt x="4252319" y="5049749"/>
                  <a:pt x="4256509" y="5043272"/>
                </a:cubicBezTo>
                <a:cubicBezTo>
                  <a:pt x="4258922" y="5039335"/>
                  <a:pt x="4256763" y="5032858"/>
                  <a:pt x="4257018" y="5028286"/>
                </a:cubicBezTo>
                <a:cubicBezTo>
                  <a:pt x="4257145" y="5023206"/>
                  <a:pt x="4254477" y="5021174"/>
                  <a:pt x="4251175" y="5018253"/>
                </a:cubicBezTo>
                <a:cubicBezTo>
                  <a:pt x="4246222" y="5013935"/>
                  <a:pt x="4241650" y="5014443"/>
                  <a:pt x="4234538" y="5017872"/>
                </a:cubicBezTo>
                <a:close/>
                <a:moveTo>
                  <a:pt x="4711043" y="4968850"/>
                </a:moveTo>
                <a:cubicBezTo>
                  <a:pt x="4707613" y="4967072"/>
                  <a:pt x="4703042" y="4967580"/>
                  <a:pt x="4699739" y="4969612"/>
                </a:cubicBezTo>
                <a:cubicBezTo>
                  <a:pt x="4694913" y="4972406"/>
                  <a:pt x="4690087" y="4978248"/>
                  <a:pt x="4685515" y="4983836"/>
                </a:cubicBezTo>
                <a:cubicBezTo>
                  <a:pt x="4681197" y="4989043"/>
                  <a:pt x="4677514" y="4995139"/>
                  <a:pt x="4674847" y="5000727"/>
                </a:cubicBezTo>
                <a:cubicBezTo>
                  <a:pt x="4671037" y="5008601"/>
                  <a:pt x="4670148" y="5015840"/>
                  <a:pt x="4673959" y="5019269"/>
                </a:cubicBezTo>
                <a:cubicBezTo>
                  <a:pt x="4679673" y="5024476"/>
                  <a:pt x="4687421" y="5025619"/>
                  <a:pt x="4694279" y="5022063"/>
                </a:cubicBezTo>
                <a:cubicBezTo>
                  <a:pt x="4699994" y="5019142"/>
                  <a:pt x="4702787" y="5011014"/>
                  <a:pt x="4707486" y="5005172"/>
                </a:cubicBezTo>
                <a:cubicBezTo>
                  <a:pt x="4712185" y="4999457"/>
                  <a:pt x="4720440" y="4995266"/>
                  <a:pt x="4722472" y="4989297"/>
                </a:cubicBezTo>
                <a:cubicBezTo>
                  <a:pt x="4723743" y="4985233"/>
                  <a:pt x="4717138" y="4971898"/>
                  <a:pt x="4711043" y="4968850"/>
                </a:cubicBezTo>
                <a:close/>
                <a:moveTo>
                  <a:pt x="4428595" y="4965668"/>
                </a:moveTo>
                <a:cubicBezTo>
                  <a:pt x="4424784" y="4966811"/>
                  <a:pt x="4420467" y="4968971"/>
                  <a:pt x="4415895" y="4971637"/>
                </a:cubicBezTo>
                <a:cubicBezTo>
                  <a:pt x="4409925" y="4975066"/>
                  <a:pt x="4402940" y="4978877"/>
                  <a:pt x="4396718" y="4984718"/>
                </a:cubicBezTo>
                <a:cubicBezTo>
                  <a:pt x="4391130" y="4989798"/>
                  <a:pt x="4385922" y="4995641"/>
                  <a:pt x="4381096" y="5001991"/>
                </a:cubicBezTo>
                <a:cubicBezTo>
                  <a:pt x="4376271" y="5008214"/>
                  <a:pt x="4373476" y="5015579"/>
                  <a:pt x="4370301" y="5022437"/>
                </a:cubicBezTo>
                <a:cubicBezTo>
                  <a:pt x="4368650" y="5025993"/>
                  <a:pt x="4367254" y="5032343"/>
                  <a:pt x="4365730" y="5038693"/>
                </a:cubicBezTo>
                <a:cubicBezTo>
                  <a:pt x="4364206" y="5044916"/>
                  <a:pt x="4360142" y="5051266"/>
                  <a:pt x="4363697" y="5055330"/>
                </a:cubicBezTo>
                <a:cubicBezTo>
                  <a:pt x="4367254" y="5059522"/>
                  <a:pt x="4374873" y="5059267"/>
                  <a:pt x="4381096" y="5056601"/>
                </a:cubicBezTo>
                <a:cubicBezTo>
                  <a:pt x="4386176" y="5054315"/>
                  <a:pt x="4387573" y="5051140"/>
                  <a:pt x="4390240" y="5044916"/>
                </a:cubicBezTo>
                <a:cubicBezTo>
                  <a:pt x="4392146" y="5040598"/>
                  <a:pt x="4395829" y="5036153"/>
                  <a:pt x="4399511" y="5030692"/>
                </a:cubicBezTo>
                <a:cubicBezTo>
                  <a:pt x="4402559" y="5026374"/>
                  <a:pt x="4406115" y="5023327"/>
                  <a:pt x="4408909" y="5020278"/>
                </a:cubicBezTo>
                <a:cubicBezTo>
                  <a:pt x="4412593" y="5016468"/>
                  <a:pt x="4416530" y="5014310"/>
                  <a:pt x="4419959" y="5011897"/>
                </a:cubicBezTo>
                <a:cubicBezTo>
                  <a:pt x="4424022" y="5009229"/>
                  <a:pt x="4425800" y="5003260"/>
                  <a:pt x="4429864" y="5000847"/>
                </a:cubicBezTo>
                <a:cubicBezTo>
                  <a:pt x="4433801" y="4998435"/>
                  <a:pt x="4435325" y="4996529"/>
                  <a:pt x="4437358" y="4991577"/>
                </a:cubicBezTo>
                <a:cubicBezTo>
                  <a:pt x="4439135" y="4987385"/>
                  <a:pt x="4442310" y="4983576"/>
                  <a:pt x="4442057" y="4978496"/>
                </a:cubicBezTo>
                <a:cubicBezTo>
                  <a:pt x="4441802" y="4972653"/>
                  <a:pt x="4440913" y="4967954"/>
                  <a:pt x="4437611" y="4965922"/>
                </a:cubicBezTo>
                <a:cubicBezTo>
                  <a:pt x="4435325" y="4964526"/>
                  <a:pt x="4432277" y="4964526"/>
                  <a:pt x="4428595" y="4965668"/>
                </a:cubicBezTo>
                <a:close/>
                <a:moveTo>
                  <a:pt x="4608426" y="4939005"/>
                </a:moveTo>
                <a:cubicBezTo>
                  <a:pt x="4600552" y="4941926"/>
                  <a:pt x="4599536" y="4952086"/>
                  <a:pt x="4595092" y="4956785"/>
                </a:cubicBezTo>
                <a:cubicBezTo>
                  <a:pt x="4590900" y="4961103"/>
                  <a:pt x="4582392" y="4961484"/>
                  <a:pt x="4574771" y="4965421"/>
                </a:cubicBezTo>
                <a:cubicBezTo>
                  <a:pt x="4568168" y="4968977"/>
                  <a:pt x="4563087" y="4968596"/>
                  <a:pt x="4559405" y="4970374"/>
                </a:cubicBezTo>
                <a:cubicBezTo>
                  <a:pt x="4555213" y="4972279"/>
                  <a:pt x="4552546" y="4975581"/>
                  <a:pt x="4546450" y="4979772"/>
                </a:cubicBezTo>
                <a:cubicBezTo>
                  <a:pt x="4541751" y="4983074"/>
                  <a:pt x="4540100" y="4988916"/>
                  <a:pt x="4537942" y="4994123"/>
                </a:cubicBezTo>
                <a:cubicBezTo>
                  <a:pt x="4535274" y="5000473"/>
                  <a:pt x="4534894" y="5004537"/>
                  <a:pt x="4538196" y="5008220"/>
                </a:cubicBezTo>
                <a:cubicBezTo>
                  <a:pt x="4543910" y="5014316"/>
                  <a:pt x="4555340" y="5006569"/>
                  <a:pt x="4559277" y="5005426"/>
                </a:cubicBezTo>
                <a:cubicBezTo>
                  <a:pt x="4566644" y="5003140"/>
                  <a:pt x="4572867" y="5006442"/>
                  <a:pt x="4577693" y="5002632"/>
                </a:cubicBezTo>
                <a:cubicBezTo>
                  <a:pt x="4581375" y="4999711"/>
                  <a:pt x="4583408" y="4992726"/>
                  <a:pt x="4590393" y="4988535"/>
                </a:cubicBezTo>
                <a:cubicBezTo>
                  <a:pt x="4598139" y="4983963"/>
                  <a:pt x="4604489" y="4981169"/>
                  <a:pt x="4609443" y="4979391"/>
                </a:cubicBezTo>
                <a:cubicBezTo>
                  <a:pt x="4617317" y="4976470"/>
                  <a:pt x="4623539" y="4978121"/>
                  <a:pt x="4628238" y="4972025"/>
                </a:cubicBezTo>
                <a:cubicBezTo>
                  <a:pt x="4631033" y="4968342"/>
                  <a:pt x="4633826" y="4963770"/>
                  <a:pt x="4634843" y="4959071"/>
                </a:cubicBezTo>
                <a:cubicBezTo>
                  <a:pt x="4635859" y="4953737"/>
                  <a:pt x="4632684" y="4950308"/>
                  <a:pt x="4629509" y="4947133"/>
                </a:cubicBezTo>
                <a:cubicBezTo>
                  <a:pt x="4625063" y="4942307"/>
                  <a:pt x="4615793" y="4936211"/>
                  <a:pt x="4608426" y="4939005"/>
                </a:cubicBezTo>
                <a:close/>
                <a:moveTo>
                  <a:pt x="4136748" y="4876267"/>
                </a:moveTo>
                <a:cubicBezTo>
                  <a:pt x="4132811" y="4875759"/>
                  <a:pt x="4127985" y="4876267"/>
                  <a:pt x="4122906" y="4878680"/>
                </a:cubicBezTo>
                <a:cubicBezTo>
                  <a:pt x="4116683" y="4881601"/>
                  <a:pt x="4111729" y="4889729"/>
                  <a:pt x="4105125" y="4893920"/>
                </a:cubicBezTo>
                <a:cubicBezTo>
                  <a:pt x="4098521" y="4898238"/>
                  <a:pt x="4091917" y="4902810"/>
                  <a:pt x="4086584" y="4907128"/>
                </a:cubicBezTo>
                <a:cubicBezTo>
                  <a:pt x="4083409" y="4909668"/>
                  <a:pt x="4073121" y="4915383"/>
                  <a:pt x="4065628" y="4923257"/>
                </a:cubicBezTo>
                <a:cubicBezTo>
                  <a:pt x="4058009" y="4931004"/>
                  <a:pt x="4054198" y="4940783"/>
                  <a:pt x="4055976" y="4946752"/>
                </a:cubicBezTo>
                <a:cubicBezTo>
                  <a:pt x="4057246" y="4951070"/>
                  <a:pt x="4062961" y="4949927"/>
                  <a:pt x="4069565" y="4948403"/>
                </a:cubicBezTo>
                <a:cubicBezTo>
                  <a:pt x="4074391" y="4947387"/>
                  <a:pt x="4081376" y="4948784"/>
                  <a:pt x="4085313" y="4945609"/>
                </a:cubicBezTo>
                <a:cubicBezTo>
                  <a:pt x="4091536" y="4940783"/>
                  <a:pt x="4098013" y="4936211"/>
                  <a:pt x="4103983" y="4931385"/>
                </a:cubicBezTo>
                <a:cubicBezTo>
                  <a:pt x="4110206" y="4926051"/>
                  <a:pt x="4117825" y="4922749"/>
                  <a:pt x="4123286" y="4917796"/>
                </a:cubicBezTo>
                <a:cubicBezTo>
                  <a:pt x="4129763" y="4911827"/>
                  <a:pt x="4132303" y="4902937"/>
                  <a:pt x="4136621" y="4897857"/>
                </a:cubicBezTo>
                <a:cubicBezTo>
                  <a:pt x="4144876" y="4888586"/>
                  <a:pt x="4148559" y="4883379"/>
                  <a:pt x="4145131" y="4879823"/>
                </a:cubicBezTo>
                <a:cubicBezTo>
                  <a:pt x="4143734" y="4878299"/>
                  <a:pt x="4140685" y="4876775"/>
                  <a:pt x="4136748" y="4876267"/>
                </a:cubicBezTo>
                <a:close/>
                <a:moveTo>
                  <a:pt x="4322931" y="4821397"/>
                </a:moveTo>
                <a:cubicBezTo>
                  <a:pt x="4319247" y="4819872"/>
                  <a:pt x="4313786" y="4824826"/>
                  <a:pt x="4308452" y="4828762"/>
                </a:cubicBezTo>
                <a:lnTo>
                  <a:pt x="4308452" y="4828890"/>
                </a:lnTo>
                <a:cubicBezTo>
                  <a:pt x="4303754" y="4832446"/>
                  <a:pt x="4296642" y="4835240"/>
                  <a:pt x="4291181" y="4840701"/>
                </a:cubicBezTo>
                <a:cubicBezTo>
                  <a:pt x="4286482" y="4845399"/>
                  <a:pt x="4284958" y="4853781"/>
                  <a:pt x="4280259" y="4858989"/>
                </a:cubicBezTo>
                <a:cubicBezTo>
                  <a:pt x="4275686" y="4864322"/>
                  <a:pt x="4272765" y="4870672"/>
                  <a:pt x="4268701" y="4876006"/>
                </a:cubicBezTo>
                <a:cubicBezTo>
                  <a:pt x="4264257" y="4882103"/>
                  <a:pt x="4257145" y="4885659"/>
                  <a:pt x="4254096" y="4890866"/>
                </a:cubicBezTo>
                <a:cubicBezTo>
                  <a:pt x="4249017" y="4899883"/>
                  <a:pt x="4245080" y="4908010"/>
                  <a:pt x="4247620" y="4911059"/>
                </a:cubicBezTo>
                <a:cubicBezTo>
                  <a:pt x="4251684" y="4915885"/>
                  <a:pt x="4257652" y="4909661"/>
                  <a:pt x="4265781" y="4905216"/>
                </a:cubicBezTo>
                <a:cubicBezTo>
                  <a:pt x="4271114" y="4902296"/>
                  <a:pt x="4280132" y="4903311"/>
                  <a:pt x="4285973" y="4898231"/>
                </a:cubicBezTo>
                <a:cubicBezTo>
                  <a:pt x="4290926" y="4893786"/>
                  <a:pt x="4296007" y="4888453"/>
                  <a:pt x="4300833" y="4883118"/>
                </a:cubicBezTo>
                <a:cubicBezTo>
                  <a:pt x="4305532" y="4877911"/>
                  <a:pt x="4310993" y="4872959"/>
                  <a:pt x="4315057" y="4867497"/>
                </a:cubicBezTo>
                <a:cubicBezTo>
                  <a:pt x="4319629" y="4861528"/>
                  <a:pt x="4322169" y="4854416"/>
                  <a:pt x="4325344" y="4848955"/>
                </a:cubicBezTo>
                <a:cubicBezTo>
                  <a:pt x="4329154" y="4842352"/>
                  <a:pt x="4329408" y="4824191"/>
                  <a:pt x="4322931" y="4821397"/>
                </a:cubicBezTo>
                <a:close/>
                <a:moveTo>
                  <a:pt x="4621761" y="4809966"/>
                </a:moveTo>
                <a:cubicBezTo>
                  <a:pt x="4617951" y="4810221"/>
                  <a:pt x="4614142" y="4811364"/>
                  <a:pt x="4611601" y="4812760"/>
                </a:cubicBezTo>
                <a:cubicBezTo>
                  <a:pt x="4606395" y="4815809"/>
                  <a:pt x="4603600" y="4819237"/>
                  <a:pt x="4600552" y="4822540"/>
                </a:cubicBezTo>
                <a:cubicBezTo>
                  <a:pt x="4597759" y="4825715"/>
                  <a:pt x="4594075" y="4828254"/>
                  <a:pt x="4589504" y="4832191"/>
                </a:cubicBezTo>
                <a:cubicBezTo>
                  <a:pt x="4580740" y="4839558"/>
                  <a:pt x="4583026" y="4844129"/>
                  <a:pt x="4576549" y="4851877"/>
                </a:cubicBezTo>
                <a:cubicBezTo>
                  <a:pt x="4573756" y="4855178"/>
                  <a:pt x="4572232" y="4858735"/>
                  <a:pt x="4572485" y="4864068"/>
                </a:cubicBezTo>
                <a:cubicBezTo>
                  <a:pt x="4572612" y="4869529"/>
                  <a:pt x="4571977" y="4875626"/>
                  <a:pt x="4575660" y="4878292"/>
                </a:cubicBezTo>
                <a:cubicBezTo>
                  <a:pt x="4582392" y="4883246"/>
                  <a:pt x="4594075" y="4877022"/>
                  <a:pt x="4596870" y="4875753"/>
                </a:cubicBezTo>
                <a:lnTo>
                  <a:pt x="4596870" y="4875626"/>
                </a:lnTo>
                <a:cubicBezTo>
                  <a:pt x="4605886" y="4871308"/>
                  <a:pt x="4606902" y="4867624"/>
                  <a:pt x="4616555" y="4858227"/>
                </a:cubicBezTo>
                <a:cubicBezTo>
                  <a:pt x="4621126" y="4853781"/>
                  <a:pt x="4621126" y="4847304"/>
                  <a:pt x="4623539" y="4844384"/>
                </a:cubicBezTo>
                <a:cubicBezTo>
                  <a:pt x="4627476" y="4839685"/>
                  <a:pt x="4632302" y="4838034"/>
                  <a:pt x="4633192" y="4832827"/>
                </a:cubicBezTo>
                <a:cubicBezTo>
                  <a:pt x="4634334" y="4825460"/>
                  <a:pt x="4639034" y="4816824"/>
                  <a:pt x="4632175" y="4811998"/>
                </a:cubicBezTo>
                <a:cubicBezTo>
                  <a:pt x="4629635" y="4810221"/>
                  <a:pt x="4625698" y="4809712"/>
                  <a:pt x="4621761" y="4809966"/>
                </a:cubicBezTo>
                <a:close/>
                <a:moveTo>
                  <a:pt x="4500858" y="4806163"/>
                </a:moveTo>
                <a:cubicBezTo>
                  <a:pt x="4494126" y="4807052"/>
                  <a:pt x="4487522" y="4813656"/>
                  <a:pt x="4479521" y="4816577"/>
                </a:cubicBezTo>
                <a:cubicBezTo>
                  <a:pt x="4472536" y="4819244"/>
                  <a:pt x="4463900" y="4819244"/>
                  <a:pt x="4457170" y="4823181"/>
                </a:cubicBezTo>
                <a:cubicBezTo>
                  <a:pt x="4450438" y="4827118"/>
                  <a:pt x="4445359" y="4833722"/>
                  <a:pt x="4439897" y="4838929"/>
                </a:cubicBezTo>
                <a:cubicBezTo>
                  <a:pt x="4436976" y="4841469"/>
                  <a:pt x="4433294" y="4846930"/>
                  <a:pt x="4429484" y="4852264"/>
                </a:cubicBezTo>
                <a:cubicBezTo>
                  <a:pt x="4425673" y="4857344"/>
                  <a:pt x="4420974" y="4861535"/>
                  <a:pt x="4422625" y="4866615"/>
                </a:cubicBezTo>
                <a:lnTo>
                  <a:pt x="4422752" y="4866742"/>
                </a:lnTo>
                <a:cubicBezTo>
                  <a:pt x="4424531" y="4872076"/>
                  <a:pt x="4430626" y="4879188"/>
                  <a:pt x="4437358" y="4879061"/>
                </a:cubicBezTo>
                <a:cubicBezTo>
                  <a:pt x="4442946" y="4878807"/>
                  <a:pt x="4444215" y="4871695"/>
                  <a:pt x="4448660" y="4866488"/>
                </a:cubicBezTo>
                <a:cubicBezTo>
                  <a:pt x="4451835" y="4862805"/>
                  <a:pt x="4457170" y="4859630"/>
                  <a:pt x="4462758" y="4855947"/>
                </a:cubicBezTo>
                <a:cubicBezTo>
                  <a:pt x="4467202" y="4853026"/>
                  <a:pt x="4472283" y="4852645"/>
                  <a:pt x="4476220" y="4851121"/>
                </a:cubicBezTo>
                <a:cubicBezTo>
                  <a:pt x="4481172" y="4849343"/>
                  <a:pt x="4485363" y="4847184"/>
                  <a:pt x="4489427" y="4846295"/>
                </a:cubicBezTo>
                <a:cubicBezTo>
                  <a:pt x="4494381" y="4845152"/>
                  <a:pt x="4499714" y="4847819"/>
                  <a:pt x="4503906" y="4846676"/>
                </a:cubicBezTo>
                <a:cubicBezTo>
                  <a:pt x="4507970" y="4845406"/>
                  <a:pt x="4513049" y="4842739"/>
                  <a:pt x="4516859" y="4838929"/>
                </a:cubicBezTo>
                <a:cubicBezTo>
                  <a:pt x="4519908" y="4835754"/>
                  <a:pt x="4522956" y="4830674"/>
                  <a:pt x="4524860" y="4826356"/>
                </a:cubicBezTo>
                <a:cubicBezTo>
                  <a:pt x="4527273" y="4821276"/>
                  <a:pt x="4527909" y="4813783"/>
                  <a:pt x="4525622" y="4810608"/>
                </a:cubicBezTo>
                <a:cubicBezTo>
                  <a:pt x="4522574" y="4806417"/>
                  <a:pt x="4511398" y="4804639"/>
                  <a:pt x="4500858" y="4806163"/>
                </a:cubicBezTo>
                <a:close/>
                <a:moveTo>
                  <a:pt x="4031084" y="4731989"/>
                </a:moveTo>
                <a:cubicBezTo>
                  <a:pt x="4027401" y="4733131"/>
                  <a:pt x="4023337" y="4735798"/>
                  <a:pt x="4019020" y="4739228"/>
                </a:cubicBezTo>
                <a:cubicBezTo>
                  <a:pt x="4014574" y="4742784"/>
                  <a:pt x="4009367" y="4747991"/>
                  <a:pt x="4002509" y="4752816"/>
                </a:cubicBezTo>
                <a:cubicBezTo>
                  <a:pt x="3997175" y="4756499"/>
                  <a:pt x="3989936" y="4757770"/>
                  <a:pt x="3982824" y="4761326"/>
                </a:cubicBezTo>
                <a:cubicBezTo>
                  <a:pt x="3976601" y="4764373"/>
                  <a:pt x="3972919" y="4770597"/>
                  <a:pt x="3968092" y="4773264"/>
                </a:cubicBezTo>
                <a:cubicBezTo>
                  <a:pt x="3962504" y="4776185"/>
                  <a:pt x="3953614" y="4775803"/>
                  <a:pt x="3949677" y="4781265"/>
                </a:cubicBezTo>
                <a:lnTo>
                  <a:pt x="3949677" y="4781391"/>
                </a:lnTo>
                <a:cubicBezTo>
                  <a:pt x="3944724" y="4788249"/>
                  <a:pt x="3942438" y="4803235"/>
                  <a:pt x="3946502" y="4808570"/>
                </a:cubicBezTo>
                <a:cubicBezTo>
                  <a:pt x="3949550" y="4812506"/>
                  <a:pt x="3958059" y="4812506"/>
                  <a:pt x="3964917" y="4811236"/>
                </a:cubicBezTo>
                <a:cubicBezTo>
                  <a:pt x="3971013" y="4810093"/>
                  <a:pt x="3977109" y="4806537"/>
                  <a:pt x="3981300" y="4804633"/>
                </a:cubicBezTo>
                <a:cubicBezTo>
                  <a:pt x="3988666" y="4801330"/>
                  <a:pt x="3993620" y="4794346"/>
                  <a:pt x="4000096" y="4789901"/>
                </a:cubicBezTo>
                <a:cubicBezTo>
                  <a:pt x="4006954" y="4785074"/>
                  <a:pt x="4015971" y="4783678"/>
                  <a:pt x="4021306" y="4778343"/>
                </a:cubicBezTo>
                <a:cubicBezTo>
                  <a:pt x="4027656" y="4771993"/>
                  <a:pt x="4033624" y="4765643"/>
                  <a:pt x="4037053" y="4759674"/>
                </a:cubicBezTo>
                <a:cubicBezTo>
                  <a:pt x="4042387" y="4750403"/>
                  <a:pt x="4044292" y="4739228"/>
                  <a:pt x="4040228" y="4734147"/>
                </a:cubicBezTo>
                <a:cubicBezTo>
                  <a:pt x="4037942" y="4731227"/>
                  <a:pt x="4034767" y="4730718"/>
                  <a:pt x="4031084" y="4731989"/>
                </a:cubicBezTo>
                <a:close/>
                <a:moveTo>
                  <a:pt x="4210027" y="4690339"/>
                </a:moveTo>
                <a:cubicBezTo>
                  <a:pt x="4207360" y="4691228"/>
                  <a:pt x="4204694" y="4693641"/>
                  <a:pt x="4201137" y="4697705"/>
                </a:cubicBezTo>
                <a:cubicBezTo>
                  <a:pt x="4197327" y="4702150"/>
                  <a:pt x="4194660" y="4709516"/>
                  <a:pt x="4188819" y="4715612"/>
                </a:cubicBezTo>
                <a:cubicBezTo>
                  <a:pt x="4184373" y="4720311"/>
                  <a:pt x="4178532" y="4724629"/>
                  <a:pt x="4172309" y="4729582"/>
                </a:cubicBezTo>
                <a:cubicBezTo>
                  <a:pt x="4166721" y="4733900"/>
                  <a:pt x="4162148" y="4737837"/>
                  <a:pt x="4157958" y="4741393"/>
                </a:cubicBezTo>
                <a:cubicBezTo>
                  <a:pt x="4153132" y="4745330"/>
                  <a:pt x="4146020" y="4747616"/>
                  <a:pt x="4143225" y="4753839"/>
                </a:cubicBezTo>
                <a:lnTo>
                  <a:pt x="4143352" y="4753839"/>
                </a:lnTo>
                <a:cubicBezTo>
                  <a:pt x="4139796" y="4761586"/>
                  <a:pt x="4139288" y="4775302"/>
                  <a:pt x="4144369" y="4779874"/>
                </a:cubicBezTo>
                <a:cubicBezTo>
                  <a:pt x="4148051" y="4783049"/>
                  <a:pt x="4155671" y="4781144"/>
                  <a:pt x="4162148" y="4778604"/>
                </a:cubicBezTo>
                <a:cubicBezTo>
                  <a:pt x="4167863" y="4776191"/>
                  <a:pt x="4172182" y="4770476"/>
                  <a:pt x="4175864" y="4767809"/>
                </a:cubicBezTo>
                <a:cubicBezTo>
                  <a:pt x="4182469" y="4763237"/>
                  <a:pt x="4189961" y="4759681"/>
                  <a:pt x="4195422" y="4754093"/>
                </a:cubicBezTo>
                <a:cubicBezTo>
                  <a:pt x="4201137" y="4747997"/>
                  <a:pt x="4204185" y="4740250"/>
                  <a:pt x="4208376" y="4733900"/>
                </a:cubicBezTo>
                <a:cubicBezTo>
                  <a:pt x="4213330" y="4726534"/>
                  <a:pt x="4217139" y="4719803"/>
                  <a:pt x="4219298" y="4713199"/>
                </a:cubicBezTo>
                <a:cubicBezTo>
                  <a:pt x="4222600" y="4703039"/>
                  <a:pt x="4222855" y="4697070"/>
                  <a:pt x="4217901" y="4692879"/>
                </a:cubicBezTo>
                <a:cubicBezTo>
                  <a:pt x="4214981" y="4690339"/>
                  <a:pt x="4212568" y="4689577"/>
                  <a:pt x="4210027" y="4690339"/>
                </a:cubicBezTo>
                <a:close/>
                <a:moveTo>
                  <a:pt x="4524098" y="4663154"/>
                </a:moveTo>
                <a:cubicBezTo>
                  <a:pt x="4518637" y="4666710"/>
                  <a:pt x="4512796" y="4667472"/>
                  <a:pt x="4509621" y="4671283"/>
                </a:cubicBezTo>
                <a:cubicBezTo>
                  <a:pt x="4506572" y="4674839"/>
                  <a:pt x="4506954" y="4682078"/>
                  <a:pt x="4502127" y="4686649"/>
                </a:cubicBezTo>
                <a:cubicBezTo>
                  <a:pt x="4492857" y="4695159"/>
                  <a:pt x="4488793" y="4693889"/>
                  <a:pt x="4481808" y="4702524"/>
                </a:cubicBezTo>
                <a:cubicBezTo>
                  <a:pt x="4478759" y="4706335"/>
                  <a:pt x="4476473" y="4712430"/>
                  <a:pt x="4477235" y="4717765"/>
                </a:cubicBezTo>
                <a:cubicBezTo>
                  <a:pt x="4477997" y="4723098"/>
                  <a:pt x="4483332" y="4726654"/>
                  <a:pt x="4487142" y="4729195"/>
                </a:cubicBezTo>
                <a:cubicBezTo>
                  <a:pt x="4494126" y="4733766"/>
                  <a:pt x="4502889" y="4729448"/>
                  <a:pt x="4505810" y="4727797"/>
                </a:cubicBezTo>
                <a:lnTo>
                  <a:pt x="4505810" y="4727924"/>
                </a:lnTo>
                <a:cubicBezTo>
                  <a:pt x="4511145" y="4724877"/>
                  <a:pt x="4515589" y="4724115"/>
                  <a:pt x="4517748" y="4719542"/>
                </a:cubicBezTo>
                <a:cubicBezTo>
                  <a:pt x="4519526" y="4715986"/>
                  <a:pt x="4518002" y="4709255"/>
                  <a:pt x="4522574" y="4704429"/>
                </a:cubicBezTo>
                <a:cubicBezTo>
                  <a:pt x="4527400" y="4699349"/>
                  <a:pt x="4534767" y="4700239"/>
                  <a:pt x="4538196" y="4698206"/>
                </a:cubicBezTo>
                <a:cubicBezTo>
                  <a:pt x="4543910" y="4694778"/>
                  <a:pt x="4549245" y="4692110"/>
                  <a:pt x="4551149" y="4686141"/>
                </a:cubicBezTo>
                <a:cubicBezTo>
                  <a:pt x="4553435" y="4678522"/>
                  <a:pt x="4548483" y="4668742"/>
                  <a:pt x="4541497" y="4664043"/>
                </a:cubicBezTo>
                <a:cubicBezTo>
                  <a:pt x="4536036" y="4660615"/>
                  <a:pt x="4529306" y="4659726"/>
                  <a:pt x="4524098" y="4663154"/>
                </a:cubicBezTo>
                <a:close/>
                <a:moveTo>
                  <a:pt x="4385922" y="4657312"/>
                </a:moveTo>
                <a:cubicBezTo>
                  <a:pt x="4380715" y="4659853"/>
                  <a:pt x="4376524" y="4667727"/>
                  <a:pt x="4370174" y="4672045"/>
                </a:cubicBezTo>
                <a:cubicBezTo>
                  <a:pt x="4364586" y="4675601"/>
                  <a:pt x="4357983" y="4678522"/>
                  <a:pt x="4352395" y="4682966"/>
                </a:cubicBezTo>
                <a:cubicBezTo>
                  <a:pt x="4346807" y="4687158"/>
                  <a:pt x="4343759" y="4694523"/>
                  <a:pt x="4338806" y="4698968"/>
                </a:cubicBezTo>
                <a:cubicBezTo>
                  <a:pt x="4333090" y="4704048"/>
                  <a:pt x="4326359" y="4707097"/>
                  <a:pt x="4322296" y="4711668"/>
                </a:cubicBezTo>
                <a:cubicBezTo>
                  <a:pt x="4315564" y="4719542"/>
                  <a:pt x="4312135" y="4726654"/>
                  <a:pt x="4313913" y="4730210"/>
                </a:cubicBezTo>
                <a:cubicBezTo>
                  <a:pt x="4316961" y="4735672"/>
                  <a:pt x="4324455" y="4737196"/>
                  <a:pt x="4333471" y="4734402"/>
                </a:cubicBezTo>
                <a:cubicBezTo>
                  <a:pt x="4339059" y="4732623"/>
                  <a:pt x="4346807" y="4730846"/>
                  <a:pt x="4353537" y="4726909"/>
                </a:cubicBezTo>
                <a:cubicBezTo>
                  <a:pt x="4359252" y="4723606"/>
                  <a:pt x="4363951" y="4717510"/>
                  <a:pt x="4369794" y="4713192"/>
                </a:cubicBezTo>
                <a:cubicBezTo>
                  <a:pt x="4375382" y="4709002"/>
                  <a:pt x="4382494" y="4706208"/>
                  <a:pt x="4387573" y="4701635"/>
                </a:cubicBezTo>
                <a:cubicBezTo>
                  <a:pt x="4393161" y="4696683"/>
                  <a:pt x="4395956" y="4689190"/>
                  <a:pt x="4400146" y="4684491"/>
                </a:cubicBezTo>
                <a:cubicBezTo>
                  <a:pt x="4405099" y="4678776"/>
                  <a:pt x="4407005" y="4665822"/>
                  <a:pt x="4401162" y="4661885"/>
                </a:cubicBezTo>
                <a:cubicBezTo>
                  <a:pt x="4397860" y="4659598"/>
                  <a:pt x="4391892" y="4654391"/>
                  <a:pt x="4385922" y="4657312"/>
                </a:cubicBezTo>
                <a:close/>
                <a:moveTo>
                  <a:pt x="3937485" y="4602956"/>
                </a:moveTo>
                <a:cubicBezTo>
                  <a:pt x="3934564" y="4599909"/>
                  <a:pt x="3924404" y="4606512"/>
                  <a:pt x="3914245" y="4611466"/>
                </a:cubicBezTo>
                <a:cubicBezTo>
                  <a:pt x="3908021" y="4614386"/>
                  <a:pt x="3899259" y="4614895"/>
                  <a:pt x="3892654" y="4619212"/>
                </a:cubicBezTo>
                <a:cubicBezTo>
                  <a:pt x="3885923" y="4623403"/>
                  <a:pt x="3877669" y="4626071"/>
                  <a:pt x="3872208" y="4630261"/>
                </a:cubicBezTo>
                <a:cubicBezTo>
                  <a:pt x="3869033" y="4632802"/>
                  <a:pt x="3862301" y="4642835"/>
                  <a:pt x="3854809" y="4650581"/>
                </a:cubicBezTo>
                <a:cubicBezTo>
                  <a:pt x="3847188" y="4658455"/>
                  <a:pt x="3840203" y="4668489"/>
                  <a:pt x="3841854" y="4674330"/>
                </a:cubicBezTo>
                <a:cubicBezTo>
                  <a:pt x="3843124" y="4678648"/>
                  <a:pt x="3850745" y="4676235"/>
                  <a:pt x="3858110" y="4675473"/>
                </a:cubicBezTo>
                <a:cubicBezTo>
                  <a:pt x="3863698" y="4674711"/>
                  <a:pt x="3869540" y="4675347"/>
                  <a:pt x="3873732" y="4672172"/>
                </a:cubicBezTo>
                <a:cubicBezTo>
                  <a:pt x="3879954" y="4667346"/>
                  <a:pt x="3885034" y="4661122"/>
                  <a:pt x="3890876" y="4656297"/>
                </a:cubicBezTo>
                <a:cubicBezTo>
                  <a:pt x="3897226" y="4651090"/>
                  <a:pt x="3903576" y="4646391"/>
                  <a:pt x="3909037" y="4641437"/>
                </a:cubicBezTo>
                <a:cubicBezTo>
                  <a:pt x="3915514" y="4635596"/>
                  <a:pt x="3919578" y="4628610"/>
                  <a:pt x="3923896" y="4623658"/>
                </a:cubicBezTo>
                <a:cubicBezTo>
                  <a:pt x="3932151" y="4614386"/>
                  <a:pt x="3940914" y="4606640"/>
                  <a:pt x="3937485" y="4602956"/>
                </a:cubicBezTo>
                <a:close/>
                <a:moveTo>
                  <a:pt x="4101442" y="4555719"/>
                </a:moveTo>
                <a:cubicBezTo>
                  <a:pt x="4097378" y="4559021"/>
                  <a:pt x="4095982" y="4566768"/>
                  <a:pt x="4092552" y="4568800"/>
                </a:cubicBezTo>
                <a:cubicBezTo>
                  <a:pt x="4085948" y="4572864"/>
                  <a:pt x="4079471" y="4576293"/>
                  <a:pt x="4074646" y="4580738"/>
                </a:cubicBezTo>
                <a:cubicBezTo>
                  <a:pt x="4068803" y="4586199"/>
                  <a:pt x="4063977" y="4591787"/>
                  <a:pt x="4060295" y="4597121"/>
                </a:cubicBezTo>
                <a:cubicBezTo>
                  <a:pt x="4055214" y="4604233"/>
                  <a:pt x="4055722" y="4612996"/>
                  <a:pt x="4053056" y="4617822"/>
                </a:cubicBezTo>
                <a:cubicBezTo>
                  <a:pt x="4050770" y="4622140"/>
                  <a:pt x="4044546" y="4624045"/>
                  <a:pt x="4042007" y="4627474"/>
                </a:cubicBezTo>
                <a:lnTo>
                  <a:pt x="4045562" y="4638523"/>
                </a:lnTo>
                <a:lnTo>
                  <a:pt x="4045435" y="4638523"/>
                </a:lnTo>
                <a:lnTo>
                  <a:pt x="4045562" y="4638650"/>
                </a:lnTo>
                <a:lnTo>
                  <a:pt x="4045562" y="4638523"/>
                </a:lnTo>
                <a:lnTo>
                  <a:pt x="4061057" y="4640936"/>
                </a:lnTo>
                <a:cubicBezTo>
                  <a:pt x="4068422" y="4637380"/>
                  <a:pt x="4072867" y="4629379"/>
                  <a:pt x="4078456" y="4624553"/>
                </a:cubicBezTo>
                <a:cubicBezTo>
                  <a:pt x="4084933" y="4619092"/>
                  <a:pt x="4092679" y="4615409"/>
                  <a:pt x="4096997" y="4610075"/>
                </a:cubicBezTo>
                <a:cubicBezTo>
                  <a:pt x="4104363" y="4600804"/>
                  <a:pt x="4108554" y="4592422"/>
                  <a:pt x="4109824" y="4590136"/>
                </a:cubicBezTo>
                <a:cubicBezTo>
                  <a:pt x="4111095" y="4587469"/>
                  <a:pt x="4114650" y="4580865"/>
                  <a:pt x="4117571" y="4574261"/>
                </a:cubicBezTo>
                <a:cubicBezTo>
                  <a:pt x="4120111" y="4568292"/>
                  <a:pt x="4119349" y="4563085"/>
                  <a:pt x="4115412" y="4558640"/>
                </a:cubicBezTo>
                <a:cubicBezTo>
                  <a:pt x="4111348" y="4553814"/>
                  <a:pt x="4105887" y="4552290"/>
                  <a:pt x="4101442" y="4555719"/>
                </a:cubicBezTo>
                <a:close/>
                <a:moveTo>
                  <a:pt x="3730095" y="4540504"/>
                </a:moveTo>
                <a:lnTo>
                  <a:pt x="3730102" y="4540505"/>
                </a:lnTo>
                <a:lnTo>
                  <a:pt x="3730412" y="4540923"/>
                </a:lnTo>
                <a:cubicBezTo>
                  <a:pt x="3730323" y="4540784"/>
                  <a:pt x="3730234" y="4540644"/>
                  <a:pt x="3730145" y="4540511"/>
                </a:cubicBezTo>
                <a:lnTo>
                  <a:pt x="3730102" y="4540505"/>
                </a:lnTo>
                <a:lnTo>
                  <a:pt x="3730101" y="4540504"/>
                </a:lnTo>
                <a:close/>
                <a:moveTo>
                  <a:pt x="4290926" y="4524858"/>
                </a:moveTo>
                <a:cubicBezTo>
                  <a:pt x="4288133" y="4524985"/>
                  <a:pt x="4284704" y="4526890"/>
                  <a:pt x="4280512" y="4530192"/>
                </a:cubicBezTo>
                <a:cubicBezTo>
                  <a:pt x="4275940" y="4533748"/>
                  <a:pt x="4269845" y="4537431"/>
                  <a:pt x="4262986" y="4542257"/>
                </a:cubicBezTo>
                <a:cubicBezTo>
                  <a:pt x="4257780" y="4546067"/>
                  <a:pt x="4253461" y="4552544"/>
                  <a:pt x="4246476" y="4556100"/>
                </a:cubicBezTo>
                <a:cubicBezTo>
                  <a:pt x="4240126" y="4559275"/>
                  <a:pt x="4234920" y="4562323"/>
                  <a:pt x="4230094" y="4564863"/>
                </a:cubicBezTo>
                <a:cubicBezTo>
                  <a:pt x="4224506" y="4567784"/>
                  <a:pt x="4215870" y="4567657"/>
                  <a:pt x="4211806" y="4573245"/>
                </a:cubicBezTo>
                <a:cubicBezTo>
                  <a:pt x="4206980" y="4580103"/>
                  <a:pt x="4207869" y="4592168"/>
                  <a:pt x="4211933" y="4597629"/>
                </a:cubicBezTo>
                <a:cubicBezTo>
                  <a:pt x="4214981" y="4601439"/>
                  <a:pt x="4219425" y="4600169"/>
                  <a:pt x="4226284" y="4598899"/>
                </a:cubicBezTo>
                <a:cubicBezTo>
                  <a:pt x="4232380" y="4597756"/>
                  <a:pt x="4237459" y="4594581"/>
                  <a:pt x="4241650" y="4592676"/>
                </a:cubicBezTo>
                <a:cubicBezTo>
                  <a:pt x="4249017" y="4589374"/>
                  <a:pt x="4260193" y="4592549"/>
                  <a:pt x="4266670" y="4588104"/>
                </a:cubicBezTo>
                <a:cubicBezTo>
                  <a:pt x="4273527" y="4583405"/>
                  <a:pt x="4277972" y="4575277"/>
                  <a:pt x="4283307" y="4569943"/>
                </a:cubicBezTo>
                <a:cubicBezTo>
                  <a:pt x="4289657" y="4563593"/>
                  <a:pt x="4293974" y="4556354"/>
                  <a:pt x="4297404" y="4550258"/>
                </a:cubicBezTo>
                <a:cubicBezTo>
                  <a:pt x="4302610" y="4541114"/>
                  <a:pt x="4302484" y="4534002"/>
                  <a:pt x="4298420" y="4528922"/>
                </a:cubicBezTo>
                <a:cubicBezTo>
                  <a:pt x="4296134" y="4526001"/>
                  <a:pt x="4293721" y="4524604"/>
                  <a:pt x="4290926" y="4524858"/>
                </a:cubicBezTo>
                <a:close/>
                <a:moveTo>
                  <a:pt x="4444470" y="4523588"/>
                </a:moveTo>
                <a:cubicBezTo>
                  <a:pt x="4440279" y="4520159"/>
                  <a:pt x="4432277" y="4521175"/>
                  <a:pt x="4423642" y="4527144"/>
                </a:cubicBezTo>
                <a:cubicBezTo>
                  <a:pt x="4417037" y="4531589"/>
                  <a:pt x="4410307" y="4537685"/>
                  <a:pt x="4405734" y="4542892"/>
                </a:cubicBezTo>
                <a:cubicBezTo>
                  <a:pt x="4403830" y="4544924"/>
                  <a:pt x="4399004" y="4551401"/>
                  <a:pt x="4395321" y="4558005"/>
                </a:cubicBezTo>
                <a:cubicBezTo>
                  <a:pt x="4393543" y="4560926"/>
                  <a:pt x="4391892" y="4564355"/>
                  <a:pt x="4391130" y="4567530"/>
                </a:cubicBezTo>
                <a:lnTo>
                  <a:pt x="4391892" y="4576166"/>
                </a:lnTo>
                <a:lnTo>
                  <a:pt x="4403068" y="4579341"/>
                </a:lnTo>
                <a:cubicBezTo>
                  <a:pt x="4407767" y="4578579"/>
                  <a:pt x="4412465" y="4576293"/>
                  <a:pt x="4415133" y="4573499"/>
                </a:cubicBezTo>
                <a:cubicBezTo>
                  <a:pt x="4420085" y="4568165"/>
                  <a:pt x="4425673" y="4563466"/>
                  <a:pt x="4429992" y="4558259"/>
                </a:cubicBezTo>
                <a:cubicBezTo>
                  <a:pt x="4435071" y="4552163"/>
                  <a:pt x="4437358" y="4545178"/>
                  <a:pt x="4440533" y="4539844"/>
                </a:cubicBezTo>
                <a:cubicBezTo>
                  <a:pt x="4445739" y="4531081"/>
                  <a:pt x="4448914" y="4527144"/>
                  <a:pt x="4444470" y="4523588"/>
                </a:cubicBezTo>
                <a:close/>
                <a:moveTo>
                  <a:pt x="3816327" y="4464025"/>
                </a:moveTo>
                <a:cubicBezTo>
                  <a:pt x="3813534" y="4463517"/>
                  <a:pt x="3810359" y="4463644"/>
                  <a:pt x="3807437" y="4465041"/>
                </a:cubicBezTo>
                <a:lnTo>
                  <a:pt x="3807310" y="4465041"/>
                </a:lnTo>
                <a:cubicBezTo>
                  <a:pt x="3802103" y="4467581"/>
                  <a:pt x="3797404" y="4474312"/>
                  <a:pt x="3790927" y="4478630"/>
                </a:cubicBezTo>
                <a:cubicBezTo>
                  <a:pt x="3785466" y="4482313"/>
                  <a:pt x="3780513" y="4487520"/>
                  <a:pt x="3774925" y="4491838"/>
                </a:cubicBezTo>
                <a:cubicBezTo>
                  <a:pt x="3769464" y="4496156"/>
                  <a:pt x="3764638" y="4501236"/>
                  <a:pt x="3759685" y="4505681"/>
                </a:cubicBezTo>
                <a:cubicBezTo>
                  <a:pt x="3754097" y="4510761"/>
                  <a:pt x="3746477" y="4513174"/>
                  <a:pt x="3742413" y="4517746"/>
                </a:cubicBezTo>
                <a:cubicBezTo>
                  <a:pt x="3735683" y="4525747"/>
                  <a:pt x="3730602" y="4534764"/>
                  <a:pt x="3732508" y="4538320"/>
                </a:cubicBezTo>
                <a:cubicBezTo>
                  <a:pt x="3735428" y="4543781"/>
                  <a:pt x="3745842" y="4545305"/>
                  <a:pt x="3754733" y="4542511"/>
                </a:cubicBezTo>
                <a:cubicBezTo>
                  <a:pt x="3760447" y="4540733"/>
                  <a:pt x="3766671" y="4535780"/>
                  <a:pt x="3773401" y="4531970"/>
                </a:cubicBezTo>
                <a:cubicBezTo>
                  <a:pt x="3779116" y="4528541"/>
                  <a:pt x="3782164" y="4520667"/>
                  <a:pt x="3788007" y="4516349"/>
                </a:cubicBezTo>
                <a:cubicBezTo>
                  <a:pt x="3793595" y="4512158"/>
                  <a:pt x="3800071" y="4509237"/>
                  <a:pt x="3805151" y="4504665"/>
                </a:cubicBezTo>
                <a:cubicBezTo>
                  <a:pt x="3810739" y="4499712"/>
                  <a:pt x="3816327" y="4495394"/>
                  <a:pt x="3820391" y="4490568"/>
                </a:cubicBezTo>
                <a:cubicBezTo>
                  <a:pt x="3822804" y="4487901"/>
                  <a:pt x="3824583" y="4483583"/>
                  <a:pt x="3825345" y="4478503"/>
                </a:cubicBezTo>
                <a:cubicBezTo>
                  <a:pt x="3826360" y="4472915"/>
                  <a:pt x="3826360" y="4468978"/>
                  <a:pt x="3823312" y="4466819"/>
                </a:cubicBezTo>
                <a:cubicBezTo>
                  <a:pt x="3821661" y="4465676"/>
                  <a:pt x="3819121" y="4464533"/>
                  <a:pt x="3816327" y="4464025"/>
                </a:cubicBezTo>
                <a:close/>
                <a:moveTo>
                  <a:pt x="4008606" y="4416908"/>
                </a:moveTo>
                <a:cubicBezTo>
                  <a:pt x="4004034" y="4414241"/>
                  <a:pt x="3995016" y="4416527"/>
                  <a:pt x="3985872" y="4422242"/>
                </a:cubicBezTo>
                <a:cubicBezTo>
                  <a:pt x="3980158" y="4425798"/>
                  <a:pt x="3974570" y="4431894"/>
                  <a:pt x="3968473" y="4437863"/>
                </a:cubicBezTo>
                <a:cubicBezTo>
                  <a:pt x="3963139" y="4443070"/>
                  <a:pt x="3956154" y="4447515"/>
                  <a:pt x="3951456" y="4453992"/>
                </a:cubicBezTo>
                <a:cubicBezTo>
                  <a:pt x="3946884" y="4460342"/>
                  <a:pt x="3944978" y="4468597"/>
                  <a:pt x="3942058" y="4475582"/>
                </a:cubicBezTo>
                <a:cubicBezTo>
                  <a:pt x="3940407" y="4479138"/>
                  <a:pt x="3938756" y="4485615"/>
                  <a:pt x="3937232" y="4492092"/>
                </a:cubicBezTo>
                <a:cubicBezTo>
                  <a:pt x="3935961" y="4498315"/>
                  <a:pt x="3935961" y="4502887"/>
                  <a:pt x="3939517" y="4506824"/>
                </a:cubicBezTo>
                <a:lnTo>
                  <a:pt x="3939645" y="4506824"/>
                </a:lnTo>
                <a:cubicBezTo>
                  <a:pt x="3943327" y="4510888"/>
                  <a:pt x="3950566" y="4516730"/>
                  <a:pt x="3956662" y="4513809"/>
                </a:cubicBezTo>
                <a:cubicBezTo>
                  <a:pt x="3961742" y="4511396"/>
                  <a:pt x="3960981" y="4503268"/>
                  <a:pt x="3963647" y="4497299"/>
                </a:cubicBezTo>
                <a:cubicBezTo>
                  <a:pt x="3965425" y="4493235"/>
                  <a:pt x="3968092" y="4488536"/>
                  <a:pt x="3971775" y="4482948"/>
                </a:cubicBezTo>
                <a:cubicBezTo>
                  <a:pt x="3974570" y="4478503"/>
                  <a:pt x="3979649" y="4476725"/>
                  <a:pt x="3982571" y="4473931"/>
                </a:cubicBezTo>
                <a:cubicBezTo>
                  <a:pt x="3986253" y="4470248"/>
                  <a:pt x="3990317" y="4468597"/>
                  <a:pt x="3993620" y="4466057"/>
                </a:cubicBezTo>
                <a:cubicBezTo>
                  <a:pt x="4001621" y="4460215"/>
                  <a:pt x="4004034" y="4452595"/>
                  <a:pt x="4007716" y="4442562"/>
                </a:cubicBezTo>
                <a:cubicBezTo>
                  <a:pt x="4011272" y="4433291"/>
                  <a:pt x="4014701" y="4420464"/>
                  <a:pt x="4008606" y="4416908"/>
                </a:cubicBezTo>
                <a:close/>
                <a:moveTo>
                  <a:pt x="4190215" y="4390619"/>
                </a:moveTo>
                <a:cubicBezTo>
                  <a:pt x="4187548" y="4390619"/>
                  <a:pt x="4184754" y="4391762"/>
                  <a:pt x="4182087" y="4393286"/>
                </a:cubicBezTo>
                <a:cubicBezTo>
                  <a:pt x="4177134" y="4396080"/>
                  <a:pt x="4172054" y="4399890"/>
                  <a:pt x="4168498" y="4401287"/>
                </a:cubicBezTo>
                <a:cubicBezTo>
                  <a:pt x="4161259" y="4404208"/>
                  <a:pt x="4156052" y="4409669"/>
                  <a:pt x="4150591" y="4413352"/>
                </a:cubicBezTo>
                <a:cubicBezTo>
                  <a:pt x="4143860" y="4417670"/>
                  <a:pt x="4137891" y="4421353"/>
                  <a:pt x="4133446" y="4425925"/>
                </a:cubicBezTo>
                <a:cubicBezTo>
                  <a:pt x="4127223" y="4432148"/>
                  <a:pt x="4121889" y="4437228"/>
                  <a:pt x="4118460" y="4441546"/>
                </a:cubicBezTo>
                <a:cubicBezTo>
                  <a:pt x="4115539" y="4445483"/>
                  <a:pt x="4110078" y="4447134"/>
                  <a:pt x="4107158" y="4450309"/>
                </a:cubicBezTo>
                <a:cubicBezTo>
                  <a:pt x="4103856" y="4453992"/>
                  <a:pt x="4106903" y="4458310"/>
                  <a:pt x="4110333" y="4463771"/>
                </a:cubicBezTo>
                <a:lnTo>
                  <a:pt x="4110206" y="4463771"/>
                </a:lnTo>
                <a:cubicBezTo>
                  <a:pt x="4112746" y="4467962"/>
                  <a:pt x="4119096" y="4465803"/>
                  <a:pt x="4124684" y="4464152"/>
                </a:cubicBezTo>
                <a:cubicBezTo>
                  <a:pt x="4132431" y="4461993"/>
                  <a:pt x="4140559" y="4460850"/>
                  <a:pt x="4146909" y="4457167"/>
                </a:cubicBezTo>
                <a:cubicBezTo>
                  <a:pt x="4154147" y="4452849"/>
                  <a:pt x="4157196" y="4443959"/>
                  <a:pt x="4162402" y="4439387"/>
                </a:cubicBezTo>
                <a:cubicBezTo>
                  <a:pt x="4171292" y="4431513"/>
                  <a:pt x="4180056" y="4427957"/>
                  <a:pt x="4181579" y="4425925"/>
                </a:cubicBezTo>
                <a:cubicBezTo>
                  <a:pt x="4183484" y="4423639"/>
                  <a:pt x="4189453" y="4418686"/>
                  <a:pt x="4193390" y="4412717"/>
                </a:cubicBezTo>
                <a:cubicBezTo>
                  <a:pt x="4196946" y="4407256"/>
                  <a:pt x="4199995" y="4399255"/>
                  <a:pt x="4196946" y="4394175"/>
                </a:cubicBezTo>
                <a:cubicBezTo>
                  <a:pt x="4195296" y="4391508"/>
                  <a:pt x="4192883" y="4390492"/>
                  <a:pt x="4190215" y="4390619"/>
                </a:cubicBezTo>
                <a:close/>
                <a:moveTo>
                  <a:pt x="4345283" y="4370420"/>
                </a:moveTo>
                <a:cubicBezTo>
                  <a:pt x="4338044" y="4364197"/>
                  <a:pt x="4334869" y="4373595"/>
                  <a:pt x="4326359" y="4383501"/>
                </a:cubicBezTo>
                <a:cubicBezTo>
                  <a:pt x="4321787" y="4388835"/>
                  <a:pt x="4314168" y="4393787"/>
                  <a:pt x="4305659" y="4399503"/>
                </a:cubicBezTo>
                <a:cubicBezTo>
                  <a:pt x="4301213" y="4402678"/>
                  <a:pt x="4297531" y="4405472"/>
                  <a:pt x="4293974" y="4407758"/>
                </a:cubicBezTo>
                <a:lnTo>
                  <a:pt x="4285226" y="4418788"/>
                </a:lnTo>
                <a:lnTo>
                  <a:pt x="4285211" y="4418679"/>
                </a:lnTo>
                <a:lnTo>
                  <a:pt x="4285211" y="4418806"/>
                </a:lnTo>
                <a:lnTo>
                  <a:pt x="4285226" y="4418788"/>
                </a:lnTo>
                <a:lnTo>
                  <a:pt x="4287751" y="4437348"/>
                </a:lnTo>
                <a:cubicBezTo>
                  <a:pt x="4291308" y="4440523"/>
                  <a:pt x="4295625" y="4444334"/>
                  <a:pt x="4300959" y="4442428"/>
                </a:cubicBezTo>
                <a:cubicBezTo>
                  <a:pt x="4306294" y="4440651"/>
                  <a:pt x="4309596" y="4434173"/>
                  <a:pt x="4312771" y="4432268"/>
                </a:cubicBezTo>
                <a:cubicBezTo>
                  <a:pt x="4320390" y="4427697"/>
                  <a:pt x="4328772" y="4424648"/>
                  <a:pt x="4334107" y="4418298"/>
                </a:cubicBezTo>
                <a:cubicBezTo>
                  <a:pt x="4340202" y="4411186"/>
                  <a:pt x="4348076" y="4404455"/>
                  <a:pt x="4350617" y="4397216"/>
                </a:cubicBezTo>
                <a:cubicBezTo>
                  <a:pt x="4354046" y="4387056"/>
                  <a:pt x="4351124" y="4375372"/>
                  <a:pt x="4345283" y="4370420"/>
                </a:cubicBezTo>
                <a:close/>
                <a:moveTo>
                  <a:pt x="3722983" y="4343241"/>
                </a:moveTo>
                <a:cubicBezTo>
                  <a:pt x="3720315" y="4343622"/>
                  <a:pt x="3717267" y="4344892"/>
                  <a:pt x="3714600" y="4346035"/>
                </a:cubicBezTo>
                <a:cubicBezTo>
                  <a:pt x="3709647" y="4348067"/>
                  <a:pt x="3703171" y="4346924"/>
                  <a:pt x="3699360" y="4347814"/>
                </a:cubicBezTo>
                <a:cubicBezTo>
                  <a:pt x="3691740" y="4349718"/>
                  <a:pt x="3685009" y="4353528"/>
                  <a:pt x="3679040" y="4356322"/>
                </a:cubicBezTo>
                <a:cubicBezTo>
                  <a:pt x="3671928" y="4359878"/>
                  <a:pt x="3668246" y="4367498"/>
                  <a:pt x="3663165" y="4371435"/>
                </a:cubicBezTo>
                <a:cubicBezTo>
                  <a:pt x="3656181" y="4376770"/>
                  <a:pt x="3652244" y="4382739"/>
                  <a:pt x="3648307" y="4386548"/>
                </a:cubicBezTo>
                <a:cubicBezTo>
                  <a:pt x="3644877" y="4389978"/>
                  <a:pt x="3640306" y="4393915"/>
                  <a:pt x="3636241" y="4396835"/>
                </a:cubicBezTo>
                <a:cubicBezTo>
                  <a:pt x="3631796" y="4400137"/>
                  <a:pt x="3629891" y="4399376"/>
                  <a:pt x="3632559" y="4405345"/>
                </a:cubicBezTo>
                <a:cubicBezTo>
                  <a:pt x="3634590" y="4409662"/>
                  <a:pt x="3643099" y="4409281"/>
                  <a:pt x="3648814" y="4408520"/>
                </a:cubicBezTo>
                <a:cubicBezTo>
                  <a:pt x="3656815" y="4407249"/>
                  <a:pt x="3665451" y="4407377"/>
                  <a:pt x="3672309" y="4404455"/>
                </a:cubicBezTo>
                <a:cubicBezTo>
                  <a:pt x="3680057" y="4401153"/>
                  <a:pt x="3687041" y="4396201"/>
                  <a:pt x="3692757" y="4392264"/>
                </a:cubicBezTo>
                <a:cubicBezTo>
                  <a:pt x="3702409" y="4385533"/>
                  <a:pt x="3704821" y="4374610"/>
                  <a:pt x="3706599" y="4372833"/>
                </a:cubicBezTo>
                <a:cubicBezTo>
                  <a:pt x="3708759" y="4370673"/>
                  <a:pt x="3719426" y="4370547"/>
                  <a:pt x="3723998" y="4365085"/>
                </a:cubicBezTo>
                <a:cubicBezTo>
                  <a:pt x="3728189" y="4360260"/>
                  <a:pt x="3731619" y="4351878"/>
                  <a:pt x="3729206" y="4346416"/>
                </a:cubicBezTo>
                <a:cubicBezTo>
                  <a:pt x="3727935" y="4343496"/>
                  <a:pt x="3725649" y="4342860"/>
                  <a:pt x="3722983" y="4343241"/>
                </a:cubicBezTo>
                <a:close/>
                <a:moveTo>
                  <a:pt x="3902560" y="4285203"/>
                </a:moveTo>
                <a:cubicBezTo>
                  <a:pt x="3896972" y="4282028"/>
                  <a:pt x="3888083" y="4282916"/>
                  <a:pt x="3881733" y="4287616"/>
                </a:cubicBezTo>
                <a:cubicBezTo>
                  <a:pt x="3875128" y="4292696"/>
                  <a:pt x="3870684" y="4297522"/>
                  <a:pt x="3867762" y="4303236"/>
                </a:cubicBezTo>
                <a:cubicBezTo>
                  <a:pt x="3864969" y="4308571"/>
                  <a:pt x="3863317" y="4314540"/>
                  <a:pt x="3857221" y="4320509"/>
                </a:cubicBezTo>
                <a:cubicBezTo>
                  <a:pt x="3851760" y="4325842"/>
                  <a:pt x="3849474" y="4331303"/>
                  <a:pt x="3844902" y="4332954"/>
                </a:cubicBezTo>
                <a:cubicBezTo>
                  <a:pt x="3839949" y="4334733"/>
                  <a:pt x="3833091" y="4333081"/>
                  <a:pt x="3828392" y="4338923"/>
                </a:cubicBezTo>
                <a:cubicBezTo>
                  <a:pt x="3824836" y="4343368"/>
                  <a:pt x="3825345" y="4351623"/>
                  <a:pt x="3824836" y="4357211"/>
                </a:cubicBezTo>
                <a:cubicBezTo>
                  <a:pt x="3824074" y="4364070"/>
                  <a:pt x="3825345" y="4371943"/>
                  <a:pt x="3829535" y="4374356"/>
                </a:cubicBezTo>
                <a:cubicBezTo>
                  <a:pt x="3836774" y="4378674"/>
                  <a:pt x="3848459" y="4365847"/>
                  <a:pt x="3851760" y="4363435"/>
                </a:cubicBezTo>
                <a:lnTo>
                  <a:pt x="3851760" y="4363561"/>
                </a:lnTo>
                <a:cubicBezTo>
                  <a:pt x="3858237" y="4359243"/>
                  <a:pt x="3858746" y="4355434"/>
                  <a:pt x="3862301" y="4350353"/>
                </a:cubicBezTo>
                <a:cubicBezTo>
                  <a:pt x="3864969" y="4346543"/>
                  <a:pt x="3871191" y="4343877"/>
                  <a:pt x="3876779" y="4337780"/>
                </a:cubicBezTo>
                <a:cubicBezTo>
                  <a:pt x="3883002" y="4331177"/>
                  <a:pt x="3888845" y="4327747"/>
                  <a:pt x="3893035" y="4324699"/>
                </a:cubicBezTo>
                <a:cubicBezTo>
                  <a:pt x="3899766" y="4319747"/>
                  <a:pt x="3907133" y="4318603"/>
                  <a:pt x="3909926" y="4311365"/>
                </a:cubicBezTo>
                <a:cubicBezTo>
                  <a:pt x="3911450" y="4307173"/>
                  <a:pt x="3909037" y="4300823"/>
                  <a:pt x="3908784" y="4296124"/>
                </a:cubicBezTo>
                <a:cubicBezTo>
                  <a:pt x="3908657" y="4290664"/>
                  <a:pt x="3906497" y="4287489"/>
                  <a:pt x="3902560" y="4285203"/>
                </a:cubicBezTo>
                <a:close/>
                <a:moveTo>
                  <a:pt x="4088488" y="4256373"/>
                </a:moveTo>
                <a:cubicBezTo>
                  <a:pt x="4084678" y="4252945"/>
                  <a:pt x="4076932" y="4258660"/>
                  <a:pt x="4066898" y="4262342"/>
                </a:cubicBezTo>
                <a:cubicBezTo>
                  <a:pt x="4060421" y="4264628"/>
                  <a:pt x="4051023" y="4262723"/>
                  <a:pt x="4043784" y="4267296"/>
                </a:cubicBezTo>
                <a:cubicBezTo>
                  <a:pt x="4037561" y="4271360"/>
                  <a:pt x="4033244" y="4278726"/>
                  <a:pt x="4027401" y="4284060"/>
                </a:cubicBezTo>
                <a:cubicBezTo>
                  <a:pt x="4021559" y="4289393"/>
                  <a:pt x="4015845" y="4294473"/>
                  <a:pt x="4011526" y="4300697"/>
                </a:cubicBezTo>
                <a:cubicBezTo>
                  <a:pt x="4009240" y="4303745"/>
                  <a:pt x="4003017" y="4308316"/>
                  <a:pt x="4000350" y="4314285"/>
                </a:cubicBezTo>
                <a:cubicBezTo>
                  <a:pt x="3997810" y="4320128"/>
                  <a:pt x="3995651" y="4328383"/>
                  <a:pt x="3998319" y="4333081"/>
                </a:cubicBezTo>
                <a:cubicBezTo>
                  <a:pt x="4001239" y="4337780"/>
                  <a:pt x="4009621" y="4336003"/>
                  <a:pt x="4016225" y="4334352"/>
                </a:cubicBezTo>
                <a:cubicBezTo>
                  <a:pt x="4021686" y="4332954"/>
                  <a:pt x="4025115" y="4331811"/>
                  <a:pt x="4029052" y="4326859"/>
                </a:cubicBezTo>
                <a:cubicBezTo>
                  <a:pt x="4031846" y="4323429"/>
                  <a:pt x="4035021" y="4319366"/>
                  <a:pt x="4039721" y="4314666"/>
                </a:cubicBezTo>
                <a:cubicBezTo>
                  <a:pt x="4043531" y="4310984"/>
                  <a:pt x="4048357" y="4310476"/>
                  <a:pt x="4051912" y="4308443"/>
                </a:cubicBezTo>
                <a:cubicBezTo>
                  <a:pt x="4056358" y="4305903"/>
                  <a:pt x="4059786" y="4303236"/>
                  <a:pt x="4063596" y="4301459"/>
                </a:cubicBezTo>
                <a:cubicBezTo>
                  <a:pt x="4068169" y="4299427"/>
                  <a:pt x="4069565" y="4293203"/>
                  <a:pt x="4072995" y="4290536"/>
                </a:cubicBezTo>
                <a:cubicBezTo>
                  <a:pt x="4076550" y="4287870"/>
                  <a:pt x="4081884" y="4287616"/>
                  <a:pt x="4084678" y="4283171"/>
                </a:cubicBezTo>
                <a:cubicBezTo>
                  <a:pt x="4090012" y="4274789"/>
                  <a:pt x="4093822" y="4261199"/>
                  <a:pt x="4088488" y="4256373"/>
                </a:cubicBezTo>
                <a:close/>
                <a:moveTo>
                  <a:pt x="4237713" y="4250151"/>
                </a:moveTo>
                <a:cubicBezTo>
                  <a:pt x="4233904" y="4246341"/>
                  <a:pt x="4226410" y="4247356"/>
                  <a:pt x="4217267" y="4252564"/>
                </a:cubicBezTo>
                <a:cubicBezTo>
                  <a:pt x="4210409" y="4256373"/>
                  <a:pt x="4203423" y="4261708"/>
                  <a:pt x="4198344" y="4266534"/>
                </a:cubicBezTo>
                <a:cubicBezTo>
                  <a:pt x="4196311" y="4268439"/>
                  <a:pt x="4191232" y="4274408"/>
                  <a:pt x="4186913" y="4280503"/>
                </a:cubicBezTo>
                <a:cubicBezTo>
                  <a:pt x="4182849" y="4286218"/>
                  <a:pt x="4179674" y="4291553"/>
                  <a:pt x="4182341" y="4296505"/>
                </a:cubicBezTo>
                <a:cubicBezTo>
                  <a:pt x="4185897" y="4303236"/>
                  <a:pt x="4197709" y="4301712"/>
                  <a:pt x="4203677" y="4296378"/>
                </a:cubicBezTo>
                <a:cubicBezTo>
                  <a:pt x="4209011" y="4291553"/>
                  <a:pt x="4214726" y="4287235"/>
                  <a:pt x="4219552" y="4282281"/>
                </a:cubicBezTo>
                <a:cubicBezTo>
                  <a:pt x="4225013" y="4276693"/>
                  <a:pt x="4232125" y="4273265"/>
                  <a:pt x="4235682" y="4268185"/>
                </a:cubicBezTo>
                <a:cubicBezTo>
                  <a:pt x="4241650" y="4259929"/>
                  <a:pt x="4241777" y="4254087"/>
                  <a:pt x="4237713" y="4250151"/>
                </a:cubicBezTo>
                <a:close/>
                <a:moveTo>
                  <a:pt x="3793848" y="4144747"/>
                </a:moveTo>
                <a:cubicBezTo>
                  <a:pt x="3789403" y="4141953"/>
                  <a:pt x="3780006" y="4149319"/>
                  <a:pt x="3770734" y="4154653"/>
                </a:cubicBezTo>
                <a:cubicBezTo>
                  <a:pt x="3764765" y="4158082"/>
                  <a:pt x="3759432" y="4163416"/>
                  <a:pt x="3753209" y="4169131"/>
                </a:cubicBezTo>
                <a:cubicBezTo>
                  <a:pt x="3747621" y="4174211"/>
                  <a:pt x="3737334" y="4175481"/>
                  <a:pt x="3732508" y="4181704"/>
                </a:cubicBezTo>
                <a:cubicBezTo>
                  <a:pt x="3727682" y="4187927"/>
                  <a:pt x="3726920" y="4197198"/>
                  <a:pt x="3723745" y="4204056"/>
                </a:cubicBezTo>
                <a:cubicBezTo>
                  <a:pt x="3722094" y="4207612"/>
                  <a:pt x="3720442" y="4214089"/>
                  <a:pt x="3718919" y="4220439"/>
                </a:cubicBezTo>
                <a:cubicBezTo>
                  <a:pt x="3717395" y="4226662"/>
                  <a:pt x="3718029" y="4230218"/>
                  <a:pt x="3721459" y="4234282"/>
                </a:cubicBezTo>
                <a:lnTo>
                  <a:pt x="3721459" y="4234409"/>
                </a:lnTo>
                <a:cubicBezTo>
                  <a:pt x="3725141" y="4238727"/>
                  <a:pt x="3730221" y="4243680"/>
                  <a:pt x="3736445" y="4241013"/>
                </a:cubicBezTo>
                <a:cubicBezTo>
                  <a:pt x="3741524" y="4238727"/>
                  <a:pt x="3741906" y="4233393"/>
                  <a:pt x="3744572" y="4227170"/>
                </a:cubicBezTo>
                <a:cubicBezTo>
                  <a:pt x="3746477" y="4222852"/>
                  <a:pt x="3749145" y="4217772"/>
                  <a:pt x="3752954" y="4212184"/>
                </a:cubicBezTo>
                <a:cubicBezTo>
                  <a:pt x="3755875" y="4207866"/>
                  <a:pt x="3758415" y="4203548"/>
                  <a:pt x="3761209" y="4200500"/>
                </a:cubicBezTo>
                <a:cubicBezTo>
                  <a:pt x="3764892" y="4196690"/>
                  <a:pt x="3771877" y="4198087"/>
                  <a:pt x="3775307" y="4195674"/>
                </a:cubicBezTo>
                <a:cubicBezTo>
                  <a:pt x="3779371" y="4192880"/>
                  <a:pt x="3780259" y="4185514"/>
                  <a:pt x="3784196" y="4182974"/>
                </a:cubicBezTo>
                <a:cubicBezTo>
                  <a:pt x="3788260" y="4180561"/>
                  <a:pt x="3793340" y="4180180"/>
                  <a:pt x="3795372" y="4175227"/>
                </a:cubicBezTo>
                <a:cubicBezTo>
                  <a:pt x="3797150" y="4171036"/>
                  <a:pt x="3800707" y="4165448"/>
                  <a:pt x="3800579" y="4160495"/>
                </a:cubicBezTo>
                <a:cubicBezTo>
                  <a:pt x="3800325" y="4154526"/>
                  <a:pt x="3797150" y="4146779"/>
                  <a:pt x="3793848" y="4144747"/>
                </a:cubicBezTo>
                <a:close/>
                <a:moveTo>
                  <a:pt x="4096871" y="4134333"/>
                </a:moveTo>
                <a:cubicBezTo>
                  <a:pt x="4093441" y="4132555"/>
                  <a:pt x="4089250" y="4135603"/>
                  <a:pt x="4086075" y="4137381"/>
                </a:cubicBezTo>
                <a:lnTo>
                  <a:pt x="4085948" y="4137381"/>
                </a:lnTo>
                <a:cubicBezTo>
                  <a:pt x="4081376" y="4139921"/>
                  <a:pt x="4077439" y="4145255"/>
                  <a:pt x="4072995" y="4150589"/>
                </a:cubicBezTo>
                <a:cubicBezTo>
                  <a:pt x="4068803" y="4155542"/>
                  <a:pt x="4063596" y="4159987"/>
                  <a:pt x="4061310" y="4165194"/>
                </a:cubicBezTo>
                <a:cubicBezTo>
                  <a:pt x="4057882" y="4172687"/>
                  <a:pt x="4057882" y="4179164"/>
                  <a:pt x="4061691" y="4182593"/>
                </a:cubicBezTo>
                <a:cubicBezTo>
                  <a:pt x="4067279" y="4187546"/>
                  <a:pt x="4073375" y="4187800"/>
                  <a:pt x="4079852" y="4184752"/>
                </a:cubicBezTo>
                <a:cubicBezTo>
                  <a:pt x="4085440" y="4182212"/>
                  <a:pt x="4088996" y="4176116"/>
                  <a:pt x="4093569" y="4170655"/>
                </a:cubicBezTo>
                <a:cubicBezTo>
                  <a:pt x="4098013" y="4165194"/>
                  <a:pt x="4103094" y="4160368"/>
                  <a:pt x="4104998" y="4154526"/>
                </a:cubicBezTo>
                <a:cubicBezTo>
                  <a:pt x="4106269" y="4150716"/>
                  <a:pt x="4102839" y="4137508"/>
                  <a:pt x="4096871" y="4134333"/>
                </a:cubicBezTo>
                <a:close/>
                <a:moveTo>
                  <a:pt x="3976856" y="4121379"/>
                </a:moveTo>
                <a:cubicBezTo>
                  <a:pt x="3972284" y="4121125"/>
                  <a:pt x="3967203" y="4121760"/>
                  <a:pt x="3963521" y="4123157"/>
                </a:cubicBezTo>
                <a:cubicBezTo>
                  <a:pt x="3955773" y="4126078"/>
                  <a:pt x="3954631" y="4134968"/>
                  <a:pt x="3950185" y="4139540"/>
                </a:cubicBezTo>
                <a:cubicBezTo>
                  <a:pt x="3945995" y="4143858"/>
                  <a:pt x="3939517" y="4146398"/>
                  <a:pt x="3932024" y="4150462"/>
                </a:cubicBezTo>
                <a:cubicBezTo>
                  <a:pt x="3925421" y="4154018"/>
                  <a:pt x="3921102" y="4159098"/>
                  <a:pt x="3916531" y="4159733"/>
                </a:cubicBezTo>
                <a:cubicBezTo>
                  <a:pt x="3911450" y="4160368"/>
                  <a:pt x="3907259" y="4158209"/>
                  <a:pt x="3901163" y="4162400"/>
                </a:cubicBezTo>
                <a:cubicBezTo>
                  <a:pt x="3896464" y="4165702"/>
                  <a:pt x="3896210" y="4171798"/>
                  <a:pt x="3894051" y="4177005"/>
                </a:cubicBezTo>
                <a:cubicBezTo>
                  <a:pt x="3891511" y="4183355"/>
                  <a:pt x="3887066" y="4188816"/>
                  <a:pt x="3890496" y="4192372"/>
                </a:cubicBezTo>
                <a:cubicBezTo>
                  <a:pt x="3896210" y="4198595"/>
                  <a:pt x="3911959" y="4196182"/>
                  <a:pt x="3915896" y="4195039"/>
                </a:cubicBezTo>
                <a:cubicBezTo>
                  <a:pt x="3923388" y="4192753"/>
                  <a:pt x="3923896" y="4184371"/>
                  <a:pt x="3928722" y="4180561"/>
                </a:cubicBezTo>
                <a:cubicBezTo>
                  <a:pt x="3932278" y="4177513"/>
                  <a:pt x="3936723" y="4173068"/>
                  <a:pt x="3943709" y="4168877"/>
                </a:cubicBezTo>
                <a:cubicBezTo>
                  <a:pt x="3951456" y="4164305"/>
                  <a:pt x="3960472" y="4167607"/>
                  <a:pt x="3965298" y="4165829"/>
                </a:cubicBezTo>
                <a:cubicBezTo>
                  <a:pt x="3973299" y="4162908"/>
                  <a:pt x="3977236" y="4159733"/>
                  <a:pt x="3981935" y="4153637"/>
                </a:cubicBezTo>
                <a:cubicBezTo>
                  <a:pt x="3984729" y="4149954"/>
                  <a:pt x="3990445" y="4146398"/>
                  <a:pt x="3991460" y="4141572"/>
                </a:cubicBezTo>
                <a:cubicBezTo>
                  <a:pt x="3992476" y="4136365"/>
                  <a:pt x="3991079" y="4128618"/>
                  <a:pt x="3988032" y="4125316"/>
                </a:cubicBezTo>
                <a:cubicBezTo>
                  <a:pt x="3985872" y="4122903"/>
                  <a:pt x="3981554" y="4121760"/>
                  <a:pt x="3976856" y="4121379"/>
                </a:cubicBezTo>
                <a:close/>
                <a:moveTo>
                  <a:pt x="3675738" y="4007460"/>
                </a:moveTo>
                <a:cubicBezTo>
                  <a:pt x="3672056" y="4005936"/>
                  <a:pt x="3668626" y="4007587"/>
                  <a:pt x="3663292" y="4011651"/>
                </a:cubicBezTo>
                <a:lnTo>
                  <a:pt x="3663420" y="4011651"/>
                </a:lnTo>
                <a:cubicBezTo>
                  <a:pt x="3658721" y="4015207"/>
                  <a:pt x="3649449" y="4015715"/>
                  <a:pt x="3643988" y="4021176"/>
                </a:cubicBezTo>
                <a:cubicBezTo>
                  <a:pt x="3639289" y="4025875"/>
                  <a:pt x="3636241" y="4032987"/>
                  <a:pt x="3631542" y="4038321"/>
                </a:cubicBezTo>
                <a:cubicBezTo>
                  <a:pt x="3626971" y="4043655"/>
                  <a:pt x="3622145" y="4048989"/>
                  <a:pt x="3618081" y="4054323"/>
                </a:cubicBezTo>
                <a:cubicBezTo>
                  <a:pt x="3613635" y="4060419"/>
                  <a:pt x="3613000" y="4068547"/>
                  <a:pt x="3609952" y="4073754"/>
                </a:cubicBezTo>
                <a:cubicBezTo>
                  <a:pt x="3604746" y="4082898"/>
                  <a:pt x="3604110" y="4086200"/>
                  <a:pt x="3606650" y="4089121"/>
                </a:cubicBezTo>
                <a:cubicBezTo>
                  <a:pt x="3610587" y="4093947"/>
                  <a:pt x="3613889" y="4095344"/>
                  <a:pt x="3622145" y="4090899"/>
                </a:cubicBezTo>
                <a:cubicBezTo>
                  <a:pt x="3627351" y="4087978"/>
                  <a:pt x="3633447" y="4084295"/>
                  <a:pt x="3639289" y="4079088"/>
                </a:cubicBezTo>
                <a:cubicBezTo>
                  <a:pt x="3644242" y="4074770"/>
                  <a:pt x="3649069" y="4069309"/>
                  <a:pt x="3653895" y="4064102"/>
                </a:cubicBezTo>
                <a:cubicBezTo>
                  <a:pt x="3658594" y="4058768"/>
                  <a:pt x="3663165" y="4053434"/>
                  <a:pt x="3667229" y="4047973"/>
                </a:cubicBezTo>
                <a:cubicBezTo>
                  <a:pt x="3671801" y="4042004"/>
                  <a:pt x="3675484" y="4035781"/>
                  <a:pt x="3678659" y="4030320"/>
                </a:cubicBezTo>
                <a:cubicBezTo>
                  <a:pt x="3682342" y="4023716"/>
                  <a:pt x="3682215" y="4010127"/>
                  <a:pt x="3675738" y="4007460"/>
                </a:cubicBezTo>
                <a:close/>
                <a:moveTo>
                  <a:pt x="3855444" y="3990061"/>
                </a:moveTo>
                <a:cubicBezTo>
                  <a:pt x="3848585" y="3990950"/>
                  <a:pt x="3842109" y="3996538"/>
                  <a:pt x="3834108" y="3999459"/>
                </a:cubicBezTo>
                <a:cubicBezTo>
                  <a:pt x="3827122" y="4001999"/>
                  <a:pt x="3818867" y="4002253"/>
                  <a:pt x="3812009" y="4006190"/>
                </a:cubicBezTo>
                <a:cubicBezTo>
                  <a:pt x="3805278" y="4010127"/>
                  <a:pt x="3799945" y="4015969"/>
                  <a:pt x="3794357" y="4021176"/>
                </a:cubicBezTo>
                <a:cubicBezTo>
                  <a:pt x="3791562" y="4023843"/>
                  <a:pt x="3784832" y="4026891"/>
                  <a:pt x="3781021" y="4032225"/>
                </a:cubicBezTo>
                <a:cubicBezTo>
                  <a:pt x="3777211" y="4037432"/>
                  <a:pt x="3774290" y="4044036"/>
                  <a:pt x="3776069" y="4048989"/>
                </a:cubicBezTo>
                <a:lnTo>
                  <a:pt x="3776196" y="4048989"/>
                </a:lnTo>
                <a:cubicBezTo>
                  <a:pt x="3777973" y="4054196"/>
                  <a:pt x="3784959" y="4058641"/>
                  <a:pt x="3791689" y="4058387"/>
                </a:cubicBezTo>
                <a:cubicBezTo>
                  <a:pt x="3797277" y="4058260"/>
                  <a:pt x="3800198" y="4054958"/>
                  <a:pt x="3804644" y="4049878"/>
                </a:cubicBezTo>
                <a:cubicBezTo>
                  <a:pt x="3807946" y="4046195"/>
                  <a:pt x="3810739" y="4040226"/>
                  <a:pt x="3816327" y="4036543"/>
                </a:cubicBezTo>
                <a:cubicBezTo>
                  <a:pt x="3820772" y="4033622"/>
                  <a:pt x="3825217" y="4030447"/>
                  <a:pt x="3829154" y="4029050"/>
                </a:cubicBezTo>
                <a:cubicBezTo>
                  <a:pt x="3834108" y="4027272"/>
                  <a:pt x="3840076" y="4030066"/>
                  <a:pt x="3844140" y="4029177"/>
                </a:cubicBezTo>
                <a:cubicBezTo>
                  <a:pt x="3848966" y="4028034"/>
                  <a:pt x="3854046" y="4029558"/>
                  <a:pt x="3858237" y="4028415"/>
                </a:cubicBezTo>
                <a:cubicBezTo>
                  <a:pt x="3862301" y="4027145"/>
                  <a:pt x="3863698" y="4021049"/>
                  <a:pt x="3867382" y="4017239"/>
                </a:cubicBezTo>
                <a:cubicBezTo>
                  <a:pt x="3870429" y="4014064"/>
                  <a:pt x="3872842" y="4010635"/>
                  <a:pt x="3874874" y="4006444"/>
                </a:cubicBezTo>
                <a:cubicBezTo>
                  <a:pt x="3877160" y="4001237"/>
                  <a:pt x="3878938" y="3998316"/>
                  <a:pt x="3876525" y="3995141"/>
                </a:cubicBezTo>
                <a:cubicBezTo>
                  <a:pt x="3873477" y="3990950"/>
                  <a:pt x="3865984" y="3988537"/>
                  <a:pt x="3855444" y="3990061"/>
                </a:cubicBezTo>
                <a:close/>
                <a:moveTo>
                  <a:pt x="3697201" y="3878174"/>
                </a:moveTo>
                <a:cubicBezTo>
                  <a:pt x="3693646" y="3876396"/>
                  <a:pt x="3689327" y="3876904"/>
                  <a:pt x="3685771" y="3879317"/>
                </a:cubicBezTo>
                <a:lnTo>
                  <a:pt x="3685645" y="3879317"/>
                </a:lnTo>
                <a:cubicBezTo>
                  <a:pt x="3680564" y="3882619"/>
                  <a:pt x="3674849" y="3888715"/>
                  <a:pt x="3669642" y="3895065"/>
                </a:cubicBezTo>
                <a:cubicBezTo>
                  <a:pt x="3664689" y="3901034"/>
                  <a:pt x="3659990" y="3907511"/>
                  <a:pt x="3656815" y="3913607"/>
                </a:cubicBezTo>
                <a:cubicBezTo>
                  <a:pt x="3651989" y="3922878"/>
                  <a:pt x="3651354" y="3930879"/>
                  <a:pt x="3655164" y="3934562"/>
                </a:cubicBezTo>
                <a:cubicBezTo>
                  <a:pt x="3661007" y="3940023"/>
                  <a:pt x="3668119" y="3938880"/>
                  <a:pt x="3675992" y="3933927"/>
                </a:cubicBezTo>
                <a:cubicBezTo>
                  <a:pt x="3682088" y="3930244"/>
                  <a:pt x="3688565" y="3925164"/>
                  <a:pt x="3693772" y="3918560"/>
                </a:cubicBezTo>
                <a:cubicBezTo>
                  <a:pt x="3698979" y="3912083"/>
                  <a:pt x="3703551" y="3904971"/>
                  <a:pt x="3706091" y="3898367"/>
                </a:cubicBezTo>
                <a:cubicBezTo>
                  <a:pt x="3707870" y="3893795"/>
                  <a:pt x="3703297" y="3881095"/>
                  <a:pt x="3697201" y="3878174"/>
                </a:cubicBezTo>
                <a:close/>
                <a:moveTo>
                  <a:pt x="3574392" y="3872198"/>
                </a:moveTo>
                <a:cubicBezTo>
                  <a:pt x="3568677" y="3867245"/>
                  <a:pt x="3565375" y="3873976"/>
                  <a:pt x="3558390" y="3882231"/>
                </a:cubicBezTo>
                <a:cubicBezTo>
                  <a:pt x="3554581" y="3886676"/>
                  <a:pt x="3545436" y="3888073"/>
                  <a:pt x="3539595" y="3894169"/>
                </a:cubicBezTo>
                <a:cubicBezTo>
                  <a:pt x="3535149" y="3898868"/>
                  <a:pt x="3531594" y="3904964"/>
                  <a:pt x="3525371" y="3909791"/>
                </a:cubicBezTo>
                <a:cubicBezTo>
                  <a:pt x="3519783" y="3914235"/>
                  <a:pt x="3514195" y="3916775"/>
                  <a:pt x="3509876" y="3920331"/>
                </a:cubicBezTo>
                <a:cubicBezTo>
                  <a:pt x="3505050" y="3924395"/>
                  <a:pt x="3505432" y="3931888"/>
                  <a:pt x="3502637" y="3938111"/>
                </a:cubicBezTo>
                <a:lnTo>
                  <a:pt x="3502637" y="3938238"/>
                </a:lnTo>
                <a:cubicBezTo>
                  <a:pt x="3499209" y="3945985"/>
                  <a:pt x="3494001" y="3956907"/>
                  <a:pt x="3499082" y="3961353"/>
                </a:cubicBezTo>
                <a:cubicBezTo>
                  <a:pt x="3502764" y="3964654"/>
                  <a:pt x="3509749" y="3962749"/>
                  <a:pt x="3516226" y="3960082"/>
                </a:cubicBezTo>
                <a:cubicBezTo>
                  <a:pt x="3522069" y="3957797"/>
                  <a:pt x="3527021" y="3953224"/>
                  <a:pt x="3530704" y="3950557"/>
                </a:cubicBezTo>
                <a:cubicBezTo>
                  <a:pt x="3537309" y="3945985"/>
                  <a:pt x="3541372" y="3938873"/>
                  <a:pt x="3546834" y="3933158"/>
                </a:cubicBezTo>
                <a:cubicBezTo>
                  <a:pt x="3552548" y="3927189"/>
                  <a:pt x="3560169" y="3923379"/>
                  <a:pt x="3564359" y="3917029"/>
                </a:cubicBezTo>
                <a:cubicBezTo>
                  <a:pt x="3569312" y="3909536"/>
                  <a:pt x="3571090" y="3901662"/>
                  <a:pt x="3573249" y="3895058"/>
                </a:cubicBezTo>
                <a:cubicBezTo>
                  <a:pt x="3576551" y="3884898"/>
                  <a:pt x="3579346" y="3876389"/>
                  <a:pt x="3574392" y="3872198"/>
                </a:cubicBezTo>
                <a:close/>
                <a:moveTo>
                  <a:pt x="3524482" y="3782670"/>
                </a:moveTo>
                <a:cubicBezTo>
                  <a:pt x="3521052" y="3782924"/>
                  <a:pt x="3517623" y="3784829"/>
                  <a:pt x="3513433" y="3788258"/>
                </a:cubicBezTo>
                <a:cubicBezTo>
                  <a:pt x="3509241" y="3791814"/>
                  <a:pt x="3505939" y="3799180"/>
                  <a:pt x="3498065" y="3804641"/>
                </a:cubicBezTo>
                <a:cubicBezTo>
                  <a:pt x="3493747" y="3807689"/>
                  <a:pt x="3488286" y="3807943"/>
                  <a:pt x="3484476" y="3810356"/>
                </a:cubicBezTo>
                <a:cubicBezTo>
                  <a:pt x="3480285" y="3812896"/>
                  <a:pt x="3479904" y="3818357"/>
                  <a:pt x="3477999" y="3823437"/>
                </a:cubicBezTo>
                <a:lnTo>
                  <a:pt x="3478126" y="3823437"/>
                </a:lnTo>
                <a:cubicBezTo>
                  <a:pt x="3475840" y="3829787"/>
                  <a:pt x="3474571" y="3838677"/>
                  <a:pt x="3479650" y="3843122"/>
                </a:cubicBezTo>
                <a:cubicBezTo>
                  <a:pt x="3483207" y="3846170"/>
                  <a:pt x="3487524" y="3845535"/>
                  <a:pt x="3492859" y="3843757"/>
                </a:cubicBezTo>
                <a:cubicBezTo>
                  <a:pt x="3498065" y="3841979"/>
                  <a:pt x="3503781" y="3841090"/>
                  <a:pt x="3506956" y="3839058"/>
                </a:cubicBezTo>
                <a:cubicBezTo>
                  <a:pt x="3513813" y="3834867"/>
                  <a:pt x="3519909" y="3830549"/>
                  <a:pt x="3524735" y="3825850"/>
                </a:cubicBezTo>
                <a:cubicBezTo>
                  <a:pt x="3530959" y="3819881"/>
                  <a:pt x="3534134" y="3813277"/>
                  <a:pt x="3536546" y="3807435"/>
                </a:cubicBezTo>
                <a:cubicBezTo>
                  <a:pt x="3539848" y="3799434"/>
                  <a:pt x="3540864" y="3792068"/>
                  <a:pt x="3534896" y="3786988"/>
                </a:cubicBezTo>
                <a:cubicBezTo>
                  <a:pt x="3531085" y="3783813"/>
                  <a:pt x="3527784" y="3782416"/>
                  <a:pt x="3524482" y="3782670"/>
                </a:cubicBezTo>
                <a:close/>
                <a:moveTo>
                  <a:pt x="3408658" y="3766661"/>
                </a:moveTo>
                <a:cubicBezTo>
                  <a:pt x="3406625" y="3767423"/>
                  <a:pt x="3404466" y="3769201"/>
                  <a:pt x="3402434" y="3771106"/>
                </a:cubicBezTo>
                <a:cubicBezTo>
                  <a:pt x="3398624" y="3774408"/>
                  <a:pt x="3394307" y="3778218"/>
                  <a:pt x="3391004" y="3780250"/>
                </a:cubicBezTo>
                <a:cubicBezTo>
                  <a:pt x="3381225" y="3786219"/>
                  <a:pt x="3372971" y="3789648"/>
                  <a:pt x="3368779" y="3794982"/>
                </a:cubicBezTo>
                <a:cubicBezTo>
                  <a:pt x="3361667" y="3803491"/>
                  <a:pt x="3362810" y="3813143"/>
                  <a:pt x="3359127" y="3820128"/>
                </a:cubicBezTo>
                <a:cubicBezTo>
                  <a:pt x="3356714" y="3824573"/>
                  <a:pt x="3352015" y="3827748"/>
                  <a:pt x="3349984" y="3831812"/>
                </a:cubicBezTo>
                <a:cubicBezTo>
                  <a:pt x="3347697" y="3836257"/>
                  <a:pt x="3347316" y="3838924"/>
                  <a:pt x="3351508" y="3843623"/>
                </a:cubicBezTo>
                <a:cubicBezTo>
                  <a:pt x="3354683" y="3847306"/>
                  <a:pt x="3363572" y="3846291"/>
                  <a:pt x="3368779" y="3843750"/>
                </a:cubicBezTo>
                <a:cubicBezTo>
                  <a:pt x="3375384" y="3840703"/>
                  <a:pt x="3380463" y="3836003"/>
                  <a:pt x="3385035" y="3832447"/>
                </a:cubicBezTo>
                <a:cubicBezTo>
                  <a:pt x="3390750" y="3827748"/>
                  <a:pt x="3394560" y="3822160"/>
                  <a:pt x="3397735" y="3817716"/>
                </a:cubicBezTo>
                <a:cubicBezTo>
                  <a:pt x="3403450" y="3809714"/>
                  <a:pt x="3406245" y="3803237"/>
                  <a:pt x="3407514" y="3800951"/>
                </a:cubicBezTo>
                <a:cubicBezTo>
                  <a:pt x="3408911" y="3798285"/>
                  <a:pt x="3412213" y="3791680"/>
                  <a:pt x="3415134" y="3785076"/>
                </a:cubicBezTo>
                <a:cubicBezTo>
                  <a:pt x="3417674" y="3779107"/>
                  <a:pt x="3418945" y="3773011"/>
                  <a:pt x="3415008" y="3768566"/>
                </a:cubicBezTo>
                <a:cubicBezTo>
                  <a:pt x="3412975" y="3766153"/>
                  <a:pt x="3410816" y="3765899"/>
                  <a:pt x="3408658" y="3766661"/>
                </a:cubicBezTo>
                <a:close/>
                <a:moveTo>
                  <a:pt x="373230" y="0"/>
                </a:moveTo>
                <a:lnTo>
                  <a:pt x="373243" y="0"/>
                </a:lnTo>
                <a:lnTo>
                  <a:pt x="6781778" y="0"/>
                </a:lnTo>
                <a:lnTo>
                  <a:pt x="6781778" y="5278176"/>
                </a:lnTo>
                <a:lnTo>
                  <a:pt x="6775090" y="5298600"/>
                </a:lnTo>
                <a:cubicBezTo>
                  <a:pt x="6709433" y="5403129"/>
                  <a:pt x="6181609" y="5537807"/>
                  <a:pt x="6099438" y="5555958"/>
                </a:cubicBezTo>
                <a:cubicBezTo>
                  <a:pt x="5867955" y="5607088"/>
                  <a:pt x="5628966" y="5622004"/>
                  <a:pt x="5392956" y="5600357"/>
                </a:cubicBezTo>
                <a:cubicBezTo>
                  <a:pt x="5192836" y="5582006"/>
                  <a:pt x="4992741" y="5539962"/>
                  <a:pt x="4802425" y="5472164"/>
                </a:cubicBezTo>
                <a:cubicBezTo>
                  <a:pt x="4802203" y="5468093"/>
                  <a:pt x="4800959" y="5464671"/>
                  <a:pt x="4798558" y="5462639"/>
                </a:cubicBezTo>
                <a:cubicBezTo>
                  <a:pt x="4794265" y="5459045"/>
                  <a:pt x="4790671" y="5461438"/>
                  <a:pt x="4786208" y="5466353"/>
                </a:cubicBezTo>
                <a:cubicBezTo>
                  <a:pt x="4765513" y="5458797"/>
                  <a:pt x="4744958" y="5450878"/>
                  <a:pt x="4724517" y="5442706"/>
                </a:cubicBezTo>
                <a:cubicBezTo>
                  <a:pt x="4730924" y="5437277"/>
                  <a:pt x="4735719" y="5431232"/>
                  <a:pt x="4740005" y="5425809"/>
                </a:cubicBezTo>
                <a:cubicBezTo>
                  <a:pt x="4747371" y="5416537"/>
                  <a:pt x="4752832" y="5409553"/>
                  <a:pt x="4753975" y="5407267"/>
                </a:cubicBezTo>
                <a:cubicBezTo>
                  <a:pt x="4755372" y="5404727"/>
                  <a:pt x="4760452" y="5398758"/>
                  <a:pt x="4763373" y="5392154"/>
                </a:cubicBezTo>
                <a:cubicBezTo>
                  <a:pt x="4765913" y="5386311"/>
                  <a:pt x="4766802" y="5379454"/>
                  <a:pt x="4762865" y="5375009"/>
                </a:cubicBezTo>
                <a:cubicBezTo>
                  <a:pt x="4760833" y="5372596"/>
                  <a:pt x="4758674" y="5372342"/>
                  <a:pt x="4756515" y="5372977"/>
                </a:cubicBezTo>
                <a:cubicBezTo>
                  <a:pt x="4754355" y="5373739"/>
                  <a:pt x="4752070" y="5375517"/>
                  <a:pt x="4749911" y="5377295"/>
                </a:cubicBezTo>
                <a:cubicBezTo>
                  <a:pt x="4745847" y="5380470"/>
                  <a:pt x="4740386" y="5382755"/>
                  <a:pt x="4737084" y="5384787"/>
                </a:cubicBezTo>
                <a:cubicBezTo>
                  <a:pt x="4730353" y="5388852"/>
                  <a:pt x="4723622" y="5392535"/>
                  <a:pt x="4718796" y="5397106"/>
                </a:cubicBezTo>
                <a:cubicBezTo>
                  <a:pt x="4712954" y="5402441"/>
                  <a:pt x="4711684" y="5411204"/>
                  <a:pt x="4708001" y="5416411"/>
                </a:cubicBezTo>
                <a:cubicBezTo>
                  <a:pt x="4703835" y="5422348"/>
                  <a:pt x="4701638" y="5428038"/>
                  <a:pt x="4699581" y="5432584"/>
                </a:cubicBezTo>
                <a:cubicBezTo>
                  <a:pt x="4617468" y="5398548"/>
                  <a:pt x="4537630" y="5359406"/>
                  <a:pt x="4460859" y="5314988"/>
                </a:cubicBezTo>
                <a:cubicBezTo>
                  <a:pt x="4462828" y="5312893"/>
                  <a:pt x="4464745" y="5310810"/>
                  <a:pt x="4466447" y="5308842"/>
                </a:cubicBezTo>
                <a:cubicBezTo>
                  <a:pt x="4468860" y="5306048"/>
                  <a:pt x="4473813" y="5301984"/>
                  <a:pt x="4474702" y="5296904"/>
                </a:cubicBezTo>
                <a:cubicBezTo>
                  <a:pt x="4475591" y="5291442"/>
                  <a:pt x="4472924" y="5285347"/>
                  <a:pt x="4469876" y="5283187"/>
                </a:cubicBezTo>
                <a:cubicBezTo>
                  <a:pt x="4466574" y="5280902"/>
                  <a:pt x="4459080" y="5280393"/>
                  <a:pt x="4453112" y="5283187"/>
                </a:cubicBezTo>
                <a:lnTo>
                  <a:pt x="4453239" y="5283315"/>
                </a:lnTo>
                <a:cubicBezTo>
                  <a:pt x="4447905" y="5285855"/>
                  <a:pt x="4444857" y="5294998"/>
                  <a:pt x="4438507" y="5299317"/>
                </a:cubicBezTo>
                <a:cubicBezTo>
                  <a:pt x="4437790" y="5299786"/>
                  <a:pt x="4437014" y="5300193"/>
                  <a:pt x="4436208" y="5300555"/>
                </a:cubicBezTo>
                <a:cubicBezTo>
                  <a:pt x="4396203" y="5276609"/>
                  <a:pt x="4357080" y="5251184"/>
                  <a:pt x="4318956" y="5224272"/>
                </a:cubicBezTo>
                <a:cubicBezTo>
                  <a:pt x="4326601" y="5220939"/>
                  <a:pt x="4332900" y="5214315"/>
                  <a:pt x="4338558" y="5210417"/>
                </a:cubicBezTo>
                <a:cubicBezTo>
                  <a:pt x="4348210" y="5203812"/>
                  <a:pt x="4353290" y="5195304"/>
                  <a:pt x="4355067" y="5193525"/>
                </a:cubicBezTo>
                <a:cubicBezTo>
                  <a:pt x="4357100" y="5191493"/>
                  <a:pt x="4366625" y="5189842"/>
                  <a:pt x="4371197" y="5184381"/>
                </a:cubicBezTo>
                <a:cubicBezTo>
                  <a:pt x="4375388" y="5179429"/>
                  <a:pt x="4375515" y="5170539"/>
                  <a:pt x="4373102" y="5165078"/>
                </a:cubicBezTo>
                <a:cubicBezTo>
                  <a:pt x="4370435" y="5159236"/>
                  <a:pt x="4364085" y="5158220"/>
                  <a:pt x="4358751" y="5160505"/>
                </a:cubicBezTo>
                <a:cubicBezTo>
                  <a:pt x="4353798" y="5162537"/>
                  <a:pt x="4349861" y="5169142"/>
                  <a:pt x="4346051" y="5170030"/>
                </a:cubicBezTo>
                <a:cubicBezTo>
                  <a:pt x="4338430" y="5171936"/>
                  <a:pt x="4330557" y="5171300"/>
                  <a:pt x="4324588" y="5174222"/>
                </a:cubicBezTo>
                <a:cubicBezTo>
                  <a:pt x="4317476" y="5177650"/>
                  <a:pt x="4315825" y="5187937"/>
                  <a:pt x="4310745" y="5191874"/>
                </a:cubicBezTo>
                <a:cubicBezTo>
                  <a:pt x="4303760" y="5197209"/>
                  <a:pt x="4297283" y="5200130"/>
                  <a:pt x="4293346" y="5203940"/>
                </a:cubicBezTo>
                <a:cubicBezTo>
                  <a:pt x="4292977" y="5204308"/>
                  <a:pt x="4292470" y="5204568"/>
                  <a:pt x="4292044" y="5204892"/>
                </a:cubicBezTo>
                <a:cubicBezTo>
                  <a:pt x="4231154" y="5160226"/>
                  <a:pt x="4172924" y="5111687"/>
                  <a:pt x="4117933" y="5059052"/>
                </a:cubicBezTo>
                <a:cubicBezTo>
                  <a:pt x="3886133" y="4837170"/>
                  <a:pt x="3719001" y="4547146"/>
                  <a:pt x="3545386" y="4264628"/>
                </a:cubicBezTo>
                <a:cubicBezTo>
                  <a:pt x="3551754" y="4262844"/>
                  <a:pt x="3557718" y="4263917"/>
                  <a:pt x="3561565" y="4260069"/>
                </a:cubicBezTo>
                <a:cubicBezTo>
                  <a:pt x="3564995" y="4256894"/>
                  <a:pt x="3569059" y="4253973"/>
                  <a:pt x="3575789" y="4249274"/>
                </a:cubicBezTo>
                <a:cubicBezTo>
                  <a:pt x="3583156" y="4243940"/>
                  <a:pt x="3586838" y="4238606"/>
                  <a:pt x="3591537" y="4236320"/>
                </a:cubicBezTo>
                <a:cubicBezTo>
                  <a:pt x="3599158" y="4232764"/>
                  <a:pt x="3605381" y="4231113"/>
                  <a:pt x="3609571" y="4224636"/>
                </a:cubicBezTo>
                <a:cubicBezTo>
                  <a:pt x="3611984" y="4220699"/>
                  <a:pt x="3608683" y="4214857"/>
                  <a:pt x="3608809" y="4210412"/>
                </a:cubicBezTo>
                <a:cubicBezTo>
                  <a:pt x="3609063" y="4205332"/>
                  <a:pt x="3612746" y="4198855"/>
                  <a:pt x="3609317" y="4195934"/>
                </a:cubicBezTo>
                <a:cubicBezTo>
                  <a:pt x="3606904" y="4193775"/>
                  <a:pt x="3603095" y="4193013"/>
                  <a:pt x="3599031" y="4193140"/>
                </a:cubicBezTo>
                <a:cubicBezTo>
                  <a:pt x="3594839" y="4193267"/>
                  <a:pt x="3590521" y="4194410"/>
                  <a:pt x="3586965" y="4196061"/>
                </a:cubicBezTo>
                <a:cubicBezTo>
                  <a:pt x="3579472" y="4199744"/>
                  <a:pt x="3576678" y="4205586"/>
                  <a:pt x="3572614" y="4210666"/>
                </a:cubicBezTo>
                <a:cubicBezTo>
                  <a:pt x="3568932" y="4215238"/>
                  <a:pt x="3566772" y="4223620"/>
                  <a:pt x="3559660" y="4228319"/>
                </a:cubicBezTo>
                <a:cubicBezTo>
                  <a:pt x="3553310" y="4232510"/>
                  <a:pt x="3547087" y="4232510"/>
                  <a:pt x="3542642" y="4233526"/>
                </a:cubicBezTo>
                <a:cubicBezTo>
                  <a:pt x="3538216" y="4234548"/>
                  <a:pt x="3532889" y="4232974"/>
                  <a:pt x="3527726" y="4235958"/>
                </a:cubicBezTo>
                <a:cubicBezTo>
                  <a:pt x="3502593" y="4195267"/>
                  <a:pt x="3477275" y="4154792"/>
                  <a:pt x="3451558" y="4114749"/>
                </a:cubicBezTo>
                <a:cubicBezTo>
                  <a:pt x="3453323" y="4113740"/>
                  <a:pt x="3455012" y="4112648"/>
                  <a:pt x="3456536" y="4111352"/>
                </a:cubicBezTo>
                <a:cubicBezTo>
                  <a:pt x="3462886" y="4106145"/>
                  <a:pt x="3469998" y="4102462"/>
                  <a:pt x="3475459" y="4097509"/>
                </a:cubicBezTo>
                <a:cubicBezTo>
                  <a:pt x="3481936" y="4091540"/>
                  <a:pt x="3489175" y="4087349"/>
                  <a:pt x="3493621" y="4082396"/>
                </a:cubicBezTo>
                <a:cubicBezTo>
                  <a:pt x="3501748" y="4073125"/>
                  <a:pt x="3501748" y="4066521"/>
                  <a:pt x="3498320" y="4062838"/>
                </a:cubicBezTo>
                <a:cubicBezTo>
                  <a:pt x="3496922" y="4061314"/>
                  <a:pt x="3494509" y="4060298"/>
                  <a:pt x="3491081" y="4060298"/>
                </a:cubicBezTo>
                <a:cubicBezTo>
                  <a:pt x="3487778" y="4060171"/>
                  <a:pt x="3483587" y="4061187"/>
                  <a:pt x="3478508" y="4063600"/>
                </a:cubicBezTo>
                <a:cubicBezTo>
                  <a:pt x="3472284" y="4066648"/>
                  <a:pt x="3465172" y="4070458"/>
                  <a:pt x="3458569" y="4074649"/>
                </a:cubicBezTo>
                <a:cubicBezTo>
                  <a:pt x="3451837" y="4078967"/>
                  <a:pt x="3444090" y="4082269"/>
                  <a:pt x="3438629" y="4086460"/>
                </a:cubicBezTo>
                <a:cubicBezTo>
                  <a:pt x="3437791" y="4087165"/>
                  <a:pt x="3436775" y="4088454"/>
                  <a:pt x="3435606" y="4090086"/>
                </a:cubicBezTo>
                <a:cubicBezTo>
                  <a:pt x="3410544" y="4051510"/>
                  <a:pt x="3385048" y="4013397"/>
                  <a:pt x="3358956" y="3975932"/>
                </a:cubicBezTo>
                <a:cubicBezTo>
                  <a:pt x="3365325" y="3971290"/>
                  <a:pt x="3371135" y="3965867"/>
                  <a:pt x="3376146" y="3960857"/>
                </a:cubicBezTo>
                <a:cubicBezTo>
                  <a:pt x="3382369" y="3954507"/>
                  <a:pt x="3384400" y="3945744"/>
                  <a:pt x="3387829" y="3939648"/>
                </a:cubicBezTo>
                <a:cubicBezTo>
                  <a:pt x="3393036" y="3930377"/>
                  <a:pt x="3399767" y="3920344"/>
                  <a:pt x="3395831" y="3915264"/>
                </a:cubicBezTo>
                <a:cubicBezTo>
                  <a:pt x="3393545" y="3912343"/>
                  <a:pt x="3389481" y="3911581"/>
                  <a:pt x="3385035" y="3912343"/>
                </a:cubicBezTo>
                <a:cubicBezTo>
                  <a:pt x="3380590" y="3913105"/>
                  <a:pt x="3375764" y="3915518"/>
                  <a:pt x="3371446" y="3918820"/>
                </a:cubicBezTo>
                <a:cubicBezTo>
                  <a:pt x="3366874" y="3922503"/>
                  <a:pt x="3364970" y="3931901"/>
                  <a:pt x="3358111" y="3936727"/>
                </a:cubicBezTo>
                <a:cubicBezTo>
                  <a:pt x="3352904" y="3940410"/>
                  <a:pt x="3345792" y="3942950"/>
                  <a:pt x="3338681" y="3946506"/>
                </a:cubicBezTo>
                <a:cubicBezTo>
                  <a:pt x="3338566" y="3946557"/>
                  <a:pt x="3338452" y="3946589"/>
                  <a:pt x="3338337" y="3946646"/>
                </a:cubicBezTo>
                <a:cubicBezTo>
                  <a:pt x="3310613" y="3907701"/>
                  <a:pt x="3282140" y="3869557"/>
                  <a:pt x="3252733" y="3832428"/>
                </a:cubicBezTo>
                <a:cubicBezTo>
                  <a:pt x="3255489" y="3828313"/>
                  <a:pt x="3257915" y="3824014"/>
                  <a:pt x="3261210" y="3821024"/>
                </a:cubicBezTo>
                <a:cubicBezTo>
                  <a:pt x="3267687" y="3815182"/>
                  <a:pt x="3274672" y="3811499"/>
                  <a:pt x="3279117" y="3806419"/>
                </a:cubicBezTo>
                <a:cubicBezTo>
                  <a:pt x="3287246" y="3797148"/>
                  <a:pt x="3291817" y="3791941"/>
                  <a:pt x="3288388" y="3788258"/>
                </a:cubicBezTo>
                <a:cubicBezTo>
                  <a:pt x="3285467" y="3785210"/>
                  <a:pt x="3277847" y="3786988"/>
                  <a:pt x="3267687" y="3791814"/>
                </a:cubicBezTo>
                <a:cubicBezTo>
                  <a:pt x="3261464" y="3794735"/>
                  <a:pt x="3253845" y="3797402"/>
                  <a:pt x="3247113" y="3801720"/>
                </a:cubicBezTo>
                <a:cubicBezTo>
                  <a:pt x="3242897" y="3804393"/>
                  <a:pt x="3237874" y="3806215"/>
                  <a:pt x="3233353" y="3808286"/>
                </a:cubicBezTo>
                <a:cubicBezTo>
                  <a:pt x="3071396" y="3609207"/>
                  <a:pt x="2880001" y="3441833"/>
                  <a:pt x="2623168" y="3344418"/>
                </a:cubicBezTo>
                <a:cubicBezTo>
                  <a:pt x="2147421" y="3138170"/>
                  <a:pt x="1619482" y="3086862"/>
                  <a:pt x="1149327" y="2864993"/>
                </a:cubicBezTo>
                <a:cubicBezTo>
                  <a:pt x="234292" y="2463673"/>
                  <a:pt x="-142136" y="1718056"/>
                  <a:pt x="47983" y="739267"/>
                </a:cubicBezTo>
                <a:cubicBezTo>
                  <a:pt x="95989" y="463423"/>
                  <a:pt x="212575" y="217424"/>
                  <a:pt x="37323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the icon to insert a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7D6485C-8930-FDCD-752F-7EE6BD06A2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54E7771-9F65-BD5E-68EC-E1EB6695F7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rgbClr val="003359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78FC28F-FC1E-5BE7-F17C-9C1DAE538C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rgbClr val="003359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719FEED7-3162-5EA1-4034-F549A31B7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53418" y="3766285"/>
            <a:ext cx="1876440" cy="1885953"/>
          </a:xfrm>
          <a:custGeom>
            <a:avLst/>
            <a:gdLst>
              <a:gd name="connsiteX0" fmla="*/ 465462 w 1876440"/>
              <a:gd name="connsiteY0" fmla="*/ 382 h 1885953"/>
              <a:gd name="connsiteX1" fmla="*/ 471812 w 1876440"/>
              <a:gd name="connsiteY1" fmla="*/ 2287 h 1885953"/>
              <a:gd name="connsiteX2" fmla="*/ 471939 w 1876440"/>
              <a:gd name="connsiteY2" fmla="*/ 18797 h 1885953"/>
              <a:gd name="connsiteX3" fmla="*/ 464319 w 1876440"/>
              <a:gd name="connsiteY3" fmla="*/ 34672 h 1885953"/>
              <a:gd name="connsiteX4" fmla="*/ 454540 w 1876440"/>
              <a:gd name="connsiteY4" fmla="*/ 51436 h 1885953"/>
              <a:gd name="connsiteX5" fmla="*/ 441840 w 1876440"/>
              <a:gd name="connsiteY5" fmla="*/ 66168 h 1885953"/>
              <a:gd name="connsiteX6" fmla="*/ 425584 w 1876440"/>
              <a:gd name="connsiteY6" fmla="*/ 77471 h 1885953"/>
              <a:gd name="connsiteX7" fmla="*/ 408312 w 1876440"/>
              <a:gd name="connsiteY7" fmla="*/ 77344 h 1885953"/>
              <a:gd name="connsiteX8" fmla="*/ 406788 w 1876440"/>
              <a:gd name="connsiteY8" fmla="*/ 65533 h 1885953"/>
              <a:gd name="connsiteX9" fmla="*/ 415932 w 1876440"/>
              <a:gd name="connsiteY9" fmla="*/ 53849 h 1885953"/>
              <a:gd name="connsiteX10" fmla="*/ 425584 w 1876440"/>
              <a:gd name="connsiteY10" fmla="*/ 28703 h 1885953"/>
              <a:gd name="connsiteX11" fmla="*/ 447809 w 1876440"/>
              <a:gd name="connsiteY11" fmla="*/ 13971 h 1885953"/>
              <a:gd name="connsiteX12" fmla="*/ 459239 w 1876440"/>
              <a:gd name="connsiteY12" fmla="*/ 4827 h 1885953"/>
              <a:gd name="connsiteX13" fmla="*/ 465462 w 1876440"/>
              <a:gd name="connsiteY13" fmla="*/ 382 h 1885953"/>
              <a:gd name="connsiteX14" fmla="*/ 581286 w 1876440"/>
              <a:gd name="connsiteY14" fmla="*/ 16384 h 1885953"/>
              <a:gd name="connsiteX15" fmla="*/ 591700 w 1876440"/>
              <a:gd name="connsiteY15" fmla="*/ 20702 h 1885953"/>
              <a:gd name="connsiteX16" fmla="*/ 593351 w 1876440"/>
              <a:gd name="connsiteY16" fmla="*/ 41149 h 1885953"/>
              <a:gd name="connsiteX17" fmla="*/ 581540 w 1876440"/>
              <a:gd name="connsiteY17" fmla="*/ 59564 h 1885953"/>
              <a:gd name="connsiteX18" fmla="*/ 563760 w 1876440"/>
              <a:gd name="connsiteY18" fmla="*/ 72772 h 1885953"/>
              <a:gd name="connsiteX19" fmla="*/ 549663 w 1876440"/>
              <a:gd name="connsiteY19" fmla="*/ 77471 h 1885953"/>
              <a:gd name="connsiteX20" fmla="*/ 536455 w 1876440"/>
              <a:gd name="connsiteY20" fmla="*/ 76836 h 1885953"/>
              <a:gd name="connsiteX21" fmla="*/ 534931 w 1876440"/>
              <a:gd name="connsiteY21" fmla="*/ 57151 h 1885953"/>
              <a:gd name="connsiteX22" fmla="*/ 534804 w 1876440"/>
              <a:gd name="connsiteY22" fmla="*/ 57151 h 1885953"/>
              <a:gd name="connsiteX23" fmla="*/ 541281 w 1876440"/>
              <a:gd name="connsiteY23" fmla="*/ 44070 h 1885953"/>
              <a:gd name="connsiteX24" fmla="*/ 554870 w 1876440"/>
              <a:gd name="connsiteY24" fmla="*/ 38355 h 1885953"/>
              <a:gd name="connsiteX25" fmla="*/ 570237 w 1876440"/>
              <a:gd name="connsiteY25" fmla="*/ 21972 h 1885953"/>
              <a:gd name="connsiteX26" fmla="*/ 581286 w 1876440"/>
              <a:gd name="connsiteY26" fmla="*/ 16384 h 1885953"/>
              <a:gd name="connsiteX27" fmla="*/ 345193 w 1876440"/>
              <a:gd name="connsiteY27" fmla="*/ 21972 h 1885953"/>
              <a:gd name="connsiteX28" fmla="*/ 335922 w 1876440"/>
              <a:gd name="connsiteY28" fmla="*/ 40133 h 1885953"/>
              <a:gd name="connsiteX29" fmla="*/ 318015 w 1876440"/>
              <a:gd name="connsiteY29" fmla="*/ 54738 h 1885953"/>
              <a:gd name="connsiteX30" fmla="*/ 303283 w 1876440"/>
              <a:gd name="connsiteY30" fmla="*/ 73534 h 1885953"/>
              <a:gd name="connsiteX31" fmla="*/ 286900 w 1876440"/>
              <a:gd name="connsiteY31" fmla="*/ 90679 h 1885953"/>
              <a:gd name="connsiteX32" fmla="*/ 269120 w 1876440"/>
              <a:gd name="connsiteY32" fmla="*/ 91441 h 1885953"/>
              <a:gd name="connsiteX33" fmla="*/ 254896 w 1876440"/>
              <a:gd name="connsiteY33" fmla="*/ 89536 h 1885953"/>
              <a:gd name="connsiteX34" fmla="*/ 254769 w 1876440"/>
              <a:gd name="connsiteY34" fmla="*/ 89536 h 1885953"/>
              <a:gd name="connsiteX35" fmla="*/ 267977 w 1876440"/>
              <a:gd name="connsiteY35" fmla="*/ 68581 h 1885953"/>
              <a:gd name="connsiteX36" fmla="*/ 283217 w 1876440"/>
              <a:gd name="connsiteY36" fmla="*/ 45975 h 1885953"/>
              <a:gd name="connsiteX37" fmla="*/ 303918 w 1876440"/>
              <a:gd name="connsiteY37" fmla="*/ 35434 h 1885953"/>
              <a:gd name="connsiteX38" fmla="*/ 324492 w 1876440"/>
              <a:gd name="connsiteY38" fmla="*/ 25528 h 1885953"/>
              <a:gd name="connsiteX39" fmla="*/ 345193 w 1876440"/>
              <a:gd name="connsiteY39" fmla="*/ 21972 h 1885953"/>
              <a:gd name="connsiteX40" fmla="*/ 133357 w 1876440"/>
              <a:gd name="connsiteY40" fmla="*/ 49785 h 1885953"/>
              <a:gd name="connsiteX41" fmla="*/ 144279 w 1876440"/>
              <a:gd name="connsiteY41" fmla="*/ 51563 h 1885953"/>
              <a:gd name="connsiteX42" fmla="*/ 145295 w 1876440"/>
              <a:gd name="connsiteY42" fmla="*/ 76836 h 1885953"/>
              <a:gd name="connsiteX43" fmla="*/ 130563 w 1876440"/>
              <a:gd name="connsiteY43" fmla="*/ 96140 h 1885953"/>
              <a:gd name="connsiteX44" fmla="*/ 117482 w 1876440"/>
              <a:gd name="connsiteY44" fmla="*/ 116206 h 1885953"/>
              <a:gd name="connsiteX45" fmla="*/ 97162 w 1876440"/>
              <a:gd name="connsiteY45" fmla="*/ 128652 h 1885953"/>
              <a:gd name="connsiteX46" fmla="*/ 85097 w 1876440"/>
              <a:gd name="connsiteY46" fmla="*/ 142876 h 1885953"/>
              <a:gd name="connsiteX47" fmla="*/ 68206 w 1876440"/>
              <a:gd name="connsiteY47" fmla="*/ 139320 h 1885953"/>
              <a:gd name="connsiteX48" fmla="*/ 68587 w 1876440"/>
              <a:gd name="connsiteY48" fmla="*/ 116968 h 1885953"/>
              <a:gd name="connsiteX49" fmla="*/ 68587 w 1876440"/>
              <a:gd name="connsiteY49" fmla="*/ 116841 h 1885953"/>
              <a:gd name="connsiteX50" fmla="*/ 80525 w 1876440"/>
              <a:gd name="connsiteY50" fmla="*/ 103379 h 1885953"/>
              <a:gd name="connsiteX51" fmla="*/ 93860 w 1876440"/>
              <a:gd name="connsiteY51" fmla="*/ 90171 h 1885953"/>
              <a:gd name="connsiteX52" fmla="*/ 110116 w 1876440"/>
              <a:gd name="connsiteY52" fmla="*/ 76455 h 1885953"/>
              <a:gd name="connsiteX53" fmla="*/ 121546 w 1876440"/>
              <a:gd name="connsiteY53" fmla="*/ 57786 h 1885953"/>
              <a:gd name="connsiteX54" fmla="*/ 133357 w 1876440"/>
              <a:gd name="connsiteY54" fmla="*/ 49785 h 1885953"/>
              <a:gd name="connsiteX55" fmla="*/ 631197 w 1876440"/>
              <a:gd name="connsiteY55" fmla="*/ 105919 h 1885953"/>
              <a:gd name="connsiteX56" fmla="*/ 630054 w 1876440"/>
              <a:gd name="connsiteY56" fmla="*/ 128779 h 1885953"/>
              <a:gd name="connsiteX57" fmla="*/ 621164 w 1876440"/>
              <a:gd name="connsiteY57" fmla="*/ 150750 h 1885953"/>
              <a:gd name="connsiteX58" fmla="*/ 603638 w 1876440"/>
              <a:gd name="connsiteY58" fmla="*/ 166879 h 1885953"/>
              <a:gd name="connsiteX59" fmla="*/ 587509 w 1876440"/>
              <a:gd name="connsiteY59" fmla="*/ 184278 h 1885953"/>
              <a:gd name="connsiteX60" fmla="*/ 573031 w 1876440"/>
              <a:gd name="connsiteY60" fmla="*/ 193803 h 1885953"/>
              <a:gd name="connsiteX61" fmla="*/ 555886 w 1876440"/>
              <a:gd name="connsiteY61" fmla="*/ 195073 h 1885953"/>
              <a:gd name="connsiteX62" fmla="*/ 559442 w 1876440"/>
              <a:gd name="connsiteY62" fmla="*/ 171959 h 1885953"/>
              <a:gd name="connsiteX63" fmla="*/ 559442 w 1876440"/>
              <a:gd name="connsiteY63" fmla="*/ 171832 h 1885953"/>
              <a:gd name="connsiteX64" fmla="*/ 566681 w 1876440"/>
              <a:gd name="connsiteY64" fmla="*/ 154052 h 1885953"/>
              <a:gd name="connsiteX65" fmla="*/ 582175 w 1876440"/>
              <a:gd name="connsiteY65" fmla="*/ 143511 h 1885953"/>
              <a:gd name="connsiteX66" fmla="*/ 596399 w 1876440"/>
              <a:gd name="connsiteY66" fmla="*/ 127890 h 1885953"/>
              <a:gd name="connsiteX67" fmla="*/ 615195 w 1876440"/>
              <a:gd name="connsiteY67" fmla="*/ 115952 h 1885953"/>
              <a:gd name="connsiteX68" fmla="*/ 631197 w 1876440"/>
              <a:gd name="connsiteY68" fmla="*/ 105919 h 1885953"/>
              <a:gd name="connsiteX69" fmla="*/ 754006 w 1876440"/>
              <a:gd name="connsiteY69" fmla="*/ 111888 h 1885953"/>
              <a:gd name="connsiteX70" fmla="*/ 762896 w 1876440"/>
              <a:gd name="connsiteY70" fmla="*/ 132081 h 1885953"/>
              <a:gd name="connsiteX71" fmla="*/ 750577 w 1876440"/>
              <a:gd name="connsiteY71" fmla="*/ 152274 h 1885953"/>
              <a:gd name="connsiteX72" fmla="*/ 732797 w 1876440"/>
              <a:gd name="connsiteY72" fmla="*/ 167641 h 1885953"/>
              <a:gd name="connsiteX73" fmla="*/ 711969 w 1876440"/>
              <a:gd name="connsiteY73" fmla="*/ 168276 h 1885953"/>
              <a:gd name="connsiteX74" fmla="*/ 713620 w 1876440"/>
              <a:gd name="connsiteY74" fmla="*/ 147321 h 1885953"/>
              <a:gd name="connsiteX75" fmla="*/ 726447 w 1876440"/>
              <a:gd name="connsiteY75" fmla="*/ 128779 h 1885953"/>
              <a:gd name="connsiteX76" fmla="*/ 742449 w 1876440"/>
              <a:gd name="connsiteY76" fmla="*/ 113031 h 1885953"/>
              <a:gd name="connsiteX77" fmla="*/ 742576 w 1876440"/>
              <a:gd name="connsiteY77" fmla="*/ 113031 h 1885953"/>
              <a:gd name="connsiteX78" fmla="*/ 754006 w 1876440"/>
              <a:gd name="connsiteY78" fmla="*/ 111888 h 1885953"/>
              <a:gd name="connsiteX79" fmla="*/ 441840 w 1876440"/>
              <a:gd name="connsiteY79" fmla="*/ 146051 h 1885953"/>
              <a:gd name="connsiteX80" fmla="*/ 452635 w 1876440"/>
              <a:gd name="connsiteY80" fmla="*/ 148972 h 1885953"/>
              <a:gd name="connsiteX81" fmla="*/ 444634 w 1876440"/>
              <a:gd name="connsiteY81" fmla="*/ 173356 h 1885953"/>
              <a:gd name="connsiteX82" fmla="*/ 432950 w 1876440"/>
              <a:gd name="connsiteY82" fmla="*/ 194565 h 1885953"/>
              <a:gd name="connsiteX83" fmla="*/ 414535 w 1876440"/>
              <a:gd name="connsiteY83" fmla="*/ 210567 h 1885953"/>
              <a:gd name="connsiteX84" fmla="*/ 391294 w 1876440"/>
              <a:gd name="connsiteY84" fmla="*/ 217933 h 1885953"/>
              <a:gd name="connsiteX85" fmla="*/ 376435 w 1876440"/>
              <a:gd name="connsiteY85" fmla="*/ 228855 h 1885953"/>
              <a:gd name="connsiteX86" fmla="*/ 360052 w 1876440"/>
              <a:gd name="connsiteY86" fmla="*/ 222505 h 1885953"/>
              <a:gd name="connsiteX87" fmla="*/ 366783 w 1876440"/>
              <a:gd name="connsiteY87" fmla="*/ 201550 h 1885953"/>
              <a:gd name="connsiteX88" fmla="*/ 377959 w 1876440"/>
              <a:gd name="connsiteY88" fmla="*/ 186818 h 1885953"/>
              <a:gd name="connsiteX89" fmla="*/ 395485 w 1876440"/>
              <a:gd name="connsiteY89" fmla="*/ 180214 h 1885953"/>
              <a:gd name="connsiteX90" fmla="*/ 414916 w 1876440"/>
              <a:gd name="connsiteY90" fmla="*/ 170435 h 1885953"/>
              <a:gd name="connsiteX91" fmla="*/ 428250 w 1876440"/>
              <a:gd name="connsiteY91" fmla="*/ 152528 h 1885953"/>
              <a:gd name="connsiteX92" fmla="*/ 441840 w 1876440"/>
              <a:gd name="connsiteY92" fmla="*/ 146051 h 1885953"/>
              <a:gd name="connsiteX93" fmla="*/ 258071 w 1876440"/>
              <a:gd name="connsiteY93" fmla="*/ 191517 h 1885953"/>
              <a:gd name="connsiteX94" fmla="*/ 248673 w 1876440"/>
              <a:gd name="connsiteY94" fmla="*/ 215647 h 1885953"/>
              <a:gd name="connsiteX95" fmla="*/ 236227 w 1876440"/>
              <a:gd name="connsiteY95" fmla="*/ 235840 h 1885953"/>
              <a:gd name="connsiteX96" fmla="*/ 217177 w 1876440"/>
              <a:gd name="connsiteY96" fmla="*/ 250064 h 1885953"/>
              <a:gd name="connsiteX97" fmla="*/ 204477 w 1876440"/>
              <a:gd name="connsiteY97" fmla="*/ 270638 h 1885953"/>
              <a:gd name="connsiteX98" fmla="*/ 188221 w 1876440"/>
              <a:gd name="connsiteY98" fmla="*/ 276480 h 1885953"/>
              <a:gd name="connsiteX99" fmla="*/ 172600 w 1876440"/>
              <a:gd name="connsiteY99" fmla="*/ 272797 h 1885953"/>
              <a:gd name="connsiteX100" fmla="*/ 172727 w 1876440"/>
              <a:gd name="connsiteY100" fmla="*/ 272797 h 1885953"/>
              <a:gd name="connsiteX101" fmla="*/ 181490 w 1876440"/>
              <a:gd name="connsiteY101" fmla="*/ 249175 h 1885953"/>
              <a:gd name="connsiteX102" fmla="*/ 198254 w 1876440"/>
              <a:gd name="connsiteY102" fmla="*/ 228855 h 1885953"/>
              <a:gd name="connsiteX103" fmla="*/ 215145 w 1876440"/>
              <a:gd name="connsiteY103" fmla="*/ 213361 h 1885953"/>
              <a:gd name="connsiteX104" fmla="*/ 233306 w 1876440"/>
              <a:gd name="connsiteY104" fmla="*/ 199264 h 1885953"/>
              <a:gd name="connsiteX105" fmla="*/ 258071 w 1876440"/>
              <a:gd name="connsiteY105" fmla="*/ 191517 h 1885953"/>
              <a:gd name="connsiteX106" fmla="*/ 912248 w 1876440"/>
              <a:gd name="connsiteY106" fmla="*/ 223775 h 1885953"/>
              <a:gd name="connsiteX107" fmla="*/ 933330 w 1876440"/>
              <a:gd name="connsiteY107" fmla="*/ 228855 h 1885953"/>
              <a:gd name="connsiteX108" fmla="*/ 931679 w 1876440"/>
              <a:gd name="connsiteY108" fmla="*/ 240158 h 1885953"/>
              <a:gd name="connsiteX109" fmla="*/ 924186 w 1876440"/>
              <a:gd name="connsiteY109" fmla="*/ 250953 h 1885953"/>
              <a:gd name="connsiteX110" fmla="*/ 915042 w 1876440"/>
              <a:gd name="connsiteY110" fmla="*/ 262129 h 1885953"/>
              <a:gd name="connsiteX111" fmla="*/ 900945 w 1876440"/>
              <a:gd name="connsiteY111" fmla="*/ 262891 h 1885953"/>
              <a:gd name="connsiteX112" fmla="*/ 885959 w 1876440"/>
              <a:gd name="connsiteY112" fmla="*/ 262764 h 1885953"/>
              <a:gd name="connsiteX113" fmla="*/ 873132 w 1876440"/>
              <a:gd name="connsiteY113" fmla="*/ 270257 h 1885953"/>
              <a:gd name="connsiteX114" fmla="*/ 861448 w 1876440"/>
              <a:gd name="connsiteY114" fmla="*/ 283592 h 1885953"/>
              <a:gd name="connsiteX115" fmla="*/ 848494 w 1876440"/>
              <a:gd name="connsiteY115" fmla="*/ 292101 h 1885953"/>
              <a:gd name="connsiteX116" fmla="*/ 833000 w 1876440"/>
              <a:gd name="connsiteY116" fmla="*/ 282703 h 1885953"/>
              <a:gd name="connsiteX117" fmla="*/ 832873 w 1876440"/>
              <a:gd name="connsiteY117" fmla="*/ 282703 h 1885953"/>
              <a:gd name="connsiteX118" fmla="*/ 837826 w 1876440"/>
              <a:gd name="connsiteY118" fmla="*/ 265939 h 1885953"/>
              <a:gd name="connsiteX119" fmla="*/ 851161 w 1876440"/>
              <a:gd name="connsiteY119" fmla="*/ 254890 h 1885953"/>
              <a:gd name="connsiteX120" fmla="*/ 868814 w 1876440"/>
              <a:gd name="connsiteY120" fmla="*/ 239904 h 1885953"/>
              <a:gd name="connsiteX121" fmla="*/ 890912 w 1876440"/>
              <a:gd name="connsiteY121" fmla="*/ 233173 h 1885953"/>
              <a:gd name="connsiteX122" fmla="*/ 912248 w 1876440"/>
              <a:gd name="connsiteY122" fmla="*/ 223775 h 1885953"/>
              <a:gd name="connsiteX123" fmla="*/ 732543 w 1876440"/>
              <a:gd name="connsiteY123" fmla="*/ 241174 h 1885953"/>
              <a:gd name="connsiteX124" fmla="*/ 735464 w 1876440"/>
              <a:gd name="connsiteY124" fmla="*/ 264034 h 1885953"/>
              <a:gd name="connsiteX125" fmla="*/ 724034 w 1876440"/>
              <a:gd name="connsiteY125" fmla="*/ 281687 h 1885953"/>
              <a:gd name="connsiteX126" fmla="*/ 710699 w 1876440"/>
              <a:gd name="connsiteY126" fmla="*/ 297816 h 1885953"/>
              <a:gd name="connsiteX127" fmla="*/ 696094 w 1876440"/>
              <a:gd name="connsiteY127" fmla="*/ 312802 h 1885953"/>
              <a:gd name="connsiteX128" fmla="*/ 678949 w 1876440"/>
              <a:gd name="connsiteY128" fmla="*/ 324613 h 1885953"/>
              <a:gd name="connsiteX129" fmla="*/ 663455 w 1876440"/>
              <a:gd name="connsiteY129" fmla="*/ 322835 h 1885953"/>
              <a:gd name="connsiteX130" fmla="*/ 666757 w 1876440"/>
              <a:gd name="connsiteY130" fmla="*/ 307468 h 1885953"/>
              <a:gd name="connsiteX131" fmla="*/ 674885 w 1876440"/>
              <a:gd name="connsiteY131" fmla="*/ 288037 h 1885953"/>
              <a:gd name="connsiteX132" fmla="*/ 688347 w 1876440"/>
              <a:gd name="connsiteY132" fmla="*/ 272035 h 1885953"/>
              <a:gd name="connsiteX133" fmla="*/ 700793 w 1876440"/>
              <a:gd name="connsiteY133" fmla="*/ 254890 h 1885953"/>
              <a:gd name="connsiteX134" fmla="*/ 720224 w 1876440"/>
              <a:gd name="connsiteY134" fmla="*/ 245365 h 1885953"/>
              <a:gd name="connsiteX135" fmla="*/ 720097 w 1876440"/>
              <a:gd name="connsiteY135" fmla="*/ 245365 h 1885953"/>
              <a:gd name="connsiteX136" fmla="*/ 732543 w 1876440"/>
              <a:gd name="connsiteY136" fmla="*/ 241174 h 1885953"/>
              <a:gd name="connsiteX137" fmla="*/ 65412 w 1876440"/>
              <a:gd name="connsiteY137" fmla="*/ 243079 h 1885953"/>
              <a:gd name="connsiteX138" fmla="*/ 72905 w 1876440"/>
              <a:gd name="connsiteY138" fmla="*/ 244857 h 1885953"/>
              <a:gd name="connsiteX139" fmla="*/ 69984 w 1876440"/>
              <a:gd name="connsiteY139" fmla="*/ 271273 h 1885953"/>
              <a:gd name="connsiteX140" fmla="*/ 53093 w 1876440"/>
              <a:gd name="connsiteY140" fmla="*/ 284354 h 1885953"/>
              <a:gd name="connsiteX141" fmla="*/ 38615 w 1876440"/>
              <a:gd name="connsiteY141" fmla="*/ 300229 h 1885953"/>
              <a:gd name="connsiteX142" fmla="*/ 19565 w 1876440"/>
              <a:gd name="connsiteY142" fmla="*/ 311405 h 1885953"/>
              <a:gd name="connsiteX143" fmla="*/ 1531 w 1876440"/>
              <a:gd name="connsiteY143" fmla="*/ 302896 h 1885953"/>
              <a:gd name="connsiteX144" fmla="*/ 5341 w 1876440"/>
              <a:gd name="connsiteY144" fmla="*/ 283338 h 1885953"/>
              <a:gd name="connsiteX145" fmla="*/ 22740 w 1876440"/>
              <a:gd name="connsiteY145" fmla="*/ 271273 h 1885953"/>
              <a:gd name="connsiteX146" fmla="*/ 37345 w 1876440"/>
              <a:gd name="connsiteY146" fmla="*/ 255525 h 1885953"/>
              <a:gd name="connsiteX147" fmla="*/ 55760 w 1876440"/>
              <a:gd name="connsiteY147" fmla="*/ 244984 h 1885953"/>
              <a:gd name="connsiteX148" fmla="*/ 65412 w 1876440"/>
              <a:gd name="connsiteY148" fmla="*/ 243079 h 1885953"/>
              <a:gd name="connsiteX149" fmla="*/ 547885 w 1876440"/>
              <a:gd name="connsiteY149" fmla="*/ 294006 h 1885953"/>
              <a:gd name="connsiteX150" fmla="*/ 555124 w 1876440"/>
              <a:gd name="connsiteY150" fmla="*/ 296546 h 1885953"/>
              <a:gd name="connsiteX151" fmla="*/ 550425 w 1876440"/>
              <a:gd name="connsiteY151" fmla="*/ 316104 h 1885953"/>
              <a:gd name="connsiteX152" fmla="*/ 532264 w 1876440"/>
              <a:gd name="connsiteY152" fmla="*/ 331217 h 1885953"/>
              <a:gd name="connsiteX153" fmla="*/ 513341 w 1876440"/>
              <a:gd name="connsiteY153" fmla="*/ 345060 h 1885953"/>
              <a:gd name="connsiteX154" fmla="*/ 493148 w 1876440"/>
              <a:gd name="connsiteY154" fmla="*/ 356998 h 1885953"/>
              <a:gd name="connsiteX155" fmla="*/ 481083 w 1876440"/>
              <a:gd name="connsiteY155" fmla="*/ 366269 h 1885953"/>
              <a:gd name="connsiteX156" fmla="*/ 464192 w 1876440"/>
              <a:gd name="connsiteY156" fmla="*/ 363348 h 1885953"/>
              <a:gd name="connsiteX157" fmla="*/ 479050 w 1876440"/>
              <a:gd name="connsiteY157" fmla="*/ 341377 h 1885953"/>
              <a:gd name="connsiteX158" fmla="*/ 495434 w 1876440"/>
              <a:gd name="connsiteY158" fmla="*/ 320168 h 1885953"/>
              <a:gd name="connsiteX159" fmla="*/ 515373 w 1876440"/>
              <a:gd name="connsiteY159" fmla="*/ 308357 h 1885953"/>
              <a:gd name="connsiteX160" fmla="*/ 535312 w 1876440"/>
              <a:gd name="connsiteY160" fmla="*/ 297308 h 1885953"/>
              <a:gd name="connsiteX161" fmla="*/ 547885 w 1876440"/>
              <a:gd name="connsiteY161" fmla="*/ 294006 h 1885953"/>
              <a:gd name="connsiteX162" fmla="*/ 354464 w 1876440"/>
              <a:gd name="connsiteY162" fmla="*/ 318136 h 1885953"/>
              <a:gd name="connsiteX163" fmla="*/ 358909 w 1876440"/>
              <a:gd name="connsiteY163" fmla="*/ 329693 h 1885953"/>
              <a:gd name="connsiteX164" fmla="*/ 355861 w 1876440"/>
              <a:gd name="connsiteY164" fmla="*/ 342901 h 1885953"/>
              <a:gd name="connsiteX165" fmla="*/ 345193 w 1876440"/>
              <a:gd name="connsiteY165" fmla="*/ 360554 h 1885953"/>
              <a:gd name="connsiteX166" fmla="*/ 337573 w 1876440"/>
              <a:gd name="connsiteY166" fmla="*/ 380747 h 1885953"/>
              <a:gd name="connsiteX167" fmla="*/ 325127 w 1876440"/>
              <a:gd name="connsiteY167" fmla="*/ 398019 h 1885953"/>
              <a:gd name="connsiteX168" fmla="*/ 307855 w 1876440"/>
              <a:gd name="connsiteY168" fmla="*/ 411100 h 1885953"/>
              <a:gd name="connsiteX169" fmla="*/ 288805 w 1876440"/>
              <a:gd name="connsiteY169" fmla="*/ 410211 h 1885953"/>
              <a:gd name="connsiteX170" fmla="*/ 295028 w 1876440"/>
              <a:gd name="connsiteY170" fmla="*/ 393574 h 1885953"/>
              <a:gd name="connsiteX171" fmla="*/ 298457 w 1876440"/>
              <a:gd name="connsiteY171" fmla="*/ 371857 h 1885953"/>
              <a:gd name="connsiteX172" fmla="*/ 315856 w 1876440"/>
              <a:gd name="connsiteY172" fmla="*/ 358649 h 1885953"/>
              <a:gd name="connsiteX173" fmla="*/ 324238 w 1876440"/>
              <a:gd name="connsiteY173" fmla="*/ 338710 h 1885953"/>
              <a:gd name="connsiteX174" fmla="*/ 339605 w 1876440"/>
              <a:gd name="connsiteY174" fmla="*/ 324359 h 1885953"/>
              <a:gd name="connsiteX175" fmla="*/ 354464 w 1876440"/>
              <a:gd name="connsiteY175" fmla="*/ 318136 h 1885953"/>
              <a:gd name="connsiteX176" fmla="*/ 1033660 w 1876440"/>
              <a:gd name="connsiteY176" fmla="*/ 355093 h 1885953"/>
              <a:gd name="connsiteX177" fmla="*/ 1044836 w 1876440"/>
              <a:gd name="connsiteY177" fmla="*/ 359030 h 1885953"/>
              <a:gd name="connsiteX178" fmla="*/ 1048265 w 1876440"/>
              <a:gd name="connsiteY178" fmla="*/ 375286 h 1885953"/>
              <a:gd name="connsiteX179" fmla="*/ 1038740 w 1876440"/>
              <a:gd name="connsiteY179" fmla="*/ 387351 h 1885953"/>
              <a:gd name="connsiteX180" fmla="*/ 1022103 w 1876440"/>
              <a:gd name="connsiteY180" fmla="*/ 399543 h 1885953"/>
              <a:gd name="connsiteX181" fmla="*/ 1000513 w 1876440"/>
              <a:gd name="connsiteY181" fmla="*/ 402591 h 1885953"/>
              <a:gd name="connsiteX182" fmla="*/ 985527 w 1876440"/>
              <a:gd name="connsiteY182" fmla="*/ 414275 h 1885953"/>
              <a:gd name="connsiteX183" fmla="*/ 972700 w 1876440"/>
              <a:gd name="connsiteY183" fmla="*/ 428753 h 1885953"/>
              <a:gd name="connsiteX184" fmla="*/ 947300 w 1876440"/>
              <a:gd name="connsiteY184" fmla="*/ 426086 h 1885953"/>
              <a:gd name="connsiteX185" fmla="*/ 950856 w 1876440"/>
              <a:gd name="connsiteY185" fmla="*/ 410719 h 1885953"/>
              <a:gd name="connsiteX186" fmla="*/ 957968 w 1876440"/>
              <a:gd name="connsiteY186" fmla="*/ 396114 h 1885953"/>
              <a:gd name="connsiteX187" fmla="*/ 973335 w 1876440"/>
              <a:gd name="connsiteY187" fmla="*/ 393447 h 1885953"/>
              <a:gd name="connsiteX188" fmla="*/ 988829 w 1876440"/>
              <a:gd name="connsiteY188" fmla="*/ 384176 h 1885953"/>
              <a:gd name="connsiteX189" fmla="*/ 1006990 w 1876440"/>
              <a:gd name="connsiteY189" fmla="*/ 373254 h 1885953"/>
              <a:gd name="connsiteX190" fmla="*/ 1020325 w 1876440"/>
              <a:gd name="connsiteY190" fmla="*/ 356871 h 1885953"/>
              <a:gd name="connsiteX191" fmla="*/ 1033660 w 1876440"/>
              <a:gd name="connsiteY191" fmla="*/ 355093 h 1885953"/>
              <a:gd name="connsiteX192" fmla="*/ 1153675 w 1876440"/>
              <a:gd name="connsiteY192" fmla="*/ 368047 h 1885953"/>
              <a:gd name="connsiteX193" fmla="*/ 1161803 w 1876440"/>
              <a:gd name="connsiteY193" fmla="*/ 388240 h 1885953"/>
              <a:gd name="connsiteX194" fmla="*/ 1150373 w 1876440"/>
              <a:gd name="connsiteY194" fmla="*/ 404369 h 1885953"/>
              <a:gd name="connsiteX195" fmla="*/ 1136657 w 1876440"/>
              <a:gd name="connsiteY195" fmla="*/ 418466 h 1885953"/>
              <a:gd name="connsiteX196" fmla="*/ 1118496 w 1876440"/>
              <a:gd name="connsiteY196" fmla="*/ 416307 h 1885953"/>
              <a:gd name="connsiteX197" fmla="*/ 1118115 w 1876440"/>
              <a:gd name="connsiteY197" fmla="*/ 398908 h 1885953"/>
              <a:gd name="connsiteX198" fmla="*/ 1129799 w 1876440"/>
              <a:gd name="connsiteY198" fmla="*/ 384303 h 1885953"/>
              <a:gd name="connsiteX199" fmla="*/ 1142753 w 1876440"/>
              <a:gd name="connsiteY199" fmla="*/ 371095 h 1885953"/>
              <a:gd name="connsiteX200" fmla="*/ 1142880 w 1876440"/>
              <a:gd name="connsiteY200" fmla="*/ 371095 h 1885953"/>
              <a:gd name="connsiteX201" fmla="*/ 1153675 w 1876440"/>
              <a:gd name="connsiteY201" fmla="*/ 368047 h 1885953"/>
              <a:gd name="connsiteX202" fmla="*/ 158630 w 1876440"/>
              <a:gd name="connsiteY202" fmla="*/ 375032 h 1885953"/>
              <a:gd name="connsiteX203" fmla="*/ 177172 w 1876440"/>
              <a:gd name="connsiteY203" fmla="*/ 375540 h 1885953"/>
              <a:gd name="connsiteX204" fmla="*/ 174759 w 1876440"/>
              <a:gd name="connsiteY204" fmla="*/ 397130 h 1885953"/>
              <a:gd name="connsiteX205" fmla="*/ 162948 w 1876440"/>
              <a:gd name="connsiteY205" fmla="*/ 413132 h 1885953"/>
              <a:gd name="connsiteX206" fmla="*/ 145675 w 1876440"/>
              <a:gd name="connsiteY206" fmla="*/ 423673 h 1885953"/>
              <a:gd name="connsiteX207" fmla="*/ 131325 w 1876440"/>
              <a:gd name="connsiteY207" fmla="*/ 434976 h 1885953"/>
              <a:gd name="connsiteX208" fmla="*/ 116974 w 1876440"/>
              <a:gd name="connsiteY208" fmla="*/ 447295 h 1885953"/>
              <a:gd name="connsiteX209" fmla="*/ 116974 w 1876440"/>
              <a:gd name="connsiteY209" fmla="*/ 447422 h 1885953"/>
              <a:gd name="connsiteX210" fmla="*/ 89542 w 1876440"/>
              <a:gd name="connsiteY210" fmla="*/ 450216 h 1885953"/>
              <a:gd name="connsiteX211" fmla="*/ 89923 w 1876440"/>
              <a:gd name="connsiteY211" fmla="*/ 431293 h 1885953"/>
              <a:gd name="connsiteX212" fmla="*/ 98559 w 1876440"/>
              <a:gd name="connsiteY212" fmla="*/ 416561 h 1885953"/>
              <a:gd name="connsiteX213" fmla="*/ 113672 w 1876440"/>
              <a:gd name="connsiteY213" fmla="*/ 410846 h 1885953"/>
              <a:gd name="connsiteX214" fmla="*/ 127007 w 1876440"/>
              <a:gd name="connsiteY214" fmla="*/ 399797 h 1885953"/>
              <a:gd name="connsiteX215" fmla="*/ 139834 w 1876440"/>
              <a:gd name="connsiteY215" fmla="*/ 384684 h 1885953"/>
              <a:gd name="connsiteX216" fmla="*/ 158630 w 1876440"/>
              <a:gd name="connsiteY216" fmla="*/ 375032 h 1885953"/>
              <a:gd name="connsiteX217" fmla="*/ 850653 w 1876440"/>
              <a:gd name="connsiteY217" fmla="*/ 378461 h 1885953"/>
              <a:gd name="connsiteX218" fmla="*/ 857384 w 1876440"/>
              <a:gd name="connsiteY218" fmla="*/ 394209 h 1885953"/>
              <a:gd name="connsiteX219" fmla="*/ 852177 w 1876440"/>
              <a:gd name="connsiteY219" fmla="*/ 408941 h 1885953"/>
              <a:gd name="connsiteX220" fmla="*/ 841001 w 1876440"/>
              <a:gd name="connsiteY220" fmla="*/ 416688 h 1885953"/>
              <a:gd name="connsiteX221" fmla="*/ 832111 w 1876440"/>
              <a:gd name="connsiteY221" fmla="*/ 429388 h 1885953"/>
              <a:gd name="connsiteX222" fmla="*/ 818014 w 1876440"/>
              <a:gd name="connsiteY222" fmla="*/ 434214 h 1885953"/>
              <a:gd name="connsiteX223" fmla="*/ 809759 w 1876440"/>
              <a:gd name="connsiteY223" fmla="*/ 445898 h 1885953"/>
              <a:gd name="connsiteX224" fmla="*/ 801377 w 1876440"/>
              <a:gd name="connsiteY224" fmla="*/ 460884 h 1885953"/>
              <a:gd name="connsiteX225" fmla="*/ 793249 w 1876440"/>
              <a:gd name="connsiteY225" fmla="*/ 474727 h 1885953"/>
              <a:gd name="connsiteX226" fmla="*/ 778263 w 1876440"/>
              <a:gd name="connsiteY226" fmla="*/ 468123 h 1885953"/>
              <a:gd name="connsiteX227" fmla="*/ 778263 w 1876440"/>
              <a:gd name="connsiteY227" fmla="*/ 467996 h 1885953"/>
              <a:gd name="connsiteX228" fmla="*/ 775723 w 1876440"/>
              <a:gd name="connsiteY228" fmla="*/ 454153 h 1885953"/>
              <a:gd name="connsiteX229" fmla="*/ 780549 w 1876440"/>
              <a:gd name="connsiteY229" fmla="*/ 437770 h 1885953"/>
              <a:gd name="connsiteX230" fmla="*/ 789312 w 1876440"/>
              <a:gd name="connsiteY230" fmla="*/ 415418 h 1885953"/>
              <a:gd name="connsiteX231" fmla="*/ 810013 w 1876440"/>
              <a:gd name="connsiteY231" fmla="*/ 402845 h 1885953"/>
              <a:gd name="connsiteX232" fmla="*/ 827539 w 1876440"/>
              <a:gd name="connsiteY232" fmla="*/ 388367 h 1885953"/>
              <a:gd name="connsiteX233" fmla="*/ 850653 w 1876440"/>
              <a:gd name="connsiteY233" fmla="*/ 378461 h 1885953"/>
              <a:gd name="connsiteX234" fmla="*/ 655835 w 1876440"/>
              <a:gd name="connsiteY234" fmla="*/ 426848 h 1885953"/>
              <a:gd name="connsiteX235" fmla="*/ 666122 w 1876440"/>
              <a:gd name="connsiteY235" fmla="*/ 429642 h 1885953"/>
              <a:gd name="connsiteX236" fmla="*/ 665614 w 1876440"/>
              <a:gd name="connsiteY236" fmla="*/ 444120 h 1885953"/>
              <a:gd name="connsiteX237" fmla="*/ 666376 w 1876440"/>
              <a:gd name="connsiteY237" fmla="*/ 458344 h 1885953"/>
              <a:gd name="connsiteX238" fmla="*/ 648342 w 1876440"/>
              <a:gd name="connsiteY238" fmla="*/ 470028 h 1885953"/>
              <a:gd name="connsiteX239" fmla="*/ 632594 w 1876440"/>
              <a:gd name="connsiteY239" fmla="*/ 482982 h 1885953"/>
              <a:gd name="connsiteX240" fmla="*/ 618370 w 1876440"/>
              <a:gd name="connsiteY240" fmla="*/ 493777 h 1885953"/>
              <a:gd name="connsiteX241" fmla="*/ 599828 w 1876440"/>
              <a:gd name="connsiteY241" fmla="*/ 499111 h 1885953"/>
              <a:gd name="connsiteX242" fmla="*/ 599828 w 1876440"/>
              <a:gd name="connsiteY242" fmla="*/ 498984 h 1885953"/>
              <a:gd name="connsiteX243" fmla="*/ 576079 w 1876440"/>
              <a:gd name="connsiteY243" fmla="*/ 503683 h 1885953"/>
              <a:gd name="connsiteX244" fmla="*/ 575190 w 1876440"/>
              <a:gd name="connsiteY244" fmla="*/ 486919 h 1885953"/>
              <a:gd name="connsiteX245" fmla="*/ 582683 w 1876440"/>
              <a:gd name="connsiteY245" fmla="*/ 470917 h 1885953"/>
              <a:gd name="connsiteX246" fmla="*/ 599447 w 1876440"/>
              <a:gd name="connsiteY246" fmla="*/ 467234 h 1885953"/>
              <a:gd name="connsiteX247" fmla="*/ 616465 w 1876440"/>
              <a:gd name="connsiteY247" fmla="*/ 462027 h 1885953"/>
              <a:gd name="connsiteX248" fmla="*/ 629419 w 1876440"/>
              <a:gd name="connsiteY248" fmla="*/ 444374 h 1885953"/>
              <a:gd name="connsiteX249" fmla="*/ 643770 w 1876440"/>
              <a:gd name="connsiteY249" fmla="*/ 429769 h 1885953"/>
              <a:gd name="connsiteX250" fmla="*/ 655835 w 1876440"/>
              <a:gd name="connsiteY250" fmla="*/ 426848 h 1885953"/>
              <a:gd name="connsiteX251" fmla="*/ 472320 w 1876440"/>
              <a:gd name="connsiteY251" fmla="*/ 461011 h 1885953"/>
              <a:gd name="connsiteX252" fmla="*/ 462541 w 1876440"/>
              <a:gd name="connsiteY252" fmla="*/ 480950 h 1885953"/>
              <a:gd name="connsiteX253" fmla="*/ 451619 w 1876440"/>
              <a:gd name="connsiteY253" fmla="*/ 501905 h 1885953"/>
              <a:gd name="connsiteX254" fmla="*/ 434855 w 1876440"/>
              <a:gd name="connsiteY254" fmla="*/ 518288 h 1885953"/>
              <a:gd name="connsiteX255" fmla="*/ 421012 w 1876440"/>
              <a:gd name="connsiteY255" fmla="*/ 537338 h 1885953"/>
              <a:gd name="connsiteX256" fmla="*/ 405391 w 1876440"/>
              <a:gd name="connsiteY256" fmla="*/ 544958 h 1885953"/>
              <a:gd name="connsiteX257" fmla="*/ 390659 w 1876440"/>
              <a:gd name="connsiteY257" fmla="*/ 543180 h 1885953"/>
              <a:gd name="connsiteX258" fmla="*/ 389770 w 1876440"/>
              <a:gd name="connsiteY258" fmla="*/ 529337 h 1885953"/>
              <a:gd name="connsiteX259" fmla="*/ 398279 w 1876440"/>
              <a:gd name="connsiteY259" fmla="*/ 518161 h 1885953"/>
              <a:gd name="connsiteX260" fmla="*/ 416440 w 1876440"/>
              <a:gd name="connsiteY260" fmla="*/ 498857 h 1885953"/>
              <a:gd name="connsiteX261" fmla="*/ 435363 w 1876440"/>
              <a:gd name="connsiteY261" fmla="*/ 486030 h 1885953"/>
              <a:gd name="connsiteX262" fmla="*/ 452000 w 1876440"/>
              <a:gd name="connsiteY262" fmla="*/ 470917 h 1885953"/>
              <a:gd name="connsiteX263" fmla="*/ 472320 w 1876440"/>
              <a:gd name="connsiteY263" fmla="*/ 461011 h 1885953"/>
              <a:gd name="connsiteX264" fmla="*/ 1294518 w 1876440"/>
              <a:gd name="connsiteY264" fmla="*/ 483871 h 1885953"/>
              <a:gd name="connsiteX265" fmla="*/ 1292486 w 1876440"/>
              <a:gd name="connsiteY265" fmla="*/ 501905 h 1885953"/>
              <a:gd name="connsiteX266" fmla="*/ 1276357 w 1876440"/>
              <a:gd name="connsiteY266" fmla="*/ 516002 h 1885953"/>
              <a:gd name="connsiteX267" fmla="*/ 1260482 w 1876440"/>
              <a:gd name="connsiteY267" fmla="*/ 530099 h 1885953"/>
              <a:gd name="connsiteX268" fmla="*/ 1239146 w 1876440"/>
              <a:gd name="connsiteY268" fmla="*/ 530226 h 1885953"/>
              <a:gd name="connsiteX269" fmla="*/ 1243718 w 1876440"/>
              <a:gd name="connsiteY269" fmla="*/ 514224 h 1885953"/>
              <a:gd name="connsiteX270" fmla="*/ 1255148 w 1876440"/>
              <a:gd name="connsiteY270" fmla="*/ 500254 h 1885953"/>
              <a:gd name="connsiteX271" fmla="*/ 1274071 w 1876440"/>
              <a:gd name="connsiteY271" fmla="*/ 486284 h 1885953"/>
              <a:gd name="connsiteX272" fmla="*/ 1294518 w 1876440"/>
              <a:gd name="connsiteY272" fmla="*/ 483871 h 1885953"/>
              <a:gd name="connsiteX273" fmla="*/ 1145293 w 1876440"/>
              <a:gd name="connsiteY273" fmla="*/ 490094 h 1885953"/>
              <a:gd name="connsiteX274" fmla="*/ 1141483 w 1876440"/>
              <a:gd name="connsiteY274" fmla="*/ 516891 h 1885953"/>
              <a:gd name="connsiteX275" fmla="*/ 1129799 w 1876440"/>
              <a:gd name="connsiteY275" fmla="*/ 524257 h 1885953"/>
              <a:gd name="connsiteX276" fmla="*/ 1120401 w 1876440"/>
              <a:gd name="connsiteY276" fmla="*/ 535179 h 1885953"/>
              <a:gd name="connsiteX277" fmla="*/ 1108717 w 1876440"/>
              <a:gd name="connsiteY277" fmla="*/ 542164 h 1885953"/>
              <a:gd name="connsiteX278" fmla="*/ 1096525 w 1876440"/>
              <a:gd name="connsiteY278" fmla="*/ 548387 h 1885953"/>
              <a:gd name="connsiteX279" fmla="*/ 1085857 w 1876440"/>
              <a:gd name="connsiteY279" fmla="*/ 560579 h 1885953"/>
              <a:gd name="connsiteX280" fmla="*/ 1073030 w 1876440"/>
              <a:gd name="connsiteY280" fmla="*/ 568072 h 1885953"/>
              <a:gd name="connsiteX281" fmla="*/ 1055123 w 1876440"/>
              <a:gd name="connsiteY281" fmla="*/ 566802 h 1885953"/>
              <a:gd name="connsiteX282" fmla="*/ 1057155 w 1876440"/>
              <a:gd name="connsiteY282" fmla="*/ 548006 h 1885953"/>
              <a:gd name="connsiteX283" fmla="*/ 1068331 w 1876440"/>
              <a:gd name="connsiteY283" fmla="*/ 534417 h 1885953"/>
              <a:gd name="connsiteX284" fmla="*/ 1084206 w 1876440"/>
              <a:gd name="connsiteY284" fmla="*/ 517780 h 1885953"/>
              <a:gd name="connsiteX285" fmla="*/ 1100589 w 1876440"/>
              <a:gd name="connsiteY285" fmla="*/ 501016 h 1885953"/>
              <a:gd name="connsiteX286" fmla="*/ 1123703 w 1876440"/>
              <a:gd name="connsiteY286" fmla="*/ 496063 h 1885953"/>
              <a:gd name="connsiteX287" fmla="*/ 1145293 w 1876440"/>
              <a:gd name="connsiteY287" fmla="*/ 490094 h 1885953"/>
              <a:gd name="connsiteX288" fmla="*/ 276613 w 1876440"/>
              <a:gd name="connsiteY288" fmla="*/ 508255 h 1885953"/>
              <a:gd name="connsiteX289" fmla="*/ 284233 w 1876440"/>
              <a:gd name="connsiteY289" fmla="*/ 508636 h 1885953"/>
              <a:gd name="connsiteX290" fmla="*/ 286265 w 1876440"/>
              <a:gd name="connsiteY290" fmla="*/ 520955 h 1885953"/>
              <a:gd name="connsiteX291" fmla="*/ 281566 w 1876440"/>
              <a:gd name="connsiteY291" fmla="*/ 533401 h 1885953"/>
              <a:gd name="connsiteX292" fmla="*/ 271914 w 1876440"/>
              <a:gd name="connsiteY292" fmla="*/ 542418 h 1885953"/>
              <a:gd name="connsiteX293" fmla="*/ 261246 w 1876440"/>
              <a:gd name="connsiteY293" fmla="*/ 552578 h 1885953"/>
              <a:gd name="connsiteX294" fmla="*/ 238386 w 1876440"/>
              <a:gd name="connsiteY294" fmla="*/ 566421 h 1885953"/>
              <a:gd name="connsiteX295" fmla="*/ 225432 w 1876440"/>
              <a:gd name="connsiteY295" fmla="*/ 576327 h 1885953"/>
              <a:gd name="connsiteX296" fmla="*/ 213875 w 1876440"/>
              <a:gd name="connsiteY296" fmla="*/ 586106 h 1885953"/>
              <a:gd name="connsiteX297" fmla="*/ 194698 w 1876440"/>
              <a:gd name="connsiteY297" fmla="*/ 584201 h 1885953"/>
              <a:gd name="connsiteX298" fmla="*/ 194571 w 1876440"/>
              <a:gd name="connsiteY298" fmla="*/ 584201 h 1885953"/>
              <a:gd name="connsiteX299" fmla="*/ 199905 w 1876440"/>
              <a:gd name="connsiteY299" fmla="*/ 565786 h 1885953"/>
              <a:gd name="connsiteX300" fmla="*/ 205620 w 1876440"/>
              <a:gd name="connsiteY300" fmla="*/ 548768 h 1885953"/>
              <a:gd name="connsiteX301" fmla="*/ 226067 w 1876440"/>
              <a:gd name="connsiteY301" fmla="*/ 536068 h 1885953"/>
              <a:gd name="connsiteX302" fmla="*/ 243339 w 1876440"/>
              <a:gd name="connsiteY302" fmla="*/ 521336 h 1885953"/>
              <a:gd name="connsiteX303" fmla="*/ 264294 w 1876440"/>
              <a:gd name="connsiteY303" fmla="*/ 513081 h 1885953"/>
              <a:gd name="connsiteX304" fmla="*/ 276613 w 1876440"/>
              <a:gd name="connsiteY304" fmla="*/ 508255 h 1885953"/>
              <a:gd name="connsiteX305" fmla="*/ 959365 w 1876440"/>
              <a:gd name="connsiteY305" fmla="*/ 518923 h 1885953"/>
              <a:gd name="connsiteX306" fmla="*/ 965588 w 1876440"/>
              <a:gd name="connsiteY306" fmla="*/ 529845 h 1885953"/>
              <a:gd name="connsiteX307" fmla="*/ 966731 w 1876440"/>
              <a:gd name="connsiteY307" fmla="*/ 545085 h 1885953"/>
              <a:gd name="connsiteX308" fmla="*/ 949840 w 1876440"/>
              <a:gd name="connsiteY308" fmla="*/ 558420 h 1885953"/>
              <a:gd name="connsiteX309" fmla="*/ 933584 w 1876440"/>
              <a:gd name="connsiteY309" fmla="*/ 571501 h 1885953"/>
              <a:gd name="connsiteX310" fmla="*/ 919106 w 1876440"/>
              <a:gd name="connsiteY310" fmla="*/ 584074 h 1885953"/>
              <a:gd name="connsiteX311" fmla="*/ 908565 w 1876440"/>
              <a:gd name="connsiteY311" fmla="*/ 597282 h 1885953"/>
              <a:gd name="connsiteX312" fmla="*/ 908565 w 1876440"/>
              <a:gd name="connsiteY312" fmla="*/ 597155 h 1885953"/>
              <a:gd name="connsiteX313" fmla="*/ 886340 w 1876440"/>
              <a:gd name="connsiteY313" fmla="*/ 608077 h 1885953"/>
              <a:gd name="connsiteX314" fmla="*/ 881641 w 1876440"/>
              <a:gd name="connsiteY314" fmla="*/ 590932 h 1885953"/>
              <a:gd name="connsiteX315" fmla="*/ 885197 w 1876440"/>
              <a:gd name="connsiteY315" fmla="*/ 572644 h 1885953"/>
              <a:gd name="connsiteX316" fmla="*/ 901707 w 1876440"/>
              <a:gd name="connsiteY316" fmla="*/ 566675 h 1885953"/>
              <a:gd name="connsiteX317" fmla="*/ 914026 w 1876440"/>
              <a:gd name="connsiteY317" fmla="*/ 554229 h 1885953"/>
              <a:gd name="connsiteX318" fmla="*/ 924567 w 1876440"/>
              <a:gd name="connsiteY318" fmla="*/ 536957 h 1885953"/>
              <a:gd name="connsiteX319" fmla="*/ 938537 w 1876440"/>
              <a:gd name="connsiteY319" fmla="*/ 521336 h 1885953"/>
              <a:gd name="connsiteX320" fmla="*/ 959365 w 1876440"/>
              <a:gd name="connsiteY320" fmla="*/ 518923 h 1885953"/>
              <a:gd name="connsiteX321" fmla="*/ 91320 w 1876440"/>
              <a:gd name="connsiteY321" fmla="*/ 547879 h 1885953"/>
              <a:gd name="connsiteX322" fmla="*/ 101353 w 1876440"/>
              <a:gd name="connsiteY322" fmla="*/ 552705 h 1885953"/>
              <a:gd name="connsiteX323" fmla="*/ 103258 w 1876440"/>
              <a:gd name="connsiteY323" fmla="*/ 564389 h 1885953"/>
              <a:gd name="connsiteX324" fmla="*/ 98813 w 1876440"/>
              <a:gd name="connsiteY324" fmla="*/ 577343 h 1885953"/>
              <a:gd name="connsiteX325" fmla="*/ 79255 w 1876440"/>
              <a:gd name="connsiteY325" fmla="*/ 595377 h 1885953"/>
              <a:gd name="connsiteX326" fmla="*/ 56903 w 1876440"/>
              <a:gd name="connsiteY326" fmla="*/ 610744 h 1885953"/>
              <a:gd name="connsiteX327" fmla="*/ 37725 w 1876440"/>
              <a:gd name="connsiteY327" fmla="*/ 608712 h 1885953"/>
              <a:gd name="connsiteX328" fmla="*/ 49029 w 1876440"/>
              <a:gd name="connsiteY328" fmla="*/ 586995 h 1885953"/>
              <a:gd name="connsiteX329" fmla="*/ 62491 w 1876440"/>
              <a:gd name="connsiteY329" fmla="*/ 567056 h 1885953"/>
              <a:gd name="connsiteX330" fmla="*/ 82303 w 1876440"/>
              <a:gd name="connsiteY330" fmla="*/ 551943 h 1885953"/>
              <a:gd name="connsiteX331" fmla="*/ 91320 w 1876440"/>
              <a:gd name="connsiteY331" fmla="*/ 547879 h 1885953"/>
              <a:gd name="connsiteX332" fmla="*/ 779787 w 1876440"/>
              <a:gd name="connsiteY332" fmla="*/ 576962 h 1885953"/>
              <a:gd name="connsiteX333" fmla="*/ 786010 w 1876440"/>
              <a:gd name="connsiteY333" fmla="*/ 580137 h 1885953"/>
              <a:gd name="connsiteX334" fmla="*/ 780803 w 1876440"/>
              <a:gd name="connsiteY334" fmla="*/ 598806 h 1885953"/>
              <a:gd name="connsiteX335" fmla="*/ 763404 w 1876440"/>
              <a:gd name="connsiteY335" fmla="*/ 606553 h 1885953"/>
              <a:gd name="connsiteX336" fmla="*/ 749561 w 1876440"/>
              <a:gd name="connsiteY336" fmla="*/ 625984 h 1885953"/>
              <a:gd name="connsiteX337" fmla="*/ 729114 w 1876440"/>
              <a:gd name="connsiteY337" fmla="*/ 638176 h 1885953"/>
              <a:gd name="connsiteX338" fmla="*/ 705619 w 1876440"/>
              <a:gd name="connsiteY338" fmla="*/ 642240 h 1885953"/>
              <a:gd name="connsiteX339" fmla="*/ 689363 w 1876440"/>
              <a:gd name="connsiteY339" fmla="*/ 639065 h 1885953"/>
              <a:gd name="connsiteX340" fmla="*/ 693046 w 1876440"/>
              <a:gd name="connsiteY340" fmla="*/ 630556 h 1885953"/>
              <a:gd name="connsiteX341" fmla="*/ 705111 w 1876440"/>
              <a:gd name="connsiteY341" fmla="*/ 620269 h 1885953"/>
              <a:gd name="connsiteX342" fmla="*/ 719970 w 1876440"/>
              <a:gd name="connsiteY342" fmla="*/ 605156 h 1885953"/>
              <a:gd name="connsiteX343" fmla="*/ 735845 w 1876440"/>
              <a:gd name="connsiteY343" fmla="*/ 590043 h 1885953"/>
              <a:gd name="connsiteX344" fmla="*/ 756165 w 1876440"/>
              <a:gd name="connsiteY344" fmla="*/ 581534 h 1885953"/>
              <a:gd name="connsiteX345" fmla="*/ 771405 w 1876440"/>
              <a:gd name="connsiteY345" fmla="*/ 579756 h 1885953"/>
              <a:gd name="connsiteX346" fmla="*/ 779787 w 1876440"/>
              <a:gd name="connsiteY346" fmla="*/ 576962 h 1885953"/>
              <a:gd name="connsiteX347" fmla="*/ 566300 w 1876440"/>
              <a:gd name="connsiteY347" fmla="*/ 589027 h 1885953"/>
              <a:gd name="connsiteX348" fmla="*/ 576079 w 1876440"/>
              <a:gd name="connsiteY348" fmla="*/ 589535 h 1885953"/>
              <a:gd name="connsiteX349" fmla="*/ 572396 w 1876440"/>
              <a:gd name="connsiteY349" fmla="*/ 614300 h 1885953"/>
              <a:gd name="connsiteX350" fmla="*/ 562998 w 1876440"/>
              <a:gd name="connsiteY350" fmla="*/ 636144 h 1885953"/>
              <a:gd name="connsiteX351" fmla="*/ 546742 w 1876440"/>
              <a:gd name="connsiteY351" fmla="*/ 653797 h 1885953"/>
              <a:gd name="connsiteX352" fmla="*/ 527311 w 1876440"/>
              <a:gd name="connsiteY352" fmla="*/ 667386 h 1885953"/>
              <a:gd name="connsiteX353" fmla="*/ 512198 w 1876440"/>
              <a:gd name="connsiteY353" fmla="*/ 674752 h 1885953"/>
              <a:gd name="connsiteX354" fmla="*/ 496323 w 1876440"/>
              <a:gd name="connsiteY354" fmla="*/ 677292 h 1885953"/>
              <a:gd name="connsiteX355" fmla="*/ 499879 w 1876440"/>
              <a:gd name="connsiteY355" fmla="*/ 654559 h 1885953"/>
              <a:gd name="connsiteX356" fmla="*/ 499879 w 1876440"/>
              <a:gd name="connsiteY356" fmla="*/ 654432 h 1885953"/>
              <a:gd name="connsiteX357" fmla="*/ 509785 w 1876440"/>
              <a:gd name="connsiteY357" fmla="*/ 639446 h 1885953"/>
              <a:gd name="connsiteX358" fmla="*/ 524009 w 1876440"/>
              <a:gd name="connsiteY358" fmla="*/ 627381 h 1885953"/>
              <a:gd name="connsiteX359" fmla="*/ 538360 w 1876440"/>
              <a:gd name="connsiteY359" fmla="*/ 611760 h 1885953"/>
              <a:gd name="connsiteX360" fmla="*/ 555251 w 1876440"/>
              <a:gd name="connsiteY360" fmla="*/ 598425 h 1885953"/>
              <a:gd name="connsiteX361" fmla="*/ 566300 w 1876440"/>
              <a:gd name="connsiteY361" fmla="*/ 589027 h 1885953"/>
              <a:gd name="connsiteX362" fmla="*/ 1402087 w 1876440"/>
              <a:gd name="connsiteY362" fmla="*/ 604140 h 1885953"/>
              <a:gd name="connsiteX363" fmla="*/ 1407421 w 1876440"/>
              <a:gd name="connsiteY363" fmla="*/ 630937 h 1885953"/>
              <a:gd name="connsiteX364" fmla="*/ 1390911 w 1876440"/>
              <a:gd name="connsiteY364" fmla="*/ 652019 h 1885953"/>
              <a:gd name="connsiteX365" fmla="*/ 1369575 w 1876440"/>
              <a:gd name="connsiteY365" fmla="*/ 665989 h 1885953"/>
              <a:gd name="connsiteX366" fmla="*/ 1357764 w 1876440"/>
              <a:gd name="connsiteY366" fmla="*/ 676149 h 1885953"/>
              <a:gd name="connsiteX367" fmla="*/ 1344556 w 1876440"/>
              <a:gd name="connsiteY367" fmla="*/ 671069 h 1885953"/>
              <a:gd name="connsiteX368" fmla="*/ 1342016 w 1876440"/>
              <a:gd name="connsiteY368" fmla="*/ 652400 h 1885953"/>
              <a:gd name="connsiteX369" fmla="*/ 1342016 w 1876440"/>
              <a:gd name="connsiteY369" fmla="*/ 652527 h 1885953"/>
              <a:gd name="connsiteX370" fmla="*/ 1350779 w 1876440"/>
              <a:gd name="connsiteY370" fmla="*/ 641478 h 1885953"/>
              <a:gd name="connsiteX371" fmla="*/ 1362463 w 1876440"/>
              <a:gd name="connsiteY371" fmla="*/ 633223 h 1885953"/>
              <a:gd name="connsiteX372" fmla="*/ 1383164 w 1876440"/>
              <a:gd name="connsiteY372" fmla="*/ 617221 h 1885953"/>
              <a:gd name="connsiteX373" fmla="*/ 1402087 w 1876440"/>
              <a:gd name="connsiteY373" fmla="*/ 604140 h 1885953"/>
              <a:gd name="connsiteX374" fmla="*/ 1247020 w 1876440"/>
              <a:gd name="connsiteY374" fmla="*/ 624333 h 1885953"/>
              <a:gd name="connsiteX375" fmla="*/ 1253751 w 1876440"/>
              <a:gd name="connsiteY375" fmla="*/ 627889 h 1885953"/>
              <a:gd name="connsiteX376" fmla="*/ 1250195 w 1876440"/>
              <a:gd name="connsiteY376" fmla="*/ 646431 h 1885953"/>
              <a:gd name="connsiteX377" fmla="*/ 1238384 w 1876440"/>
              <a:gd name="connsiteY377" fmla="*/ 659639 h 1885953"/>
              <a:gd name="connsiteX378" fmla="*/ 1219207 w 1876440"/>
              <a:gd name="connsiteY378" fmla="*/ 673101 h 1885953"/>
              <a:gd name="connsiteX379" fmla="*/ 1203713 w 1876440"/>
              <a:gd name="connsiteY379" fmla="*/ 690881 h 1885953"/>
              <a:gd name="connsiteX380" fmla="*/ 1181488 w 1876440"/>
              <a:gd name="connsiteY380" fmla="*/ 697866 h 1885953"/>
              <a:gd name="connsiteX381" fmla="*/ 1167010 w 1876440"/>
              <a:gd name="connsiteY381" fmla="*/ 697485 h 1885953"/>
              <a:gd name="connsiteX382" fmla="*/ 1167137 w 1876440"/>
              <a:gd name="connsiteY382" fmla="*/ 697485 h 1885953"/>
              <a:gd name="connsiteX383" fmla="*/ 1163962 w 1876440"/>
              <a:gd name="connsiteY383" fmla="*/ 684023 h 1885953"/>
              <a:gd name="connsiteX384" fmla="*/ 1175265 w 1876440"/>
              <a:gd name="connsiteY384" fmla="*/ 675260 h 1885953"/>
              <a:gd name="connsiteX385" fmla="*/ 1190251 w 1876440"/>
              <a:gd name="connsiteY385" fmla="*/ 659639 h 1885953"/>
              <a:gd name="connsiteX386" fmla="*/ 1207396 w 1876440"/>
              <a:gd name="connsiteY386" fmla="*/ 647066 h 1885953"/>
              <a:gd name="connsiteX387" fmla="*/ 1225303 w 1876440"/>
              <a:gd name="connsiteY387" fmla="*/ 635001 h 1885953"/>
              <a:gd name="connsiteX388" fmla="*/ 1238892 w 1876440"/>
              <a:gd name="connsiteY388" fmla="*/ 627000 h 1885953"/>
              <a:gd name="connsiteX389" fmla="*/ 1247020 w 1876440"/>
              <a:gd name="connsiteY389" fmla="*/ 624333 h 1885953"/>
              <a:gd name="connsiteX390" fmla="*/ 382785 w 1876440"/>
              <a:gd name="connsiteY390" fmla="*/ 645923 h 1885953"/>
              <a:gd name="connsiteX391" fmla="*/ 392564 w 1876440"/>
              <a:gd name="connsiteY391" fmla="*/ 655067 h 1885953"/>
              <a:gd name="connsiteX392" fmla="*/ 391548 w 1876440"/>
              <a:gd name="connsiteY392" fmla="*/ 668275 h 1885953"/>
              <a:gd name="connsiteX393" fmla="*/ 375800 w 1876440"/>
              <a:gd name="connsiteY393" fmla="*/ 677165 h 1885953"/>
              <a:gd name="connsiteX394" fmla="*/ 360433 w 1876440"/>
              <a:gd name="connsiteY394" fmla="*/ 694564 h 1885953"/>
              <a:gd name="connsiteX395" fmla="*/ 341256 w 1876440"/>
              <a:gd name="connsiteY395" fmla="*/ 708915 h 1885953"/>
              <a:gd name="connsiteX396" fmla="*/ 317253 w 1876440"/>
              <a:gd name="connsiteY396" fmla="*/ 708788 h 1885953"/>
              <a:gd name="connsiteX397" fmla="*/ 303537 w 1876440"/>
              <a:gd name="connsiteY397" fmla="*/ 707391 h 1885953"/>
              <a:gd name="connsiteX398" fmla="*/ 303029 w 1876440"/>
              <a:gd name="connsiteY398" fmla="*/ 694310 h 1885953"/>
              <a:gd name="connsiteX399" fmla="*/ 315983 w 1876440"/>
              <a:gd name="connsiteY399" fmla="*/ 688214 h 1885953"/>
              <a:gd name="connsiteX400" fmla="*/ 332747 w 1876440"/>
              <a:gd name="connsiteY400" fmla="*/ 675006 h 1885953"/>
              <a:gd name="connsiteX401" fmla="*/ 351289 w 1876440"/>
              <a:gd name="connsiteY401" fmla="*/ 665100 h 1885953"/>
              <a:gd name="connsiteX402" fmla="*/ 370085 w 1876440"/>
              <a:gd name="connsiteY402" fmla="*/ 653797 h 1885953"/>
              <a:gd name="connsiteX403" fmla="*/ 382785 w 1876440"/>
              <a:gd name="connsiteY403" fmla="*/ 645923 h 1885953"/>
              <a:gd name="connsiteX404" fmla="*/ 1065410 w 1876440"/>
              <a:gd name="connsiteY404" fmla="*/ 650622 h 1885953"/>
              <a:gd name="connsiteX405" fmla="*/ 1064521 w 1876440"/>
              <a:gd name="connsiteY405" fmla="*/ 676276 h 1885953"/>
              <a:gd name="connsiteX406" fmla="*/ 1050424 w 1876440"/>
              <a:gd name="connsiteY406" fmla="*/ 699771 h 1885953"/>
              <a:gd name="connsiteX407" fmla="*/ 1039375 w 1876440"/>
              <a:gd name="connsiteY407" fmla="*/ 707645 h 1885953"/>
              <a:gd name="connsiteX408" fmla="*/ 1028580 w 1876440"/>
              <a:gd name="connsiteY408" fmla="*/ 716662 h 1885953"/>
              <a:gd name="connsiteX409" fmla="*/ 1020452 w 1876440"/>
              <a:gd name="connsiteY409" fmla="*/ 731013 h 1885953"/>
              <a:gd name="connsiteX410" fmla="*/ 1013467 w 1876440"/>
              <a:gd name="connsiteY410" fmla="*/ 747523 h 1885953"/>
              <a:gd name="connsiteX411" fmla="*/ 996449 w 1876440"/>
              <a:gd name="connsiteY411" fmla="*/ 740538 h 1885953"/>
              <a:gd name="connsiteX412" fmla="*/ 996322 w 1876440"/>
              <a:gd name="connsiteY412" fmla="*/ 740538 h 1885953"/>
              <a:gd name="connsiteX413" fmla="*/ 994036 w 1876440"/>
              <a:gd name="connsiteY413" fmla="*/ 725806 h 1885953"/>
              <a:gd name="connsiteX414" fmla="*/ 998862 w 1876440"/>
              <a:gd name="connsiteY414" fmla="*/ 709296 h 1885953"/>
              <a:gd name="connsiteX415" fmla="*/ 1008260 w 1876440"/>
              <a:gd name="connsiteY415" fmla="*/ 687706 h 1885953"/>
              <a:gd name="connsiteX416" fmla="*/ 1025278 w 1876440"/>
              <a:gd name="connsiteY416" fmla="*/ 671577 h 1885953"/>
              <a:gd name="connsiteX417" fmla="*/ 1042677 w 1876440"/>
              <a:gd name="connsiteY417" fmla="*/ 655956 h 1885953"/>
              <a:gd name="connsiteX418" fmla="*/ 1065410 w 1876440"/>
              <a:gd name="connsiteY418" fmla="*/ 650622 h 1885953"/>
              <a:gd name="connsiteX419" fmla="*/ 204985 w 1876440"/>
              <a:gd name="connsiteY419" fmla="*/ 674371 h 1885953"/>
              <a:gd name="connsiteX420" fmla="*/ 206000 w 1876440"/>
              <a:gd name="connsiteY420" fmla="*/ 699644 h 1885953"/>
              <a:gd name="connsiteX421" fmla="*/ 196095 w 1876440"/>
              <a:gd name="connsiteY421" fmla="*/ 721615 h 1885953"/>
              <a:gd name="connsiteX422" fmla="*/ 185046 w 1876440"/>
              <a:gd name="connsiteY422" fmla="*/ 743713 h 1885953"/>
              <a:gd name="connsiteX423" fmla="*/ 165742 w 1876440"/>
              <a:gd name="connsiteY423" fmla="*/ 758826 h 1885953"/>
              <a:gd name="connsiteX424" fmla="*/ 151010 w 1876440"/>
              <a:gd name="connsiteY424" fmla="*/ 769367 h 1885953"/>
              <a:gd name="connsiteX425" fmla="*/ 132975 w 1876440"/>
              <a:gd name="connsiteY425" fmla="*/ 768605 h 1885953"/>
              <a:gd name="connsiteX426" fmla="*/ 132341 w 1876440"/>
              <a:gd name="connsiteY426" fmla="*/ 744348 h 1885953"/>
              <a:gd name="connsiteX427" fmla="*/ 132214 w 1876440"/>
              <a:gd name="connsiteY427" fmla="*/ 744348 h 1885953"/>
              <a:gd name="connsiteX428" fmla="*/ 141993 w 1876440"/>
              <a:gd name="connsiteY428" fmla="*/ 727965 h 1885953"/>
              <a:gd name="connsiteX429" fmla="*/ 156090 w 1876440"/>
              <a:gd name="connsiteY429" fmla="*/ 715773 h 1885953"/>
              <a:gd name="connsiteX430" fmla="*/ 173489 w 1876440"/>
              <a:gd name="connsiteY430" fmla="*/ 702819 h 1885953"/>
              <a:gd name="connsiteX431" fmla="*/ 188856 w 1876440"/>
              <a:gd name="connsiteY431" fmla="*/ 687579 h 1885953"/>
              <a:gd name="connsiteX432" fmla="*/ 204985 w 1876440"/>
              <a:gd name="connsiteY432" fmla="*/ 674371 h 1885953"/>
              <a:gd name="connsiteX433" fmla="*/ 873132 w 1876440"/>
              <a:gd name="connsiteY433" fmla="*/ 697739 h 1885953"/>
              <a:gd name="connsiteX434" fmla="*/ 880117 w 1876440"/>
              <a:gd name="connsiteY434" fmla="*/ 700533 h 1885953"/>
              <a:gd name="connsiteX435" fmla="*/ 882149 w 1876440"/>
              <a:gd name="connsiteY435" fmla="*/ 712217 h 1885953"/>
              <a:gd name="connsiteX436" fmla="*/ 877196 w 1876440"/>
              <a:gd name="connsiteY436" fmla="*/ 724282 h 1885953"/>
              <a:gd name="connsiteX437" fmla="*/ 861956 w 1876440"/>
              <a:gd name="connsiteY437" fmla="*/ 738379 h 1885953"/>
              <a:gd name="connsiteX438" fmla="*/ 844811 w 1876440"/>
              <a:gd name="connsiteY438" fmla="*/ 750063 h 1885953"/>
              <a:gd name="connsiteX439" fmla="*/ 830206 w 1876440"/>
              <a:gd name="connsiteY439" fmla="*/ 765684 h 1885953"/>
              <a:gd name="connsiteX440" fmla="*/ 811537 w 1876440"/>
              <a:gd name="connsiteY440" fmla="*/ 776225 h 1885953"/>
              <a:gd name="connsiteX441" fmla="*/ 789312 w 1876440"/>
              <a:gd name="connsiteY441" fmla="*/ 772034 h 1885953"/>
              <a:gd name="connsiteX442" fmla="*/ 799218 w 1876440"/>
              <a:gd name="connsiteY442" fmla="*/ 751460 h 1885953"/>
              <a:gd name="connsiteX443" fmla="*/ 816490 w 1876440"/>
              <a:gd name="connsiteY443" fmla="*/ 739395 h 1885953"/>
              <a:gd name="connsiteX444" fmla="*/ 831730 w 1876440"/>
              <a:gd name="connsiteY444" fmla="*/ 725552 h 1885953"/>
              <a:gd name="connsiteX445" fmla="*/ 847732 w 1876440"/>
              <a:gd name="connsiteY445" fmla="*/ 712344 h 1885953"/>
              <a:gd name="connsiteX446" fmla="*/ 864115 w 1876440"/>
              <a:gd name="connsiteY446" fmla="*/ 698755 h 1885953"/>
              <a:gd name="connsiteX447" fmla="*/ 864242 w 1876440"/>
              <a:gd name="connsiteY447" fmla="*/ 698755 h 1885953"/>
              <a:gd name="connsiteX448" fmla="*/ 873132 w 1876440"/>
              <a:gd name="connsiteY448" fmla="*/ 697739 h 1885953"/>
              <a:gd name="connsiteX449" fmla="*/ 666122 w 1876440"/>
              <a:gd name="connsiteY449" fmla="*/ 736855 h 1885953"/>
              <a:gd name="connsiteX450" fmla="*/ 680092 w 1876440"/>
              <a:gd name="connsiteY450" fmla="*/ 737871 h 1885953"/>
              <a:gd name="connsiteX451" fmla="*/ 678949 w 1876440"/>
              <a:gd name="connsiteY451" fmla="*/ 753238 h 1885953"/>
              <a:gd name="connsiteX452" fmla="*/ 668789 w 1876440"/>
              <a:gd name="connsiteY452" fmla="*/ 767589 h 1885953"/>
              <a:gd name="connsiteX453" fmla="*/ 662312 w 1876440"/>
              <a:gd name="connsiteY453" fmla="*/ 790957 h 1885953"/>
              <a:gd name="connsiteX454" fmla="*/ 644151 w 1876440"/>
              <a:gd name="connsiteY454" fmla="*/ 806070 h 1885953"/>
              <a:gd name="connsiteX455" fmla="*/ 624720 w 1876440"/>
              <a:gd name="connsiteY455" fmla="*/ 818389 h 1885953"/>
              <a:gd name="connsiteX456" fmla="*/ 607829 w 1876440"/>
              <a:gd name="connsiteY456" fmla="*/ 823342 h 1885953"/>
              <a:gd name="connsiteX457" fmla="*/ 607829 w 1876440"/>
              <a:gd name="connsiteY457" fmla="*/ 823215 h 1885953"/>
              <a:gd name="connsiteX458" fmla="*/ 604781 w 1876440"/>
              <a:gd name="connsiteY458" fmla="*/ 809245 h 1885953"/>
              <a:gd name="connsiteX459" fmla="*/ 618370 w 1876440"/>
              <a:gd name="connsiteY459" fmla="*/ 799593 h 1885953"/>
              <a:gd name="connsiteX460" fmla="*/ 621926 w 1876440"/>
              <a:gd name="connsiteY460" fmla="*/ 776479 h 1885953"/>
              <a:gd name="connsiteX461" fmla="*/ 639198 w 1876440"/>
              <a:gd name="connsiteY461" fmla="*/ 762255 h 1885953"/>
              <a:gd name="connsiteX462" fmla="*/ 653930 w 1876440"/>
              <a:gd name="connsiteY462" fmla="*/ 745237 h 1885953"/>
              <a:gd name="connsiteX463" fmla="*/ 666122 w 1876440"/>
              <a:gd name="connsiteY463" fmla="*/ 736855 h 1885953"/>
              <a:gd name="connsiteX464" fmla="*/ 1501274 w 1876440"/>
              <a:gd name="connsiteY464" fmla="*/ 757302 h 1885953"/>
              <a:gd name="connsiteX465" fmla="*/ 1497337 w 1876440"/>
              <a:gd name="connsiteY465" fmla="*/ 773558 h 1885953"/>
              <a:gd name="connsiteX466" fmla="*/ 1486796 w 1876440"/>
              <a:gd name="connsiteY466" fmla="*/ 791973 h 1885953"/>
              <a:gd name="connsiteX467" fmla="*/ 1471937 w 1876440"/>
              <a:gd name="connsiteY467" fmla="*/ 807213 h 1885953"/>
              <a:gd name="connsiteX468" fmla="*/ 1459872 w 1876440"/>
              <a:gd name="connsiteY468" fmla="*/ 813055 h 1885953"/>
              <a:gd name="connsiteX469" fmla="*/ 1448696 w 1876440"/>
              <a:gd name="connsiteY469" fmla="*/ 809880 h 1885953"/>
              <a:gd name="connsiteX470" fmla="*/ 1447934 w 1876440"/>
              <a:gd name="connsiteY470" fmla="*/ 801244 h 1885953"/>
              <a:gd name="connsiteX471" fmla="*/ 1452125 w 1876440"/>
              <a:gd name="connsiteY471" fmla="*/ 791719 h 1885953"/>
              <a:gd name="connsiteX472" fmla="*/ 1462539 w 1876440"/>
              <a:gd name="connsiteY472" fmla="*/ 776606 h 1885953"/>
              <a:gd name="connsiteX473" fmla="*/ 1480446 w 1876440"/>
              <a:gd name="connsiteY473" fmla="*/ 760858 h 1885953"/>
              <a:gd name="connsiteX474" fmla="*/ 1501274 w 1876440"/>
              <a:gd name="connsiteY474" fmla="*/ 757302 h 1885953"/>
              <a:gd name="connsiteX475" fmla="*/ 1347731 w 1876440"/>
              <a:gd name="connsiteY475" fmla="*/ 758572 h 1885953"/>
              <a:gd name="connsiteX476" fmla="*/ 1355224 w 1876440"/>
              <a:gd name="connsiteY476" fmla="*/ 762636 h 1885953"/>
              <a:gd name="connsiteX477" fmla="*/ 1354208 w 1876440"/>
              <a:gd name="connsiteY477" fmla="*/ 783972 h 1885953"/>
              <a:gd name="connsiteX478" fmla="*/ 1340111 w 1876440"/>
              <a:gd name="connsiteY478" fmla="*/ 803657 h 1885953"/>
              <a:gd name="connsiteX479" fmla="*/ 1323474 w 1876440"/>
              <a:gd name="connsiteY479" fmla="*/ 821818 h 1885953"/>
              <a:gd name="connsiteX480" fmla="*/ 1298455 w 1876440"/>
              <a:gd name="connsiteY480" fmla="*/ 826390 h 1885953"/>
              <a:gd name="connsiteX481" fmla="*/ 1283088 w 1876440"/>
              <a:gd name="connsiteY481" fmla="*/ 832613 h 1885953"/>
              <a:gd name="connsiteX482" fmla="*/ 1268737 w 1876440"/>
              <a:gd name="connsiteY482" fmla="*/ 831343 h 1885953"/>
              <a:gd name="connsiteX483" fmla="*/ 1268610 w 1876440"/>
              <a:gd name="connsiteY483" fmla="*/ 806959 h 1885953"/>
              <a:gd name="connsiteX484" fmla="*/ 1286898 w 1876440"/>
              <a:gd name="connsiteY484" fmla="*/ 798577 h 1885953"/>
              <a:gd name="connsiteX485" fmla="*/ 1303281 w 1876440"/>
              <a:gd name="connsiteY485" fmla="*/ 789814 h 1885953"/>
              <a:gd name="connsiteX486" fmla="*/ 1319791 w 1876440"/>
              <a:gd name="connsiteY486" fmla="*/ 775971 h 1885953"/>
              <a:gd name="connsiteX487" fmla="*/ 1337317 w 1876440"/>
              <a:gd name="connsiteY487" fmla="*/ 763906 h 1885953"/>
              <a:gd name="connsiteX488" fmla="*/ 1347731 w 1876440"/>
              <a:gd name="connsiteY488" fmla="*/ 758572 h 1885953"/>
              <a:gd name="connsiteX489" fmla="*/ 479432 w 1876440"/>
              <a:gd name="connsiteY489" fmla="*/ 785750 h 1885953"/>
              <a:gd name="connsiteX490" fmla="*/ 501403 w 1876440"/>
              <a:gd name="connsiteY490" fmla="*/ 792227 h 1885953"/>
              <a:gd name="connsiteX491" fmla="*/ 496069 w 1876440"/>
              <a:gd name="connsiteY491" fmla="*/ 815595 h 1885953"/>
              <a:gd name="connsiteX492" fmla="*/ 486671 w 1876440"/>
              <a:gd name="connsiteY492" fmla="*/ 826263 h 1885953"/>
              <a:gd name="connsiteX493" fmla="*/ 472193 w 1876440"/>
              <a:gd name="connsiteY493" fmla="*/ 826390 h 1885953"/>
              <a:gd name="connsiteX494" fmla="*/ 460509 w 1876440"/>
              <a:gd name="connsiteY494" fmla="*/ 834899 h 1885953"/>
              <a:gd name="connsiteX495" fmla="*/ 447174 w 1876440"/>
              <a:gd name="connsiteY495" fmla="*/ 840741 h 1885953"/>
              <a:gd name="connsiteX496" fmla="*/ 437141 w 1876440"/>
              <a:gd name="connsiteY496" fmla="*/ 854711 h 1885953"/>
              <a:gd name="connsiteX497" fmla="*/ 424314 w 1876440"/>
              <a:gd name="connsiteY497" fmla="*/ 866268 h 1885953"/>
              <a:gd name="connsiteX498" fmla="*/ 406025 w 1876440"/>
              <a:gd name="connsiteY498" fmla="*/ 856997 h 1885953"/>
              <a:gd name="connsiteX499" fmla="*/ 406153 w 1876440"/>
              <a:gd name="connsiteY499" fmla="*/ 856870 h 1885953"/>
              <a:gd name="connsiteX500" fmla="*/ 411868 w 1876440"/>
              <a:gd name="connsiteY500" fmla="*/ 839598 h 1885953"/>
              <a:gd name="connsiteX501" fmla="*/ 421900 w 1876440"/>
              <a:gd name="connsiteY501" fmla="*/ 825628 h 1885953"/>
              <a:gd name="connsiteX502" fmla="*/ 441459 w 1876440"/>
              <a:gd name="connsiteY502" fmla="*/ 813309 h 1885953"/>
              <a:gd name="connsiteX503" fmla="*/ 457715 w 1876440"/>
              <a:gd name="connsiteY503" fmla="*/ 795656 h 1885953"/>
              <a:gd name="connsiteX504" fmla="*/ 479432 w 1876440"/>
              <a:gd name="connsiteY504" fmla="*/ 785750 h 1885953"/>
              <a:gd name="connsiteX505" fmla="*/ 1158247 w 1876440"/>
              <a:gd name="connsiteY505" fmla="*/ 789433 h 1885953"/>
              <a:gd name="connsiteX506" fmla="*/ 1172217 w 1876440"/>
              <a:gd name="connsiteY506" fmla="*/ 792354 h 1885953"/>
              <a:gd name="connsiteX507" fmla="*/ 1174376 w 1876440"/>
              <a:gd name="connsiteY507" fmla="*/ 807975 h 1885953"/>
              <a:gd name="connsiteX508" fmla="*/ 1166629 w 1876440"/>
              <a:gd name="connsiteY508" fmla="*/ 823850 h 1885953"/>
              <a:gd name="connsiteX509" fmla="*/ 1153802 w 1876440"/>
              <a:gd name="connsiteY509" fmla="*/ 843789 h 1885953"/>
              <a:gd name="connsiteX510" fmla="*/ 1135260 w 1876440"/>
              <a:gd name="connsiteY510" fmla="*/ 858267 h 1885953"/>
              <a:gd name="connsiteX511" fmla="*/ 1117861 w 1876440"/>
              <a:gd name="connsiteY511" fmla="*/ 874650 h 1885953"/>
              <a:gd name="connsiteX512" fmla="*/ 1102367 w 1876440"/>
              <a:gd name="connsiteY512" fmla="*/ 872237 h 1885953"/>
              <a:gd name="connsiteX513" fmla="*/ 1098811 w 1876440"/>
              <a:gd name="connsiteY513" fmla="*/ 861188 h 1885953"/>
              <a:gd name="connsiteX514" fmla="*/ 1109860 w 1876440"/>
              <a:gd name="connsiteY514" fmla="*/ 851536 h 1885953"/>
              <a:gd name="connsiteX515" fmla="*/ 1117099 w 1876440"/>
              <a:gd name="connsiteY515" fmla="*/ 830835 h 1885953"/>
              <a:gd name="connsiteX516" fmla="*/ 1131450 w 1876440"/>
              <a:gd name="connsiteY516" fmla="*/ 814452 h 1885953"/>
              <a:gd name="connsiteX517" fmla="*/ 1149357 w 1876440"/>
              <a:gd name="connsiteY517" fmla="*/ 802514 h 1885953"/>
              <a:gd name="connsiteX518" fmla="*/ 1158247 w 1876440"/>
              <a:gd name="connsiteY518" fmla="*/ 789433 h 1885953"/>
              <a:gd name="connsiteX519" fmla="*/ 1448696 w 1876440"/>
              <a:gd name="connsiteY519" fmla="*/ 809880 h 1885953"/>
              <a:gd name="connsiteX520" fmla="*/ 314840 w 1876440"/>
              <a:gd name="connsiteY520" fmla="*/ 820294 h 1885953"/>
              <a:gd name="connsiteX521" fmla="*/ 312046 w 1876440"/>
              <a:gd name="connsiteY521" fmla="*/ 839852 h 1885953"/>
              <a:gd name="connsiteX522" fmla="*/ 297187 w 1876440"/>
              <a:gd name="connsiteY522" fmla="*/ 858013 h 1885953"/>
              <a:gd name="connsiteX523" fmla="*/ 284868 w 1876440"/>
              <a:gd name="connsiteY523" fmla="*/ 878333 h 1885953"/>
              <a:gd name="connsiteX524" fmla="*/ 264294 w 1876440"/>
              <a:gd name="connsiteY524" fmla="*/ 891414 h 1885953"/>
              <a:gd name="connsiteX525" fmla="*/ 251213 w 1876440"/>
              <a:gd name="connsiteY525" fmla="*/ 901066 h 1885953"/>
              <a:gd name="connsiteX526" fmla="*/ 238005 w 1876440"/>
              <a:gd name="connsiteY526" fmla="*/ 900685 h 1885953"/>
              <a:gd name="connsiteX527" fmla="*/ 238005 w 1876440"/>
              <a:gd name="connsiteY527" fmla="*/ 900812 h 1885953"/>
              <a:gd name="connsiteX528" fmla="*/ 246133 w 1876440"/>
              <a:gd name="connsiteY528" fmla="*/ 876936 h 1885953"/>
              <a:gd name="connsiteX529" fmla="*/ 266072 w 1876440"/>
              <a:gd name="connsiteY529" fmla="*/ 859664 h 1885953"/>
              <a:gd name="connsiteX530" fmla="*/ 279153 w 1876440"/>
              <a:gd name="connsiteY530" fmla="*/ 840995 h 1885953"/>
              <a:gd name="connsiteX531" fmla="*/ 298075 w 1876440"/>
              <a:gd name="connsiteY531" fmla="*/ 828676 h 1885953"/>
              <a:gd name="connsiteX532" fmla="*/ 314840 w 1876440"/>
              <a:gd name="connsiteY532" fmla="*/ 820294 h 1885953"/>
              <a:gd name="connsiteX533" fmla="*/ 994290 w 1876440"/>
              <a:gd name="connsiteY533" fmla="*/ 836677 h 1885953"/>
              <a:gd name="connsiteX534" fmla="*/ 980701 w 1876440"/>
              <a:gd name="connsiteY534" fmla="*/ 857378 h 1885953"/>
              <a:gd name="connsiteX535" fmla="*/ 965842 w 1876440"/>
              <a:gd name="connsiteY535" fmla="*/ 875158 h 1885953"/>
              <a:gd name="connsiteX536" fmla="*/ 947681 w 1876440"/>
              <a:gd name="connsiteY536" fmla="*/ 890017 h 1885953"/>
              <a:gd name="connsiteX537" fmla="*/ 930536 w 1876440"/>
              <a:gd name="connsiteY537" fmla="*/ 905892 h 1885953"/>
              <a:gd name="connsiteX538" fmla="*/ 914915 w 1876440"/>
              <a:gd name="connsiteY538" fmla="*/ 909194 h 1885953"/>
              <a:gd name="connsiteX539" fmla="*/ 898659 w 1876440"/>
              <a:gd name="connsiteY539" fmla="*/ 908051 h 1885953"/>
              <a:gd name="connsiteX540" fmla="*/ 911613 w 1876440"/>
              <a:gd name="connsiteY540" fmla="*/ 884302 h 1885953"/>
              <a:gd name="connsiteX541" fmla="*/ 929012 w 1876440"/>
              <a:gd name="connsiteY541" fmla="*/ 863982 h 1885953"/>
              <a:gd name="connsiteX542" fmla="*/ 949459 w 1876440"/>
              <a:gd name="connsiteY542" fmla="*/ 852933 h 1885953"/>
              <a:gd name="connsiteX543" fmla="*/ 971049 w 1876440"/>
              <a:gd name="connsiteY543" fmla="*/ 845186 h 1885953"/>
              <a:gd name="connsiteX544" fmla="*/ 994290 w 1876440"/>
              <a:gd name="connsiteY544" fmla="*/ 836677 h 1885953"/>
              <a:gd name="connsiteX545" fmla="*/ 152025 w 1876440"/>
              <a:gd name="connsiteY545" fmla="*/ 844424 h 1885953"/>
              <a:gd name="connsiteX546" fmla="*/ 152025 w 1876440"/>
              <a:gd name="connsiteY546" fmla="*/ 844424 h 1885953"/>
              <a:gd name="connsiteX547" fmla="*/ 161297 w 1876440"/>
              <a:gd name="connsiteY547" fmla="*/ 845186 h 1885953"/>
              <a:gd name="connsiteX548" fmla="*/ 162821 w 1876440"/>
              <a:gd name="connsiteY548" fmla="*/ 865633 h 1885953"/>
              <a:gd name="connsiteX549" fmla="*/ 145549 w 1876440"/>
              <a:gd name="connsiteY549" fmla="*/ 879603 h 1885953"/>
              <a:gd name="connsiteX550" fmla="*/ 125102 w 1876440"/>
              <a:gd name="connsiteY550" fmla="*/ 889001 h 1885953"/>
              <a:gd name="connsiteX551" fmla="*/ 106814 w 1876440"/>
              <a:gd name="connsiteY551" fmla="*/ 879095 h 1885953"/>
              <a:gd name="connsiteX552" fmla="*/ 115069 w 1876440"/>
              <a:gd name="connsiteY552" fmla="*/ 862331 h 1885953"/>
              <a:gd name="connsiteX553" fmla="*/ 131452 w 1876440"/>
              <a:gd name="connsiteY553" fmla="*/ 848742 h 1885953"/>
              <a:gd name="connsiteX554" fmla="*/ 152025 w 1876440"/>
              <a:gd name="connsiteY554" fmla="*/ 844424 h 1885953"/>
              <a:gd name="connsiteX555" fmla="*/ 789439 w 1876440"/>
              <a:gd name="connsiteY555" fmla="*/ 870078 h 1885953"/>
              <a:gd name="connsiteX556" fmla="*/ 790455 w 1876440"/>
              <a:gd name="connsiteY556" fmla="*/ 894589 h 1885953"/>
              <a:gd name="connsiteX557" fmla="*/ 778644 w 1876440"/>
              <a:gd name="connsiteY557" fmla="*/ 915798 h 1885953"/>
              <a:gd name="connsiteX558" fmla="*/ 761245 w 1876440"/>
              <a:gd name="connsiteY558" fmla="*/ 932054 h 1885953"/>
              <a:gd name="connsiteX559" fmla="*/ 745497 w 1876440"/>
              <a:gd name="connsiteY559" fmla="*/ 950342 h 1885953"/>
              <a:gd name="connsiteX560" fmla="*/ 730384 w 1876440"/>
              <a:gd name="connsiteY560" fmla="*/ 959867 h 1885953"/>
              <a:gd name="connsiteX561" fmla="*/ 714509 w 1876440"/>
              <a:gd name="connsiteY561" fmla="*/ 956565 h 1885953"/>
              <a:gd name="connsiteX562" fmla="*/ 717049 w 1876440"/>
              <a:gd name="connsiteY562" fmla="*/ 936118 h 1885953"/>
              <a:gd name="connsiteX563" fmla="*/ 717176 w 1876440"/>
              <a:gd name="connsiteY563" fmla="*/ 936245 h 1885953"/>
              <a:gd name="connsiteX564" fmla="*/ 724669 w 1876440"/>
              <a:gd name="connsiteY564" fmla="*/ 919354 h 1885953"/>
              <a:gd name="connsiteX565" fmla="*/ 739909 w 1876440"/>
              <a:gd name="connsiteY565" fmla="*/ 908686 h 1885953"/>
              <a:gd name="connsiteX566" fmla="*/ 753752 w 1876440"/>
              <a:gd name="connsiteY566" fmla="*/ 892303 h 1885953"/>
              <a:gd name="connsiteX567" fmla="*/ 771913 w 1876440"/>
              <a:gd name="connsiteY567" fmla="*/ 879984 h 1885953"/>
              <a:gd name="connsiteX568" fmla="*/ 789439 w 1876440"/>
              <a:gd name="connsiteY568" fmla="*/ 870078 h 1885953"/>
              <a:gd name="connsiteX569" fmla="*/ 1102240 w 1876440"/>
              <a:gd name="connsiteY569" fmla="*/ 872237 h 1885953"/>
              <a:gd name="connsiteX570" fmla="*/ 1102367 w 1876440"/>
              <a:gd name="connsiteY570" fmla="*/ 872237 h 1885953"/>
              <a:gd name="connsiteX571" fmla="*/ 1102367 w 1876440"/>
              <a:gd name="connsiteY571" fmla="*/ 872364 h 1885953"/>
              <a:gd name="connsiteX572" fmla="*/ 1102240 w 1876440"/>
              <a:gd name="connsiteY572" fmla="*/ 872237 h 1885953"/>
              <a:gd name="connsiteX573" fmla="*/ 1442727 w 1876440"/>
              <a:gd name="connsiteY573" fmla="*/ 891033 h 1885953"/>
              <a:gd name="connsiteX574" fmla="*/ 1457967 w 1876440"/>
              <a:gd name="connsiteY574" fmla="*/ 895605 h 1885953"/>
              <a:gd name="connsiteX575" fmla="*/ 1456951 w 1876440"/>
              <a:gd name="connsiteY575" fmla="*/ 918211 h 1885953"/>
              <a:gd name="connsiteX576" fmla="*/ 1444378 w 1876440"/>
              <a:gd name="connsiteY576" fmla="*/ 935356 h 1885953"/>
              <a:gd name="connsiteX577" fmla="*/ 1426598 w 1876440"/>
              <a:gd name="connsiteY577" fmla="*/ 946913 h 1885953"/>
              <a:gd name="connsiteX578" fmla="*/ 1410342 w 1876440"/>
              <a:gd name="connsiteY578" fmla="*/ 960629 h 1885953"/>
              <a:gd name="connsiteX579" fmla="*/ 1390276 w 1876440"/>
              <a:gd name="connsiteY579" fmla="*/ 968122 h 1885953"/>
              <a:gd name="connsiteX580" fmla="*/ 1370718 w 1876440"/>
              <a:gd name="connsiteY580" fmla="*/ 963931 h 1885953"/>
              <a:gd name="connsiteX581" fmla="*/ 1379100 w 1876440"/>
              <a:gd name="connsiteY581" fmla="*/ 945389 h 1885953"/>
              <a:gd name="connsiteX582" fmla="*/ 1395610 w 1876440"/>
              <a:gd name="connsiteY582" fmla="*/ 932689 h 1885953"/>
              <a:gd name="connsiteX583" fmla="*/ 1409199 w 1876440"/>
              <a:gd name="connsiteY583" fmla="*/ 916687 h 1885953"/>
              <a:gd name="connsiteX584" fmla="*/ 1426979 w 1876440"/>
              <a:gd name="connsiteY584" fmla="*/ 905765 h 1885953"/>
              <a:gd name="connsiteX585" fmla="*/ 1442727 w 1876440"/>
              <a:gd name="connsiteY585" fmla="*/ 891033 h 1885953"/>
              <a:gd name="connsiteX586" fmla="*/ 1580903 w 1876440"/>
              <a:gd name="connsiteY586" fmla="*/ 896875 h 1885953"/>
              <a:gd name="connsiteX587" fmla="*/ 1598302 w 1876440"/>
              <a:gd name="connsiteY587" fmla="*/ 897764 h 1885953"/>
              <a:gd name="connsiteX588" fmla="*/ 1607954 w 1876440"/>
              <a:gd name="connsiteY588" fmla="*/ 919862 h 1885953"/>
              <a:gd name="connsiteX589" fmla="*/ 1595000 w 1876440"/>
              <a:gd name="connsiteY589" fmla="*/ 931927 h 1885953"/>
              <a:gd name="connsiteX590" fmla="*/ 1579379 w 1876440"/>
              <a:gd name="connsiteY590" fmla="*/ 938150 h 1885953"/>
              <a:gd name="connsiteX591" fmla="*/ 1574553 w 1876440"/>
              <a:gd name="connsiteY591" fmla="*/ 953263 h 1885953"/>
              <a:gd name="connsiteX592" fmla="*/ 1562615 w 1876440"/>
              <a:gd name="connsiteY592" fmla="*/ 961645 h 1885953"/>
              <a:gd name="connsiteX593" fmla="*/ 1562615 w 1876440"/>
              <a:gd name="connsiteY593" fmla="*/ 961518 h 1885953"/>
              <a:gd name="connsiteX594" fmla="*/ 1543946 w 1876440"/>
              <a:gd name="connsiteY594" fmla="*/ 962915 h 1885953"/>
              <a:gd name="connsiteX595" fmla="*/ 1534040 w 1876440"/>
              <a:gd name="connsiteY595" fmla="*/ 951485 h 1885953"/>
              <a:gd name="connsiteX596" fmla="*/ 1538612 w 1876440"/>
              <a:gd name="connsiteY596" fmla="*/ 936245 h 1885953"/>
              <a:gd name="connsiteX597" fmla="*/ 1558932 w 1876440"/>
              <a:gd name="connsiteY597" fmla="*/ 920370 h 1885953"/>
              <a:gd name="connsiteX598" fmla="*/ 1566425 w 1876440"/>
              <a:gd name="connsiteY598" fmla="*/ 905003 h 1885953"/>
              <a:gd name="connsiteX599" fmla="*/ 1580903 w 1876440"/>
              <a:gd name="connsiteY599" fmla="*/ 896875 h 1885953"/>
              <a:gd name="connsiteX600" fmla="*/ 596780 w 1876440"/>
              <a:gd name="connsiteY600" fmla="*/ 915036 h 1885953"/>
              <a:gd name="connsiteX601" fmla="*/ 608591 w 1876440"/>
              <a:gd name="connsiteY601" fmla="*/ 917068 h 1885953"/>
              <a:gd name="connsiteX602" fmla="*/ 606813 w 1876440"/>
              <a:gd name="connsiteY602" fmla="*/ 932181 h 1885953"/>
              <a:gd name="connsiteX603" fmla="*/ 600717 w 1876440"/>
              <a:gd name="connsiteY603" fmla="*/ 944119 h 1885953"/>
              <a:gd name="connsiteX604" fmla="*/ 590049 w 1876440"/>
              <a:gd name="connsiteY604" fmla="*/ 961518 h 1885953"/>
              <a:gd name="connsiteX605" fmla="*/ 572142 w 1876440"/>
              <a:gd name="connsiteY605" fmla="*/ 971043 h 1885953"/>
              <a:gd name="connsiteX606" fmla="*/ 559950 w 1876440"/>
              <a:gd name="connsiteY606" fmla="*/ 984505 h 1885953"/>
              <a:gd name="connsiteX607" fmla="*/ 541154 w 1876440"/>
              <a:gd name="connsiteY607" fmla="*/ 989331 h 1885953"/>
              <a:gd name="connsiteX608" fmla="*/ 516008 w 1876440"/>
              <a:gd name="connsiteY608" fmla="*/ 997713 h 1885953"/>
              <a:gd name="connsiteX609" fmla="*/ 512071 w 1876440"/>
              <a:gd name="connsiteY609" fmla="*/ 977393 h 1885953"/>
              <a:gd name="connsiteX610" fmla="*/ 526168 w 1876440"/>
              <a:gd name="connsiteY610" fmla="*/ 965201 h 1885953"/>
              <a:gd name="connsiteX611" fmla="*/ 538360 w 1876440"/>
              <a:gd name="connsiteY611" fmla="*/ 953009 h 1885953"/>
              <a:gd name="connsiteX612" fmla="*/ 555251 w 1876440"/>
              <a:gd name="connsiteY612" fmla="*/ 949707 h 1885953"/>
              <a:gd name="connsiteX613" fmla="*/ 569221 w 1876440"/>
              <a:gd name="connsiteY613" fmla="*/ 934340 h 1885953"/>
              <a:gd name="connsiteX614" fmla="*/ 583318 w 1876440"/>
              <a:gd name="connsiteY614" fmla="*/ 918719 h 1885953"/>
              <a:gd name="connsiteX615" fmla="*/ 596780 w 1876440"/>
              <a:gd name="connsiteY615" fmla="*/ 915036 h 1885953"/>
              <a:gd name="connsiteX616" fmla="*/ 1266832 w 1876440"/>
              <a:gd name="connsiteY616" fmla="*/ 924053 h 1885953"/>
              <a:gd name="connsiteX617" fmla="*/ 1274706 w 1876440"/>
              <a:gd name="connsiteY617" fmla="*/ 926593 h 1885953"/>
              <a:gd name="connsiteX618" fmla="*/ 1276103 w 1876440"/>
              <a:gd name="connsiteY618" fmla="*/ 946913 h 1885953"/>
              <a:gd name="connsiteX619" fmla="*/ 1265181 w 1876440"/>
              <a:gd name="connsiteY619" fmla="*/ 967614 h 1885953"/>
              <a:gd name="connsiteX620" fmla="*/ 1252227 w 1876440"/>
              <a:gd name="connsiteY620" fmla="*/ 987807 h 1885953"/>
              <a:gd name="connsiteX621" fmla="*/ 1232669 w 1876440"/>
              <a:gd name="connsiteY621" fmla="*/ 1001523 h 1885953"/>
              <a:gd name="connsiteX622" fmla="*/ 1218953 w 1876440"/>
              <a:gd name="connsiteY622" fmla="*/ 1012318 h 1885953"/>
              <a:gd name="connsiteX623" fmla="*/ 1201173 w 1876440"/>
              <a:gd name="connsiteY623" fmla="*/ 1013588 h 1885953"/>
              <a:gd name="connsiteX624" fmla="*/ 1200157 w 1876440"/>
              <a:gd name="connsiteY624" fmla="*/ 987553 h 1885953"/>
              <a:gd name="connsiteX625" fmla="*/ 1200030 w 1876440"/>
              <a:gd name="connsiteY625" fmla="*/ 987553 h 1885953"/>
              <a:gd name="connsiteX626" fmla="*/ 1214762 w 1876440"/>
              <a:gd name="connsiteY626" fmla="*/ 975107 h 1885953"/>
              <a:gd name="connsiteX627" fmla="*/ 1229113 w 1876440"/>
              <a:gd name="connsiteY627" fmla="*/ 963296 h 1885953"/>
              <a:gd name="connsiteX628" fmla="*/ 1245623 w 1876440"/>
              <a:gd name="connsiteY628" fmla="*/ 949326 h 1885953"/>
              <a:gd name="connsiteX629" fmla="*/ 1257942 w 1876440"/>
              <a:gd name="connsiteY629" fmla="*/ 931419 h 1885953"/>
              <a:gd name="connsiteX630" fmla="*/ 1266832 w 1876440"/>
              <a:gd name="connsiteY630" fmla="*/ 924053 h 1885953"/>
              <a:gd name="connsiteX631" fmla="*/ 408439 w 1876440"/>
              <a:gd name="connsiteY631" fmla="*/ 948945 h 1885953"/>
              <a:gd name="connsiteX632" fmla="*/ 415678 w 1876440"/>
              <a:gd name="connsiteY632" fmla="*/ 950342 h 1885953"/>
              <a:gd name="connsiteX633" fmla="*/ 420250 w 1876440"/>
              <a:gd name="connsiteY633" fmla="*/ 972567 h 1885953"/>
              <a:gd name="connsiteX634" fmla="*/ 409709 w 1876440"/>
              <a:gd name="connsiteY634" fmla="*/ 994792 h 1885953"/>
              <a:gd name="connsiteX635" fmla="*/ 391802 w 1876440"/>
              <a:gd name="connsiteY635" fmla="*/ 1011429 h 1885953"/>
              <a:gd name="connsiteX636" fmla="*/ 375546 w 1876440"/>
              <a:gd name="connsiteY636" fmla="*/ 1029463 h 1885953"/>
              <a:gd name="connsiteX637" fmla="*/ 358147 w 1876440"/>
              <a:gd name="connsiteY637" fmla="*/ 1033781 h 1885953"/>
              <a:gd name="connsiteX638" fmla="*/ 340367 w 1876440"/>
              <a:gd name="connsiteY638" fmla="*/ 1039115 h 1885953"/>
              <a:gd name="connsiteX639" fmla="*/ 343923 w 1876440"/>
              <a:gd name="connsiteY639" fmla="*/ 1013461 h 1885953"/>
              <a:gd name="connsiteX640" fmla="*/ 351797 w 1876440"/>
              <a:gd name="connsiteY640" fmla="*/ 995300 h 1885953"/>
              <a:gd name="connsiteX641" fmla="*/ 368688 w 1876440"/>
              <a:gd name="connsiteY641" fmla="*/ 986537 h 1885953"/>
              <a:gd name="connsiteX642" fmla="*/ 385452 w 1876440"/>
              <a:gd name="connsiteY642" fmla="*/ 973202 h 1885953"/>
              <a:gd name="connsiteX643" fmla="*/ 400311 w 1876440"/>
              <a:gd name="connsiteY643" fmla="*/ 957454 h 1885953"/>
              <a:gd name="connsiteX644" fmla="*/ 408439 w 1876440"/>
              <a:gd name="connsiteY644" fmla="*/ 948945 h 1885953"/>
              <a:gd name="connsiteX645" fmla="*/ 1087889 w 1876440"/>
              <a:gd name="connsiteY645" fmla="*/ 965709 h 1885953"/>
              <a:gd name="connsiteX646" fmla="*/ 1097033 w 1876440"/>
              <a:gd name="connsiteY646" fmla="*/ 967868 h 1885953"/>
              <a:gd name="connsiteX647" fmla="*/ 1093858 w 1876440"/>
              <a:gd name="connsiteY647" fmla="*/ 993395 h 1885953"/>
              <a:gd name="connsiteX648" fmla="*/ 1078110 w 1876440"/>
              <a:gd name="connsiteY648" fmla="*/ 1012064 h 1885953"/>
              <a:gd name="connsiteX649" fmla="*/ 1056901 w 1876440"/>
              <a:gd name="connsiteY649" fmla="*/ 1023621 h 1885953"/>
              <a:gd name="connsiteX650" fmla="*/ 1038105 w 1876440"/>
              <a:gd name="connsiteY650" fmla="*/ 1038353 h 1885953"/>
              <a:gd name="connsiteX651" fmla="*/ 1021722 w 1876440"/>
              <a:gd name="connsiteY651" fmla="*/ 1044957 h 1885953"/>
              <a:gd name="connsiteX652" fmla="*/ 1003307 w 1876440"/>
              <a:gd name="connsiteY652" fmla="*/ 1042290 h 1885953"/>
              <a:gd name="connsiteX653" fmla="*/ 1006482 w 1876440"/>
              <a:gd name="connsiteY653" fmla="*/ 1015112 h 1885953"/>
              <a:gd name="connsiteX654" fmla="*/ 1006482 w 1876440"/>
              <a:gd name="connsiteY654" fmla="*/ 1014985 h 1885953"/>
              <a:gd name="connsiteX655" fmla="*/ 1024897 w 1876440"/>
              <a:gd name="connsiteY655" fmla="*/ 1006984 h 1885953"/>
              <a:gd name="connsiteX656" fmla="*/ 1039629 w 1876440"/>
              <a:gd name="connsiteY656" fmla="*/ 995046 h 1885953"/>
              <a:gd name="connsiteX657" fmla="*/ 1059314 w 1876440"/>
              <a:gd name="connsiteY657" fmla="*/ 986537 h 1885953"/>
              <a:gd name="connsiteX658" fmla="*/ 1075824 w 1876440"/>
              <a:gd name="connsiteY658" fmla="*/ 972948 h 1885953"/>
              <a:gd name="connsiteX659" fmla="*/ 1087889 w 1876440"/>
              <a:gd name="connsiteY659" fmla="*/ 965709 h 1885953"/>
              <a:gd name="connsiteX660" fmla="*/ 233433 w 1876440"/>
              <a:gd name="connsiteY660" fmla="*/ 1008000 h 1885953"/>
              <a:gd name="connsiteX661" fmla="*/ 240799 w 1876440"/>
              <a:gd name="connsiteY661" fmla="*/ 1014350 h 1885953"/>
              <a:gd name="connsiteX662" fmla="*/ 235592 w 1876440"/>
              <a:gd name="connsiteY662" fmla="*/ 1034416 h 1885953"/>
              <a:gd name="connsiteX663" fmla="*/ 219844 w 1876440"/>
              <a:gd name="connsiteY663" fmla="*/ 1048005 h 1885953"/>
              <a:gd name="connsiteX664" fmla="*/ 199270 w 1876440"/>
              <a:gd name="connsiteY664" fmla="*/ 1048386 h 1885953"/>
              <a:gd name="connsiteX665" fmla="*/ 187459 w 1876440"/>
              <a:gd name="connsiteY665" fmla="*/ 1042163 h 1885953"/>
              <a:gd name="connsiteX666" fmla="*/ 188221 w 1876440"/>
              <a:gd name="connsiteY666" fmla="*/ 1032511 h 1885953"/>
              <a:gd name="connsiteX667" fmla="*/ 195587 w 1876440"/>
              <a:gd name="connsiteY667" fmla="*/ 1027558 h 1885953"/>
              <a:gd name="connsiteX668" fmla="*/ 208160 w 1876440"/>
              <a:gd name="connsiteY668" fmla="*/ 1014350 h 1885953"/>
              <a:gd name="connsiteX669" fmla="*/ 225813 w 1876440"/>
              <a:gd name="connsiteY669" fmla="*/ 1009905 h 1885953"/>
              <a:gd name="connsiteX670" fmla="*/ 233433 w 1876440"/>
              <a:gd name="connsiteY670" fmla="*/ 1008000 h 1885953"/>
              <a:gd name="connsiteX671" fmla="*/ 900691 w 1876440"/>
              <a:gd name="connsiteY671" fmla="*/ 1013334 h 1885953"/>
              <a:gd name="connsiteX672" fmla="*/ 893452 w 1876440"/>
              <a:gd name="connsiteY672" fmla="*/ 1032892 h 1885953"/>
              <a:gd name="connsiteX673" fmla="*/ 879355 w 1876440"/>
              <a:gd name="connsiteY673" fmla="*/ 1051434 h 1885953"/>
              <a:gd name="connsiteX674" fmla="*/ 863226 w 1876440"/>
              <a:gd name="connsiteY674" fmla="*/ 1068452 h 1885953"/>
              <a:gd name="connsiteX675" fmla="*/ 846462 w 1876440"/>
              <a:gd name="connsiteY675" fmla="*/ 1084581 h 1885953"/>
              <a:gd name="connsiteX676" fmla="*/ 834143 w 1876440"/>
              <a:gd name="connsiteY676" fmla="*/ 1095757 h 1885953"/>
              <a:gd name="connsiteX677" fmla="*/ 820808 w 1876440"/>
              <a:gd name="connsiteY677" fmla="*/ 1089661 h 1885953"/>
              <a:gd name="connsiteX678" fmla="*/ 820681 w 1876440"/>
              <a:gd name="connsiteY678" fmla="*/ 1089788 h 1885953"/>
              <a:gd name="connsiteX679" fmla="*/ 826777 w 1876440"/>
              <a:gd name="connsiteY679" fmla="*/ 1066928 h 1885953"/>
              <a:gd name="connsiteX680" fmla="*/ 845573 w 1876440"/>
              <a:gd name="connsiteY680" fmla="*/ 1048513 h 1885953"/>
              <a:gd name="connsiteX681" fmla="*/ 861829 w 1876440"/>
              <a:gd name="connsiteY681" fmla="*/ 1032638 h 1885953"/>
              <a:gd name="connsiteX682" fmla="*/ 880752 w 1876440"/>
              <a:gd name="connsiteY682" fmla="*/ 1020065 h 1885953"/>
              <a:gd name="connsiteX683" fmla="*/ 900691 w 1876440"/>
              <a:gd name="connsiteY683" fmla="*/ 1013334 h 1885953"/>
              <a:gd name="connsiteX684" fmla="*/ 1557662 w 1876440"/>
              <a:gd name="connsiteY684" fmla="*/ 1039877 h 1885953"/>
              <a:gd name="connsiteX685" fmla="*/ 1582427 w 1876440"/>
              <a:gd name="connsiteY685" fmla="*/ 1044322 h 1885953"/>
              <a:gd name="connsiteX686" fmla="*/ 1581665 w 1876440"/>
              <a:gd name="connsiteY686" fmla="*/ 1060070 h 1885953"/>
              <a:gd name="connsiteX687" fmla="*/ 1573664 w 1876440"/>
              <a:gd name="connsiteY687" fmla="*/ 1072643 h 1885953"/>
              <a:gd name="connsiteX688" fmla="*/ 1560710 w 1876440"/>
              <a:gd name="connsiteY688" fmla="*/ 1080390 h 1885953"/>
              <a:gd name="connsiteX689" fmla="*/ 1546232 w 1876440"/>
              <a:gd name="connsiteY689" fmla="*/ 1080009 h 1885953"/>
              <a:gd name="connsiteX690" fmla="*/ 1533024 w 1876440"/>
              <a:gd name="connsiteY690" fmla="*/ 1084835 h 1885953"/>
              <a:gd name="connsiteX691" fmla="*/ 1519562 w 1876440"/>
              <a:gd name="connsiteY691" fmla="*/ 1089661 h 1885953"/>
              <a:gd name="connsiteX692" fmla="*/ 1505465 w 1876440"/>
              <a:gd name="connsiteY692" fmla="*/ 1100202 h 1885953"/>
              <a:gd name="connsiteX693" fmla="*/ 1494162 w 1876440"/>
              <a:gd name="connsiteY693" fmla="*/ 1112775 h 1885953"/>
              <a:gd name="connsiteX694" fmla="*/ 1479557 w 1876440"/>
              <a:gd name="connsiteY694" fmla="*/ 1100456 h 1885953"/>
              <a:gd name="connsiteX695" fmla="*/ 1479430 w 1876440"/>
              <a:gd name="connsiteY695" fmla="*/ 1100329 h 1885953"/>
              <a:gd name="connsiteX696" fmla="*/ 1486288 w 1876440"/>
              <a:gd name="connsiteY696" fmla="*/ 1085978 h 1885953"/>
              <a:gd name="connsiteX697" fmla="*/ 1496702 w 1876440"/>
              <a:gd name="connsiteY697" fmla="*/ 1072643 h 1885953"/>
              <a:gd name="connsiteX698" fmla="*/ 1513974 w 1876440"/>
              <a:gd name="connsiteY698" fmla="*/ 1056895 h 1885953"/>
              <a:gd name="connsiteX699" fmla="*/ 1536326 w 1876440"/>
              <a:gd name="connsiteY699" fmla="*/ 1050291 h 1885953"/>
              <a:gd name="connsiteX700" fmla="*/ 1557662 w 1876440"/>
              <a:gd name="connsiteY700" fmla="*/ 1039877 h 1885953"/>
              <a:gd name="connsiteX701" fmla="*/ 187459 w 1876440"/>
              <a:gd name="connsiteY701" fmla="*/ 1042163 h 1885953"/>
              <a:gd name="connsiteX702" fmla="*/ 1678566 w 1876440"/>
              <a:gd name="connsiteY702" fmla="*/ 1043687 h 1885953"/>
              <a:gd name="connsiteX703" fmla="*/ 1688980 w 1876440"/>
              <a:gd name="connsiteY703" fmla="*/ 1045719 h 1885953"/>
              <a:gd name="connsiteX704" fmla="*/ 1689996 w 1876440"/>
              <a:gd name="connsiteY704" fmla="*/ 1066547 h 1885953"/>
              <a:gd name="connsiteX705" fmla="*/ 1680344 w 1876440"/>
              <a:gd name="connsiteY705" fmla="*/ 1078104 h 1885953"/>
              <a:gd name="connsiteX706" fmla="*/ 1673359 w 1876440"/>
              <a:gd name="connsiteY706" fmla="*/ 1091947 h 1885953"/>
              <a:gd name="connsiteX707" fmla="*/ 1653674 w 1876440"/>
              <a:gd name="connsiteY707" fmla="*/ 1109346 h 1885953"/>
              <a:gd name="connsiteX708" fmla="*/ 1653674 w 1876440"/>
              <a:gd name="connsiteY708" fmla="*/ 1109473 h 1885953"/>
              <a:gd name="connsiteX709" fmla="*/ 1632465 w 1876440"/>
              <a:gd name="connsiteY709" fmla="*/ 1112013 h 1885953"/>
              <a:gd name="connsiteX710" fmla="*/ 1629290 w 1876440"/>
              <a:gd name="connsiteY710" fmla="*/ 1097789 h 1885953"/>
              <a:gd name="connsiteX711" fmla="*/ 1633354 w 1876440"/>
              <a:gd name="connsiteY711" fmla="*/ 1085597 h 1885953"/>
              <a:gd name="connsiteX712" fmla="*/ 1646308 w 1876440"/>
              <a:gd name="connsiteY712" fmla="*/ 1065912 h 1885953"/>
              <a:gd name="connsiteX713" fmla="*/ 1657357 w 1876440"/>
              <a:gd name="connsiteY713" fmla="*/ 1056260 h 1885953"/>
              <a:gd name="connsiteX714" fmla="*/ 1668406 w 1876440"/>
              <a:gd name="connsiteY714" fmla="*/ 1046481 h 1885953"/>
              <a:gd name="connsiteX715" fmla="*/ 1678566 w 1876440"/>
              <a:gd name="connsiteY715" fmla="*/ 1043687 h 1885953"/>
              <a:gd name="connsiteX716" fmla="*/ 694316 w 1876440"/>
              <a:gd name="connsiteY716" fmla="*/ 1054736 h 1885953"/>
              <a:gd name="connsiteX717" fmla="*/ 694443 w 1876440"/>
              <a:gd name="connsiteY717" fmla="*/ 1054736 h 1885953"/>
              <a:gd name="connsiteX718" fmla="*/ 710445 w 1876440"/>
              <a:gd name="connsiteY718" fmla="*/ 1055879 h 1885953"/>
              <a:gd name="connsiteX719" fmla="*/ 706889 w 1876440"/>
              <a:gd name="connsiteY719" fmla="*/ 1079628 h 1885953"/>
              <a:gd name="connsiteX720" fmla="*/ 691014 w 1876440"/>
              <a:gd name="connsiteY720" fmla="*/ 1092836 h 1885953"/>
              <a:gd name="connsiteX721" fmla="*/ 675393 w 1876440"/>
              <a:gd name="connsiteY721" fmla="*/ 1106298 h 1885953"/>
              <a:gd name="connsiteX722" fmla="*/ 660153 w 1876440"/>
              <a:gd name="connsiteY722" fmla="*/ 1121157 h 1885953"/>
              <a:gd name="connsiteX723" fmla="*/ 640976 w 1876440"/>
              <a:gd name="connsiteY723" fmla="*/ 1129539 h 1885953"/>
              <a:gd name="connsiteX724" fmla="*/ 625101 w 1876440"/>
              <a:gd name="connsiteY724" fmla="*/ 1124586 h 1885953"/>
              <a:gd name="connsiteX725" fmla="*/ 629419 w 1876440"/>
              <a:gd name="connsiteY725" fmla="*/ 1107187 h 1885953"/>
              <a:gd name="connsiteX726" fmla="*/ 646437 w 1876440"/>
              <a:gd name="connsiteY726" fmla="*/ 1094995 h 1885953"/>
              <a:gd name="connsiteX727" fmla="*/ 659264 w 1876440"/>
              <a:gd name="connsiteY727" fmla="*/ 1077977 h 1885953"/>
              <a:gd name="connsiteX728" fmla="*/ 677552 w 1876440"/>
              <a:gd name="connsiteY728" fmla="*/ 1067563 h 1885953"/>
              <a:gd name="connsiteX729" fmla="*/ 694316 w 1876440"/>
              <a:gd name="connsiteY729" fmla="*/ 1054736 h 1885953"/>
              <a:gd name="connsiteX730" fmla="*/ 1379735 w 1876440"/>
              <a:gd name="connsiteY730" fmla="*/ 1055117 h 1885953"/>
              <a:gd name="connsiteX731" fmla="*/ 1382148 w 1876440"/>
              <a:gd name="connsiteY731" fmla="*/ 1082676 h 1885953"/>
              <a:gd name="connsiteX732" fmla="*/ 1371861 w 1876440"/>
              <a:gd name="connsiteY732" fmla="*/ 1101218 h 1885953"/>
              <a:gd name="connsiteX733" fmla="*/ 1357637 w 1876440"/>
              <a:gd name="connsiteY733" fmla="*/ 1116839 h 1885953"/>
              <a:gd name="connsiteX734" fmla="*/ 1342778 w 1876440"/>
              <a:gd name="connsiteY734" fmla="*/ 1131952 h 1885953"/>
              <a:gd name="connsiteX735" fmla="*/ 1322585 w 1876440"/>
              <a:gd name="connsiteY735" fmla="*/ 1138937 h 1885953"/>
              <a:gd name="connsiteX736" fmla="*/ 1304424 w 1876440"/>
              <a:gd name="connsiteY736" fmla="*/ 1144779 h 1885953"/>
              <a:gd name="connsiteX737" fmla="*/ 1310901 w 1876440"/>
              <a:gd name="connsiteY737" fmla="*/ 1124586 h 1885953"/>
              <a:gd name="connsiteX738" fmla="*/ 1325506 w 1876440"/>
              <a:gd name="connsiteY738" fmla="*/ 1109727 h 1885953"/>
              <a:gd name="connsiteX739" fmla="*/ 1337063 w 1876440"/>
              <a:gd name="connsiteY739" fmla="*/ 1092709 h 1885953"/>
              <a:gd name="connsiteX740" fmla="*/ 1347985 w 1876440"/>
              <a:gd name="connsiteY740" fmla="*/ 1074421 h 1885953"/>
              <a:gd name="connsiteX741" fmla="*/ 1365257 w 1876440"/>
              <a:gd name="connsiteY741" fmla="*/ 1062610 h 1885953"/>
              <a:gd name="connsiteX742" fmla="*/ 1365257 w 1876440"/>
              <a:gd name="connsiteY742" fmla="*/ 1062483 h 1885953"/>
              <a:gd name="connsiteX743" fmla="*/ 1379735 w 1876440"/>
              <a:gd name="connsiteY743" fmla="*/ 1055117 h 1885953"/>
              <a:gd name="connsiteX744" fmla="*/ 523500 w 1876440"/>
              <a:gd name="connsiteY744" fmla="*/ 1083819 h 1885953"/>
              <a:gd name="connsiteX745" fmla="*/ 528835 w 1876440"/>
              <a:gd name="connsiteY745" fmla="*/ 1096265 h 1885953"/>
              <a:gd name="connsiteX746" fmla="*/ 520961 w 1876440"/>
              <a:gd name="connsiteY746" fmla="*/ 1107949 h 1885953"/>
              <a:gd name="connsiteX747" fmla="*/ 510800 w 1876440"/>
              <a:gd name="connsiteY747" fmla="*/ 1126364 h 1885953"/>
              <a:gd name="connsiteX748" fmla="*/ 494037 w 1876440"/>
              <a:gd name="connsiteY748" fmla="*/ 1139191 h 1885953"/>
              <a:gd name="connsiteX749" fmla="*/ 479813 w 1876440"/>
              <a:gd name="connsiteY749" fmla="*/ 1154685 h 1885953"/>
              <a:gd name="connsiteX750" fmla="*/ 461398 w 1876440"/>
              <a:gd name="connsiteY750" fmla="*/ 1164083 h 1885953"/>
              <a:gd name="connsiteX751" fmla="*/ 444253 w 1876440"/>
              <a:gd name="connsiteY751" fmla="*/ 1163575 h 1885953"/>
              <a:gd name="connsiteX752" fmla="*/ 447047 w 1876440"/>
              <a:gd name="connsiteY752" fmla="*/ 1144144 h 1885953"/>
              <a:gd name="connsiteX753" fmla="*/ 460382 w 1876440"/>
              <a:gd name="connsiteY753" fmla="*/ 1127761 h 1885953"/>
              <a:gd name="connsiteX754" fmla="*/ 475875 w 1876440"/>
              <a:gd name="connsiteY754" fmla="*/ 1113664 h 1885953"/>
              <a:gd name="connsiteX755" fmla="*/ 489846 w 1876440"/>
              <a:gd name="connsiteY755" fmla="*/ 1097789 h 1885953"/>
              <a:gd name="connsiteX756" fmla="*/ 508642 w 1876440"/>
              <a:gd name="connsiteY756" fmla="*/ 1088010 h 1885953"/>
              <a:gd name="connsiteX757" fmla="*/ 508515 w 1876440"/>
              <a:gd name="connsiteY757" fmla="*/ 1088010 h 1885953"/>
              <a:gd name="connsiteX758" fmla="*/ 523500 w 1876440"/>
              <a:gd name="connsiteY758" fmla="*/ 1083819 h 1885953"/>
              <a:gd name="connsiteX759" fmla="*/ 1193553 w 1876440"/>
              <a:gd name="connsiteY759" fmla="*/ 1109981 h 1885953"/>
              <a:gd name="connsiteX760" fmla="*/ 1201935 w 1876440"/>
              <a:gd name="connsiteY760" fmla="*/ 1113537 h 1885953"/>
              <a:gd name="connsiteX761" fmla="*/ 1193426 w 1876440"/>
              <a:gd name="connsiteY761" fmla="*/ 1131571 h 1885953"/>
              <a:gd name="connsiteX762" fmla="*/ 1180091 w 1876440"/>
              <a:gd name="connsiteY762" fmla="*/ 1151510 h 1885953"/>
              <a:gd name="connsiteX763" fmla="*/ 1160787 w 1876440"/>
              <a:gd name="connsiteY763" fmla="*/ 1165099 h 1885953"/>
              <a:gd name="connsiteX764" fmla="*/ 1142118 w 1876440"/>
              <a:gd name="connsiteY764" fmla="*/ 1179323 h 1885953"/>
              <a:gd name="connsiteX765" fmla="*/ 1126370 w 1876440"/>
              <a:gd name="connsiteY765" fmla="*/ 1182117 h 1885953"/>
              <a:gd name="connsiteX766" fmla="*/ 1112781 w 1876440"/>
              <a:gd name="connsiteY766" fmla="*/ 1180466 h 1885953"/>
              <a:gd name="connsiteX767" fmla="*/ 1122433 w 1876440"/>
              <a:gd name="connsiteY767" fmla="*/ 1156971 h 1885953"/>
              <a:gd name="connsiteX768" fmla="*/ 1143388 w 1876440"/>
              <a:gd name="connsiteY768" fmla="*/ 1140842 h 1885953"/>
              <a:gd name="connsiteX769" fmla="*/ 1161930 w 1876440"/>
              <a:gd name="connsiteY769" fmla="*/ 1127634 h 1885953"/>
              <a:gd name="connsiteX770" fmla="*/ 1179710 w 1876440"/>
              <a:gd name="connsiteY770" fmla="*/ 1112394 h 1885953"/>
              <a:gd name="connsiteX771" fmla="*/ 1193553 w 1876440"/>
              <a:gd name="connsiteY771" fmla="*/ 1109981 h 1885953"/>
              <a:gd name="connsiteX772" fmla="*/ 334779 w 1876440"/>
              <a:gd name="connsiteY772" fmla="*/ 1134492 h 1885953"/>
              <a:gd name="connsiteX773" fmla="*/ 344939 w 1876440"/>
              <a:gd name="connsiteY773" fmla="*/ 1135254 h 1885953"/>
              <a:gd name="connsiteX774" fmla="*/ 336175 w 1876440"/>
              <a:gd name="connsiteY774" fmla="*/ 1157098 h 1885953"/>
              <a:gd name="connsiteX775" fmla="*/ 318396 w 1876440"/>
              <a:gd name="connsiteY775" fmla="*/ 1171957 h 1885953"/>
              <a:gd name="connsiteX776" fmla="*/ 299981 w 1876440"/>
              <a:gd name="connsiteY776" fmla="*/ 1186054 h 1885953"/>
              <a:gd name="connsiteX777" fmla="*/ 277629 w 1876440"/>
              <a:gd name="connsiteY777" fmla="*/ 1185038 h 1885953"/>
              <a:gd name="connsiteX778" fmla="*/ 284487 w 1876440"/>
              <a:gd name="connsiteY778" fmla="*/ 1168655 h 1885953"/>
              <a:gd name="connsiteX779" fmla="*/ 298330 w 1876440"/>
              <a:gd name="connsiteY779" fmla="*/ 1154812 h 1885953"/>
              <a:gd name="connsiteX780" fmla="*/ 319412 w 1876440"/>
              <a:gd name="connsiteY780" fmla="*/ 1140588 h 1885953"/>
              <a:gd name="connsiteX781" fmla="*/ 334779 w 1876440"/>
              <a:gd name="connsiteY781" fmla="*/ 1134492 h 1885953"/>
              <a:gd name="connsiteX782" fmla="*/ 1000640 w 1876440"/>
              <a:gd name="connsiteY782" fmla="*/ 1134619 h 1885953"/>
              <a:gd name="connsiteX783" fmla="*/ 1007625 w 1876440"/>
              <a:gd name="connsiteY783" fmla="*/ 1147573 h 1885953"/>
              <a:gd name="connsiteX784" fmla="*/ 1005466 w 1876440"/>
              <a:gd name="connsiteY784" fmla="*/ 1162686 h 1885953"/>
              <a:gd name="connsiteX785" fmla="*/ 995814 w 1876440"/>
              <a:gd name="connsiteY785" fmla="*/ 1181609 h 1885953"/>
              <a:gd name="connsiteX786" fmla="*/ 983749 w 1876440"/>
              <a:gd name="connsiteY786" fmla="*/ 1199008 h 1885953"/>
              <a:gd name="connsiteX787" fmla="*/ 972192 w 1876440"/>
              <a:gd name="connsiteY787" fmla="*/ 1217423 h 1885953"/>
              <a:gd name="connsiteX788" fmla="*/ 950856 w 1876440"/>
              <a:gd name="connsiteY788" fmla="*/ 1224662 h 1885953"/>
              <a:gd name="connsiteX789" fmla="*/ 930790 w 1876440"/>
              <a:gd name="connsiteY789" fmla="*/ 1231774 h 1885953"/>
              <a:gd name="connsiteX790" fmla="*/ 938664 w 1876440"/>
              <a:gd name="connsiteY790" fmla="*/ 1210438 h 1885953"/>
              <a:gd name="connsiteX791" fmla="*/ 948316 w 1876440"/>
              <a:gd name="connsiteY791" fmla="*/ 1192404 h 1885953"/>
              <a:gd name="connsiteX792" fmla="*/ 960635 w 1876440"/>
              <a:gd name="connsiteY792" fmla="*/ 1175767 h 1885953"/>
              <a:gd name="connsiteX793" fmla="*/ 971303 w 1876440"/>
              <a:gd name="connsiteY793" fmla="*/ 1157733 h 1885953"/>
              <a:gd name="connsiteX794" fmla="*/ 987051 w 1876440"/>
              <a:gd name="connsiteY794" fmla="*/ 1144271 h 1885953"/>
              <a:gd name="connsiteX795" fmla="*/ 986924 w 1876440"/>
              <a:gd name="connsiteY795" fmla="*/ 1144271 h 1885953"/>
              <a:gd name="connsiteX796" fmla="*/ 1000640 w 1876440"/>
              <a:gd name="connsiteY796" fmla="*/ 1134619 h 1885953"/>
              <a:gd name="connsiteX797" fmla="*/ 1665231 w 1876440"/>
              <a:gd name="connsiteY797" fmla="*/ 1172719 h 1885953"/>
              <a:gd name="connsiteX798" fmla="*/ 1686313 w 1876440"/>
              <a:gd name="connsiteY798" fmla="*/ 1180847 h 1885953"/>
              <a:gd name="connsiteX799" fmla="*/ 1691647 w 1876440"/>
              <a:gd name="connsiteY799" fmla="*/ 1192785 h 1885953"/>
              <a:gd name="connsiteX800" fmla="*/ 1685043 w 1876440"/>
              <a:gd name="connsiteY800" fmla="*/ 1205739 h 1885953"/>
              <a:gd name="connsiteX801" fmla="*/ 1666247 w 1876440"/>
              <a:gd name="connsiteY801" fmla="*/ 1213105 h 1885953"/>
              <a:gd name="connsiteX802" fmla="*/ 1647197 w 1876440"/>
              <a:gd name="connsiteY802" fmla="*/ 1222249 h 1885953"/>
              <a:gd name="connsiteX803" fmla="*/ 1634497 w 1876440"/>
              <a:gd name="connsiteY803" fmla="*/ 1236346 h 1885953"/>
              <a:gd name="connsiteX804" fmla="*/ 1616082 w 1876440"/>
              <a:gd name="connsiteY804" fmla="*/ 1239140 h 1885953"/>
              <a:gd name="connsiteX805" fmla="*/ 1595000 w 1876440"/>
              <a:gd name="connsiteY805" fmla="*/ 1241934 h 1885953"/>
              <a:gd name="connsiteX806" fmla="*/ 1594746 w 1876440"/>
              <a:gd name="connsiteY806" fmla="*/ 1227837 h 1885953"/>
              <a:gd name="connsiteX807" fmla="*/ 1603255 w 1876440"/>
              <a:gd name="connsiteY807" fmla="*/ 1213486 h 1885953"/>
              <a:gd name="connsiteX808" fmla="*/ 1616209 w 1876440"/>
              <a:gd name="connsiteY808" fmla="*/ 1204088 h 1885953"/>
              <a:gd name="connsiteX809" fmla="*/ 1631576 w 1876440"/>
              <a:gd name="connsiteY809" fmla="*/ 1199135 h 1885953"/>
              <a:gd name="connsiteX810" fmla="*/ 1651896 w 1876440"/>
              <a:gd name="connsiteY810" fmla="*/ 1190499 h 1885953"/>
              <a:gd name="connsiteX811" fmla="*/ 1665231 w 1876440"/>
              <a:gd name="connsiteY811" fmla="*/ 1172719 h 1885953"/>
              <a:gd name="connsiteX812" fmla="*/ 813950 w 1876440"/>
              <a:gd name="connsiteY812" fmla="*/ 1189737 h 1885953"/>
              <a:gd name="connsiteX813" fmla="*/ 822713 w 1876440"/>
              <a:gd name="connsiteY813" fmla="*/ 1193674 h 1885953"/>
              <a:gd name="connsiteX814" fmla="*/ 820173 w 1876440"/>
              <a:gd name="connsiteY814" fmla="*/ 1214883 h 1885953"/>
              <a:gd name="connsiteX815" fmla="*/ 807219 w 1876440"/>
              <a:gd name="connsiteY815" fmla="*/ 1228091 h 1885953"/>
              <a:gd name="connsiteX816" fmla="*/ 791598 w 1876440"/>
              <a:gd name="connsiteY816" fmla="*/ 1241934 h 1885953"/>
              <a:gd name="connsiteX817" fmla="*/ 778517 w 1876440"/>
              <a:gd name="connsiteY817" fmla="*/ 1254507 h 1885953"/>
              <a:gd name="connsiteX818" fmla="*/ 762388 w 1876440"/>
              <a:gd name="connsiteY818" fmla="*/ 1264540 h 1885953"/>
              <a:gd name="connsiteX819" fmla="*/ 762388 w 1876440"/>
              <a:gd name="connsiteY819" fmla="*/ 1264667 h 1885953"/>
              <a:gd name="connsiteX820" fmla="*/ 734702 w 1876440"/>
              <a:gd name="connsiteY820" fmla="*/ 1268731 h 1885953"/>
              <a:gd name="connsiteX821" fmla="*/ 731527 w 1876440"/>
              <a:gd name="connsiteY821" fmla="*/ 1247903 h 1885953"/>
              <a:gd name="connsiteX822" fmla="*/ 742449 w 1876440"/>
              <a:gd name="connsiteY822" fmla="*/ 1232282 h 1885953"/>
              <a:gd name="connsiteX823" fmla="*/ 757562 w 1876440"/>
              <a:gd name="connsiteY823" fmla="*/ 1222884 h 1885953"/>
              <a:gd name="connsiteX824" fmla="*/ 775088 w 1876440"/>
              <a:gd name="connsiteY824" fmla="*/ 1221106 h 1885953"/>
              <a:gd name="connsiteX825" fmla="*/ 785248 w 1876440"/>
              <a:gd name="connsiteY825" fmla="*/ 1202183 h 1885953"/>
              <a:gd name="connsiteX826" fmla="*/ 803790 w 1876440"/>
              <a:gd name="connsiteY826" fmla="*/ 1191515 h 1885953"/>
              <a:gd name="connsiteX827" fmla="*/ 813950 w 1876440"/>
              <a:gd name="connsiteY827" fmla="*/ 1189737 h 1885953"/>
              <a:gd name="connsiteX828" fmla="*/ 1485399 w 1876440"/>
              <a:gd name="connsiteY828" fmla="*/ 1199389 h 1885953"/>
              <a:gd name="connsiteX829" fmla="*/ 1494416 w 1876440"/>
              <a:gd name="connsiteY829" fmla="*/ 1199643 h 1885953"/>
              <a:gd name="connsiteX830" fmla="*/ 1498861 w 1876440"/>
              <a:gd name="connsiteY830" fmla="*/ 1212216 h 1885953"/>
              <a:gd name="connsiteX831" fmla="*/ 1494162 w 1876440"/>
              <a:gd name="connsiteY831" fmla="*/ 1225297 h 1885953"/>
              <a:gd name="connsiteX832" fmla="*/ 1486669 w 1876440"/>
              <a:gd name="connsiteY832" fmla="*/ 1234568 h 1885953"/>
              <a:gd name="connsiteX833" fmla="*/ 1476763 w 1876440"/>
              <a:gd name="connsiteY833" fmla="*/ 1245617 h 1885953"/>
              <a:gd name="connsiteX834" fmla="*/ 1465714 w 1876440"/>
              <a:gd name="connsiteY834" fmla="*/ 1253999 h 1885953"/>
              <a:gd name="connsiteX835" fmla="*/ 1456316 w 1876440"/>
              <a:gd name="connsiteY835" fmla="*/ 1264413 h 1885953"/>
              <a:gd name="connsiteX836" fmla="*/ 1447045 w 1876440"/>
              <a:gd name="connsiteY836" fmla="*/ 1278637 h 1885953"/>
              <a:gd name="connsiteX837" fmla="*/ 1437901 w 1876440"/>
              <a:gd name="connsiteY837" fmla="*/ 1290321 h 1885953"/>
              <a:gd name="connsiteX838" fmla="*/ 1420502 w 1876440"/>
              <a:gd name="connsiteY838" fmla="*/ 1289051 h 1885953"/>
              <a:gd name="connsiteX839" fmla="*/ 1422534 w 1876440"/>
              <a:gd name="connsiteY839" fmla="*/ 1272414 h 1885953"/>
              <a:gd name="connsiteX840" fmla="*/ 1427106 w 1876440"/>
              <a:gd name="connsiteY840" fmla="*/ 1256158 h 1885953"/>
              <a:gd name="connsiteX841" fmla="*/ 1437901 w 1876440"/>
              <a:gd name="connsiteY841" fmla="*/ 1235711 h 1885953"/>
              <a:gd name="connsiteX842" fmla="*/ 1453522 w 1876440"/>
              <a:gd name="connsiteY842" fmla="*/ 1218439 h 1885953"/>
              <a:gd name="connsiteX843" fmla="*/ 1472699 w 1876440"/>
              <a:gd name="connsiteY843" fmla="*/ 1205358 h 1885953"/>
              <a:gd name="connsiteX844" fmla="*/ 1485399 w 1876440"/>
              <a:gd name="connsiteY844" fmla="*/ 1199389 h 1885953"/>
              <a:gd name="connsiteX845" fmla="*/ 1767847 w 1876440"/>
              <a:gd name="connsiteY845" fmla="*/ 1202564 h 1885953"/>
              <a:gd name="connsiteX846" fmla="*/ 1779277 w 1876440"/>
              <a:gd name="connsiteY846" fmla="*/ 1223011 h 1885953"/>
              <a:gd name="connsiteX847" fmla="*/ 1764291 w 1876440"/>
              <a:gd name="connsiteY847" fmla="*/ 1238886 h 1885953"/>
              <a:gd name="connsiteX848" fmla="*/ 1751083 w 1876440"/>
              <a:gd name="connsiteY848" fmla="*/ 1255777 h 1885953"/>
              <a:gd name="connsiteX849" fmla="*/ 1730763 w 1876440"/>
              <a:gd name="connsiteY849" fmla="*/ 1252983 h 1885953"/>
              <a:gd name="connsiteX850" fmla="*/ 1731652 w 1876440"/>
              <a:gd name="connsiteY850" fmla="*/ 1234441 h 1885953"/>
              <a:gd name="connsiteX851" fmla="*/ 1742320 w 1876440"/>
              <a:gd name="connsiteY851" fmla="*/ 1217550 h 1885953"/>
              <a:gd name="connsiteX852" fmla="*/ 1756544 w 1876440"/>
              <a:gd name="connsiteY852" fmla="*/ 1203326 h 1885953"/>
              <a:gd name="connsiteX853" fmla="*/ 1767847 w 1876440"/>
              <a:gd name="connsiteY853" fmla="*/ 1202564 h 1885953"/>
              <a:gd name="connsiteX854" fmla="*/ 634499 w 1876440"/>
              <a:gd name="connsiteY854" fmla="*/ 1220852 h 1885953"/>
              <a:gd name="connsiteX855" fmla="*/ 636658 w 1876440"/>
              <a:gd name="connsiteY855" fmla="*/ 1235330 h 1885953"/>
              <a:gd name="connsiteX856" fmla="*/ 632975 w 1876440"/>
              <a:gd name="connsiteY856" fmla="*/ 1248030 h 1885953"/>
              <a:gd name="connsiteX857" fmla="*/ 626498 w 1876440"/>
              <a:gd name="connsiteY857" fmla="*/ 1258952 h 1885953"/>
              <a:gd name="connsiteX858" fmla="*/ 617354 w 1876440"/>
              <a:gd name="connsiteY858" fmla="*/ 1269747 h 1885953"/>
              <a:gd name="connsiteX859" fmla="*/ 601987 w 1876440"/>
              <a:gd name="connsiteY859" fmla="*/ 1291845 h 1885953"/>
              <a:gd name="connsiteX860" fmla="*/ 588525 w 1876440"/>
              <a:gd name="connsiteY860" fmla="*/ 1303021 h 1885953"/>
              <a:gd name="connsiteX861" fmla="*/ 579381 w 1876440"/>
              <a:gd name="connsiteY861" fmla="*/ 1314451 h 1885953"/>
              <a:gd name="connsiteX862" fmla="*/ 559315 w 1876440"/>
              <a:gd name="connsiteY862" fmla="*/ 1317372 h 1885953"/>
              <a:gd name="connsiteX863" fmla="*/ 564522 w 1876440"/>
              <a:gd name="connsiteY863" fmla="*/ 1297941 h 1885953"/>
              <a:gd name="connsiteX864" fmla="*/ 565030 w 1876440"/>
              <a:gd name="connsiteY864" fmla="*/ 1280161 h 1885953"/>
              <a:gd name="connsiteX865" fmla="*/ 577222 w 1876440"/>
              <a:gd name="connsiteY865" fmla="*/ 1259968 h 1885953"/>
              <a:gd name="connsiteX866" fmla="*/ 591319 w 1876440"/>
              <a:gd name="connsiteY866" fmla="*/ 1241045 h 1885953"/>
              <a:gd name="connsiteX867" fmla="*/ 610877 w 1876440"/>
              <a:gd name="connsiteY867" fmla="*/ 1227583 h 1885953"/>
              <a:gd name="connsiteX868" fmla="*/ 634499 w 1876440"/>
              <a:gd name="connsiteY868" fmla="*/ 1220852 h 1885953"/>
              <a:gd name="connsiteX869" fmla="*/ 1291343 w 1876440"/>
              <a:gd name="connsiteY869" fmla="*/ 1251586 h 1885953"/>
              <a:gd name="connsiteX870" fmla="*/ 1307980 w 1876440"/>
              <a:gd name="connsiteY870" fmla="*/ 1251967 h 1885953"/>
              <a:gd name="connsiteX871" fmla="*/ 1313822 w 1876440"/>
              <a:gd name="connsiteY871" fmla="*/ 1262000 h 1885953"/>
              <a:gd name="connsiteX872" fmla="*/ 1313314 w 1876440"/>
              <a:gd name="connsiteY872" fmla="*/ 1276986 h 1885953"/>
              <a:gd name="connsiteX873" fmla="*/ 1293756 w 1876440"/>
              <a:gd name="connsiteY873" fmla="*/ 1287527 h 1885953"/>
              <a:gd name="connsiteX874" fmla="*/ 1275087 w 1876440"/>
              <a:gd name="connsiteY874" fmla="*/ 1296290 h 1885953"/>
              <a:gd name="connsiteX875" fmla="*/ 1262768 w 1876440"/>
              <a:gd name="connsiteY875" fmla="*/ 1310133 h 1885953"/>
              <a:gd name="connsiteX876" fmla="*/ 1246893 w 1876440"/>
              <a:gd name="connsiteY876" fmla="*/ 1320293 h 1885953"/>
              <a:gd name="connsiteX877" fmla="*/ 1225176 w 1876440"/>
              <a:gd name="connsiteY877" fmla="*/ 1317753 h 1885953"/>
              <a:gd name="connsiteX878" fmla="*/ 1221874 w 1876440"/>
              <a:gd name="connsiteY878" fmla="*/ 1305053 h 1885953"/>
              <a:gd name="connsiteX879" fmla="*/ 1230383 w 1876440"/>
              <a:gd name="connsiteY879" fmla="*/ 1291083 h 1885953"/>
              <a:gd name="connsiteX880" fmla="*/ 1244988 w 1876440"/>
              <a:gd name="connsiteY880" fmla="*/ 1284225 h 1885953"/>
              <a:gd name="connsiteX881" fmla="*/ 1259847 w 1876440"/>
              <a:gd name="connsiteY881" fmla="*/ 1276224 h 1885953"/>
              <a:gd name="connsiteX882" fmla="*/ 1277119 w 1876440"/>
              <a:gd name="connsiteY882" fmla="*/ 1263778 h 1885953"/>
              <a:gd name="connsiteX883" fmla="*/ 1291343 w 1876440"/>
              <a:gd name="connsiteY883" fmla="*/ 1251586 h 1885953"/>
              <a:gd name="connsiteX884" fmla="*/ 433585 w 1876440"/>
              <a:gd name="connsiteY884" fmla="*/ 1268604 h 1885953"/>
              <a:gd name="connsiteX885" fmla="*/ 448063 w 1876440"/>
              <a:gd name="connsiteY885" fmla="*/ 1274700 h 1885953"/>
              <a:gd name="connsiteX886" fmla="*/ 454286 w 1876440"/>
              <a:gd name="connsiteY886" fmla="*/ 1294893 h 1885953"/>
              <a:gd name="connsiteX887" fmla="*/ 431807 w 1876440"/>
              <a:gd name="connsiteY887" fmla="*/ 1310514 h 1885953"/>
              <a:gd name="connsiteX888" fmla="*/ 410979 w 1876440"/>
              <a:gd name="connsiteY888" fmla="*/ 1322325 h 1885953"/>
              <a:gd name="connsiteX889" fmla="*/ 393072 w 1876440"/>
              <a:gd name="connsiteY889" fmla="*/ 1322452 h 1885953"/>
              <a:gd name="connsiteX890" fmla="*/ 394342 w 1876440"/>
              <a:gd name="connsiteY890" fmla="*/ 1298195 h 1885953"/>
              <a:gd name="connsiteX891" fmla="*/ 408185 w 1876440"/>
              <a:gd name="connsiteY891" fmla="*/ 1279907 h 1885953"/>
              <a:gd name="connsiteX892" fmla="*/ 420885 w 1876440"/>
              <a:gd name="connsiteY892" fmla="*/ 1274192 h 1885953"/>
              <a:gd name="connsiteX893" fmla="*/ 433585 w 1876440"/>
              <a:gd name="connsiteY893" fmla="*/ 1268604 h 1885953"/>
              <a:gd name="connsiteX894" fmla="*/ 1107447 w 1876440"/>
              <a:gd name="connsiteY894" fmla="*/ 1281177 h 1885953"/>
              <a:gd name="connsiteX895" fmla="*/ 1114686 w 1876440"/>
              <a:gd name="connsiteY895" fmla="*/ 1283336 h 1885953"/>
              <a:gd name="connsiteX896" fmla="*/ 1109606 w 1876440"/>
              <a:gd name="connsiteY896" fmla="*/ 1299846 h 1885953"/>
              <a:gd name="connsiteX897" fmla="*/ 1096652 w 1876440"/>
              <a:gd name="connsiteY897" fmla="*/ 1319277 h 1885953"/>
              <a:gd name="connsiteX898" fmla="*/ 1084333 w 1876440"/>
              <a:gd name="connsiteY898" fmla="*/ 1339597 h 1885953"/>
              <a:gd name="connsiteX899" fmla="*/ 1063505 w 1876440"/>
              <a:gd name="connsiteY899" fmla="*/ 1352170 h 1885953"/>
              <a:gd name="connsiteX900" fmla="*/ 1052075 w 1876440"/>
              <a:gd name="connsiteY900" fmla="*/ 1365251 h 1885953"/>
              <a:gd name="connsiteX901" fmla="*/ 1035184 w 1876440"/>
              <a:gd name="connsiteY901" fmla="*/ 1361695 h 1885953"/>
              <a:gd name="connsiteX902" fmla="*/ 1035311 w 1876440"/>
              <a:gd name="connsiteY902" fmla="*/ 1361695 h 1885953"/>
              <a:gd name="connsiteX903" fmla="*/ 1035311 w 1876440"/>
              <a:gd name="connsiteY903" fmla="*/ 1347217 h 1885953"/>
              <a:gd name="connsiteX904" fmla="*/ 1046614 w 1876440"/>
              <a:gd name="connsiteY904" fmla="*/ 1337946 h 1885953"/>
              <a:gd name="connsiteX905" fmla="*/ 1062362 w 1876440"/>
              <a:gd name="connsiteY905" fmla="*/ 1316991 h 1885953"/>
              <a:gd name="connsiteX906" fmla="*/ 1079761 w 1876440"/>
              <a:gd name="connsiteY906" fmla="*/ 1302259 h 1885953"/>
              <a:gd name="connsiteX907" fmla="*/ 1095763 w 1876440"/>
              <a:gd name="connsiteY907" fmla="*/ 1285749 h 1885953"/>
              <a:gd name="connsiteX908" fmla="*/ 1107447 w 1876440"/>
              <a:gd name="connsiteY908" fmla="*/ 1281177 h 1885953"/>
              <a:gd name="connsiteX909" fmla="*/ 1763021 w 1876440"/>
              <a:gd name="connsiteY909" fmla="*/ 1320928 h 1885953"/>
              <a:gd name="connsiteX910" fmla="*/ 1782706 w 1876440"/>
              <a:gd name="connsiteY910" fmla="*/ 1323214 h 1885953"/>
              <a:gd name="connsiteX911" fmla="*/ 1781182 w 1876440"/>
              <a:gd name="connsiteY911" fmla="*/ 1345566 h 1885953"/>
              <a:gd name="connsiteX912" fmla="*/ 1763021 w 1876440"/>
              <a:gd name="connsiteY912" fmla="*/ 1362457 h 1885953"/>
              <a:gd name="connsiteX913" fmla="*/ 1740542 w 1876440"/>
              <a:gd name="connsiteY913" fmla="*/ 1373887 h 1885953"/>
              <a:gd name="connsiteX914" fmla="*/ 1734446 w 1876440"/>
              <a:gd name="connsiteY914" fmla="*/ 1388111 h 1885953"/>
              <a:gd name="connsiteX915" fmla="*/ 1720476 w 1876440"/>
              <a:gd name="connsiteY915" fmla="*/ 1394715 h 1885953"/>
              <a:gd name="connsiteX916" fmla="*/ 1705744 w 1876440"/>
              <a:gd name="connsiteY916" fmla="*/ 1389000 h 1885953"/>
              <a:gd name="connsiteX917" fmla="*/ 1705617 w 1876440"/>
              <a:gd name="connsiteY917" fmla="*/ 1373379 h 1885953"/>
              <a:gd name="connsiteX918" fmla="*/ 1714380 w 1876440"/>
              <a:gd name="connsiteY918" fmla="*/ 1360171 h 1885953"/>
              <a:gd name="connsiteX919" fmla="*/ 1728223 w 1876440"/>
              <a:gd name="connsiteY919" fmla="*/ 1344550 h 1885953"/>
              <a:gd name="connsiteX920" fmla="*/ 1743717 w 1876440"/>
              <a:gd name="connsiteY920" fmla="*/ 1330199 h 1885953"/>
              <a:gd name="connsiteX921" fmla="*/ 1763021 w 1876440"/>
              <a:gd name="connsiteY921" fmla="*/ 1320928 h 1885953"/>
              <a:gd name="connsiteX922" fmla="*/ 932314 w 1876440"/>
              <a:gd name="connsiteY922" fmla="*/ 1323849 h 1885953"/>
              <a:gd name="connsiteX923" fmla="*/ 936886 w 1876440"/>
              <a:gd name="connsiteY923" fmla="*/ 1339470 h 1885953"/>
              <a:gd name="connsiteX924" fmla="*/ 928377 w 1876440"/>
              <a:gd name="connsiteY924" fmla="*/ 1351916 h 1885953"/>
              <a:gd name="connsiteX925" fmla="*/ 919868 w 1876440"/>
              <a:gd name="connsiteY925" fmla="*/ 1363727 h 1885953"/>
              <a:gd name="connsiteX926" fmla="*/ 904882 w 1876440"/>
              <a:gd name="connsiteY926" fmla="*/ 1366013 h 1885953"/>
              <a:gd name="connsiteX927" fmla="*/ 884054 w 1876440"/>
              <a:gd name="connsiteY927" fmla="*/ 1384301 h 1885953"/>
              <a:gd name="connsiteX928" fmla="*/ 872370 w 1876440"/>
              <a:gd name="connsiteY928" fmla="*/ 1395477 h 1885953"/>
              <a:gd name="connsiteX929" fmla="*/ 860178 w 1876440"/>
              <a:gd name="connsiteY929" fmla="*/ 1406653 h 1885953"/>
              <a:gd name="connsiteX930" fmla="*/ 839985 w 1876440"/>
              <a:gd name="connsiteY930" fmla="*/ 1402208 h 1885953"/>
              <a:gd name="connsiteX931" fmla="*/ 839858 w 1876440"/>
              <a:gd name="connsiteY931" fmla="*/ 1402208 h 1885953"/>
              <a:gd name="connsiteX932" fmla="*/ 849510 w 1876440"/>
              <a:gd name="connsiteY932" fmla="*/ 1385444 h 1885953"/>
              <a:gd name="connsiteX933" fmla="*/ 854717 w 1876440"/>
              <a:gd name="connsiteY933" fmla="*/ 1369188 h 1885953"/>
              <a:gd name="connsiteX934" fmla="*/ 867544 w 1876440"/>
              <a:gd name="connsiteY934" fmla="*/ 1349249 h 1885953"/>
              <a:gd name="connsiteX935" fmla="*/ 889642 w 1876440"/>
              <a:gd name="connsiteY935" fmla="*/ 1340105 h 1885953"/>
              <a:gd name="connsiteX936" fmla="*/ 909835 w 1876440"/>
              <a:gd name="connsiteY936" fmla="*/ 1330707 h 1885953"/>
              <a:gd name="connsiteX937" fmla="*/ 932314 w 1876440"/>
              <a:gd name="connsiteY937" fmla="*/ 1323849 h 1885953"/>
              <a:gd name="connsiteX938" fmla="*/ 1595127 w 1876440"/>
              <a:gd name="connsiteY938" fmla="*/ 1334136 h 1885953"/>
              <a:gd name="connsiteX939" fmla="*/ 1605795 w 1876440"/>
              <a:gd name="connsiteY939" fmla="*/ 1335406 h 1885953"/>
              <a:gd name="connsiteX940" fmla="*/ 1610621 w 1876440"/>
              <a:gd name="connsiteY940" fmla="*/ 1347725 h 1885953"/>
              <a:gd name="connsiteX941" fmla="*/ 1609097 w 1876440"/>
              <a:gd name="connsiteY941" fmla="*/ 1361695 h 1885953"/>
              <a:gd name="connsiteX942" fmla="*/ 1597159 w 1876440"/>
              <a:gd name="connsiteY942" fmla="*/ 1378586 h 1885953"/>
              <a:gd name="connsiteX943" fmla="*/ 1581157 w 1876440"/>
              <a:gd name="connsiteY943" fmla="*/ 1391159 h 1885953"/>
              <a:gd name="connsiteX944" fmla="*/ 1566806 w 1876440"/>
              <a:gd name="connsiteY944" fmla="*/ 1403478 h 1885953"/>
              <a:gd name="connsiteX945" fmla="*/ 1555122 w 1876440"/>
              <a:gd name="connsiteY945" fmla="*/ 1416432 h 1885953"/>
              <a:gd name="connsiteX946" fmla="*/ 1531373 w 1876440"/>
              <a:gd name="connsiteY946" fmla="*/ 1426846 h 1885953"/>
              <a:gd name="connsiteX947" fmla="*/ 1528579 w 1876440"/>
              <a:gd name="connsiteY947" fmla="*/ 1408939 h 1885953"/>
              <a:gd name="connsiteX948" fmla="*/ 1534802 w 1876440"/>
              <a:gd name="connsiteY948" fmla="*/ 1393699 h 1885953"/>
              <a:gd name="connsiteX949" fmla="*/ 1545724 w 1876440"/>
              <a:gd name="connsiteY949" fmla="*/ 1379983 h 1885953"/>
              <a:gd name="connsiteX950" fmla="*/ 1561345 w 1876440"/>
              <a:gd name="connsiteY950" fmla="*/ 1373887 h 1885953"/>
              <a:gd name="connsiteX951" fmla="*/ 1576458 w 1876440"/>
              <a:gd name="connsiteY951" fmla="*/ 1358266 h 1885953"/>
              <a:gd name="connsiteX952" fmla="*/ 1583824 w 1876440"/>
              <a:gd name="connsiteY952" fmla="*/ 1338835 h 1885953"/>
              <a:gd name="connsiteX953" fmla="*/ 1595127 w 1876440"/>
              <a:gd name="connsiteY953" fmla="*/ 1334136 h 1885953"/>
              <a:gd name="connsiteX954" fmla="*/ 743465 w 1876440"/>
              <a:gd name="connsiteY954" fmla="*/ 1367283 h 1885953"/>
              <a:gd name="connsiteX955" fmla="*/ 748164 w 1876440"/>
              <a:gd name="connsiteY955" fmla="*/ 1369696 h 1885953"/>
              <a:gd name="connsiteX956" fmla="*/ 744227 w 1876440"/>
              <a:gd name="connsiteY956" fmla="*/ 1383031 h 1885953"/>
              <a:gd name="connsiteX957" fmla="*/ 735972 w 1876440"/>
              <a:gd name="connsiteY957" fmla="*/ 1398398 h 1885953"/>
              <a:gd name="connsiteX958" fmla="*/ 720732 w 1876440"/>
              <a:gd name="connsiteY958" fmla="*/ 1415416 h 1885953"/>
              <a:gd name="connsiteX959" fmla="*/ 703333 w 1876440"/>
              <a:gd name="connsiteY959" fmla="*/ 1430275 h 1885953"/>
              <a:gd name="connsiteX960" fmla="*/ 682124 w 1876440"/>
              <a:gd name="connsiteY960" fmla="*/ 1438530 h 1885953"/>
              <a:gd name="connsiteX961" fmla="*/ 662058 w 1876440"/>
              <a:gd name="connsiteY961" fmla="*/ 1445261 h 1885953"/>
              <a:gd name="connsiteX962" fmla="*/ 662185 w 1876440"/>
              <a:gd name="connsiteY962" fmla="*/ 1445134 h 1885953"/>
              <a:gd name="connsiteX963" fmla="*/ 664979 w 1876440"/>
              <a:gd name="connsiteY963" fmla="*/ 1428243 h 1885953"/>
              <a:gd name="connsiteX964" fmla="*/ 676409 w 1876440"/>
              <a:gd name="connsiteY964" fmla="*/ 1418718 h 1885953"/>
              <a:gd name="connsiteX965" fmla="*/ 690887 w 1876440"/>
              <a:gd name="connsiteY965" fmla="*/ 1402970 h 1885953"/>
              <a:gd name="connsiteX966" fmla="*/ 707270 w 1876440"/>
              <a:gd name="connsiteY966" fmla="*/ 1389635 h 1885953"/>
              <a:gd name="connsiteX967" fmla="*/ 723780 w 1876440"/>
              <a:gd name="connsiteY967" fmla="*/ 1375665 h 1885953"/>
              <a:gd name="connsiteX968" fmla="*/ 738004 w 1876440"/>
              <a:gd name="connsiteY968" fmla="*/ 1371220 h 1885953"/>
              <a:gd name="connsiteX969" fmla="*/ 743465 w 1876440"/>
              <a:gd name="connsiteY969" fmla="*/ 1367283 h 1885953"/>
              <a:gd name="connsiteX970" fmla="*/ 1415549 w 1876440"/>
              <a:gd name="connsiteY970" fmla="*/ 1394207 h 1885953"/>
              <a:gd name="connsiteX971" fmla="*/ 1429900 w 1876440"/>
              <a:gd name="connsiteY971" fmla="*/ 1398779 h 1885953"/>
              <a:gd name="connsiteX972" fmla="*/ 1427995 w 1876440"/>
              <a:gd name="connsiteY972" fmla="*/ 1418083 h 1885953"/>
              <a:gd name="connsiteX973" fmla="*/ 1411866 w 1876440"/>
              <a:gd name="connsiteY973" fmla="*/ 1427227 h 1885953"/>
              <a:gd name="connsiteX974" fmla="*/ 1395356 w 1876440"/>
              <a:gd name="connsiteY974" fmla="*/ 1444118 h 1885953"/>
              <a:gd name="connsiteX975" fmla="*/ 1375544 w 1876440"/>
              <a:gd name="connsiteY975" fmla="*/ 1458088 h 1885953"/>
              <a:gd name="connsiteX976" fmla="*/ 1351541 w 1876440"/>
              <a:gd name="connsiteY976" fmla="*/ 1461644 h 1885953"/>
              <a:gd name="connsiteX977" fmla="*/ 1328300 w 1876440"/>
              <a:gd name="connsiteY977" fmla="*/ 1459866 h 1885953"/>
              <a:gd name="connsiteX978" fmla="*/ 1328173 w 1876440"/>
              <a:gd name="connsiteY978" fmla="*/ 1459866 h 1885953"/>
              <a:gd name="connsiteX979" fmla="*/ 1336428 w 1876440"/>
              <a:gd name="connsiteY979" fmla="*/ 1445261 h 1885953"/>
              <a:gd name="connsiteX980" fmla="*/ 1350144 w 1876440"/>
              <a:gd name="connsiteY980" fmla="*/ 1437641 h 1885953"/>
              <a:gd name="connsiteX981" fmla="*/ 1367543 w 1876440"/>
              <a:gd name="connsiteY981" fmla="*/ 1425576 h 1885953"/>
              <a:gd name="connsiteX982" fmla="*/ 1381386 w 1876440"/>
              <a:gd name="connsiteY982" fmla="*/ 1407923 h 1885953"/>
              <a:gd name="connsiteX983" fmla="*/ 1402849 w 1876440"/>
              <a:gd name="connsiteY983" fmla="*/ 1403732 h 1885953"/>
              <a:gd name="connsiteX984" fmla="*/ 1415549 w 1876440"/>
              <a:gd name="connsiteY984" fmla="*/ 1394207 h 1885953"/>
              <a:gd name="connsiteX985" fmla="*/ 1222509 w 1876440"/>
              <a:gd name="connsiteY985" fmla="*/ 1406653 h 1885953"/>
              <a:gd name="connsiteX986" fmla="*/ 1217683 w 1876440"/>
              <a:gd name="connsiteY986" fmla="*/ 1432053 h 1885953"/>
              <a:gd name="connsiteX987" fmla="*/ 1209047 w 1876440"/>
              <a:gd name="connsiteY987" fmla="*/ 1454278 h 1885953"/>
              <a:gd name="connsiteX988" fmla="*/ 1193045 w 1876440"/>
              <a:gd name="connsiteY988" fmla="*/ 1472185 h 1885953"/>
              <a:gd name="connsiteX989" fmla="*/ 1176154 w 1876440"/>
              <a:gd name="connsiteY989" fmla="*/ 1489965 h 1885953"/>
              <a:gd name="connsiteX990" fmla="*/ 1157866 w 1876440"/>
              <a:gd name="connsiteY990" fmla="*/ 1492632 h 1885953"/>
              <a:gd name="connsiteX991" fmla="*/ 1143007 w 1876440"/>
              <a:gd name="connsiteY991" fmla="*/ 1494029 h 1885953"/>
              <a:gd name="connsiteX992" fmla="*/ 1142118 w 1876440"/>
              <a:gd name="connsiteY992" fmla="*/ 1470661 h 1885953"/>
              <a:gd name="connsiteX993" fmla="*/ 1156088 w 1876440"/>
              <a:gd name="connsiteY993" fmla="*/ 1458215 h 1885953"/>
              <a:gd name="connsiteX994" fmla="*/ 1169296 w 1876440"/>
              <a:gd name="connsiteY994" fmla="*/ 1444753 h 1885953"/>
              <a:gd name="connsiteX995" fmla="*/ 1186949 w 1876440"/>
              <a:gd name="connsiteY995" fmla="*/ 1432688 h 1885953"/>
              <a:gd name="connsiteX996" fmla="*/ 1202570 w 1876440"/>
              <a:gd name="connsiteY996" fmla="*/ 1417829 h 1885953"/>
              <a:gd name="connsiteX997" fmla="*/ 1222509 w 1876440"/>
              <a:gd name="connsiteY997" fmla="*/ 1406653 h 1885953"/>
              <a:gd name="connsiteX998" fmla="*/ 542297 w 1876440"/>
              <a:gd name="connsiteY998" fmla="*/ 1407669 h 1885953"/>
              <a:gd name="connsiteX999" fmla="*/ 563125 w 1876440"/>
              <a:gd name="connsiteY999" fmla="*/ 1411098 h 1885953"/>
              <a:gd name="connsiteX1000" fmla="*/ 567570 w 1876440"/>
              <a:gd name="connsiteY1000" fmla="*/ 1434466 h 1885953"/>
              <a:gd name="connsiteX1001" fmla="*/ 550298 w 1876440"/>
              <a:gd name="connsiteY1001" fmla="*/ 1441832 h 1885953"/>
              <a:gd name="connsiteX1002" fmla="*/ 535947 w 1876440"/>
              <a:gd name="connsiteY1002" fmla="*/ 1452373 h 1885953"/>
              <a:gd name="connsiteX1003" fmla="*/ 521977 w 1876440"/>
              <a:gd name="connsiteY1003" fmla="*/ 1465073 h 1885953"/>
              <a:gd name="connsiteX1004" fmla="*/ 508642 w 1876440"/>
              <a:gd name="connsiteY1004" fmla="*/ 1459485 h 1885953"/>
              <a:gd name="connsiteX1005" fmla="*/ 508769 w 1876440"/>
              <a:gd name="connsiteY1005" fmla="*/ 1459485 h 1885953"/>
              <a:gd name="connsiteX1006" fmla="*/ 513214 w 1876440"/>
              <a:gd name="connsiteY1006" fmla="*/ 1435609 h 1885953"/>
              <a:gd name="connsiteX1007" fmla="*/ 523374 w 1876440"/>
              <a:gd name="connsiteY1007" fmla="*/ 1417448 h 1885953"/>
              <a:gd name="connsiteX1008" fmla="*/ 542297 w 1876440"/>
              <a:gd name="connsiteY1008" fmla="*/ 1407669 h 1885953"/>
              <a:gd name="connsiteX1009" fmla="*/ 1869955 w 1876440"/>
              <a:gd name="connsiteY1009" fmla="*/ 1461136 h 1885953"/>
              <a:gd name="connsiteX1010" fmla="*/ 1875416 w 1876440"/>
              <a:gd name="connsiteY1010" fmla="*/ 1464819 h 1885953"/>
              <a:gd name="connsiteX1011" fmla="*/ 1872368 w 1876440"/>
              <a:gd name="connsiteY1011" fmla="*/ 1478662 h 1885953"/>
              <a:gd name="connsiteX1012" fmla="*/ 1867669 w 1876440"/>
              <a:gd name="connsiteY1012" fmla="*/ 1491870 h 1885953"/>
              <a:gd name="connsiteX1013" fmla="*/ 1847603 w 1876440"/>
              <a:gd name="connsiteY1013" fmla="*/ 1508634 h 1885953"/>
              <a:gd name="connsiteX1014" fmla="*/ 1824362 w 1876440"/>
              <a:gd name="connsiteY1014" fmla="*/ 1518540 h 1885953"/>
              <a:gd name="connsiteX1015" fmla="*/ 1805693 w 1876440"/>
              <a:gd name="connsiteY1015" fmla="*/ 1519937 h 1885953"/>
              <a:gd name="connsiteX1016" fmla="*/ 1818393 w 1876440"/>
              <a:gd name="connsiteY1016" fmla="*/ 1498982 h 1885953"/>
              <a:gd name="connsiteX1017" fmla="*/ 1830839 w 1876440"/>
              <a:gd name="connsiteY1017" fmla="*/ 1478154 h 1885953"/>
              <a:gd name="connsiteX1018" fmla="*/ 1853572 w 1876440"/>
              <a:gd name="connsiteY1018" fmla="*/ 1470407 h 1885953"/>
              <a:gd name="connsiteX1019" fmla="*/ 1869955 w 1876440"/>
              <a:gd name="connsiteY1019" fmla="*/ 1461136 h 1885953"/>
              <a:gd name="connsiteX1020" fmla="*/ 1711840 w 1876440"/>
              <a:gd name="connsiteY1020" fmla="*/ 1466978 h 1885953"/>
              <a:gd name="connsiteX1021" fmla="*/ 1711586 w 1876440"/>
              <a:gd name="connsiteY1021" fmla="*/ 1494664 h 1885953"/>
              <a:gd name="connsiteX1022" fmla="*/ 1692536 w 1876440"/>
              <a:gd name="connsiteY1022" fmla="*/ 1512825 h 1885953"/>
              <a:gd name="connsiteX1023" fmla="*/ 1683519 w 1876440"/>
              <a:gd name="connsiteY1023" fmla="*/ 1524001 h 1885953"/>
              <a:gd name="connsiteX1024" fmla="*/ 1677423 w 1876440"/>
              <a:gd name="connsiteY1024" fmla="*/ 1536574 h 1885953"/>
              <a:gd name="connsiteX1025" fmla="*/ 1668279 w 1876440"/>
              <a:gd name="connsiteY1025" fmla="*/ 1550036 h 1885953"/>
              <a:gd name="connsiteX1026" fmla="*/ 1657230 w 1876440"/>
              <a:gd name="connsiteY1026" fmla="*/ 1561593 h 1885953"/>
              <a:gd name="connsiteX1027" fmla="*/ 1641609 w 1876440"/>
              <a:gd name="connsiteY1027" fmla="*/ 1558799 h 1885953"/>
              <a:gd name="connsiteX1028" fmla="*/ 1641482 w 1876440"/>
              <a:gd name="connsiteY1028" fmla="*/ 1558799 h 1885953"/>
              <a:gd name="connsiteX1029" fmla="*/ 1637545 w 1876440"/>
              <a:gd name="connsiteY1029" fmla="*/ 1543178 h 1885953"/>
              <a:gd name="connsiteX1030" fmla="*/ 1645419 w 1876440"/>
              <a:gd name="connsiteY1030" fmla="*/ 1527684 h 1885953"/>
              <a:gd name="connsiteX1031" fmla="*/ 1651261 w 1876440"/>
              <a:gd name="connsiteY1031" fmla="*/ 1503681 h 1885953"/>
              <a:gd name="connsiteX1032" fmla="*/ 1670819 w 1876440"/>
              <a:gd name="connsiteY1032" fmla="*/ 1489330 h 1885953"/>
              <a:gd name="connsiteX1033" fmla="*/ 1690123 w 1876440"/>
              <a:gd name="connsiteY1033" fmla="*/ 1476757 h 1885953"/>
              <a:gd name="connsiteX1034" fmla="*/ 1711840 w 1876440"/>
              <a:gd name="connsiteY1034" fmla="*/ 1466978 h 1885953"/>
              <a:gd name="connsiteX1035" fmla="*/ 1029342 w 1876440"/>
              <a:gd name="connsiteY1035" fmla="*/ 1467232 h 1885953"/>
              <a:gd name="connsiteX1036" fmla="*/ 1037724 w 1876440"/>
              <a:gd name="connsiteY1036" fmla="*/ 1473201 h 1885953"/>
              <a:gd name="connsiteX1037" fmla="*/ 1037343 w 1876440"/>
              <a:gd name="connsiteY1037" fmla="*/ 1486282 h 1885953"/>
              <a:gd name="connsiteX1038" fmla="*/ 1023119 w 1876440"/>
              <a:gd name="connsiteY1038" fmla="*/ 1496823 h 1885953"/>
              <a:gd name="connsiteX1039" fmla="*/ 1007752 w 1876440"/>
              <a:gd name="connsiteY1039" fmla="*/ 1514984 h 1885953"/>
              <a:gd name="connsiteX1040" fmla="*/ 984765 w 1876440"/>
              <a:gd name="connsiteY1040" fmla="*/ 1521207 h 1885953"/>
              <a:gd name="connsiteX1041" fmla="*/ 963048 w 1876440"/>
              <a:gd name="connsiteY1041" fmla="*/ 1527303 h 1885953"/>
              <a:gd name="connsiteX1042" fmla="*/ 943490 w 1876440"/>
              <a:gd name="connsiteY1042" fmla="*/ 1527684 h 1885953"/>
              <a:gd name="connsiteX1043" fmla="*/ 950602 w 1876440"/>
              <a:gd name="connsiteY1043" fmla="*/ 1514476 h 1885953"/>
              <a:gd name="connsiteX1044" fmla="*/ 959873 w 1876440"/>
              <a:gd name="connsiteY1044" fmla="*/ 1504062 h 1885953"/>
              <a:gd name="connsiteX1045" fmla="*/ 974986 w 1876440"/>
              <a:gd name="connsiteY1045" fmla="*/ 1488060 h 1885953"/>
              <a:gd name="connsiteX1046" fmla="*/ 997846 w 1876440"/>
              <a:gd name="connsiteY1046" fmla="*/ 1484885 h 1885953"/>
              <a:gd name="connsiteX1047" fmla="*/ 1016261 w 1876440"/>
              <a:gd name="connsiteY1047" fmla="*/ 1473836 h 1885953"/>
              <a:gd name="connsiteX1048" fmla="*/ 1029342 w 1876440"/>
              <a:gd name="connsiteY1048" fmla="*/ 1467232 h 1885953"/>
              <a:gd name="connsiteX1049" fmla="*/ 841255 w 1876440"/>
              <a:gd name="connsiteY1049" fmla="*/ 1495045 h 1885953"/>
              <a:gd name="connsiteX1050" fmla="*/ 848367 w 1876440"/>
              <a:gd name="connsiteY1050" fmla="*/ 1495426 h 1885953"/>
              <a:gd name="connsiteX1051" fmla="*/ 849510 w 1876440"/>
              <a:gd name="connsiteY1051" fmla="*/ 1517016 h 1885953"/>
              <a:gd name="connsiteX1052" fmla="*/ 840366 w 1876440"/>
              <a:gd name="connsiteY1052" fmla="*/ 1538606 h 1885953"/>
              <a:gd name="connsiteX1053" fmla="*/ 831095 w 1876440"/>
              <a:gd name="connsiteY1053" fmla="*/ 1561847 h 1885953"/>
              <a:gd name="connsiteX1054" fmla="*/ 810140 w 1876440"/>
              <a:gd name="connsiteY1054" fmla="*/ 1575055 h 1885953"/>
              <a:gd name="connsiteX1055" fmla="*/ 794646 w 1876440"/>
              <a:gd name="connsiteY1055" fmla="*/ 1582675 h 1885953"/>
              <a:gd name="connsiteX1056" fmla="*/ 781057 w 1876440"/>
              <a:gd name="connsiteY1056" fmla="*/ 1583564 h 1885953"/>
              <a:gd name="connsiteX1057" fmla="*/ 778263 w 1876440"/>
              <a:gd name="connsiteY1057" fmla="*/ 1562355 h 1885953"/>
              <a:gd name="connsiteX1058" fmla="*/ 778136 w 1876440"/>
              <a:gd name="connsiteY1058" fmla="*/ 1562355 h 1885953"/>
              <a:gd name="connsiteX1059" fmla="*/ 787026 w 1876440"/>
              <a:gd name="connsiteY1059" fmla="*/ 1545210 h 1885953"/>
              <a:gd name="connsiteX1060" fmla="*/ 802901 w 1876440"/>
              <a:gd name="connsiteY1060" fmla="*/ 1534923 h 1885953"/>
              <a:gd name="connsiteX1061" fmla="*/ 820935 w 1876440"/>
              <a:gd name="connsiteY1061" fmla="*/ 1522350 h 1885953"/>
              <a:gd name="connsiteX1062" fmla="*/ 833635 w 1876440"/>
              <a:gd name="connsiteY1062" fmla="*/ 1504697 h 1885953"/>
              <a:gd name="connsiteX1063" fmla="*/ 841255 w 1876440"/>
              <a:gd name="connsiteY1063" fmla="*/ 1495045 h 1885953"/>
              <a:gd name="connsiteX1064" fmla="*/ 1509910 w 1876440"/>
              <a:gd name="connsiteY1064" fmla="*/ 1516889 h 1885953"/>
              <a:gd name="connsiteX1065" fmla="*/ 1526674 w 1876440"/>
              <a:gd name="connsiteY1065" fmla="*/ 1516889 h 1885953"/>
              <a:gd name="connsiteX1066" fmla="*/ 1531500 w 1876440"/>
              <a:gd name="connsiteY1066" fmla="*/ 1530605 h 1885953"/>
              <a:gd name="connsiteX1067" fmla="*/ 1523245 w 1876440"/>
              <a:gd name="connsiteY1067" fmla="*/ 1542543 h 1885953"/>
              <a:gd name="connsiteX1068" fmla="*/ 1508767 w 1876440"/>
              <a:gd name="connsiteY1068" fmla="*/ 1557402 h 1885953"/>
              <a:gd name="connsiteX1069" fmla="*/ 1491749 w 1876440"/>
              <a:gd name="connsiteY1069" fmla="*/ 1569594 h 1885953"/>
              <a:gd name="connsiteX1070" fmla="*/ 1473461 w 1876440"/>
              <a:gd name="connsiteY1070" fmla="*/ 1579373 h 1885953"/>
              <a:gd name="connsiteX1071" fmla="*/ 1455554 w 1876440"/>
              <a:gd name="connsiteY1071" fmla="*/ 1588644 h 1885953"/>
              <a:gd name="connsiteX1072" fmla="*/ 1434980 w 1876440"/>
              <a:gd name="connsiteY1072" fmla="*/ 1589787 h 1885953"/>
              <a:gd name="connsiteX1073" fmla="*/ 1444124 w 1876440"/>
              <a:gd name="connsiteY1073" fmla="*/ 1568705 h 1885953"/>
              <a:gd name="connsiteX1074" fmla="*/ 1459237 w 1876440"/>
              <a:gd name="connsiteY1074" fmla="*/ 1553973 h 1885953"/>
              <a:gd name="connsiteX1075" fmla="*/ 1475366 w 1876440"/>
              <a:gd name="connsiteY1075" fmla="*/ 1540765 h 1885953"/>
              <a:gd name="connsiteX1076" fmla="*/ 1495305 w 1876440"/>
              <a:gd name="connsiteY1076" fmla="*/ 1533018 h 1885953"/>
              <a:gd name="connsiteX1077" fmla="*/ 1510037 w 1876440"/>
              <a:gd name="connsiteY1077" fmla="*/ 1517016 h 1885953"/>
              <a:gd name="connsiteX1078" fmla="*/ 1509910 w 1876440"/>
              <a:gd name="connsiteY1078" fmla="*/ 1516889 h 1885953"/>
              <a:gd name="connsiteX1079" fmla="*/ 677552 w 1876440"/>
              <a:gd name="connsiteY1079" fmla="*/ 1522350 h 1885953"/>
              <a:gd name="connsiteX1080" fmla="*/ 693173 w 1876440"/>
              <a:gd name="connsiteY1080" fmla="*/ 1526922 h 1885953"/>
              <a:gd name="connsiteX1081" fmla="*/ 695713 w 1876440"/>
              <a:gd name="connsiteY1081" fmla="*/ 1547623 h 1885953"/>
              <a:gd name="connsiteX1082" fmla="*/ 683013 w 1876440"/>
              <a:gd name="connsiteY1082" fmla="*/ 1567181 h 1885953"/>
              <a:gd name="connsiteX1083" fmla="*/ 661931 w 1876440"/>
              <a:gd name="connsiteY1083" fmla="*/ 1576198 h 1885953"/>
              <a:gd name="connsiteX1084" fmla="*/ 661804 w 1876440"/>
              <a:gd name="connsiteY1084" fmla="*/ 1576198 h 1885953"/>
              <a:gd name="connsiteX1085" fmla="*/ 642500 w 1876440"/>
              <a:gd name="connsiteY1085" fmla="*/ 1572007 h 1885953"/>
              <a:gd name="connsiteX1086" fmla="*/ 642373 w 1876440"/>
              <a:gd name="connsiteY1086" fmla="*/ 1546099 h 1885953"/>
              <a:gd name="connsiteX1087" fmla="*/ 661296 w 1876440"/>
              <a:gd name="connsiteY1087" fmla="*/ 1539622 h 1885953"/>
              <a:gd name="connsiteX1088" fmla="*/ 677552 w 1876440"/>
              <a:gd name="connsiteY1088" fmla="*/ 1522350 h 1885953"/>
              <a:gd name="connsiteX1089" fmla="*/ 1320045 w 1876440"/>
              <a:gd name="connsiteY1089" fmla="*/ 1552322 h 1885953"/>
              <a:gd name="connsiteX1090" fmla="*/ 1326903 w 1876440"/>
              <a:gd name="connsiteY1090" fmla="*/ 1554354 h 1885953"/>
              <a:gd name="connsiteX1091" fmla="*/ 1323855 w 1876440"/>
              <a:gd name="connsiteY1091" fmla="*/ 1570737 h 1885953"/>
              <a:gd name="connsiteX1092" fmla="*/ 1318775 w 1876440"/>
              <a:gd name="connsiteY1092" fmla="*/ 1587628 h 1885953"/>
              <a:gd name="connsiteX1093" fmla="*/ 1305186 w 1876440"/>
              <a:gd name="connsiteY1093" fmla="*/ 1606551 h 1885953"/>
              <a:gd name="connsiteX1094" fmla="*/ 1290327 w 1876440"/>
              <a:gd name="connsiteY1094" fmla="*/ 1624585 h 1885953"/>
              <a:gd name="connsiteX1095" fmla="*/ 1271023 w 1876440"/>
              <a:gd name="connsiteY1095" fmla="*/ 1637666 h 1885953"/>
              <a:gd name="connsiteX1096" fmla="*/ 1251846 w 1876440"/>
              <a:gd name="connsiteY1096" fmla="*/ 1642492 h 1885953"/>
              <a:gd name="connsiteX1097" fmla="*/ 1253497 w 1876440"/>
              <a:gd name="connsiteY1097" fmla="*/ 1629411 h 1885953"/>
              <a:gd name="connsiteX1098" fmla="*/ 1262133 w 1876440"/>
              <a:gd name="connsiteY1098" fmla="*/ 1616330 h 1885953"/>
              <a:gd name="connsiteX1099" fmla="*/ 1266578 w 1876440"/>
              <a:gd name="connsiteY1099" fmla="*/ 1593597 h 1885953"/>
              <a:gd name="connsiteX1100" fmla="*/ 1284485 w 1876440"/>
              <a:gd name="connsiteY1100" fmla="*/ 1579754 h 1885953"/>
              <a:gd name="connsiteX1101" fmla="*/ 1299852 w 1876440"/>
              <a:gd name="connsiteY1101" fmla="*/ 1563752 h 1885953"/>
              <a:gd name="connsiteX1102" fmla="*/ 1312933 w 1876440"/>
              <a:gd name="connsiteY1102" fmla="*/ 1556259 h 1885953"/>
              <a:gd name="connsiteX1103" fmla="*/ 1320045 w 1876440"/>
              <a:gd name="connsiteY1103" fmla="*/ 1552322 h 1885953"/>
              <a:gd name="connsiteX1104" fmla="*/ 1813313 w 1876440"/>
              <a:gd name="connsiteY1104" fmla="*/ 1606678 h 1885953"/>
              <a:gd name="connsiteX1105" fmla="*/ 1819663 w 1876440"/>
              <a:gd name="connsiteY1105" fmla="*/ 1608710 h 1885953"/>
              <a:gd name="connsiteX1106" fmla="*/ 1820171 w 1876440"/>
              <a:gd name="connsiteY1106" fmla="*/ 1625855 h 1885953"/>
              <a:gd name="connsiteX1107" fmla="*/ 1810773 w 1876440"/>
              <a:gd name="connsiteY1107" fmla="*/ 1640968 h 1885953"/>
              <a:gd name="connsiteX1108" fmla="*/ 1796803 w 1876440"/>
              <a:gd name="connsiteY1108" fmla="*/ 1659510 h 1885953"/>
              <a:gd name="connsiteX1109" fmla="*/ 1781182 w 1876440"/>
              <a:gd name="connsiteY1109" fmla="*/ 1676528 h 1885953"/>
              <a:gd name="connsiteX1110" fmla="*/ 1763402 w 1876440"/>
              <a:gd name="connsiteY1110" fmla="*/ 1692403 h 1885953"/>
              <a:gd name="connsiteX1111" fmla="*/ 1744352 w 1876440"/>
              <a:gd name="connsiteY1111" fmla="*/ 1693419 h 1885953"/>
              <a:gd name="connsiteX1112" fmla="*/ 1746511 w 1876440"/>
              <a:gd name="connsiteY1112" fmla="*/ 1680592 h 1885953"/>
              <a:gd name="connsiteX1113" fmla="*/ 1755020 w 1876440"/>
              <a:gd name="connsiteY1113" fmla="*/ 1669162 h 1885953"/>
              <a:gd name="connsiteX1114" fmla="*/ 1764799 w 1876440"/>
              <a:gd name="connsiteY1114" fmla="*/ 1650112 h 1885953"/>
              <a:gd name="connsiteX1115" fmla="*/ 1775594 w 1876440"/>
              <a:gd name="connsiteY1115" fmla="*/ 1630808 h 1885953"/>
              <a:gd name="connsiteX1116" fmla="*/ 1793882 w 1876440"/>
              <a:gd name="connsiteY1116" fmla="*/ 1618489 h 1885953"/>
              <a:gd name="connsiteX1117" fmla="*/ 1806709 w 1876440"/>
              <a:gd name="connsiteY1117" fmla="*/ 1610996 h 1885953"/>
              <a:gd name="connsiteX1118" fmla="*/ 1813313 w 1876440"/>
              <a:gd name="connsiteY1118" fmla="*/ 1606678 h 1885953"/>
              <a:gd name="connsiteX1119" fmla="*/ 1126116 w 1876440"/>
              <a:gd name="connsiteY1119" fmla="*/ 1607567 h 1885953"/>
              <a:gd name="connsiteX1120" fmla="*/ 1146182 w 1876440"/>
              <a:gd name="connsiteY1120" fmla="*/ 1610869 h 1885953"/>
              <a:gd name="connsiteX1121" fmla="*/ 1144785 w 1876440"/>
              <a:gd name="connsiteY1121" fmla="*/ 1635888 h 1885953"/>
              <a:gd name="connsiteX1122" fmla="*/ 1131196 w 1876440"/>
              <a:gd name="connsiteY1122" fmla="*/ 1640460 h 1885953"/>
              <a:gd name="connsiteX1123" fmla="*/ 1118369 w 1876440"/>
              <a:gd name="connsiteY1123" fmla="*/ 1646175 h 1885953"/>
              <a:gd name="connsiteX1124" fmla="*/ 1106558 w 1876440"/>
              <a:gd name="connsiteY1124" fmla="*/ 1653541 h 1885953"/>
              <a:gd name="connsiteX1125" fmla="*/ 1093223 w 1876440"/>
              <a:gd name="connsiteY1125" fmla="*/ 1659002 h 1885953"/>
              <a:gd name="connsiteX1126" fmla="*/ 1081920 w 1876440"/>
              <a:gd name="connsiteY1126" fmla="*/ 1671829 h 1885953"/>
              <a:gd name="connsiteX1127" fmla="*/ 1070236 w 1876440"/>
              <a:gd name="connsiteY1127" fmla="*/ 1685418 h 1885953"/>
              <a:gd name="connsiteX1128" fmla="*/ 1053345 w 1876440"/>
              <a:gd name="connsiteY1128" fmla="*/ 1673988 h 1885953"/>
              <a:gd name="connsiteX1129" fmla="*/ 1053472 w 1876440"/>
              <a:gd name="connsiteY1129" fmla="*/ 1673988 h 1885953"/>
              <a:gd name="connsiteX1130" fmla="*/ 1057536 w 1876440"/>
              <a:gd name="connsiteY1130" fmla="*/ 1657478 h 1885953"/>
              <a:gd name="connsiteX1131" fmla="*/ 1068204 w 1876440"/>
              <a:gd name="connsiteY1131" fmla="*/ 1644016 h 1885953"/>
              <a:gd name="connsiteX1132" fmla="*/ 1086365 w 1876440"/>
              <a:gd name="connsiteY1132" fmla="*/ 1630173 h 1885953"/>
              <a:gd name="connsiteX1133" fmla="*/ 1103637 w 1876440"/>
              <a:gd name="connsiteY1133" fmla="*/ 1614171 h 1885953"/>
              <a:gd name="connsiteX1134" fmla="*/ 1126116 w 1876440"/>
              <a:gd name="connsiteY1134" fmla="*/ 1607567 h 1885953"/>
              <a:gd name="connsiteX1135" fmla="*/ 950475 w 1876440"/>
              <a:gd name="connsiteY1135" fmla="*/ 1636396 h 1885953"/>
              <a:gd name="connsiteX1136" fmla="*/ 960889 w 1876440"/>
              <a:gd name="connsiteY1136" fmla="*/ 1637666 h 1885953"/>
              <a:gd name="connsiteX1137" fmla="*/ 953777 w 1876440"/>
              <a:gd name="connsiteY1137" fmla="*/ 1657097 h 1885953"/>
              <a:gd name="connsiteX1138" fmla="*/ 944379 w 1876440"/>
              <a:gd name="connsiteY1138" fmla="*/ 1681862 h 1885953"/>
              <a:gd name="connsiteX1139" fmla="*/ 923678 w 1876440"/>
              <a:gd name="connsiteY1139" fmla="*/ 1697610 h 1885953"/>
              <a:gd name="connsiteX1140" fmla="*/ 911232 w 1876440"/>
              <a:gd name="connsiteY1140" fmla="*/ 1704976 h 1885953"/>
              <a:gd name="connsiteX1141" fmla="*/ 896754 w 1876440"/>
              <a:gd name="connsiteY1141" fmla="*/ 1702944 h 1885953"/>
              <a:gd name="connsiteX1142" fmla="*/ 896627 w 1876440"/>
              <a:gd name="connsiteY1142" fmla="*/ 1702944 h 1885953"/>
              <a:gd name="connsiteX1143" fmla="*/ 905390 w 1876440"/>
              <a:gd name="connsiteY1143" fmla="*/ 1682878 h 1885953"/>
              <a:gd name="connsiteX1144" fmla="*/ 914153 w 1876440"/>
              <a:gd name="connsiteY1144" fmla="*/ 1662304 h 1885953"/>
              <a:gd name="connsiteX1145" fmla="*/ 927996 w 1876440"/>
              <a:gd name="connsiteY1145" fmla="*/ 1656208 h 1885953"/>
              <a:gd name="connsiteX1146" fmla="*/ 935616 w 1876440"/>
              <a:gd name="connsiteY1146" fmla="*/ 1643508 h 1885953"/>
              <a:gd name="connsiteX1147" fmla="*/ 950475 w 1876440"/>
              <a:gd name="connsiteY1147" fmla="*/ 1636396 h 1885953"/>
              <a:gd name="connsiteX1148" fmla="*/ 1639577 w 1876440"/>
              <a:gd name="connsiteY1148" fmla="*/ 1654811 h 1885953"/>
              <a:gd name="connsiteX1149" fmla="*/ 1630687 w 1876440"/>
              <a:gd name="connsiteY1149" fmla="*/ 1679068 h 1885953"/>
              <a:gd name="connsiteX1150" fmla="*/ 1612399 w 1876440"/>
              <a:gd name="connsiteY1150" fmla="*/ 1694054 h 1885953"/>
              <a:gd name="connsiteX1151" fmla="*/ 1592206 w 1876440"/>
              <a:gd name="connsiteY1151" fmla="*/ 1706373 h 1885953"/>
              <a:gd name="connsiteX1152" fmla="*/ 1577601 w 1876440"/>
              <a:gd name="connsiteY1152" fmla="*/ 1725550 h 1885953"/>
              <a:gd name="connsiteX1153" fmla="*/ 1560456 w 1876440"/>
              <a:gd name="connsiteY1153" fmla="*/ 1727455 h 1885953"/>
              <a:gd name="connsiteX1154" fmla="*/ 1544962 w 1876440"/>
              <a:gd name="connsiteY1154" fmla="*/ 1725550 h 1885953"/>
              <a:gd name="connsiteX1155" fmla="*/ 1545089 w 1876440"/>
              <a:gd name="connsiteY1155" fmla="*/ 1725550 h 1885953"/>
              <a:gd name="connsiteX1156" fmla="*/ 1560202 w 1876440"/>
              <a:gd name="connsiteY1156" fmla="*/ 1705103 h 1885953"/>
              <a:gd name="connsiteX1157" fmla="*/ 1574553 w 1876440"/>
              <a:gd name="connsiteY1157" fmla="*/ 1681608 h 1885953"/>
              <a:gd name="connsiteX1158" fmla="*/ 1597286 w 1876440"/>
              <a:gd name="connsiteY1158" fmla="*/ 1674115 h 1885953"/>
              <a:gd name="connsiteX1159" fmla="*/ 1616844 w 1876440"/>
              <a:gd name="connsiteY1159" fmla="*/ 1663193 h 1885953"/>
              <a:gd name="connsiteX1160" fmla="*/ 1639577 w 1876440"/>
              <a:gd name="connsiteY1160" fmla="*/ 1654811 h 1885953"/>
              <a:gd name="connsiteX1161" fmla="*/ 1425201 w 1876440"/>
              <a:gd name="connsiteY1161" fmla="*/ 1689736 h 1885953"/>
              <a:gd name="connsiteX1162" fmla="*/ 1431805 w 1876440"/>
              <a:gd name="connsiteY1162" fmla="*/ 1691514 h 1885953"/>
              <a:gd name="connsiteX1163" fmla="*/ 1432186 w 1876440"/>
              <a:gd name="connsiteY1163" fmla="*/ 1711072 h 1885953"/>
              <a:gd name="connsiteX1164" fmla="*/ 1425455 w 1876440"/>
              <a:gd name="connsiteY1164" fmla="*/ 1734440 h 1885953"/>
              <a:gd name="connsiteX1165" fmla="*/ 1407929 w 1876440"/>
              <a:gd name="connsiteY1165" fmla="*/ 1751077 h 1885953"/>
              <a:gd name="connsiteX1166" fmla="*/ 1387736 w 1876440"/>
              <a:gd name="connsiteY1166" fmla="*/ 1763396 h 1885953"/>
              <a:gd name="connsiteX1167" fmla="*/ 1375163 w 1876440"/>
              <a:gd name="connsiteY1167" fmla="*/ 1775461 h 1885953"/>
              <a:gd name="connsiteX1168" fmla="*/ 1360177 w 1876440"/>
              <a:gd name="connsiteY1168" fmla="*/ 1774318 h 1885953"/>
              <a:gd name="connsiteX1169" fmla="*/ 1357891 w 1876440"/>
              <a:gd name="connsiteY1169" fmla="*/ 1751712 h 1885953"/>
              <a:gd name="connsiteX1170" fmla="*/ 1370845 w 1876440"/>
              <a:gd name="connsiteY1170" fmla="*/ 1737996 h 1885953"/>
              <a:gd name="connsiteX1171" fmla="*/ 1385958 w 1876440"/>
              <a:gd name="connsiteY1171" fmla="*/ 1726947 h 1885953"/>
              <a:gd name="connsiteX1172" fmla="*/ 1400055 w 1876440"/>
              <a:gd name="connsiteY1172" fmla="*/ 1710945 h 1885953"/>
              <a:gd name="connsiteX1173" fmla="*/ 1417454 w 1876440"/>
              <a:gd name="connsiteY1173" fmla="*/ 1697737 h 1885953"/>
              <a:gd name="connsiteX1174" fmla="*/ 1425201 w 1876440"/>
              <a:gd name="connsiteY1174" fmla="*/ 1689736 h 1885953"/>
              <a:gd name="connsiteX1175" fmla="*/ 1855350 w 1876440"/>
              <a:gd name="connsiteY1175" fmla="*/ 1696340 h 1885953"/>
              <a:gd name="connsiteX1176" fmla="*/ 1856493 w 1876440"/>
              <a:gd name="connsiteY1176" fmla="*/ 1720216 h 1885953"/>
              <a:gd name="connsiteX1177" fmla="*/ 1842396 w 1876440"/>
              <a:gd name="connsiteY1177" fmla="*/ 1739520 h 1885953"/>
              <a:gd name="connsiteX1178" fmla="*/ 1825759 w 1876440"/>
              <a:gd name="connsiteY1178" fmla="*/ 1756665 h 1885953"/>
              <a:gd name="connsiteX1179" fmla="*/ 1800359 w 1876440"/>
              <a:gd name="connsiteY1179" fmla="*/ 1761237 h 1885953"/>
              <a:gd name="connsiteX1180" fmla="*/ 1799851 w 1876440"/>
              <a:gd name="connsiteY1180" fmla="*/ 1742949 h 1885953"/>
              <a:gd name="connsiteX1181" fmla="*/ 1799978 w 1876440"/>
              <a:gd name="connsiteY1181" fmla="*/ 1742949 h 1885953"/>
              <a:gd name="connsiteX1182" fmla="*/ 1820171 w 1876440"/>
              <a:gd name="connsiteY1182" fmla="*/ 1725804 h 1885953"/>
              <a:gd name="connsiteX1183" fmla="*/ 1836300 w 1876440"/>
              <a:gd name="connsiteY1183" fmla="*/ 1707897 h 1885953"/>
              <a:gd name="connsiteX1184" fmla="*/ 1855350 w 1876440"/>
              <a:gd name="connsiteY1184" fmla="*/ 1696340 h 1885953"/>
              <a:gd name="connsiteX1185" fmla="*/ 1242321 w 1876440"/>
              <a:gd name="connsiteY1185" fmla="*/ 1735837 h 1885953"/>
              <a:gd name="connsiteX1186" fmla="*/ 1250830 w 1876440"/>
              <a:gd name="connsiteY1186" fmla="*/ 1738885 h 1885953"/>
              <a:gd name="connsiteX1187" fmla="*/ 1251084 w 1876440"/>
              <a:gd name="connsiteY1187" fmla="*/ 1761745 h 1885953"/>
              <a:gd name="connsiteX1188" fmla="*/ 1239908 w 1876440"/>
              <a:gd name="connsiteY1188" fmla="*/ 1772794 h 1885953"/>
              <a:gd name="connsiteX1189" fmla="*/ 1223525 w 1876440"/>
              <a:gd name="connsiteY1189" fmla="*/ 1778890 h 1885953"/>
              <a:gd name="connsiteX1190" fmla="*/ 1213238 w 1876440"/>
              <a:gd name="connsiteY1190" fmla="*/ 1790447 h 1885953"/>
              <a:gd name="connsiteX1191" fmla="*/ 1201046 w 1876440"/>
              <a:gd name="connsiteY1191" fmla="*/ 1797940 h 1885953"/>
              <a:gd name="connsiteX1192" fmla="*/ 1201173 w 1876440"/>
              <a:gd name="connsiteY1192" fmla="*/ 1797940 h 1885953"/>
              <a:gd name="connsiteX1193" fmla="*/ 1180599 w 1876440"/>
              <a:gd name="connsiteY1193" fmla="*/ 1799337 h 1885953"/>
              <a:gd name="connsiteX1194" fmla="*/ 1176027 w 1876440"/>
              <a:gd name="connsiteY1194" fmla="*/ 1784859 h 1885953"/>
              <a:gd name="connsiteX1195" fmla="*/ 1185171 w 1876440"/>
              <a:gd name="connsiteY1195" fmla="*/ 1773048 h 1885953"/>
              <a:gd name="connsiteX1196" fmla="*/ 1208666 w 1876440"/>
              <a:gd name="connsiteY1196" fmla="*/ 1760094 h 1885953"/>
              <a:gd name="connsiteX1197" fmla="*/ 1220096 w 1876440"/>
              <a:gd name="connsiteY1197" fmla="*/ 1747648 h 1885953"/>
              <a:gd name="connsiteX1198" fmla="*/ 1233050 w 1876440"/>
              <a:gd name="connsiteY1198" fmla="*/ 1737996 h 1885953"/>
              <a:gd name="connsiteX1199" fmla="*/ 1242321 w 1876440"/>
              <a:gd name="connsiteY1199" fmla="*/ 1735837 h 1885953"/>
              <a:gd name="connsiteX1200" fmla="*/ 1072903 w 1876440"/>
              <a:gd name="connsiteY1200" fmla="*/ 1750188 h 1885953"/>
              <a:gd name="connsiteX1201" fmla="*/ 1080777 w 1876440"/>
              <a:gd name="connsiteY1201" fmla="*/ 1752601 h 1885953"/>
              <a:gd name="connsiteX1202" fmla="*/ 1088524 w 1876440"/>
              <a:gd name="connsiteY1202" fmla="*/ 1770889 h 1885953"/>
              <a:gd name="connsiteX1203" fmla="*/ 1077602 w 1876440"/>
              <a:gd name="connsiteY1203" fmla="*/ 1788669 h 1885953"/>
              <a:gd name="connsiteX1204" fmla="*/ 1060965 w 1876440"/>
              <a:gd name="connsiteY1204" fmla="*/ 1799464 h 1885953"/>
              <a:gd name="connsiteX1205" fmla="*/ 1037343 w 1876440"/>
              <a:gd name="connsiteY1205" fmla="*/ 1803528 h 1885953"/>
              <a:gd name="connsiteX1206" fmla="*/ 1031501 w 1876440"/>
              <a:gd name="connsiteY1206" fmla="*/ 1784478 h 1885953"/>
              <a:gd name="connsiteX1207" fmla="*/ 1031628 w 1876440"/>
              <a:gd name="connsiteY1207" fmla="*/ 1784478 h 1885953"/>
              <a:gd name="connsiteX1208" fmla="*/ 1050932 w 1876440"/>
              <a:gd name="connsiteY1208" fmla="*/ 1772286 h 1885953"/>
              <a:gd name="connsiteX1209" fmla="*/ 1065664 w 1876440"/>
              <a:gd name="connsiteY1209" fmla="*/ 1757681 h 1885953"/>
              <a:gd name="connsiteX1210" fmla="*/ 1072903 w 1876440"/>
              <a:gd name="connsiteY1210" fmla="*/ 1750188 h 1885953"/>
              <a:gd name="connsiteX1211" fmla="*/ 1737113 w 1876440"/>
              <a:gd name="connsiteY1211" fmla="*/ 1782319 h 1885953"/>
              <a:gd name="connsiteX1212" fmla="*/ 1744479 w 1876440"/>
              <a:gd name="connsiteY1212" fmla="*/ 1785875 h 1885953"/>
              <a:gd name="connsiteX1213" fmla="*/ 1741304 w 1876440"/>
              <a:gd name="connsiteY1213" fmla="*/ 1807719 h 1885953"/>
              <a:gd name="connsiteX1214" fmla="*/ 1734319 w 1876440"/>
              <a:gd name="connsiteY1214" fmla="*/ 1827912 h 1885953"/>
              <a:gd name="connsiteX1215" fmla="*/ 1718190 w 1876440"/>
              <a:gd name="connsiteY1215" fmla="*/ 1841818 h 1885953"/>
              <a:gd name="connsiteX1216" fmla="*/ 1697743 w 1876440"/>
              <a:gd name="connsiteY1216" fmla="*/ 1847559 h 1885953"/>
              <a:gd name="connsiteX1217" fmla="*/ 1681741 w 1876440"/>
              <a:gd name="connsiteY1217" fmla="*/ 1849286 h 1885953"/>
              <a:gd name="connsiteX1218" fmla="*/ 1666120 w 1876440"/>
              <a:gd name="connsiteY1218" fmla="*/ 1847876 h 1885953"/>
              <a:gd name="connsiteX1219" fmla="*/ 1668279 w 1876440"/>
              <a:gd name="connsiteY1219" fmla="*/ 1823480 h 1885953"/>
              <a:gd name="connsiteX1220" fmla="*/ 1668279 w 1876440"/>
              <a:gd name="connsiteY1220" fmla="*/ 1823530 h 1885953"/>
              <a:gd name="connsiteX1221" fmla="*/ 1680471 w 1876440"/>
              <a:gd name="connsiteY1221" fmla="*/ 1812672 h 1885953"/>
              <a:gd name="connsiteX1222" fmla="*/ 1695584 w 1876440"/>
              <a:gd name="connsiteY1222" fmla="*/ 1808989 h 1885953"/>
              <a:gd name="connsiteX1223" fmla="*/ 1719841 w 1876440"/>
              <a:gd name="connsiteY1223" fmla="*/ 1796416 h 1885953"/>
              <a:gd name="connsiteX1224" fmla="*/ 1729112 w 1876440"/>
              <a:gd name="connsiteY1224" fmla="*/ 1784986 h 1885953"/>
              <a:gd name="connsiteX1225" fmla="*/ 1737113 w 1876440"/>
              <a:gd name="connsiteY1225" fmla="*/ 1782319 h 1885953"/>
              <a:gd name="connsiteX1226" fmla="*/ 1537469 w 1876440"/>
              <a:gd name="connsiteY1226" fmla="*/ 1830528 h 1885953"/>
              <a:gd name="connsiteX1227" fmla="*/ 1546105 w 1876440"/>
              <a:gd name="connsiteY1227" fmla="*/ 1831214 h 1885953"/>
              <a:gd name="connsiteX1228" fmla="*/ 1541787 w 1876440"/>
              <a:gd name="connsiteY1228" fmla="*/ 1849553 h 1885953"/>
              <a:gd name="connsiteX1229" fmla="*/ 1529722 w 1876440"/>
              <a:gd name="connsiteY1229" fmla="*/ 1867371 h 1885953"/>
              <a:gd name="connsiteX1230" fmla="*/ 1512069 w 1876440"/>
              <a:gd name="connsiteY1230" fmla="*/ 1880172 h 1885953"/>
              <a:gd name="connsiteX1231" fmla="*/ 1489590 w 1876440"/>
              <a:gd name="connsiteY1231" fmla="*/ 1882204 h 1885953"/>
              <a:gd name="connsiteX1232" fmla="*/ 1494543 w 1876440"/>
              <a:gd name="connsiteY1232" fmla="*/ 1864805 h 1885953"/>
              <a:gd name="connsiteX1233" fmla="*/ 1505211 w 1876440"/>
              <a:gd name="connsiteY1233" fmla="*/ 1849705 h 1885953"/>
              <a:gd name="connsiteX1234" fmla="*/ 1525150 w 1876440"/>
              <a:gd name="connsiteY1234" fmla="*/ 1836700 h 1885953"/>
              <a:gd name="connsiteX1235" fmla="*/ 1537469 w 1876440"/>
              <a:gd name="connsiteY1235" fmla="*/ 1830528 h 1885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</a:cxnLst>
            <a:rect l="l" t="t" r="r" b="b"/>
            <a:pathLst>
              <a:path w="1876440" h="1885953">
                <a:moveTo>
                  <a:pt x="465462" y="382"/>
                </a:moveTo>
                <a:cubicBezTo>
                  <a:pt x="467621" y="-380"/>
                  <a:pt x="469780" y="-126"/>
                  <a:pt x="471812" y="2287"/>
                </a:cubicBezTo>
                <a:cubicBezTo>
                  <a:pt x="475749" y="6732"/>
                  <a:pt x="474479" y="12828"/>
                  <a:pt x="471939" y="18797"/>
                </a:cubicBezTo>
                <a:cubicBezTo>
                  <a:pt x="469018" y="25401"/>
                  <a:pt x="465716" y="32005"/>
                  <a:pt x="464319" y="34672"/>
                </a:cubicBezTo>
                <a:cubicBezTo>
                  <a:pt x="463049" y="36958"/>
                  <a:pt x="460255" y="43435"/>
                  <a:pt x="454540" y="51436"/>
                </a:cubicBezTo>
                <a:cubicBezTo>
                  <a:pt x="451365" y="55881"/>
                  <a:pt x="447555" y="61469"/>
                  <a:pt x="441840" y="66168"/>
                </a:cubicBezTo>
                <a:cubicBezTo>
                  <a:pt x="437268" y="69724"/>
                  <a:pt x="432188" y="74423"/>
                  <a:pt x="425584" y="77471"/>
                </a:cubicBezTo>
                <a:cubicBezTo>
                  <a:pt x="420377" y="80011"/>
                  <a:pt x="411487" y="81027"/>
                  <a:pt x="408312" y="77344"/>
                </a:cubicBezTo>
                <a:cubicBezTo>
                  <a:pt x="404121" y="72645"/>
                  <a:pt x="404502" y="69978"/>
                  <a:pt x="406788" y="65533"/>
                </a:cubicBezTo>
                <a:cubicBezTo>
                  <a:pt x="408820" y="61469"/>
                  <a:pt x="413519" y="58294"/>
                  <a:pt x="415932" y="53849"/>
                </a:cubicBezTo>
                <a:cubicBezTo>
                  <a:pt x="419615" y="46864"/>
                  <a:pt x="418472" y="37212"/>
                  <a:pt x="425584" y="28703"/>
                </a:cubicBezTo>
                <a:cubicBezTo>
                  <a:pt x="429775" y="23369"/>
                  <a:pt x="438030" y="19940"/>
                  <a:pt x="447809" y="13971"/>
                </a:cubicBezTo>
                <a:cubicBezTo>
                  <a:pt x="451111" y="11939"/>
                  <a:pt x="455429" y="8129"/>
                  <a:pt x="459239" y="4827"/>
                </a:cubicBezTo>
                <a:cubicBezTo>
                  <a:pt x="461271" y="2922"/>
                  <a:pt x="463430" y="1144"/>
                  <a:pt x="465462" y="382"/>
                </a:cubicBezTo>
                <a:close/>
                <a:moveTo>
                  <a:pt x="581286" y="16384"/>
                </a:moveTo>
                <a:cubicBezTo>
                  <a:pt x="584588" y="16130"/>
                  <a:pt x="587890" y="17527"/>
                  <a:pt x="591700" y="20702"/>
                </a:cubicBezTo>
                <a:cubicBezTo>
                  <a:pt x="597669" y="25782"/>
                  <a:pt x="596653" y="33148"/>
                  <a:pt x="593351" y="41149"/>
                </a:cubicBezTo>
                <a:cubicBezTo>
                  <a:pt x="590938" y="46991"/>
                  <a:pt x="587763" y="53595"/>
                  <a:pt x="581540" y="59564"/>
                </a:cubicBezTo>
                <a:cubicBezTo>
                  <a:pt x="576714" y="64263"/>
                  <a:pt x="570618" y="68581"/>
                  <a:pt x="563760" y="72772"/>
                </a:cubicBezTo>
                <a:cubicBezTo>
                  <a:pt x="560585" y="74804"/>
                  <a:pt x="554870" y="75693"/>
                  <a:pt x="549663" y="77471"/>
                </a:cubicBezTo>
                <a:cubicBezTo>
                  <a:pt x="544329" y="79249"/>
                  <a:pt x="540011" y="79884"/>
                  <a:pt x="536455" y="76836"/>
                </a:cubicBezTo>
                <a:cubicBezTo>
                  <a:pt x="531375" y="72391"/>
                  <a:pt x="532645" y="63501"/>
                  <a:pt x="534931" y="57151"/>
                </a:cubicBezTo>
                <a:lnTo>
                  <a:pt x="534804" y="57151"/>
                </a:lnTo>
                <a:cubicBezTo>
                  <a:pt x="536709" y="52071"/>
                  <a:pt x="537090" y="46610"/>
                  <a:pt x="541281" y="44070"/>
                </a:cubicBezTo>
                <a:cubicBezTo>
                  <a:pt x="545091" y="41657"/>
                  <a:pt x="550552" y="41403"/>
                  <a:pt x="554870" y="38355"/>
                </a:cubicBezTo>
                <a:cubicBezTo>
                  <a:pt x="562744" y="32894"/>
                  <a:pt x="566046" y="25528"/>
                  <a:pt x="570237" y="21972"/>
                </a:cubicBezTo>
                <a:cubicBezTo>
                  <a:pt x="574428" y="18543"/>
                  <a:pt x="577857" y="16638"/>
                  <a:pt x="581286" y="16384"/>
                </a:cubicBezTo>
                <a:close/>
                <a:moveTo>
                  <a:pt x="345193" y="21972"/>
                </a:moveTo>
                <a:cubicBezTo>
                  <a:pt x="348622" y="25655"/>
                  <a:pt x="344050" y="30862"/>
                  <a:pt x="335922" y="40133"/>
                </a:cubicBezTo>
                <a:cubicBezTo>
                  <a:pt x="331477" y="45213"/>
                  <a:pt x="324492" y="48896"/>
                  <a:pt x="318015" y="54738"/>
                </a:cubicBezTo>
                <a:cubicBezTo>
                  <a:pt x="312554" y="59691"/>
                  <a:pt x="309633" y="68327"/>
                  <a:pt x="303283" y="73534"/>
                </a:cubicBezTo>
                <a:cubicBezTo>
                  <a:pt x="297441" y="78487"/>
                  <a:pt x="293123" y="85853"/>
                  <a:pt x="286900" y="90679"/>
                </a:cubicBezTo>
                <a:cubicBezTo>
                  <a:pt x="282836" y="93981"/>
                  <a:pt x="274835" y="90806"/>
                  <a:pt x="269120" y="91441"/>
                </a:cubicBezTo>
                <a:cubicBezTo>
                  <a:pt x="262008" y="92330"/>
                  <a:pt x="256166" y="93854"/>
                  <a:pt x="254896" y="89536"/>
                </a:cubicBezTo>
                <a:lnTo>
                  <a:pt x="254769" y="89536"/>
                </a:lnTo>
                <a:cubicBezTo>
                  <a:pt x="252991" y="83694"/>
                  <a:pt x="260357" y="76455"/>
                  <a:pt x="267977" y="68581"/>
                </a:cubicBezTo>
                <a:cubicBezTo>
                  <a:pt x="275597" y="60707"/>
                  <a:pt x="279915" y="48515"/>
                  <a:pt x="283217" y="45975"/>
                </a:cubicBezTo>
                <a:cubicBezTo>
                  <a:pt x="288550" y="41657"/>
                  <a:pt x="297314" y="39625"/>
                  <a:pt x="303918" y="35434"/>
                </a:cubicBezTo>
                <a:cubicBezTo>
                  <a:pt x="310649" y="31116"/>
                  <a:pt x="318269" y="28449"/>
                  <a:pt x="324492" y="25528"/>
                </a:cubicBezTo>
                <a:cubicBezTo>
                  <a:pt x="334652" y="20702"/>
                  <a:pt x="342272" y="18924"/>
                  <a:pt x="345193" y="21972"/>
                </a:cubicBezTo>
                <a:close/>
                <a:moveTo>
                  <a:pt x="133357" y="49785"/>
                </a:moveTo>
                <a:cubicBezTo>
                  <a:pt x="137421" y="48642"/>
                  <a:pt x="141358" y="49023"/>
                  <a:pt x="144279" y="51563"/>
                </a:cubicBezTo>
                <a:cubicBezTo>
                  <a:pt x="149105" y="55881"/>
                  <a:pt x="148724" y="66803"/>
                  <a:pt x="145295" y="76836"/>
                </a:cubicBezTo>
                <a:cubicBezTo>
                  <a:pt x="143009" y="83440"/>
                  <a:pt x="135516" y="88774"/>
                  <a:pt x="130563" y="96140"/>
                </a:cubicBezTo>
                <a:cubicBezTo>
                  <a:pt x="126245" y="102363"/>
                  <a:pt x="123324" y="110237"/>
                  <a:pt x="117482" y="116206"/>
                </a:cubicBezTo>
                <a:cubicBezTo>
                  <a:pt x="112021" y="121794"/>
                  <a:pt x="103766" y="123953"/>
                  <a:pt x="97162" y="128652"/>
                </a:cubicBezTo>
                <a:cubicBezTo>
                  <a:pt x="93352" y="131192"/>
                  <a:pt x="90812" y="140590"/>
                  <a:pt x="85097" y="142876"/>
                </a:cubicBezTo>
                <a:cubicBezTo>
                  <a:pt x="78493" y="145416"/>
                  <a:pt x="71762" y="142622"/>
                  <a:pt x="68206" y="139320"/>
                </a:cubicBezTo>
                <a:cubicBezTo>
                  <a:pt x="63125" y="134875"/>
                  <a:pt x="65031" y="124715"/>
                  <a:pt x="68587" y="116968"/>
                </a:cubicBezTo>
                <a:lnTo>
                  <a:pt x="68587" y="116841"/>
                </a:lnTo>
                <a:cubicBezTo>
                  <a:pt x="71508" y="110745"/>
                  <a:pt x="75699" y="107316"/>
                  <a:pt x="80525" y="103379"/>
                </a:cubicBezTo>
                <a:cubicBezTo>
                  <a:pt x="84843" y="99823"/>
                  <a:pt x="88272" y="94489"/>
                  <a:pt x="93860" y="90171"/>
                </a:cubicBezTo>
                <a:cubicBezTo>
                  <a:pt x="100210" y="85345"/>
                  <a:pt x="105671" y="81027"/>
                  <a:pt x="110116" y="76455"/>
                </a:cubicBezTo>
                <a:cubicBezTo>
                  <a:pt x="116085" y="70359"/>
                  <a:pt x="117609" y="62231"/>
                  <a:pt x="121546" y="57786"/>
                </a:cubicBezTo>
                <a:cubicBezTo>
                  <a:pt x="124975" y="53722"/>
                  <a:pt x="129293" y="50928"/>
                  <a:pt x="133357" y="49785"/>
                </a:cubicBezTo>
                <a:close/>
                <a:moveTo>
                  <a:pt x="631197" y="105919"/>
                </a:moveTo>
                <a:cubicBezTo>
                  <a:pt x="636150" y="110110"/>
                  <a:pt x="633356" y="118619"/>
                  <a:pt x="630054" y="128779"/>
                </a:cubicBezTo>
                <a:cubicBezTo>
                  <a:pt x="627895" y="135383"/>
                  <a:pt x="626117" y="143257"/>
                  <a:pt x="621164" y="150750"/>
                </a:cubicBezTo>
                <a:cubicBezTo>
                  <a:pt x="616973" y="157100"/>
                  <a:pt x="609353" y="160910"/>
                  <a:pt x="603638" y="166879"/>
                </a:cubicBezTo>
                <a:cubicBezTo>
                  <a:pt x="598177" y="172594"/>
                  <a:pt x="594113" y="179706"/>
                  <a:pt x="587509" y="184278"/>
                </a:cubicBezTo>
                <a:cubicBezTo>
                  <a:pt x="583826" y="186945"/>
                  <a:pt x="578873" y="191517"/>
                  <a:pt x="573031" y="193803"/>
                </a:cubicBezTo>
                <a:cubicBezTo>
                  <a:pt x="566554" y="196470"/>
                  <a:pt x="559569" y="198375"/>
                  <a:pt x="555886" y="195073"/>
                </a:cubicBezTo>
                <a:cubicBezTo>
                  <a:pt x="550806" y="190628"/>
                  <a:pt x="556013" y="179706"/>
                  <a:pt x="559442" y="171959"/>
                </a:cubicBezTo>
                <a:lnTo>
                  <a:pt x="559442" y="171832"/>
                </a:lnTo>
                <a:cubicBezTo>
                  <a:pt x="562236" y="165609"/>
                  <a:pt x="561855" y="158116"/>
                  <a:pt x="566681" y="154052"/>
                </a:cubicBezTo>
                <a:cubicBezTo>
                  <a:pt x="570999" y="150496"/>
                  <a:pt x="576587" y="147956"/>
                  <a:pt x="582175" y="143511"/>
                </a:cubicBezTo>
                <a:cubicBezTo>
                  <a:pt x="588398" y="138685"/>
                  <a:pt x="591954" y="132589"/>
                  <a:pt x="596399" y="127890"/>
                </a:cubicBezTo>
                <a:cubicBezTo>
                  <a:pt x="602241" y="121794"/>
                  <a:pt x="611385" y="120397"/>
                  <a:pt x="615195" y="115952"/>
                </a:cubicBezTo>
                <a:cubicBezTo>
                  <a:pt x="622180" y="107697"/>
                  <a:pt x="625482" y="100966"/>
                  <a:pt x="631197" y="105919"/>
                </a:cubicBezTo>
                <a:close/>
                <a:moveTo>
                  <a:pt x="754006" y="111888"/>
                </a:moveTo>
                <a:cubicBezTo>
                  <a:pt x="760102" y="114809"/>
                  <a:pt x="764674" y="127509"/>
                  <a:pt x="762896" y="132081"/>
                </a:cubicBezTo>
                <a:cubicBezTo>
                  <a:pt x="760356" y="138685"/>
                  <a:pt x="755784" y="145797"/>
                  <a:pt x="750577" y="152274"/>
                </a:cubicBezTo>
                <a:cubicBezTo>
                  <a:pt x="745370" y="158878"/>
                  <a:pt x="738893" y="163958"/>
                  <a:pt x="732797" y="167641"/>
                </a:cubicBezTo>
                <a:cubicBezTo>
                  <a:pt x="724923" y="172594"/>
                  <a:pt x="717811" y="173737"/>
                  <a:pt x="711969" y="168276"/>
                </a:cubicBezTo>
                <a:cubicBezTo>
                  <a:pt x="708159" y="164593"/>
                  <a:pt x="708794" y="156592"/>
                  <a:pt x="713620" y="147321"/>
                </a:cubicBezTo>
                <a:cubicBezTo>
                  <a:pt x="716795" y="141225"/>
                  <a:pt x="721494" y="134748"/>
                  <a:pt x="726447" y="128779"/>
                </a:cubicBezTo>
                <a:cubicBezTo>
                  <a:pt x="731654" y="122429"/>
                  <a:pt x="737369" y="116333"/>
                  <a:pt x="742449" y="113031"/>
                </a:cubicBezTo>
                <a:lnTo>
                  <a:pt x="742576" y="113031"/>
                </a:lnTo>
                <a:cubicBezTo>
                  <a:pt x="746132" y="110618"/>
                  <a:pt x="750450" y="110110"/>
                  <a:pt x="754006" y="111888"/>
                </a:cubicBezTo>
                <a:close/>
                <a:moveTo>
                  <a:pt x="441840" y="146051"/>
                </a:moveTo>
                <a:cubicBezTo>
                  <a:pt x="446285" y="145289"/>
                  <a:pt x="450349" y="146051"/>
                  <a:pt x="452635" y="148972"/>
                </a:cubicBezTo>
                <a:cubicBezTo>
                  <a:pt x="456572" y="154052"/>
                  <a:pt x="449841" y="164085"/>
                  <a:pt x="444634" y="173356"/>
                </a:cubicBezTo>
                <a:cubicBezTo>
                  <a:pt x="441205" y="179452"/>
                  <a:pt x="439173" y="188215"/>
                  <a:pt x="432950" y="194565"/>
                </a:cubicBezTo>
                <a:cubicBezTo>
                  <a:pt x="427616" y="199899"/>
                  <a:pt x="421393" y="205741"/>
                  <a:pt x="414535" y="210567"/>
                </a:cubicBezTo>
                <a:cubicBezTo>
                  <a:pt x="408058" y="215012"/>
                  <a:pt x="398660" y="214631"/>
                  <a:pt x="391294" y="217933"/>
                </a:cubicBezTo>
                <a:cubicBezTo>
                  <a:pt x="387103" y="219838"/>
                  <a:pt x="382404" y="227712"/>
                  <a:pt x="376435" y="228855"/>
                </a:cubicBezTo>
                <a:cubicBezTo>
                  <a:pt x="369577" y="230125"/>
                  <a:pt x="362973" y="226442"/>
                  <a:pt x="360052" y="222505"/>
                </a:cubicBezTo>
                <a:cubicBezTo>
                  <a:pt x="355861" y="217171"/>
                  <a:pt x="361830" y="208535"/>
                  <a:pt x="366783" y="201550"/>
                </a:cubicBezTo>
                <a:cubicBezTo>
                  <a:pt x="370847" y="195962"/>
                  <a:pt x="372498" y="189739"/>
                  <a:pt x="377959" y="186818"/>
                </a:cubicBezTo>
                <a:cubicBezTo>
                  <a:pt x="382912" y="184151"/>
                  <a:pt x="389262" y="183262"/>
                  <a:pt x="395485" y="180214"/>
                </a:cubicBezTo>
                <a:cubicBezTo>
                  <a:pt x="402597" y="176658"/>
                  <a:pt x="409709" y="174118"/>
                  <a:pt x="414916" y="170435"/>
                </a:cubicBezTo>
                <a:cubicBezTo>
                  <a:pt x="421774" y="165609"/>
                  <a:pt x="423679" y="156211"/>
                  <a:pt x="428250" y="152528"/>
                </a:cubicBezTo>
                <a:cubicBezTo>
                  <a:pt x="432569" y="149226"/>
                  <a:pt x="437395" y="146813"/>
                  <a:pt x="441840" y="146051"/>
                </a:cubicBezTo>
                <a:close/>
                <a:moveTo>
                  <a:pt x="258071" y="191517"/>
                </a:moveTo>
                <a:cubicBezTo>
                  <a:pt x="261881" y="194819"/>
                  <a:pt x="255785" y="205487"/>
                  <a:pt x="248673" y="215647"/>
                </a:cubicBezTo>
                <a:cubicBezTo>
                  <a:pt x="244863" y="221108"/>
                  <a:pt x="242069" y="229236"/>
                  <a:pt x="236227" y="235840"/>
                </a:cubicBezTo>
                <a:cubicBezTo>
                  <a:pt x="231400" y="241301"/>
                  <a:pt x="222892" y="244222"/>
                  <a:pt x="217177" y="250064"/>
                </a:cubicBezTo>
                <a:cubicBezTo>
                  <a:pt x="211843" y="255525"/>
                  <a:pt x="210065" y="265050"/>
                  <a:pt x="204477" y="270638"/>
                </a:cubicBezTo>
                <a:cubicBezTo>
                  <a:pt x="200794" y="274321"/>
                  <a:pt x="193555" y="275337"/>
                  <a:pt x="188221" y="276480"/>
                </a:cubicBezTo>
                <a:cubicBezTo>
                  <a:pt x="181236" y="277877"/>
                  <a:pt x="174378" y="276988"/>
                  <a:pt x="172600" y="272797"/>
                </a:cubicBezTo>
                <a:lnTo>
                  <a:pt x="172727" y="272797"/>
                </a:lnTo>
                <a:cubicBezTo>
                  <a:pt x="170314" y="267209"/>
                  <a:pt x="174886" y="257811"/>
                  <a:pt x="181490" y="249175"/>
                </a:cubicBezTo>
                <a:cubicBezTo>
                  <a:pt x="188221" y="240539"/>
                  <a:pt x="195333" y="231776"/>
                  <a:pt x="198254" y="228855"/>
                </a:cubicBezTo>
                <a:cubicBezTo>
                  <a:pt x="203080" y="224029"/>
                  <a:pt x="208922" y="218314"/>
                  <a:pt x="215145" y="213361"/>
                </a:cubicBezTo>
                <a:cubicBezTo>
                  <a:pt x="221241" y="208281"/>
                  <a:pt x="227464" y="202947"/>
                  <a:pt x="233306" y="199264"/>
                </a:cubicBezTo>
                <a:cubicBezTo>
                  <a:pt x="242704" y="193295"/>
                  <a:pt x="254896" y="188850"/>
                  <a:pt x="258071" y="191517"/>
                </a:cubicBezTo>
                <a:close/>
                <a:moveTo>
                  <a:pt x="912248" y="223775"/>
                </a:moveTo>
                <a:cubicBezTo>
                  <a:pt x="922789" y="222251"/>
                  <a:pt x="930282" y="224664"/>
                  <a:pt x="933330" y="228855"/>
                </a:cubicBezTo>
                <a:cubicBezTo>
                  <a:pt x="935743" y="232030"/>
                  <a:pt x="933965" y="234951"/>
                  <a:pt x="931679" y="240158"/>
                </a:cubicBezTo>
                <a:cubicBezTo>
                  <a:pt x="929647" y="244349"/>
                  <a:pt x="927234" y="247778"/>
                  <a:pt x="924186" y="250953"/>
                </a:cubicBezTo>
                <a:cubicBezTo>
                  <a:pt x="920503" y="254763"/>
                  <a:pt x="919106" y="260859"/>
                  <a:pt x="915042" y="262129"/>
                </a:cubicBezTo>
                <a:cubicBezTo>
                  <a:pt x="910851" y="263272"/>
                  <a:pt x="905771" y="261748"/>
                  <a:pt x="900945" y="262891"/>
                </a:cubicBezTo>
                <a:cubicBezTo>
                  <a:pt x="896881" y="263780"/>
                  <a:pt x="890912" y="260986"/>
                  <a:pt x="885959" y="262764"/>
                </a:cubicBezTo>
                <a:cubicBezTo>
                  <a:pt x="882022" y="264161"/>
                  <a:pt x="877577" y="267336"/>
                  <a:pt x="873132" y="270257"/>
                </a:cubicBezTo>
                <a:cubicBezTo>
                  <a:pt x="867544" y="273940"/>
                  <a:pt x="864750" y="279909"/>
                  <a:pt x="861448" y="283592"/>
                </a:cubicBezTo>
                <a:cubicBezTo>
                  <a:pt x="857003" y="288672"/>
                  <a:pt x="854082" y="291974"/>
                  <a:pt x="848494" y="292101"/>
                </a:cubicBezTo>
                <a:cubicBezTo>
                  <a:pt x="841763" y="292355"/>
                  <a:pt x="834778" y="287910"/>
                  <a:pt x="833000" y="282703"/>
                </a:cubicBezTo>
                <a:lnTo>
                  <a:pt x="832873" y="282703"/>
                </a:lnTo>
                <a:cubicBezTo>
                  <a:pt x="831095" y="277750"/>
                  <a:pt x="834016" y="271146"/>
                  <a:pt x="837826" y="265939"/>
                </a:cubicBezTo>
                <a:cubicBezTo>
                  <a:pt x="841636" y="260605"/>
                  <a:pt x="848367" y="257557"/>
                  <a:pt x="851161" y="254890"/>
                </a:cubicBezTo>
                <a:cubicBezTo>
                  <a:pt x="856749" y="249683"/>
                  <a:pt x="862083" y="243841"/>
                  <a:pt x="868814" y="239904"/>
                </a:cubicBezTo>
                <a:cubicBezTo>
                  <a:pt x="875672" y="235967"/>
                  <a:pt x="883927" y="235713"/>
                  <a:pt x="890912" y="233173"/>
                </a:cubicBezTo>
                <a:cubicBezTo>
                  <a:pt x="898913" y="230252"/>
                  <a:pt x="905390" y="224664"/>
                  <a:pt x="912248" y="223775"/>
                </a:cubicBezTo>
                <a:close/>
                <a:moveTo>
                  <a:pt x="732543" y="241174"/>
                </a:moveTo>
                <a:cubicBezTo>
                  <a:pt x="739020" y="243841"/>
                  <a:pt x="739147" y="257430"/>
                  <a:pt x="735464" y="264034"/>
                </a:cubicBezTo>
                <a:cubicBezTo>
                  <a:pt x="732289" y="269495"/>
                  <a:pt x="728606" y="275718"/>
                  <a:pt x="724034" y="281687"/>
                </a:cubicBezTo>
                <a:cubicBezTo>
                  <a:pt x="719970" y="287148"/>
                  <a:pt x="715398" y="292482"/>
                  <a:pt x="710699" y="297816"/>
                </a:cubicBezTo>
                <a:cubicBezTo>
                  <a:pt x="705873" y="303023"/>
                  <a:pt x="701047" y="308484"/>
                  <a:pt x="696094" y="312802"/>
                </a:cubicBezTo>
                <a:cubicBezTo>
                  <a:pt x="690252" y="318009"/>
                  <a:pt x="684156" y="321692"/>
                  <a:pt x="678949" y="324613"/>
                </a:cubicBezTo>
                <a:cubicBezTo>
                  <a:pt x="670694" y="329058"/>
                  <a:pt x="667392" y="327661"/>
                  <a:pt x="663455" y="322835"/>
                </a:cubicBezTo>
                <a:cubicBezTo>
                  <a:pt x="660915" y="319914"/>
                  <a:pt x="661550" y="316612"/>
                  <a:pt x="666757" y="307468"/>
                </a:cubicBezTo>
                <a:cubicBezTo>
                  <a:pt x="669805" y="302261"/>
                  <a:pt x="670440" y="294133"/>
                  <a:pt x="674885" y="288037"/>
                </a:cubicBezTo>
                <a:cubicBezTo>
                  <a:pt x="678949" y="282703"/>
                  <a:pt x="683775" y="277369"/>
                  <a:pt x="688347" y="272035"/>
                </a:cubicBezTo>
                <a:cubicBezTo>
                  <a:pt x="693046" y="266701"/>
                  <a:pt x="696094" y="259589"/>
                  <a:pt x="700793" y="254890"/>
                </a:cubicBezTo>
                <a:cubicBezTo>
                  <a:pt x="706254" y="249429"/>
                  <a:pt x="715525" y="248921"/>
                  <a:pt x="720224" y="245365"/>
                </a:cubicBezTo>
                <a:lnTo>
                  <a:pt x="720097" y="245365"/>
                </a:lnTo>
                <a:cubicBezTo>
                  <a:pt x="725431" y="241301"/>
                  <a:pt x="728860" y="239650"/>
                  <a:pt x="732543" y="241174"/>
                </a:cubicBezTo>
                <a:close/>
                <a:moveTo>
                  <a:pt x="65412" y="243079"/>
                </a:moveTo>
                <a:cubicBezTo>
                  <a:pt x="68587" y="243079"/>
                  <a:pt x="71381" y="243841"/>
                  <a:pt x="72905" y="244857"/>
                </a:cubicBezTo>
                <a:cubicBezTo>
                  <a:pt x="78620" y="248540"/>
                  <a:pt x="74937" y="265812"/>
                  <a:pt x="69984" y="271273"/>
                </a:cubicBezTo>
                <a:cubicBezTo>
                  <a:pt x="65412" y="276480"/>
                  <a:pt x="58427" y="279655"/>
                  <a:pt x="53093" y="284354"/>
                </a:cubicBezTo>
                <a:cubicBezTo>
                  <a:pt x="47632" y="289180"/>
                  <a:pt x="44075" y="296546"/>
                  <a:pt x="38615" y="300229"/>
                </a:cubicBezTo>
                <a:cubicBezTo>
                  <a:pt x="31884" y="304674"/>
                  <a:pt x="25407" y="309627"/>
                  <a:pt x="19565" y="311405"/>
                </a:cubicBezTo>
                <a:cubicBezTo>
                  <a:pt x="11056" y="314072"/>
                  <a:pt x="4833" y="309119"/>
                  <a:pt x="1531" y="302896"/>
                </a:cubicBezTo>
                <a:cubicBezTo>
                  <a:pt x="-628" y="298959"/>
                  <a:pt x="-1390" y="290958"/>
                  <a:pt x="5341" y="283338"/>
                </a:cubicBezTo>
                <a:cubicBezTo>
                  <a:pt x="9278" y="278766"/>
                  <a:pt x="17025" y="275972"/>
                  <a:pt x="22740" y="271273"/>
                </a:cubicBezTo>
                <a:cubicBezTo>
                  <a:pt x="27947" y="266828"/>
                  <a:pt x="31503" y="259462"/>
                  <a:pt x="37345" y="255525"/>
                </a:cubicBezTo>
                <a:cubicBezTo>
                  <a:pt x="43314" y="251461"/>
                  <a:pt x="50045" y="247778"/>
                  <a:pt x="55760" y="244984"/>
                </a:cubicBezTo>
                <a:cubicBezTo>
                  <a:pt x="58681" y="243587"/>
                  <a:pt x="62237" y="242952"/>
                  <a:pt x="65412" y="243079"/>
                </a:cubicBezTo>
                <a:close/>
                <a:moveTo>
                  <a:pt x="547885" y="294006"/>
                </a:moveTo>
                <a:cubicBezTo>
                  <a:pt x="551314" y="294006"/>
                  <a:pt x="553727" y="295022"/>
                  <a:pt x="555124" y="296546"/>
                </a:cubicBezTo>
                <a:cubicBezTo>
                  <a:pt x="558553" y="300229"/>
                  <a:pt x="558553" y="306833"/>
                  <a:pt x="550425" y="316104"/>
                </a:cubicBezTo>
                <a:cubicBezTo>
                  <a:pt x="545980" y="321057"/>
                  <a:pt x="538741" y="325248"/>
                  <a:pt x="532264" y="331217"/>
                </a:cubicBezTo>
                <a:cubicBezTo>
                  <a:pt x="526803" y="336170"/>
                  <a:pt x="519691" y="339853"/>
                  <a:pt x="513341" y="345060"/>
                </a:cubicBezTo>
                <a:cubicBezTo>
                  <a:pt x="507499" y="350013"/>
                  <a:pt x="499371" y="352172"/>
                  <a:pt x="493148" y="356998"/>
                </a:cubicBezTo>
                <a:cubicBezTo>
                  <a:pt x="489084" y="360173"/>
                  <a:pt x="485909" y="365253"/>
                  <a:pt x="481083" y="366269"/>
                </a:cubicBezTo>
                <a:cubicBezTo>
                  <a:pt x="474479" y="367793"/>
                  <a:pt x="465589" y="367666"/>
                  <a:pt x="464192" y="363348"/>
                </a:cubicBezTo>
                <a:cubicBezTo>
                  <a:pt x="462414" y="357633"/>
                  <a:pt x="471431" y="349251"/>
                  <a:pt x="479050" y="341377"/>
                </a:cubicBezTo>
                <a:cubicBezTo>
                  <a:pt x="486671" y="333630"/>
                  <a:pt x="492259" y="322835"/>
                  <a:pt x="495434" y="320168"/>
                </a:cubicBezTo>
                <a:cubicBezTo>
                  <a:pt x="500895" y="315977"/>
                  <a:pt x="508642" y="312675"/>
                  <a:pt x="515373" y="308357"/>
                </a:cubicBezTo>
                <a:cubicBezTo>
                  <a:pt x="521977" y="304166"/>
                  <a:pt x="529089" y="300356"/>
                  <a:pt x="535312" y="297308"/>
                </a:cubicBezTo>
                <a:cubicBezTo>
                  <a:pt x="540392" y="294895"/>
                  <a:pt x="544583" y="293879"/>
                  <a:pt x="547885" y="294006"/>
                </a:cubicBezTo>
                <a:close/>
                <a:moveTo>
                  <a:pt x="354464" y="318136"/>
                </a:moveTo>
                <a:cubicBezTo>
                  <a:pt x="358020" y="319279"/>
                  <a:pt x="358655" y="323724"/>
                  <a:pt x="358909" y="329693"/>
                </a:cubicBezTo>
                <a:cubicBezTo>
                  <a:pt x="359036" y="335027"/>
                  <a:pt x="357512" y="339599"/>
                  <a:pt x="355861" y="342901"/>
                </a:cubicBezTo>
                <a:cubicBezTo>
                  <a:pt x="353194" y="348616"/>
                  <a:pt x="349257" y="354204"/>
                  <a:pt x="345193" y="360554"/>
                </a:cubicBezTo>
                <a:cubicBezTo>
                  <a:pt x="341510" y="366269"/>
                  <a:pt x="341891" y="375286"/>
                  <a:pt x="337573" y="380747"/>
                </a:cubicBezTo>
                <a:cubicBezTo>
                  <a:pt x="333255" y="386462"/>
                  <a:pt x="329699" y="393320"/>
                  <a:pt x="325127" y="398019"/>
                </a:cubicBezTo>
                <a:cubicBezTo>
                  <a:pt x="319666" y="403734"/>
                  <a:pt x="312935" y="407798"/>
                  <a:pt x="307855" y="411100"/>
                </a:cubicBezTo>
                <a:cubicBezTo>
                  <a:pt x="299981" y="416307"/>
                  <a:pt x="293250" y="414656"/>
                  <a:pt x="288805" y="410211"/>
                </a:cubicBezTo>
                <a:cubicBezTo>
                  <a:pt x="286138" y="407290"/>
                  <a:pt x="290583" y="403099"/>
                  <a:pt x="295028" y="393574"/>
                </a:cubicBezTo>
                <a:cubicBezTo>
                  <a:pt x="297568" y="388113"/>
                  <a:pt x="294393" y="378334"/>
                  <a:pt x="298457" y="371857"/>
                </a:cubicBezTo>
                <a:cubicBezTo>
                  <a:pt x="302013" y="366142"/>
                  <a:pt x="311665" y="364237"/>
                  <a:pt x="315856" y="358649"/>
                </a:cubicBezTo>
                <a:cubicBezTo>
                  <a:pt x="320047" y="352934"/>
                  <a:pt x="319920" y="343790"/>
                  <a:pt x="324238" y="338710"/>
                </a:cubicBezTo>
                <a:cubicBezTo>
                  <a:pt x="329318" y="332868"/>
                  <a:pt x="335160" y="328296"/>
                  <a:pt x="339605" y="324359"/>
                </a:cubicBezTo>
                <a:cubicBezTo>
                  <a:pt x="344558" y="319914"/>
                  <a:pt x="350654" y="316866"/>
                  <a:pt x="354464" y="318136"/>
                </a:cubicBezTo>
                <a:close/>
                <a:moveTo>
                  <a:pt x="1033660" y="355093"/>
                </a:moveTo>
                <a:cubicBezTo>
                  <a:pt x="1038359" y="355474"/>
                  <a:pt x="1042677" y="356617"/>
                  <a:pt x="1044836" y="359030"/>
                </a:cubicBezTo>
                <a:cubicBezTo>
                  <a:pt x="1047884" y="362332"/>
                  <a:pt x="1049281" y="370079"/>
                  <a:pt x="1048265" y="375286"/>
                </a:cubicBezTo>
                <a:cubicBezTo>
                  <a:pt x="1047249" y="380112"/>
                  <a:pt x="1041534" y="383668"/>
                  <a:pt x="1038740" y="387351"/>
                </a:cubicBezTo>
                <a:cubicBezTo>
                  <a:pt x="1034041" y="393447"/>
                  <a:pt x="1030104" y="396622"/>
                  <a:pt x="1022103" y="399543"/>
                </a:cubicBezTo>
                <a:cubicBezTo>
                  <a:pt x="1017277" y="401321"/>
                  <a:pt x="1008260" y="398019"/>
                  <a:pt x="1000513" y="402591"/>
                </a:cubicBezTo>
                <a:cubicBezTo>
                  <a:pt x="993528" y="406782"/>
                  <a:pt x="989083" y="411227"/>
                  <a:pt x="985527" y="414275"/>
                </a:cubicBezTo>
                <a:cubicBezTo>
                  <a:pt x="980701" y="418085"/>
                  <a:pt x="980193" y="426467"/>
                  <a:pt x="972700" y="428753"/>
                </a:cubicBezTo>
                <a:cubicBezTo>
                  <a:pt x="968763" y="429896"/>
                  <a:pt x="953015" y="432309"/>
                  <a:pt x="947300" y="426086"/>
                </a:cubicBezTo>
                <a:cubicBezTo>
                  <a:pt x="943871" y="422530"/>
                  <a:pt x="948316" y="417069"/>
                  <a:pt x="950856" y="410719"/>
                </a:cubicBezTo>
                <a:cubicBezTo>
                  <a:pt x="953015" y="405512"/>
                  <a:pt x="953269" y="399416"/>
                  <a:pt x="957968" y="396114"/>
                </a:cubicBezTo>
                <a:cubicBezTo>
                  <a:pt x="964064" y="391923"/>
                  <a:pt x="968255" y="394082"/>
                  <a:pt x="973335" y="393447"/>
                </a:cubicBezTo>
                <a:cubicBezTo>
                  <a:pt x="977907" y="392812"/>
                  <a:pt x="982225" y="387732"/>
                  <a:pt x="988829" y="384176"/>
                </a:cubicBezTo>
                <a:cubicBezTo>
                  <a:pt x="996322" y="380112"/>
                  <a:pt x="1002799" y="377572"/>
                  <a:pt x="1006990" y="373254"/>
                </a:cubicBezTo>
                <a:cubicBezTo>
                  <a:pt x="1011435" y="368682"/>
                  <a:pt x="1012578" y="359792"/>
                  <a:pt x="1020325" y="356871"/>
                </a:cubicBezTo>
                <a:cubicBezTo>
                  <a:pt x="1024008" y="355474"/>
                  <a:pt x="1029088" y="354839"/>
                  <a:pt x="1033660" y="355093"/>
                </a:cubicBezTo>
                <a:close/>
                <a:moveTo>
                  <a:pt x="1153675" y="368047"/>
                </a:moveTo>
                <a:cubicBezTo>
                  <a:pt x="1159644" y="371222"/>
                  <a:pt x="1163073" y="384430"/>
                  <a:pt x="1161803" y="388240"/>
                </a:cubicBezTo>
                <a:cubicBezTo>
                  <a:pt x="1159898" y="394082"/>
                  <a:pt x="1154818" y="398908"/>
                  <a:pt x="1150373" y="404369"/>
                </a:cubicBezTo>
                <a:cubicBezTo>
                  <a:pt x="1145801" y="409830"/>
                  <a:pt x="1142245" y="415926"/>
                  <a:pt x="1136657" y="418466"/>
                </a:cubicBezTo>
                <a:cubicBezTo>
                  <a:pt x="1130180" y="421514"/>
                  <a:pt x="1124084" y="421260"/>
                  <a:pt x="1118496" y="416307"/>
                </a:cubicBezTo>
                <a:cubicBezTo>
                  <a:pt x="1114686" y="412878"/>
                  <a:pt x="1114686" y="406401"/>
                  <a:pt x="1118115" y="398908"/>
                </a:cubicBezTo>
                <a:cubicBezTo>
                  <a:pt x="1120401" y="393701"/>
                  <a:pt x="1125608" y="389256"/>
                  <a:pt x="1129799" y="384303"/>
                </a:cubicBezTo>
                <a:cubicBezTo>
                  <a:pt x="1134244" y="378969"/>
                  <a:pt x="1138181" y="373635"/>
                  <a:pt x="1142753" y="371095"/>
                </a:cubicBezTo>
                <a:lnTo>
                  <a:pt x="1142880" y="371095"/>
                </a:lnTo>
                <a:cubicBezTo>
                  <a:pt x="1146055" y="369317"/>
                  <a:pt x="1150246" y="366269"/>
                  <a:pt x="1153675" y="368047"/>
                </a:cubicBezTo>
                <a:close/>
                <a:moveTo>
                  <a:pt x="158630" y="375032"/>
                </a:moveTo>
                <a:cubicBezTo>
                  <a:pt x="165615" y="371476"/>
                  <a:pt x="172219" y="371349"/>
                  <a:pt x="177172" y="375540"/>
                </a:cubicBezTo>
                <a:cubicBezTo>
                  <a:pt x="183649" y="381001"/>
                  <a:pt x="179839" y="388875"/>
                  <a:pt x="174759" y="397130"/>
                </a:cubicBezTo>
                <a:cubicBezTo>
                  <a:pt x="170695" y="403861"/>
                  <a:pt x="170441" y="409322"/>
                  <a:pt x="162948" y="413132"/>
                </a:cubicBezTo>
                <a:cubicBezTo>
                  <a:pt x="158375" y="415418"/>
                  <a:pt x="152915" y="418212"/>
                  <a:pt x="145675" y="423673"/>
                </a:cubicBezTo>
                <a:cubicBezTo>
                  <a:pt x="139072" y="428626"/>
                  <a:pt x="134627" y="431674"/>
                  <a:pt x="131325" y="434976"/>
                </a:cubicBezTo>
                <a:cubicBezTo>
                  <a:pt x="127007" y="439421"/>
                  <a:pt x="124086" y="444247"/>
                  <a:pt x="116974" y="447295"/>
                </a:cubicBezTo>
                <a:lnTo>
                  <a:pt x="116974" y="447422"/>
                </a:lnTo>
                <a:cubicBezTo>
                  <a:pt x="113291" y="449073"/>
                  <a:pt x="95892" y="455804"/>
                  <a:pt x="89542" y="450216"/>
                </a:cubicBezTo>
                <a:cubicBezTo>
                  <a:pt x="85859" y="447041"/>
                  <a:pt x="88145" y="437897"/>
                  <a:pt x="89923" y="431293"/>
                </a:cubicBezTo>
                <a:cubicBezTo>
                  <a:pt x="91574" y="425832"/>
                  <a:pt x="94241" y="420244"/>
                  <a:pt x="98559" y="416561"/>
                </a:cubicBezTo>
                <a:cubicBezTo>
                  <a:pt x="104147" y="411735"/>
                  <a:pt x="108973" y="412497"/>
                  <a:pt x="113672" y="410846"/>
                </a:cubicBezTo>
                <a:cubicBezTo>
                  <a:pt x="117990" y="409449"/>
                  <a:pt x="120784" y="403988"/>
                  <a:pt x="127007" y="399797"/>
                </a:cubicBezTo>
                <a:cubicBezTo>
                  <a:pt x="133992" y="394971"/>
                  <a:pt x="136150" y="389510"/>
                  <a:pt x="139834" y="384684"/>
                </a:cubicBezTo>
                <a:cubicBezTo>
                  <a:pt x="143771" y="379604"/>
                  <a:pt x="151264" y="378715"/>
                  <a:pt x="158630" y="375032"/>
                </a:cubicBezTo>
                <a:close/>
                <a:moveTo>
                  <a:pt x="850653" y="378461"/>
                </a:moveTo>
                <a:cubicBezTo>
                  <a:pt x="853955" y="380493"/>
                  <a:pt x="857130" y="388240"/>
                  <a:pt x="857384" y="394209"/>
                </a:cubicBezTo>
                <a:cubicBezTo>
                  <a:pt x="857511" y="399162"/>
                  <a:pt x="853955" y="404750"/>
                  <a:pt x="852177" y="408941"/>
                </a:cubicBezTo>
                <a:cubicBezTo>
                  <a:pt x="850145" y="413894"/>
                  <a:pt x="845065" y="414275"/>
                  <a:pt x="841001" y="416688"/>
                </a:cubicBezTo>
                <a:cubicBezTo>
                  <a:pt x="837064" y="419228"/>
                  <a:pt x="836175" y="426594"/>
                  <a:pt x="832111" y="429388"/>
                </a:cubicBezTo>
                <a:cubicBezTo>
                  <a:pt x="828682" y="431801"/>
                  <a:pt x="821697" y="430404"/>
                  <a:pt x="818014" y="434214"/>
                </a:cubicBezTo>
                <a:cubicBezTo>
                  <a:pt x="815220" y="437262"/>
                  <a:pt x="812680" y="441580"/>
                  <a:pt x="809759" y="445898"/>
                </a:cubicBezTo>
                <a:cubicBezTo>
                  <a:pt x="805949" y="451486"/>
                  <a:pt x="803282" y="456566"/>
                  <a:pt x="801377" y="460884"/>
                </a:cubicBezTo>
                <a:cubicBezTo>
                  <a:pt x="798710" y="467107"/>
                  <a:pt x="798329" y="472441"/>
                  <a:pt x="793249" y="474727"/>
                </a:cubicBezTo>
                <a:cubicBezTo>
                  <a:pt x="787026" y="477394"/>
                  <a:pt x="781946" y="472441"/>
                  <a:pt x="778263" y="468123"/>
                </a:cubicBezTo>
                <a:lnTo>
                  <a:pt x="778263" y="467996"/>
                </a:lnTo>
                <a:cubicBezTo>
                  <a:pt x="774834" y="463932"/>
                  <a:pt x="774199" y="460376"/>
                  <a:pt x="775723" y="454153"/>
                </a:cubicBezTo>
                <a:cubicBezTo>
                  <a:pt x="777247" y="447803"/>
                  <a:pt x="778898" y="441326"/>
                  <a:pt x="780549" y="437770"/>
                </a:cubicBezTo>
                <a:cubicBezTo>
                  <a:pt x="783724" y="430912"/>
                  <a:pt x="784486" y="421641"/>
                  <a:pt x="789312" y="415418"/>
                </a:cubicBezTo>
                <a:cubicBezTo>
                  <a:pt x="794138" y="409195"/>
                  <a:pt x="804425" y="407925"/>
                  <a:pt x="810013" y="402845"/>
                </a:cubicBezTo>
                <a:cubicBezTo>
                  <a:pt x="816236" y="397130"/>
                  <a:pt x="821570" y="391796"/>
                  <a:pt x="827539" y="388367"/>
                </a:cubicBezTo>
                <a:cubicBezTo>
                  <a:pt x="836810" y="383033"/>
                  <a:pt x="846208" y="375667"/>
                  <a:pt x="850653" y="378461"/>
                </a:cubicBezTo>
                <a:close/>
                <a:moveTo>
                  <a:pt x="655835" y="426848"/>
                </a:moveTo>
                <a:cubicBezTo>
                  <a:pt x="659899" y="426721"/>
                  <a:pt x="663709" y="427483"/>
                  <a:pt x="666122" y="429642"/>
                </a:cubicBezTo>
                <a:cubicBezTo>
                  <a:pt x="669551" y="432563"/>
                  <a:pt x="665868" y="439040"/>
                  <a:pt x="665614" y="444120"/>
                </a:cubicBezTo>
                <a:cubicBezTo>
                  <a:pt x="665487" y="448565"/>
                  <a:pt x="668789" y="454407"/>
                  <a:pt x="666376" y="458344"/>
                </a:cubicBezTo>
                <a:cubicBezTo>
                  <a:pt x="662185" y="464821"/>
                  <a:pt x="655962" y="466472"/>
                  <a:pt x="648342" y="470028"/>
                </a:cubicBezTo>
                <a:cubicBezTo>
                  <a:pt x="643643" y="472314"/>
                  <a:pt x="639960" y="477648"/>
                  <a:pt x="632594" y="482982"/>
                </a:cubicBezTo>
                <a:cubicBezTo>
                  <a:pt x="625863" y="487681"/>
                  <a:pt x="621799" y="490602"/>
                  <a:pt x="618370" y="493777"/>
                </a:cubicBezTo>
                <a:cubicBezTo>
                  <a:pt x="614052" y="498095"/>
                  <a:pt x="607067" y="496190"/>
                  <a:pt x="599828" y="499111"/>
                </a:cubicBezTo>
                <a:lnTo>
                  <a:pt x="599828" y="498984"/>
                </a:lnTo>
                <a:cubicBezTo>
                  <a:pt x="596018" y="500635"/>
                  <a:pt x="582302" y="509398"/>
                  <a:pt x="576079" y="503683"/>
                </a:cubicBezTo>
                <a:cubicBezTo>
                  <a:pt x="572396" y="500381"/>
                  <a:pt x="573158" y="493523"/>
                  <a:pt x="575190" y="486919"/>
                </a:cubicBezTo>
                <a:cubicBezTo>
                  <a:pt x="576841" y="481585"/>
                  <a:pt x="578365" y="474600"/>
                  <a:pt x="582683" y="470917"/>
                </a:cubicBezTo>
                <a:cubicBezTo>
                  <a:pt x="588398" y="466218"/>
                  <a:pt x="594494" y="468377"/>
                  <a:pt x="599447" y="467234"/>
                </a:cubicBezTo>
                <a:cubicBezTo>
                  <a:pt x="603892" y="466218"/>
                  <a:pt x="610115" y="466218"/>
                  <a:pt x="616465" y="462027"/>
                </a:cubicBezTo>
                <a:cubicBezTo>
                  <a:pt x="623577" y="457328"/>
                  <a:pt x="625736" y="448946"/>
                  <a:pt x="629419" y="444374"/>
                </a:cubicBezTo>
                <a:cubicBezTo>
                  <a:pt x="633483" y="439294"/>
                  <a:pt x="636277" y="433452"/>
                  <a:pt x="643770" y="429769"/>
                </a:cubicBezTo>
                <a:cubicBezTo>
                  <a:pt x="647326" y="428118"/>
                  <a:pt x="651644" y="426975"/>
                  <a:pt x="655835" y="426848"/>
                </a:cubicBezTo>
                <a:close/>
                <a:moveTo>
                  <a:pt x="472320" y="461011"/>
                </a:moveTo>
                <a:cubicBezTo>
                  <a:pt x="476130" y="464059"/>
                  <a:pt x="469272" y="470663"/>
                  <a:pt x="462541" y="480950"/>
                </a:cubicBezTo>
                <a:cubicBezTo>
                  <a:pt x="458858" y="486538"/>
                  <a:pt x="457207" y="495047"/>
                  <a:pt x="451619" y="501905"/>
                </a:cubicBezTo>
                <a:cubicBezTo>
                  <a:pt x="446920" y="507493"/>
                  <a:pt x="440316" y="512192"/>
                  <a:pt x="434855" y="518288"/>
                </a:cubicBezTo>
                <a:cubicBezTo>
                  <a:pt x="429648" y="524003"/>
                  <a:pt x="426473" y="531750"/>
                  <a:pt x="421012" y="537338"/>
                </a:cubicBezTo>
                <a:cubicBezTo>
                  <a:pt x="417456" y="541148"/>
                  <a:pt x="410598" y="542926"/>
                  <a:pt x="405391" y="544958"/>
                </a:cubicBezTo>
                <a:cubicBezTo>
                  <a:pt x="398533" y="547625"/>
                  <a:pt x="392564" y="547371"/>
                  <a:pt x="390659" y="543180"/>
                </a:cubicBezTo>
                <a:cubicBezTo>
                  <a:pt x="389262" y="540005"/>
                  <a:pt x="387611" y="534671"/>
                  <a:pt x="389770" y="529337"/>
                </a:cubicBezTo>
                <a:cubicBezTo>
                  <a:pt x="391421" y="525400"/>
                  <a:pt x="395485" y="521971"/>
                  <a:pt x="398279" y="518161"/>
                </a:cubicBezTo>
                <a:cubicBezTo>
                  <a:pt x="404629" y="509271"/>
                  <a:pt x="413646" y="501905"/>
                  <a:pt x="416440" y="498857"/>
                </a:cubicBezTo>
                <a:cubicBezTo>
                  <a:pt x="421139" y="493904"/>
                  <a:pt x="429394" y="491237"/>
                  <a:pt x="435363" y="486030"/>
                </a:cubicBezTo>
                <a:cubicBezTo>
                  <a:pt x="441332" y="480823"/>
                  <a:pt x="446285" y="474854"/>
                  <a:pt x="452000" y="470917"/>
                </a:cubicBezTo>
                <a:cubicBezTo>
                  <a:pt x="461271" y="464694"/>
                  <a:pt x="469018" y="458344"/>
                  <a:pt x="472320" y="461011"/>
                </a:cubicBezTo>
                <a:close/>
                <a:moveTo>
                  <a:pt x="1294518" y="483871"/>
                </a:moveTo>
                <a:cubicBezTo>
                  <a:pt x="1298582" y="487808"/>
                  <a:pt x="1298455" y="493650"/>
                  <a:pt x="1292486" y="501905"/>
                </a:cubicBezTo>
                <a:cubicBezTo>
                  <a:pt x="1288930" y="506985"/>
                  <a:pt x="1281818" y="510414"/>
                  <a:pt x="1276357" y="516002"/>
                </a:cubicBezTo>
                <a:cubicBezTo>
                  <a:pt x="1271531" y="520955"/>
                  <a:pt x="1265816" y="525273"/>
                  <a:pt x="1260482" y="530099"/>
                </a:cubicBezTo>
                <a:cubicBezTo>
                  <a:pt x="1254513" y="535433"/>
                  <a:pt x="1242702" y="536957"/>
                  <a:pt x="1239146" y="530226"/>
                </a:cubicBezTo>
                <a:cubicBezTo>
                  <a:pt x="1236479" y="525273"/>
                  <a:pt x="1239654" y="519939"/>
                  <a:pt x="1243718" y="514224"/>
                </a:cubicBezTo>
                <a:cubicBezTo>
                  <a:pt x="1248036" y="508128"/>
                  <a:pt x="1253116" y="502159"/>
                  <a:pt x="1255148" y="500254"/>
                </a:cubicBezTo>
                <a:cubicBezTo>
                  <a:pt x="1260228" y="495428"/>
                  <a:pt x="1267213" y="490094"/>
                  <a:pt x="1274071" y="486284"/>
                </a:cubicBezTo>
                <a:cubicBezTo>
                  <a:pt x="1283215" y="481077"/>
                  <a:pt x="1290708" y="480061"/>
                  <a:pt x="1294518" y="483871"/>
                </a:cubicBezTo>
                <a:close/>
                <a:moveTo>
                  <a:pt x="1145293" y="490094"/>
                </a:moveTo>
                <a:cubicBezTo>
                  <a:pt x="1150627" y="494920"/>
                  <a:pt x="1146817" y="508509"/>
                  <a:pt x="1141483" y="516891"/>
                </a:cubicBezTo>
                <a:cubicBezTo>
                  <a:pt x="1138689" y="521336"/>
                  <a:pt x="1133355" y="521590"/>
                  <a:pt x="1129799" y="524257"/>
                </a:cubicBezTo>
                <a:cubicBezTo>
                  <a:pt x="1126370" y="526924"/>
                  <a:pt x="1124973" y="533147"/>
                  <a:pt x="1120401" y="535179"/>
                </a:cubicBezTo>
                <a:cubicBezTo>
                  <a:pt x="1116591" y="536957"/>
                  <a:pt x="1113162" y="539624"/>
                  <a:pt x="1108717" y="542164"/>
                </a:cubicBezTo>
                <a:cubicBezTo>
                  <a:pt x="1105161" y="544196"/>
                  <a:pt x="1100335" y="544704"/>
                  <a:pt x="1096525" y="548387"/>
                </a:cubicBezTo>
                <a:cubicBezTo>
                  <a:pt x="1091826" y="553086"/>
                  <a:pt x="1088651" y="557150"/>
                  <a:pt x="1085857" y="560579"/>
                </a:cubicBezTo>
                <a:cubicBezTo>
                  <a:pt x="1081920" y="565532"/>
                  <a:pt x="1078491" y="566675"/>
                  <a:pt x="1073030" y="568072"/>
                </a:cubicBezTo>
                <a:cubicBezTo>
                  <a:pt x="1066426" y="569723"/>
                  <a:pt x="1058044" y="571501"/>
                  <a:pt x="1055123" y="566802"/>
                </a:cubicBezTo>
                <a:cubicBezTo>
                  <a:pt x="1052456" y="562103"/>
                  <a:pt x="1054615" y="553848"/>
                  <a:pt x="1057155" y="548006"/>
                </a:cubicBezTo>
                <a:cubicBezTo>
                  <a:pt x="1059822" y="542037"/>
                  <a:pt x="1066045" y="537465"/>
                  <a:pt x="1068331" y="534417"/>
                </a:cubicBezTo>
                <a:cubicBezTo>
                  <a:pt x="1072649" y="528194"/>
                  <a:pt x="1078364" y="523114"/>
                  <a:pt x="1084206" y="517780"/>
                </a:cubicBezTo>
                <a:cubicBezTo>
                  <a:pt x="1090048" y="512446"/>
                  <a:pt x="1094366" y="505080"/>
                  <a:pt x="1100589" y="501016"/>
                </a:cubicBezTo>
                <a:cubicBezTo>
                  <a:pt x="1107828" y="496444"/>
                  <a:pt x="1117226" y="498349"/>
                  <a:pt x="1123703" y="496063"/>
                </a:cubicBezTo>
                <a:cubicBezTo>
                  <a:pt x="1133736" y="492380"/>
                  <a:pt x="1141483" y="486665"/>
                  <a:pt x="1145293" y="490094"/>
                </a:cubicBezTo>
                <a:close/>
                <a:moveTo>
                  <a:pt x="276613" y="508255"/>
                </a:moveTo>
                <a:cubicBezTo>
                  <a:pt x="279915" y="507112"/>
                  <a:pt x="282328" y="506985"/>
                  <a:pt x="284233" y="508636"/>
                </a:cubicBezTo>
                <a:cubicBezTo>
                  <a:pt x="287154" y="511303"/>
                  <a:pt x="287027" y="515367"/>
                  <a:pt x="286265" y="520955"/>
                </a:cubicBezTo>
                <a:cubicBezTo>
                  <a:pt x="285630" y="525527"/>
                  <a:pt x="283979" y="529591"/>
                  <a:pt x="281566" y="533401"/>
                </a:cubicBezTo>
                <a:cubicBezTo>
                  <a:pt x="278772" y="537846"/>
                  <a:pt x="275724" y="540005"/>
                  <a:pt x="271914" y="542418"/>
                </a:cubicBezTo>
                <a:cubicBezTo>
                  <a:pt x="268104" y="544958"/>
                  <a:pt x="265818" y="550419"/>
                  <a:pt x="261246" y="552578"/>
                </a:cubicBezTo>
                <a:cubicBezTo>
                  <a:pt x="254388" y="555626"/>
                  <a:pt x="246768" y="558039"/>
                  <a:pt x="238386" y="566421"/>
                </a:cubicBezTo>
                <a:cubicBezTo>
                  <a:pt x="233687" y="571247"/>
                  <a:pt x="228353" y="573152"/>
                  <a:pt x="225432" y="576327"/>
                </a:cubicBezTo>
                <a:cubicBezTo>
                  <a:pt x="221114" y="580772"/>
                  <a:pt x="219336" y="584836"/>
                  <a:pt x="213875" y="586106"/>
                </a:cubicBezTo>
                <a:cubicBezTo>
                  <a:pt x="207271" y="587757"/>
                  <a:pt x="197492" y="588900"/>
                  <a:pt x="194698" y="584201"/>
                </a:cubicBezTo>
                <a:lnTo>
                  <a:pt x="194571" y="584201"/>
                </a:lnTo>
                <a:cubicBezTo>
                  <a:pt x="191904" y="579502"/>
                  <a:pt x="197365" y="571628"/>
                  <a:pt x="199905" y="565786"/>
                </a:cubicBezTo>
                <a:cubicBezTo>
                  <a:pt x="202572" y="559690"/>
                  <a:pt x="203334" y="551943"/>
                  <a:pt x="205620" y="548768"/>
                </a:cubicBezTo>
                <a:cubicBezTo>
                  <a:pt x="209938" y="542545"/>
                  <a:pt x="220352" y="541402"/>
                  <a:pt x="226067" y="536068"/>
                </a:cubicBezTo>
                <a:cubicBezTo>
                  <a:pt x="231909" y="530734"/>
                  <a:pt x="237116" y="525273"/>
                  <a:pt x="243339" y="521336"/>
                </a:cubicBezTo>
                <a:cubicBezTo>
                  <a:pt x="250578" y="516764"/>
                  <a:pt x="257817" y="515494"/>
                  <a:pt x="264294" y="513081"/>
                </a:cubicBezTo>
                <a:cubicBezTo>
                  <a:pt x="269374" y="511303"/>
                  <a:pt x="273311" y="509398"/>
                  <a:pt x="276613" y="508255"/>
                </a:cubicBezTo>
                <a:close/>
                <a:moveTo>
                  <a:pt x="959365" y="518923"/>
                </a:moveTo>
                <a:cubicBezTo>
                  <a:pt x="963302" y="521209"/>
                  <a:pt x="965461" y="524384"/>
                  <a:pt x="965588" y="529845"/>
                </a:cubicBezTo>
                <a:cubicBezTo>
                  <a:pt x="965842" y="534544"/>
                  <a:pt x="968255" y="540894"/>
                  <a:pt x="966731" y="545085"/>
                </a:cubicBezTo>
                <a:cubicBezTo>
                  <a:pt x="963937" y="552324"/>
                  <a:pt x="956571" y="553467"/>
                  <a:pt x="949840" y="558420"/>
                </a:cubicBezTo>
                <a:cubicBezTo>
                  <a:pt x="945649" y="561468"/>
                  <a:pt x="939807" y="564897"/>
                  <a:pt x="933584" y="571501"/>
                </a:cubicBezTo>
                <a:cubicBezTo>
                  <a:pt x="927996" y="577597"/>
                  <a:pt x="921773" y="580264"/>
                  <a:pt x="919106" y="584074"/>
                </a:cubicBezTo>
                <a:cubicBezTo>
                  <a:pt x="915550" y="589154"/>
                  <a:pt x="915042" y="592964"/>
                  <a:pt x="908565" y="597282"/>
                </a:cubicBezTo>
                <a:lnTo>
                  <a:pt x="908565" y="597155"/>
                </a:lnTo>
                <a:cubicBezTo>
                  <a:pt x="905263" y="599568"/>
                  <a:pt x="893579" y="612395"/>
                  <a:pt x="886340" y="608077"/>
                </a:cubicBezTo>
                <a:cubicBezTo>
                  <a:pt x="882149" y="605664"/>
                  <a:pt x="880879" y="597790"/>
                  <a:pt x="881641" y="590932"/>
                </a:cubicBezTo>
                <a:cubicBezTo>
                  <a:pt x="882149" y="585344"/>
                  <a:pt x="881641" y="577089"/>
                  <a:pt x="885197" y="572644"/>
                </a:cubicBezTo>
                <a:cubicBezTo>
                  <a:pt x="889896" y="566802"/>
                  <a:pt x="896754" y="568453"/>
                  <a:pt x="901707" y="566675"/>
                </a:cubicBezTo>
                <a:cubicBezTo>
                  <a:pt x="906279" y="565024"/>
                  <a:pt x="908565" y="559563"/>
                  <a:pt x="914026" y="554229"/>
                </a:cubicBezTo>
                <a:cubicBezTo>
                  <a:pt x="920122" y="548260"/>
                  <a:pt x="921773" y="542291"/>
                  <a:pt x="924567" y="536957"/>
                </a:cubicBezTo>
                <a:cubicBezTo>
                  <a:pt x="927488" y="531242"/>
                  <a:pt x="931933" y="526416"/>
                  <a:pt x="938537" y="521336"/>
                </a:cubicBezTo>
                <a:cubicBezTo>
                  <a:pt x="944887" y="516637"/>
                  <a:pt x="953777" y="515748"/>
                  <a:pt x="959365" y="518923"/>
                </a:cubicBezTo>
                <a:close/>
                <a:moveTo>
                  <a:pt x="91320" y="547879"/>
                </a:moveTo>
                <a:cubicBezTo>
                  <a:pt x="94495" y="547117"/>
                  <a:pt x="97797" y="547879"/>
                  <a:pt x="101353" y="552705"/>
                </a:cubicBezTo>
                <a:cubicBezTo>
                  <a:pt x="104528" y="557150"/>
                  <a:pt x="104528" y="560198"/>
                  <a:pt x="103258" y="564389"/>
                </a:cubicBezTo>
                <a:cubicBezTo>
                  <a:pt x="101607" y="569723"/>
                  <a:pt x="99956" y="575184"/>
                  <a:pt x="98813" y="577343"/>
                </a:cubicBezTo>
                <a:cubicBezTo>
                  <a:pt x="97416" y="579502"/>
                  <a:pt x="89669" y="587249"/>
                  <a:pt x="79255" y="595377"/>
                </a:cubicBezTo>
                <a:cubicBezTo>
                  <a:pt x="73032" y="600330"/>
                  <a:pt x="66428" y="608839"/>
                  <a:pt x="56903" y="610744"/>
                </a:cubicBezTo>
                <a:cubicBezTo>
                  <a:pt x="52458" y="611760"/>
                  <a:pt x="40520" y="612522"/>
                  <a:pt x="37725" y="608712"/>
                </a:cubicBezTo>
                <a:cubicBezTo>
                  <a:pt x="30614" y="598806"/>
                  <a:pt x="44838" y="593726"/>
                  <a:pt x="49029" y="586995"/>
                </a:cubicBezTo>
                <a:cubicBezTo>
                  <a:pt x="51950" y="582042"/>
                  <a:pt x="54871" y="573914"/>
                  <a:pt x="62491" y="567056"/>
                </a:cubicBezTo>
                <a:cubicBezTo>
                  <a:pt x="67698" y="562357"/>
                  <a:pt x="73286" y="554991"/>
                  <a:pt x="82303" y="551943"/>
                </a:cubicBezTo>
                <a:cubicBezTo>
                  <a:pt x="85224" y="550927"/>
                  <a:pt x="88145" y="548641"/>
                  <a:pt x="91320" y="547879"/>
                </a:cubicBezTo>
                <a:close/>
                <a:moveTo>
                  <a:pt x="779787" y="576962"/>
                </a:moveTo>
                <a:cubicBezTo>
                  <a:pt x="782454" y="576581"/>
                  <a:pt x="784740" y="577216"/>
                  <a:pt x="786010" y="580137"/>
                </a:cubicBezTo>
                <a:cubicBezTo>
                  <a:pt x="788423" y="585598"/>
                  <a:pt x="784994" y="593980"/>
                  <a:pt x="780803" y="598806"/>
                </a:cubicBezTo>
                <a:cubicBezTo>
                  <a:pt x="776231" y="604267"/>
                  <a:pt x="765563" y="604394"/>
                  <a:pt x="763404" y="606553"/>
                </a:cubicBezTo>
                <a:cubicBezTo>
                  <a:pt x="761626" y="608331"/>
                  <a:pt x="759213" y="619253"/>
                  <a:pt x="749561" y="625984"/>
                </a:cubicBezTo>
                <a:cubicBezTo>
                  <a:pt x="743846" y="629921"/>
                  <a:pt x="736861" y="634874"/>
                  <a:pt x="729114" y="638176"/>
                </a:cubicBezTo>
                <a:cubicBezTo>
                  <a:pt x="722256" y="641097"/>
                  <a:pt x="713620" y="640970"/>
                  <a:pt x="705619" y="642240"/>
                </a:cubicBezTo>
                <a:cubicBezTo>
                  <a:pt x="699904" y="643002"/>
                  <a:pt x="691395" y="643383"/>
                  <a:pt x="689363" y="639065"/>
                </a:cubicBezTo>
                <a:cubicBezTo>
                  <a:pt x="686696" y="633096"/>
                  <a:pt x="688601" y="633858"/>
                  <a:pt x="693046" y="630556"/>
                </a:cubicBezTo>
                <a:cubicBezTo>
                  <a:pt x="697110" y="627635"/>
                  <a:pt x="701682" y="623698"/>
                  <a:pt x="705111" y="620269"/>
                </a:cubicBezTo>
                <a:cubicBezTo>
                  <a:pt x="709048" y="616459"/>
                  <a:pt x="712985" y="610490"/>
                  <a:pt x="719970" y="605156"/>
                </a:cubicBezTo>
                <a:cubicBezTo>
                  <a:pt x="725050" y="601219"/>
                  <a:pt x="728733" y="593599"/>
                  <a:pt x="735845" y="590043"/>
                </a:cubicBezTo>
                <a:cubicBezTo>
                  <a:pt x="741814" y="587249"/>
                  <a:pt x="748545" y="583439"/>
                  <a:pt x="756165" y="581534"/>
                </a:cubicBezTo>
                <a:cubicBezTo>
                  <a:pt x="759975" y="580645"/>
                  <a:pt x="766452" y="581788"/>
                  <a:pt x="771405" y="579756"/>
                </a:cubicBezTo>
                <a:cubicBezTo>
                  <a:pt x="774072" y="578613"/>
                  <a:pt x="777120" y="577343"/>
                  <a:pt x="779787" y="576962"/>
                </a:cubicBezTo>
                <a:close/>
                <a:moveTo>
                  <a:pt x="566300" y="589027"/>
                </a:moveTo>
                <a:cubicBezTo>
                  <a:pt x="569856" y="587249"/>
                  <a:pt x="573285" y="586995"/>
                  <a:pt x="576079" y="589535"/>
                </a:cubicBezTo>
                <a:cubicBezTo>
                  <a:pt x="580778" y="593980"/>
                  <a:pt x="576079" y="604267"/>
                  <a:pt x="572396" y="614300"/>
                </a:cubicBezTo>
                <a:cubicBezTo>
                  <a:pt x="569983" y="620777"/>
                  <a:pt x="568332" y="628905"/>
                  <a:pt x="562998" y="636144"/>
                </a:cubicBezTo>
                <a:cubicBezTo>
                  <a:pt x="558680" y="642367"/>
                  <a:pt x="552838" y="647955"/>
                  <a:pt x="546742" y="653797"/>
                </a:cubicBezTo>
                <a:cubicBezTo>
                  <a:pt x="541154" y="659258"/>
                  <a:pt x="534042" y="662941"/>
                  <a:pt x="527311" y="667386"/>
                </a:cubicBezTo>
                <a:cubicBezTo>
                  <a:pt x="523500" y="669926"/>
                  <a:pt x="517913" y="672720"/>
                  <a:pt x="512198" y="674752"/>
                </a:cubicBezTo>
                <a:cubicBezTo>
                  <a:pt x="505594" y="677165"/>
                  <a:pt x="499752" y="680594"/>
                  <a:pt x="496323" y="677292"/>
                </a:cubicBezTo>
                <a:cubicBezTo>
                  <a:pt x="491370" y="672593"/>
                  <a:pt x="496069" y="662179"/>
                  <a:pt x="499879" y="654559"/>
                </a:cubicBezTo>
                <a:lnTo>
                  <a:pt x="499879" y="654432"/>
                </a:lnTo>
                <a:cubicBezTo>
                  <a:pt x="502927" y="648463"/>
                  <a:pt x="504832" y="643256"/>
                  <a:pt x="509785" y="639446"/>
                </a:cubicBezTo>
                <a:cubicBezTo>
                  <a:pt x="514230" y="636144"/>
                  <a:pt x="518294" y="631445"/>
                  <a:pt x="524009" y="627381"/>
                </a:cubicBezTo>
                <a:cubicBezTo>
                  <a:pt x="530359" y="622682"/>
                  <a:pt x="533788" y="616332"/>
                  <a:pt x="538360" y="611760"/>
                </a:cubicBezTo>
                <a:cubicBezTo>
                  <a:pt x="544456" y="605918"/>
                  <a:pt x="551314" y="602743"/>
                  <a:pt x="555251" y="598425"/>
                </a:cubicBezTo>
                <a:cubicBezTo>
                  <a:pt x="558934" y="594361"/>
                  <a:pt x="562744" y="590932"/>
                  <a:pt x="566300" y="589027"/>
                </a:cubicBezTo>
                <a:close/>
                <a:moveTo>
                  <a:pt x="1402087" y="604140"/>
                </a:moveTo>
                <a:cubicBezTo>
                  <a:pt x="1407929" y="609093"/>
                  <a:pt x="1410850" y="620777"/>
                  <a:pt x="1407421" y="630937"/>
                </a:cubicBezTo>
                <a:cubicBezTo>
                  <a:pt x="1404881" y="638176"/>
                  <a:pt x="1397007" y="644907"/>
                  <a:pt x="1390911" y="652019"/>
                </a:cubicBezTo>
                <a:cubicBezTo>
                  <a:pt x="1385577" y="658369"/>
                  <a:pt x="1377195" y="661417"/>
                  <a:pt x="1369575" y="665989"/>
                </a:cubicBezTo>
                <a:cubicBezTo>
                  <a:pt x="1366400" y="667894"/>
                  <a:pt x="1363098" y="674371"/>
                  <a:pt x="1357764" y="676149"/>
                </a:cubicBezTo>
                <a:cubicBezTo>
                  <a:pt x="1352430" y="678054"/>
                  <a:pt x="1348112" y="674244"/>
                  <a:pt x="1344556" y="671069"/>
                </a:cubicBezTo>
                <a:cubicBezTo>
                  <a:pt x="1339476" y="666624"/>
                  <a:pt x="1339603" y="658750"/>
                  <a:pt x="1342016" y="652400"/>
                </a:cubicBezTo>
                <a:lnTo>
                  <a:pt x="1342016" y="652527"/>
                </a:lnTo>
                <a:cubicBezTo>
                  <a:pt x="1343921" y="647320"/>
                  <a:pt x="1346715" y="644145"/>
                  <a:pt x="1350779" y="641478"/>
                </a:cubicBezTo>
                <a:cubicBezTo>
                  <a:pt x="1354335" y="639192"/>
                  <a:pt x="1358018" y="636398"/>
                  <a:pt x="1362463" y="633223"/>
                </a:cubicBezTo>
                <a:cubicBezTo>
                  <a:pt x="1370972" y="627508"/>
                  <a:pt x="1378592" y="622555"/>
                  <a:pt x="1383164" y="617221"/>
                </a:cubicBezTo>
                <a:cubicBezTo>
                  <a:pt x="1391673" y="607315"/>
                  <a:pt x="1394848" y="597917"/>
                  <a:pt x="1402087" y="604140"/>
                </a:cubicBezTo>
                <a:close/>
                <a:moveTo>
                  <a:pt x="1247020" y="624333"/>
                </a:moveTo>
                <a:cubicBezTo>
                  <a:pt x="1249687" y="624206"/>
                  <a:pt x="1252100" y="625222"/>
                  <a:pt x="1253751" y="627889"/>
                </a:cubicBezTo>
                <a:cubicBezTo>
                  <a:pt x="1256799" y="632969"/>
                  <a:pt x="1253751" y="640970"/>
                  <a:pt x="1250195" y="646431"/>
                </a:cubicBezTo>
                <a:cubicBezTo>
                  <a:pt x="1246258" y="652400"/>
                  <a:pt x="1240289" y="657353"/>
                  <a:pt x="1238384" y="659639"/>
                </a:cubicBezTo>
                <a:cubicBezTo>
                  <a:pt x="1236860" y="661671"/>
                  <a:pt x="1228097" y="665227"/>
                  <a:pt x="1219207" y="673101"/>
                </a:cubicBezTo>
                <a:cubicBezTo>
                  <a:pt x="1214000" y="677673"/>
                  <a:pt x="1210952" y="686563"/>
                  <a:pt x="1203713" y="690881"/>
                </a:cubicBezTo>
                <a:cubicBezTo>
                  <a:pt x="1197363" y="694564"/>
                  <a:pt x="1189235" y="695707"/>
                  <a:pt x="1181488" y="697866"/>
                </a:cubicBezTo>
                <a:cubicBezTo>
                  <a:pt x="1175900" y="699517"/>
                  <a:pt x="1169550" y="701676"/>
                  <a:pt x="1167010" y="697485"/>
                </a:cubicBezTo>
                <a:lnTo>
                  <a:pt x="1167137" y="697485"/>
                </a:lnTo>
                <a:cubicBezTo>
                  <a:pt x="1163708" y="692024"/>
                  <a:pt x="1160660" y="687706"/>
                  <a:pt x="1163962" y="684023"/>
                </a:cubicBezTo>
                <a:cubicBezTo>
                  <a:pt x="1166883" y="680848"/>
                  <a:pt x="1172344" y="679197"/>
                  <a:pt x="1175265" y="675260"/>
                </a:cubicBezTo>
                <a:cubicBezTo>
                  <a:pt x="1178694" y="670942"/>
                  <a:pt x="1184028" y="665862"/>
                  <a:pt x="1190251" y="659639"/>
                </a:cubicBezTo>
                <a:cubicBezTo>
                  <a:pt x="1194696" y="655067"/>
                  <a:pt x="1200665" y="651384"/>
                  <a:pt x="1207396" y="647066"/>
                </a:cubicBezTo>
                <a:cubicBezTo>
                  <a:pt x="1212857" y="643383"/>
                  <a:pt x="1218064" y="637922"/>
                  <a:pt x="1225303" y="635001"/>
                </a:cubicBezTo>
                <a:cubicBezTo>
                  <a:pt x="1228859" y="633604"/>
                  <a:pt x="1233939" y="629794"/>
                  <a:pt x="1238892" y="627000"/>
                </a:cubicBezTo>
                <a:cubicBezTo>
                  <a:pt x="1241559" y="625476"/>
                  <a:pt x="1244353" y="624333"/>
                  <a:pt x="1247020" y="624333"/>
                </a:cubicBezTo>
                <a:close/>
                <a:moveTo>
                  <a:pt x="382785" y="645923"/>
                </a:moveTo>
                <a:cubicBezTo>
                  <a:pt x="387611" y="644653"/>
                  <a:pt x="390150" y="649352"/>
                  <a:pt x="392564" y="655067"/>
                </a:cubicBezTo>
                <a:cubicBezTo>
                  <a:pt x="394977" y="660655"/>
                  <a:pt x="395739" y="663576"/>
                  <a:pt x="391548" y="668275"/>
                </a:cubicBezTo>
                <a:cubicBezTo>
                  <a:pt x="386722" y="673609"/>
                  <a:pt x="377959" y="675133"/>
                  <a:pt x="375800" y="677165"/>
                </a:cubicBezTo>
                <a:cubicBezTo>
                  <a:pt x="373895" y="678943"/>
                  <a:pt x="370339" y="688087"/>
                  <a:pt x="360433" y="694564"/>
                </a:cubicBezTo>
                <a:cubicBezTo>
                  <a:pt x="354591" y="698374"/>
                  <a:pt x="349130" y="705740"/>
                  <a:pt x="341256" y="708915"/>
                </a:cubicBezTo>
                <a:cubicBezTo>
                  <a:pt x="334398" y="711582"/>
                  <a:pt x="325254" y="707772"/>
                  <a:pt x="317253" y="708788"/>
                </a:cubicBezTo>
                <a:cubicBezTo>
                  <a:pt x="311538" y="709423"/>
                  <a:pt x="305315" y="711836"/>
                  <a:pt x="303537" y="707391"/>
                </a:cubicBezTo>
                <a:cubicBezTo>
                  <a:pt x="300997" y="701422"/>
                  <a:pt x="299473" y="697231"/>
                  <a:pt x="303029" y="694310"/>
                </a:cubicBezTo>
                <a:cubicBezTo>
                  <a:pt x="306204" y="691643"/>
                  <a:pt x="312427" y="691516"/>
                  <a:pt x="315983" y="688214"/>
                </a:cubicBezTo>
                <a:cubicBezTo>
                  <a:pt x="320047" y="684531"/>
                  <a:pt x="325762" y="680213"/>
                  <a:pt x="332747" y="675006"/>
                </a:cubicBezTo>
                <a:cubicBezTo>
                  <a:pt x="337954" y="671196"/>
                  <a:pt x="344050" y="668275"/>
                  <a:pt x="351289" y="665100"/>
                </a:cubicBezTo>
                <a:cubicBezTo>
                  <a:pt x="357258" y="662433"/>
                  <a:pt x="362465" y="655575"/>
                  <a:pt x="370085" y="653797"/>
                </a:cubicBezTo>
                <a:cubicBezTo>
                  <a:pt x="373895" y="653035"/>
                  <a:pt x="378086" y="647066"/>
                  <a:pt x="382785" y="645923"/>
                </a:cubicBezTo>
                <a:close/>
                <a:moveTo>
                  <a:pt x="1065410" y="650622"/>
                </a:moveTo>
                <a:cubicBezTo>
                  <a:pt x="1071506" y="654178"/>
                  <a:pt x="1068077" y="667005"/>
                  <a:pt x="1064521" y="676276"/>
                </a:cubicBezTo>
                <a:cubicBezTo>
                  <a:pt x="1060838" y="686309"/>
                  <a:pt x="1058425" y="693929"/>
                  <a:pt x="1050424" y="699771"/>
                </a:cubicBezTo>
                <a:cubicBezTo>
                  <a:pt x="1047122" y="702311"/>
                  <a:pt x="1043058" y="703962"/>
                  <a:pt x="1039375" y="707645"/>
                </a:cubicBezTo>
                <a:cubicBezTo>
                  <a:pt x="1036454" y="710439"/>
                  <a:pt x="1031374" y="712217"/>
                  <a:pt x="1028580" y="716662"/>
                </a:cubicBezTo>
                <a:cubicBezTo>
                  <a:pt x="1024897" y="722250"/>
                  <a:pt x="1022230" y="726949"/>
                  <a:pt x="1020452" y="731013"/>
                </a:cubicBezTo>
                <a:cubicBezTo>
                  <a:pt x="1017785" y="736982"/>
                  <a:pt x="1018547" y="745110"/>
                  <a:pt x="1013467" y="747523"/>
                </a:cubicBezTo>
                <a:cubicBezTo>
                  <a:pt x="1007371" y="750444"/>
                  <a:pt x="1000132" y="744602"/>
                  <a:pt x="996449" y="740538"/>
                </a:cubicBezTo>
                <a:lnTo>
                  <a:pt x="996322" y="740538"/>
                </a:lnTo>
                <a:cubicBezTo>
                  <a:pt x="992766" y="736601"/>
                  <a:pt x="992766" y="732029"/>
                  <a:pt x="994036" y="725806"/>
                </a:cubicBezTo>
                <a:cubicBezTo>
                  <a:pt x="995560" y="719329"/>
                  <a:pt x="997211" y="712852"/>
                  <a:pt x="998862" y="709296"/>
                </a:cubicBezTo>
                <a:cubicBezTo>
                  <a:pt x="1001783" y="702311"/>
                  <a:pt x="1003688" y="694056"/>
                  <a:pt x="1008260" y="687706"/>
                </a:cubicBezTo>
                <a:cubicBezTo>
                  <a:pt x="1012959" y="681229"/>
                  <a:pt x="1019944" y="676784"/>
                  <a:pt x="1025278" y="671577"/>
                </a:cubicBezTo>
                <a:cubicBezTo>
                  <a:pt x="1031374" y="665608"/>
                  <a:pt x="1036962" y="659512"/>
                  <a:pt x="1042677" y="655956"/>
                </a:cubicBezTo>
                <a:cubicBezTo>
                  <a:pt x="1051821" y="650241"/>
                  <a:pt x="1060838" y="647955"/>
                  <a:pt x="1065410" y="650622"/>
                </a:cubicBezTo>
                <a:close/>
                <a:moveTo>
                  <a:pt x="204985" y="674371"/>
                </a:moveTo>
                <a:cubicBezTo>
                  <a:pt x="210065" y="678308"/>
                  <a:pt x="208795" y="689357"/>
                  <a:pt x="206000" y="699644"/>
                </a:cubicBezTo>
                <a:cubicBezTo>
                  <a:pt x="204096" y="706375"/>
                  <a:pt x="200667" y="713868"/>
                  <a:pt x="196095" y="721615"/>
                </a:cubicBezTo>
                <a:cubicBezTo>
                  <a:pt x="192158" y="728092"/>
                  <a:pt x="190507" y="737363"/>
                  <a:pt x="185046" y="743713"/>
                </a:cubicBezTo>
                <a:cubicBezTo>
                  <a:pt x="179839" y="749555"/>
                  <a:pt x="172092" y="753873"/>
                  <a:pt x="165742" y="758826"/>
                </a:cubicBezTo>
                <a:cubicBezTo>
                  <a:pt x="162059" y="761747"/>
                  <a:pt x="156725" y="766827"/>
                  <a:pt x="151010" y="769367"/>
                </a:cubicBezTo>
                <a:cubicBezTo>
                  <a:pt x="144787" y="772288"/>
                  <a:pt x="136786" y="771526"/>
                  <a:pt x="132975" y="768605"/>
                </a:cubicBezTo>
                <a:cubicBezTo>
                  <a:pt x="127769" y="764414"/>
                  <a:pt x="129166" y="752349"/>
                  <a:pt x="132341" y="744348"/>
                </a:cubicBezTo>
                <a:lnTo>
                  <a:pt x="132214" y="744348"/>
                </a:lnTo>
                <a:cubicBezTo>
                  <a:pt x="134754" y="737998"/>
                  <a:pt x="137421" y="732156"/>
                  <a:pt x="141993" y="727965"/>
                </a:cubicBezTo>
                <a:cubicBezTo>
                  <a:pt x="146184" y="724282"/>
                  <a:pt x="150756" y="720345"/>
                  <a:pt x="156090" y="715773"/>
                </a:cubicBezTo>
                <a:cubicBezTo>
                  <a:pt x="162059" y="710566"/>
                  <a:pt x="169171" y="707772"/>
                  <a:pt x="173489" y="702819"/>
                </a:cubicBezTo>
                <a:cubicBezTo>
                  <a:pt x="178950" y="696469"/>
                  <a:pt x="185427" y="692151"/>
                  <a:pt x="188856" y="687579"/>
                </a:cubicBezTo>
                <a:cubicBezTo>
                  <a:pt x="195460" y="678943"/>
                  <a:pt x="199016" y="669799"/>
                  <a:pt x="204985" y="674371"/>
                </a:cubicBezTo>
                <a:close/>
                <a:moveTo>
                  <a:pt x="873132" y="697739"/>
                </a:moveTo>
                <a:cubicBezTo>
                  <a:pt x="875926" y="698247"/>
                  <a:pt x="878466" y="699390"/>
                  <a:pt x="880117" y="700533"/>
                </a:cubicBezTo>
                <a:cubicBezTo>
                  <a:pt x="883165" y="702692"/>
                  <a:pt x="883165" y="706629"/>
                  <a:pt x="882149" y="712217"/>
                </a:cubicBezTo>
                <a:cubicBezTo>
                  <a:pt x="881387" y="717297"/>
                  <a:pt x="879609" y="721615"/>
                  <a:pt x="877196" y="724282"/>
                </a:cubicBezTo>
                <a:cubicBezTo>
                  <a:pt x="873132" y="729108"/>
                  <a:pt x="867544" y="733426"/>
                  <a:pt x="861956" y="738379"/>
                </a:cubicBezTo>
                <a:cubicBezTo>
                  <a:pt x="856876" y="742951"/>
                  <a:pt x="850399" y="745872"/>
                  <a:pt x="844811" y="750063"/>
                </a:cubicBezTo>
                <a:cubicBezTo>
                  <a:pt x="838969" y="754381"/>
                  <a:pt x="835921" y="762255"/>
                  <a:pt x="830206" y="765684"/>
                </a:cubicBezTo>
                <a:cubicBezTo>
                  <a:pt x="823475" y="769494"/>
                  <a:pt x="817252" y="774447"/>
                  <a:pt x="811537" y="776225"/>
                </a:cubicBezTo>
                <a:cubicBezTo>
                  <a:pt x="802647" y="779019"/>
                  <a:pt x="792233" y="777495"/>
                  <a:pt x="789312" y="772034"/>
                </a:cubicBezTo>
                <a:cubicBezTo>
                  <a:pt x="787407" y="768478"/>
                  <a:pt x="792487" y="759461"/>
                  <a:pt x="799218" y="751460"/>
                </a:cubicBezTo>
                <a:cubicBezTo>
                  <a:pt x="803282" y="746888"/>
                  <a:pt x="810902" y="744475"/>
                  <a:pt x="816490" y="739395"/>
                </a:cubicBezTo>
                <a:cubicBezTo>
                  <a:pt x="821443" y="734950"/>
                  <a:pt x="826269" y="729870"/>
                  <a:pt x="831730" y="725552"/>
                </a:cubicBezTo>
                <a:cubicBezTo>
                  <a:pt x="837318" y="721234"/>
                  <a:pt x="842271" y="716027"/>
                  <a:pt x="847732" y="712344"/>
                </a:cubicBezTo>
                <a:cubicBezTo>
                  <a:pt x="854209" y="708026"/>
                  <a:pt x="858908" y="701295"/>
                  <a:pt x="864115" y="698755"/>
                </a:cubicBezTo>
                <a:lnTo>
                  <a:pt x="864242" y="698755"/>
                </a:lnTo>
                <a:cubicBezTo>
                  <a:pt x="867163" y="697358"/>
                  <a:pt x="870338" y="697231"/>
                  <a:pt x="873132" y="697739"/>
                </a:cubicBezTo>
                <a:close/>
                <a:moveTo>
                  <a:pt x="666122" y="736855"/>
                </a:moveTo>
                <a:cubicBezTo>
                  <a:pt x="670694" y="733426"/>
                  <a:pt x="675901" y="733172"/>
                  <a:pt x="680092" y="737871"/>
                </a:cubicBezTo>
                <a:cubicBezTo>
                  <a:pt x="684156" y="742189"/>
                  <a:pt x="681362" y="747142"/>
                  <a:pt x="678949" y="753238"/>
                </a:cubicBezTo>
                <a:cubicBezTo>
                  <a:pt x="676155" y="759842"/>
                  <a:pt x="670059" y="764922"/>
                  <a:pt x="668789" y="767589"/>
                </a:cubicBezTo>
                <a:cubicBezTo>
                  <a:pt x="667646" y="769875"/>
                  <a:pt x="669551" y="781559"/>
                  <a:pt x="662312" y="790957"/>
                </a:cubicBezTo>
                <a:cubicBezTo>
                  <a:pt x="658121" y="796418"/>
                  <a:pt x="650501" y="800482"/>
                  <a:pt x="644151" y="806070"/>
                </a:cubicBezTo>
                <a:cubicBezTo>
                  <a:pt x="638563" y="811023"/>
                  <a:pt x="631959" y="814833"/>
                  <a:pt x="624720" y="818389"/>
                </a:cubicBezTo>
                <a:cubicBezTo>
                  <a:pt x="619513" y="821056"/>
                  <a:pt x="611131" y="826898"/>
                  <a:pt x="607829" y="823342"/>
                </a:cubicBezTo>
                <a:lnTo>
                  <a:pt x="607829" y="823215"/>
                </a:lnTo>
                <a:cubicBezTo>
                  <a:pt x="603384" y="818389"/>
                  <a:pt x="601352" y="813944"/>
                  <a:pt x="604781" y="809245"/>
                </a:cubicBezTo>
                <a:cubicBezTo>
                  <a:pt x="607956" y="805181"/>
                  <a:pt x="616211" y="803784"/>
                  <a:pt x="618370" y="799593"/>
                </a:cubicBezTo>
                <a:cubicBezTo>
                  <a:pt x="620910" y="794640"/>
                  <a:pt x="616973" y="783718"/>
                  <a:pt x="621926" y="776479"/>
                </a:cubicBezTo>
                <a:cubicBezTo>
                  <a:pt x="625482" y="771145"/>
                  <a:pt x="633483" y="767843"/>
                  <a:pt x="639198" y="762255"/>
                </a:cubicBezTo>
                <a:cubicBezTo>
                  <a:pt x="644024" y="757683"/>
                  <a:pt x="647326" y="749428"/>
                  <a:pt x="653930" y="745237"/>
                </a:cubicBezTo>
                <a:cubicBezTo>
                  <a:pt x="657105" y="743205"/>
                  <a:pt x="661931" y="740030"/>
                  <a:pt x="666122" y="736855"/>
                </a:cubicBezTo>
                <a:close/>
                <a:moveTo>
                  <a:pt x="1501274" y="757302"/>
                </a:moveTo>
                <a:cubicBezTo>
                  <a:pt x="1505719" y="760858"/>
                  <a:pt x="1502544" y="764795"/>
                  <a:pt x="1497337" y="773558"/>
                </a:cubicBezTo>
                <a:cubicBezTo>
                  <a:pt x="1494162" y="778892"/>
                  <a:pt x="1491876" y="785877"/>
                  <a:pt x="1486796" y="791973"/>
                </a:cubicBezTo>
                <a:cubicBezTo>
                  <a:pt x="1482478" y="797180"/>
                  <a:pt x="1476890" y="801879"/>
                  <a:pt x="1471937" y="807213"/>
                </a:cubicBezTo>
                <a:cubicBezTo>
                  <a:pt x="1469270" y="810007"/>
                  <a:pt x="1464571" y="812293"/>
                  <a:pt x="1459872" y="813055"/>
                </a:cubicBezTo>
                <a:lnTo>
                  <a:pt x="1448696" y="809880"/>
                </a:lnTo>
                <a:lnTo>
                  <a:pt x="1447934" y="801244"/>
                </a:lnTo>
                <a:cubicBezTo>
                  <a:pt x="1448696" y="798069"/>
                  <a:pt x="1450347" y="794640"/>
                  <a:pt x="1452125" y="791719"/>
                </a:cubicBezTo>
                <a:cubicBezTo>
                  <a:pt x="1455808" y="785115"/>
                  <a:pt x="1460634" y="778638"/>
                  <a:pt x="1462539" y="776606"/>
                </a:cubicBezTo>
                <a:cubicBezTo>
                  <a:pt x="1467111" y="771399"/>
                  <a:pt x="1473842" y="765303"/>
                  <a:pt x="1480446" y="760858"/>
                </a:cubicBezTo>
                <a:cubicBezTo>
                  <a:pt x="1489082" y="754889"/>
                  <a:pt x="1497083" y="753873"/>
                  <a:pt x="1501274" y="757302"/>
                </a:cubicBezTo>
                <a:close/>
                <a:moveTo>
                  <a:pt x="1347731" y="758572"/>
                </a:moveTo>
                <a:cubicBezTo>
                  <a:pt x="1350525" y="758318"/>
                  <a:pt x="1352938" y="759715"/>
                  <a:pt x="1355224" y="762636"/>
                </a:cubicBezTo>
                <a:cubicBezTo>
                  <a:pt x="1359288" y="767716"/>
                  <a:pt x="1359415" y="774828"/>
                  <a:pt x="1354208" y="783972"/>
                </a:cubicBezTo>
                <a:cubicBezTo>
                  <a:pt x="1350779" y="790068"/>
                  <a:pt x="1346461" y="797307"/>
                  <a:pt x="1340111" y="803657"/>
                </a:cubicBezTo>
                <a:cubicBezTo>
                  <a:pt x="1334777" y="808991"/>
                  <a:pt x="1330332" y="817119"/>
                  <a:pt x="1323474" y="821818"/>
                </a:cubicBezTo>
                <a:cubicBezTo>
                  <a:pt x="1316997" y="826263"/>
                  <a:pt x="1305821" y="823088"/>
                  <a:pt x="1298455" y="826390"/>
                </a:cubicBezTo>
                <a:cubicBezTo>
                  <a:pt x="1294264" y="828295"/>
                  <a:pt x="1289184" y="831470"/>
                  <a:pt x="1283088" y="832613"/>
                </a:cubicBezTo>
                <a:cubicBezTo>
                  <a:pt x="1276230" y="833883"/>
                  <a:pt x="1271785" y="835153"/>
                  <a:pt x="1268737" y="831343"/>
                </a:cubicBezTo>
                <a:cubicBezTo>
                  <a:pt x="1264673" y="825882"/>
                  <a:pt x="1263784" y="813817"/>
                  <a:pt x="1268610" y="806959"/>
                </a:cubicBezTo>
                <a:cubicBezTo>
                  <a:pt x="1272674" y="801371"/>
                  <a:pt x="1281310" y="801498"/>
                  <a:pt x="1286898" y="798577"/>
                </a:cubicBezTo>
                <a:cubicBezTo>
                  <a:pt x="1291724" y="796037"/>
                  <a:pt x="1296931" y="792989"/>
                  <a:pt x="1303281" y="789814"/>
                </a:cubicBezTo>
                <a:cubicBezTo>
                  <a:pt x="1310266" y="786258"/>
                  <a:pt x="1314584" y="779781"/>
                  <a:pt x="1319791" y="775971"/>
                </a:cubicBezTo>
                <a:cubicBezTo>
                  <a:pt x="1326649" y="771145"/>
                  <a:pt x="1332745" y="767462"/>
                  <a:pt x="1337317" y="763906"/>
                </a:cubicBezTo>
                <a:cubicBezTo>
                  <a:pt x="1341508" y="760604"/>
                  <a:pt x="1344937" y="758699"/>
                  <a:pt x="1347731" y="758572"/>
                </a:cubicBezTo>
                <a:close/>
                <a:moveTo>
                  <a:pt x="479432" y="785750"/>
                </a:moveTo>
                <a:cubicBezTo>
                  <a:pt x="489846" y="783083"/>
                  <a:pt x="497974" y="788290"/>
                  <a:pt x="501403" y="792227"/>
                </a:cubicBezTo>
                <a:cubicBezTo>
                  <a:pt x="506229" y="797434"/>
                  <a:pt x="502165" y="807848"/>
                  <a:pt x="496069" y="815595"/>
                </a:cubicBezTo>
                <a:cubicBezTo>
                  <a:pt x="492767" y="819913"/>
                  <a:pt x="490862" y="824866"/>
                  <a:pt x="486671" y="826263"/>
                </a:cubicBezTo>
                <a:cubicBezTo>
                  <a:pt x="482353" y="827533"/>
                  <a:pt x="476765" y="824866"/>
                  <a:pt x="472193" y="826390"/>
                </a:cubicBezTo>
                <a:cubicBezTo>
                  <a:pt x="468256" y="827787"/>
                  <a:pt x="464954" y="831978"/>
                  <a:pt x="460509" y="834899"/>
                </a:cubicBezTo>
                <a:cubicBezTo>
                  <a:pt x="456825" y="837058"/>
                  <a:pt x="451238" y="837312"/>
                  <a:pt x="447174" y="840741"/>
                </a:cubicBezTo>
                <a:cubicBezTo>
                  <a:pt x="441967" y="844932"/>
                  <a:pt x="440062" y="851155"/>
                  <a:pt x="437141" y="854711"/>
                </a:cubicBezTo>
                <a:cubicBezTo>
                  <a:pt x="432950" y="860045"/>
                  <a:pt x="429902" y="865506"/>
                  <a:pt x="424314" y="866268"/>
                </a:cubicBezTo>
                <a:cubicBezTo>
                  <a:pt x="417710" y="867157"/>
                  <a:pt x="408312" y="861950"/>
                  <a:pt x="406025" y="856997"/>
                </a:cubicBezTo>
                <a:lnTo>
                  <a:pt x="406153" y="856870"/>
                </a:lnTo>
                <a:cubicBezTo>
                  <a:pt x="403867" y="852044"/>
                  <a:pt x="408693" y="845186"/>
                  <a:pt x="411868" y="839598"/>
                </a:cubicBezTo>
                <a:cubicBezTo>
                  <a:pt x="415170" y="833883"/>
                  <a:pt x="419361" y="828549"/>
                  <a:pt x="421900" y="825628"/>
                </a:cubicBezTo>
                <a:cubicBezTo>
                  <a:pt x="426981" y="819913"/>
                  <a:pt x="435109" y="817881"/>
                  <a:pt x="441459" y="813309"/>
                </a:cubicBezTo>
                <a:cubicBezTo>
                  <a:pt x="447809" y="808610"/>
                  <a:pt x="450984" y="798958"/>
                  <a:pt x="457715" y="795656"/>
                </a:cubicBezTo>
                <a:cubicBezTo>
                  <a:pt x="465335" y="791846"/>
                  <a:pt x="472828" y="787401"/>
                  <a:pt x="479432" y="785750"/>
                </a:cubicBezTo>
                <a:close/>
                <a:moveTo>
                  <a:pt x="1158247" y="789433"/>
                </a:moveTo>
                <a:cubicBezTo>
                  <a:pt x="1162692" y="786004"/>
                  <a:pt x="1168153" y="787528"/>
                  <a:pt x="1172217" y="792354"/>
                </a:cubicBezTo>
                <a:cubicBezTo>
                  <a:pt x="1176154" y="796799"/>
                  <a:pt x="1176916" y="802006"/>
                  <a:pt x="1174376" y="807975"/>
                </a:cubicBezTo>
                <a:cubicBezTo>
                  <a:pt x="1171455" y="814579"/>
                  <a:pt x="1167899" y="821183"/>
                  <a:pt x="1166629" y="823850"/>
                </a:cubicBezTo>
                <a:cubicBezTo>
                  <a:pt x="1165359" y="826136"/>
                  <a:pt x="1161168" y="834518"/>
                  <a:pt x="1153802" y="843789"/>
                </a:cubicBezTo>
                <a:cubicBezTo>
                  <a:pt x="1149484" y="849123"/>
                  <a:pt x="1141737" y="852806"/>
                  <a:pt x="1135260" y="858267"/>
                </a:cubicBezTo>
                <a:cubicBezTo>
                  <a:pt x="1129672" y="863093"/>
                  <a:pt x="1125227" y="871094"/>
                  <a:pt x="1117861" y="874650"/>
                </a:cubicBezTo>
                <a:lnTo>
                  <a:pt x="1102367" y="872237"/>
                </a:lnTo>
                <a:lnTo>
                  <a:pt x="1098811" y="861188"/>
                </a:lnTo>
                <a:cubicBezTo>
                  <a:pt x="1101351" y="857759"/>
                  <a:pt x="1107574" y="855854"/>
                  <a:pt x="1109860" y="851536"/>
                </a:cubicBezTo>
                <a:cubicBezTo>
                  <a:pt x="1112527" y="846710"/>
                  <a:pt x="1112019" y="837947"/>
                  <a:pt x="1117099" y="830835"/>
                </a:cubicBezTo>
                <a:cubicBezTo>
                  <a:pt x="1120782" y="825501"/>
                  <a:pt x="1125608" y="819913"/>
                  <a:pt x="1131450" y="814452"/>
                </a:cubicBezTo>
                <a:cubicBezTo>
                  <a:pt x="1136276" y="810007"/>
                  <a:pt x="1142753" y="806578"/>
                  <a:pt x="1149357" y="802514"/>
                </a:cubicBezTo>
                <a:cubicBezTo>
                  <a:pt x="1152786" y="800482"/>
                  <a:pt x="1154183" y="792735"/>
                  <a:pt x="1158247" y="789433"/>
                </a:cubicBezTo>
                <a:close/>
                <a:moveTo>
                  <a:pt x="1448696" y="809880"/>
                </a:moveTo>
                <a:lnTo>
                  <a:pt x="314840" y="820294"/>
                </a:lnTo>
                <a:cubicBezTo>
                  <a:pt x="318904" y="823215"/>
                  <a:pt x="318523" y="829311"/>
                  <a:pt x="312046" y="839852"/>
                </a:cubicBezTo>
                <a:cubicBezTo>
                  <a:pt x="308617" y="845567"/>
                  <a:pt x="302648" y="851155"/>
                  <a:pt x="297187" y="858013"/>
                </a:cubicBezTo>
                <a:cubicBezTo>
                  <a:pt x="292615" y="863855"/>
                  <a:pt x="290202" y="872110"/>
                  <a:pt x="284868" y="878333"/>
                </a:cubicBezTo>
                <a:cubicBezTo>
                  <a:pt x="279788" y="884175"/>
                  <a:pt x="269628" y="885572"/>
                  <a:pt x="264294" y="891414"/>
                </a:cubicBezTo>
                <a:cubicBezTo>
                  <a:pt x="260865" y="895224"/>
                  <a:pt x="256674" y="898907"/>
                  <a:pt x="251213" y="901066"/>
                </a:cubicBezTo>
                <a:cubicBezTo>
                  <a:pt x="244228" y="903860"/>
                  <a:pt x="240037" y="904876"/>
                  <a:pt x="238005" y="900685"/>
                </a:cubicBezTo>
                <a:lnTo>
                  <a:pt x="238005" y="900812"/>
                </a:lnTo>
                <a:cubicBezTo>
                  <a:pt x="235338" y="895351"/>
                  <a:pt x="240037" y="885953"/>
                  <a:pt x="246133" y="876936"/>
                </a:cubicBezTo>
                <a:cubicBezTo>
                  <a:pt x="252356" y="868046"/>
                  <a:pt x="263405" y="862712"/>
                  <a:pt x="266072" y="859664"/>
                </a:cubicBezTo>
                <a:cubicBezTo>
                  <a:pt x="270644" y="854584"/>
                  <a:pt x="273311" y="846329"/>
                  <a:pt x="279153" y="840995"/>
                </a:cubicBezTo>
                <a:cubicBezTo>
                  <a:pt x="284995" y="835534"/>
                  <a:pt x="292488" y="832613"/>
                  <a:pt x="298075" y="828676"/>
                </a:cubicBezTo>
                <a:cubicBezTo>
                  <a:pt x="307220" y="822072"/>
                  <a:pt x="311411" y="817754"/>
                  <a:pt x="314840" y="820294"/>
                </a:cubicBezTo>
                <a:close/>
                <a:moveTo>
                  <a:pt x="994290" y="836677"/>
                </a:moveTo>
                <a:cubicBezTo>
                  <a:pt x="997719" y="840360"/>
                  <a:pt x="988956" y="848107"/>
                  <a:pt x="980701" y="857378"/>
                </a:cubicBezTo>
                <a:cubicBezTo>
                  <a:pt x="976383" y="862331"/>
                  <a:pt x="972319" y="869316"/>
                  <a:pt x="965842" y="875158"/>
                </a:cubicBezTo>
                <a:cubicBezTo>
                  <a:pt x="960381" y="880111"/>
                  <a:pt x="954031" y="884810"/>
                  <a:pt x="947681" y="890017"/>
                </a:cubicBezTo>
                <a:cubicBezTo>
                  <a:pt x="941839" y="894843"/>
                  <a:pt x="936759" y="901066"/>
                  <a:pt x="930536" y="905892"/>
                </a:cubicBezTo>
                <a:cubicBezTo>
                  <a:pt x="926345" y="909067"/>
                  <a:pt x="920503" y="908432"/>
                  <a:pt x="914915" y="909194"/>
                </a:cubicBezTo>
                <a:cubicBezTo>
                  <a:pt x="907549" y="909956"/>
                  <a:pt x="899929" y="912369"/>
                  <a:pt x="898659" y="908051"/>
                </a:cubicBezTo>
                <a:cubicBezTo>
                  <a:pt x="897008" y="902209"/>
                  <a:pt x="903993" y="892176"/>
                  <a:pt x="911613" y="884302"/>
                </a:cubicBezTo>
                <a:cubicBezTo>
                  <a:pt x="919106" y="876555"/>
                  <a:pt x="925837" y="866522"/>
                  <a:pt x="929012" y="863982"/>
                </a:cubicBezTo>
                <a:cubicBezTo>
                  <a:pt x="934473" y="859791"/>
                  <a:pt x="942728" y="857124"/>
                  <a:pt x="949459" y="852933"/>
                </a:cubicBezTo>
                <a:cubicBezTo>
                  <a:pt x="956063" y="848615"/>
                  <a:pt x="964826" y="848107"/>
                  <a:pt x="971049" y="845186"/>
                </a:cubicBezTo>
                <a:cubicBezTo>
                  <a:pt x="981209" y="840233"/>
                  <a:pt x="991369" y="833629"/>
                  <a:pt x="994290" y="836677"/>
                </a:cubicBezTo>
                <a:close/>
                <a:moveTo>
                  <a:pt x="152025" y="844424"/>
                </a:moveTo>
                <a:lnTo>
                  <a:pt x="152025" y="844424"/>
                </a:lnTo>
                <a:lnTo>
                  <a:pt x="161297" y="845186"/>
                </a:lnTo>
                <a:cubicBezTo>
                  <a:pt x="165869" y="850266"/>
                  <a:pt x="165742" y="862077"/>
                  <a:pt x="162821" y="865633"/>
                </a:cubicBezTo>
                <a:cubicBezTo>
                  <a:pt x="158375" y="870713"/>
                  <a:pt x="152407" y="875666"/>
                  <a:pt x="145549" y="879603"/>
                </a:cubicBezTo>
                <a:cubicBezTo>
                  <a:pt x="138818" y="883540"/>
                  <a:pt x="131706" y="887985"/>
                  <a:pt x="125102" y="889001"/>
                </a:cubicBezTo>
                <a:cubicBezTo>
                  <a:pt x="116593" y="890271"/>
                  <a:pt x="110243" y="886207"/>
                  <a:pt x="106814" y="879095"/>
                </a:cubicBezTo>
                <a:cubicBezTo>
                  <a:pt x="104528" y="874396"/>
                  <a:pt x="107957" y="868681"/>
                  <a:pt x="115069" y="862331"/>
                </a:cubicBezTo>
                <a:cubicBezTo>
                  <a:pt x="119895" y="858013"/>
                  <a:pt x="125102" y="852171"/>
                  <a:pt x="131452" y="848742"/>
                </a:cubicBezTo>
                <a:lnTo>
                  <a:pt x="152025" y="844424"/>
                </a:lnTo>
                <a:close/>
                <a:moveTo>
                  <a:pt x="789439" y="870078"/>
                </a:moveTo>
                <a:cubicBezTo>
                  <a:pt x="794392" y="874269"/>
                  <a:pt x="793884" y="884556"/>
                  <a:pt x="790455" y="894589"/>
                </a:cubicBezTo>
                <a:cubicBezTo>
                  <a:pt x="788169" y="901193"/>
                  <a:pt x="783724" y="908432"/>
                  <a:pt x="778644" y="915798"/>
                </a:cubicBezTo>
                <a:cubicBezTo>
                  <a:pt x="774326" y="922021"/>
                  <a:pt x="767087" y="926085"/>
                  <a:pt x="761245" y="932054"/>
                </a:cubicBezTo>
                <a:cubicBezTo>
                  <a:pt x="755657" y="937642"/>
                  <a:pt x="752101" y="945770"/>
                  <a:pt x="745497" y="950342"/>
                </a:cubicBezTo>
                <a:cubicBezTo>
                  <a:pt x="741687" y="953009"/>
                  <a:pt x="736226" y="957581"/>
                  <a:pt x="730384" y="959867"/>
                </a:cubicBezTo>
                <a:cubicBezTo>
                  <a:pt x="723907" y="962407"/>
                  <a:pt x="718065" y="959867"/>
                  <a:pt x="714509" y="956565"/>
                </a:cubicBezTo>
                <a:cubicBezTo>
                  <a:pt x="709429" y="952120"/>
                  <a:pt x="713493" y="943865"/>
                  <a:pt x="717049" y="936118"/>
                </a:cubicBezTo>
                <a:lnTo>
                  <a:pt x="717176" y="936245"/>
                </a:lnTo>
                <a:cubicBezTo>
                  <a:pt x="719970" y="930022"/>
                  <a:pt x="719843" y="923291"/>
                  <a:pt x="724669" y="919354"/>
                </a:cubicBezTo>
                <a:cubicBezTo>
                  <a:pt x="728987" y="915798"/>
                  <a:pt x="734321" y="913004"/>
                  <a:pt x="739909" y="908686"/>
                </a:cubicBezTo>
                <a:cubicBezTo>
                  <a:pt x="746259" y="903860"/>
                  <a:pt x="749307" y="896875"/>
                  <a:pt x="753752" y="892303"/>
                </a:cubicBezTo>
                <a:cubicBezTo>
                  <a:pt x="759594" y="886334"/>
                  <a:pt x="768103" y="884302"/>
                  <a:pt x="771913" y="879984"/>
                </a:cubicBezTo>
                <a:cubicBezTo>
                  <a:pt x="779025" y="871856"/>
                  <a:pt x="783724" y="865125"/>
                  <a:pt x="789439" y="870078"/>
                </a:cubicBezTo>
                <a:close/>
                <a:moveTo>
                  <a:pt x="1102240" y="872237"/>
                </a:moveTo>
                <a:lnTo>
                  <a:pt x="1102367" y="872237"/>
                </a:lnTo>
                <a:lnTo>
                  <a:pt x="1102367" y="872364"/>
                </a:lnTo>
                <a:lnTo>
                  <a:pt x="1102240" y="872237"/>
                </a:lnTo>
                <a:close/>
                <a:moveTo>
                  <a:pt x="1442727" y="891033"/>
                </a:moveTo>
                <a:cubicBezTo>
                  <a:pt x="1448696" y="888112"/>
                  <a:pt x="1454665" y="893319"/>
                  <a:pt x="1457967" y="895605"/>
                </a:cubicBezTo>
                <a:cubicBezTo>
                  <a:pt x="1463809" y="899542"/>
                  <a:pt x="1461904" y="912496"/>
                  <a:pt x="1456951" y="918211"/>
                </a:cubicBezTo>
                <a:cubicBezTo>
                  <a:pt x="1452760" y="922910"/>
                  <a:pt x="1449966" y="930403"/>
                  <a:pt x="1444378" y="935356"/>
                </a:cubicBezTo>
                <a:cubicBezTo>
                  <a:pt x="1439298" y="939928"/>
                  <a:pt x="1432186" y="942722"/>
                  <a:pt x="1426598" y="946913"/>
                </a:cubicBezTo>
                <a:cubicBezTo>
                  <a:pt x="1420756" y="951231"/>
                  <a:pt x="1416057" y="957327"/>
                  <a:pt x="1410342" y="960629"/>
                </a:cubicBezTo>
                <a:cubicBezTo>
                  <a:pt x="1403611" y="964566"/>
                  <a:pt x="1395864" y="966344"/>
                  <a:pt x="1390276" y="968122"/>
                </a:cubicBezTo>
                <a:cubicBezTo>
                  <a:pt x="1381259" y="970916"/>
                  <a:pt x="1373766" y="969392"/>
                  <a:pt x="1370718" y="963931"/>
                </a:cubicBezTo>
                <a:cubicBezTo>
                  <a:pt x="1368940" y="960375"/>
                  <a:pt x="1372369" y="953263"/>
                  <a:pt x="1379100" y="945389"/>
                </a:cubicBezTo>
                <a:cubicBezTo>
                  <a:pt x="1383164" y="940817"/>
                  <a:pt x="1389895" y="937769"/>
                  <a:pt x="1395610" y="932689"/>
                </a:cubicBezTo>
                <a:cubicBezTo>
                  <a:pt x="1400563" y="928244"/>
                  <a:pt x="1403611" y="920878"/>
                  <a:pt x="1409199" y="916687"/>
                </a:cubicBezTo>
                <a:cubicBezTo>
                  <a:pt x="1414787" y="912242"/>
                  <a:pt x="1421391" y="909321"/>
                  <a:pt x="1426979" y="905765"/>
                </a:cubicBezTo>
                <a:cubicBezTo>
                  <a:pt x="1433329" y="901447"/>
                  <a:pt x="1437520" y="893573"/>
                  <a:pt x="1442727" y="891033"/>
                </a:cubicBezTo>
                <a:close/>
                <a:moveTo>
                  <a:pt x="1580903" y="896875"/>
                </a:moveTo>
                <a:cubicBezTo>
                  <a:pt x="1586110" y="893446"/>
                  <a:pt x="1592841" y="894335"/>
                  <a:pt x="1598302" y="897764"/>
                </a:cubicBezTo>
                <a:cubicBezTo>
                  <a:pt x="1605287" y="902463"/>
                  <a:pt x="1610240" y="912242"/>
                  <a:pt x="1607954" y="919862"/>
                </a:cubicBezTo>
                <a:cubicBezTo>
                  <a:pt x="1606049" y="925831"/>
                  <a:pt x="1600715" y="928498"/>
                  <a:pt x="1595000" y="931927"/>
                </a:cubicBezTo>
                <a:cubicBezTo>
                  <a:pt x="1591571" y="933959"/>
                  <a:pt x="1584205" y="933070"/>
                  <a:pt x="1579379" y="938150"/>
                </a:cubicBezTo>
                <a:cubicBezTo>
                  <a:pt x="1574807" y="942976"/>
                  <a:pt x="1576331" y="949707"/>
                  <a:pt x="1574553" y="953263"/>
                </a:cubicBezTo>
                <a:cubicBezTo>
                  <a:pt x="1572394" y="957835"/>
                  <a:pt x="1567949" y="958597"/>
                  <a:pt x="1562615" y="961645"/>
                </a:cubicBezTo>
                <a:lnTo>
                  <a:pt x="1562615" y="961518"/>
                </a:lnTo>
                <a:cubicBezTo>
                  <a:pt x="1559694" y="963169"/>
                  <a:pt x="1550931" y="967487"/>
                  <a:pt x="1543946" y="962915"/>
                </a:cubicBezTo>
                <a:cubicBezTo>
                  <a:pt x="1540136" y="960375"/>
                  <a:pt x="1534802" y="956819"/>
                  <a:pt x="1534040" y="951485"/>
                </a:cubicBezTo>
                <a:cubicBezTo>
                  <a:pt x="1533278" y="946151"/>
                  <a:pt x="1535564" y="940055"/>
                  <a:pt x="1538612" y="936245"/>
                </a:cubicBezTo>
                <a:cubicBezTo>
                  <a:pt x="1545597" y="927609"/>
                  <a:pt x="1549661" y="928879"/>
                  <a:pt x="1558932" y="920370"/>
                </a:cubicBezTo>
                <a:cubicBezTo>
                  <a:pt x="1563758" y="915798"/>
                  <a:pt x="1563377" y="908559"/>
                  <a:pt x="1566425" y="905003"/>
                </a:cubicBezTo>
                <a:cubicBezTo>
                  <a:pt x="1569600" y="901193"/>
                  <a:pt x="1575442" y="900431"/>
                  <a:pt x="1580903" y="896875"/>
                </a:cubicBezTo>
                <a:close/>
                <a:moveTo>
                  <a:pt x="596780" y="915036"/>
                </a:moveTo>
                <a:cubicBezTo>
                  <a:pt x="601606" y="914528"/>
                  <a:pt x="606178" y="915036"/>
                  <a:pt x="608591" y="917068"/>
                </a:cubicBezTo>
                <a:cubicBezTo>
                  <a:pt x="612147" y="920116"/>
                  <a:pt x="608210" y="926847"/>
                  <a:pt x="606813" y="932181"/>
                </a:cubicBezTo>
                <a:cubicBezTo>
                  <a:pt x="605670" y="936753"/>
                  <a:pt x="603003" y="940436"/>
                  <a:pt x="600717" y="944119"/>
                </a:cubicBezTo>
                <a:cubicBezTo>
                  <a:pt x="596653" y="950850"/>
                  <a:pt x="597669" y="957835"/>
                  <a:pt x="590049" y="961518"/>
                </a:cubicBezTo>
                <a:cubicBezTo>
                  <a:pt x="585477" y="963931"/>
                  <a:pt x="579508" y="965582"/>
                  <a:pt x="572142" y="971043"/>
                </a:cubicBezTo>
                <a:cubicBezTo>
                  <a:pt x="565538" y="975996"/>
                  <a:pt x="563252" y="981203"/>
                  <a:pt x="559950" y="984505"/>
                </a:cubicBezTo>
                <a:cubicBezTo>
                  <a:pt x="555632" y="988823"/>
                  <a:pt x="548266" y="986283"/>
                  <a:pt x="541154" y="989331"/>
                </a:cubicBezTo>
                <a:cubicBezTo>
                  <a:pt x="537471" y="990982"/>
                  <a:pt x="522358" y="1003301"/>
                  <a:pt x="516008" y="997713"/>
                </a:cubicBezTo>
                <a:cubicBezTo>
                  <a:pt x="512325" y="994538"/>
                  <a:pt x="510166" y="983997"/>
                  <a:pt x="512071" y="977393"/>
                </a:cubicBezTo>
                <a:cubicBezTo>
                  <a:pt x="513595" y="971932"/>
                  <a:pt x="521850" y="968884"/>
                  <a:pt x="526168" y="965201"/>
                </a:cubicBezTo>
                <a:cubicBezTo>
                  <a:pt x="531756" y="960375"/>
                  <a:pt x="533280" y="954152"/>
                  <a:pt x="538360" y="953009"/>
                </a:cubicBezTo>
                <a:cubicBezTo>
                  <a:pt x="542805" y="951739"/>
                  <a:pt x="549028" y="954025"/>
                  <a:pt x="555251" y="949707"/>
                </a:cubicBezTo>
                <a:cubicBezTo>
                  <a:pt x="562363" y="945008"/>
                  <a:pt x="565538" y="939039"/>
                  <a:pt x="569221" y="934340"/>
                </a:cubicBezTo>
                <a:cubicBezTo>
                  <a:pt x="573158" y="929260"/>
                  <a:pt x="575952" y="922529"/>
                  <a:pt x="583318" y="918719"/>
                </a:cubicBezTo>
                <a:cubicBezTo>
                  <a:pt x="586874" y="916941"/>
                  <a:pt x="591954" y="915417"/>
                  <a:pt x="596780" y="915036"/>
                </a:cubicBezTo>
                <a:close/>
                <a:moveTo>
                  <a:pt x="1266832" y="924053"/>
                </a:moveTo>
                <a:cubicBezTo>
                  <a:pt x="1269372" y="923291"/>
                  <a:pt x="1271785" y="924053"/>
                  <a:pt x="1274706" y="926593"/>
                </a:cubicBezTo>
                <a:cubicBezTo>
                  <a:pt x="1279659" y="930784"/>
                  <a:pt x="1279405" y="936753"/>
                  <a:pt x="1276103" y="946913"/>
                </a:cubicBezTo>
                <a:cubicBezTo>
                  <a:pt x="1273944" y="953517"/>
                  <a:pt x="1270134" y="960248"/>
                  <a:pt x="1265181" y="967614"/>
                </a:cubicBezTo>
                <a:cubicBezTo>
                  <a:pt x="1260990" y="973964"/>
                  <a:pt x="1257942" y="981711"/>
                  <a:pt x="1252227" y="987807"/>
                </a:cubicBezTo>
                <a:cubicBezTo>
                  <a:pt x="1246766" y="993395"/>
                  <a:pt x="1239273" y="996951"/>
                  <a:pt x="1232669" y="1001523"/>
                </a:cubicBezTo>
                <a:cubicBezTo>
                  <a:pt x="1228986" y="1004190"/>
                  <a:pt x="1224668" y="1009905"/>
                  <a:pt x="1218953" y="1012318"/>
                </a:cubicBezTo>
                <a:cubicBezTo>
                  <a:pt x="1212476" y="1014858"/>
                  <a:pt x="1204856" y="1016763"/>
                  <a:pt x="1201173" y="1013588"/>
                </a:cubicBezTo>
                <a:cubicBezTo>
                  <a:pt x="1196093" y="1009016"/>
                  <a:pt x="1196601" y="995300"/>
                  <a:pt x="1200157" y="987553"/>
                </a:cubicBezTo>
                <a:lnTo>
                  <a:pt x="1200030" y="987553"/>
                </a:lnTo>
                <a:cubicBezTo>
                  <a:pt x="1202824" y="981330"/>
                  <a:pt x="1209936" y="979044"/>
                  <a:pt x="1214762" y="975107"/>
                </a:cubicBezTo>
                <a:cubicBezTo>
                  <a:pt x="1218953" y="971551"/>
                  <a:pt x="1223525" y="967614"/>
                  <a:pt x="1229113" y="963296"/>
                </a:cubicBezTo>
                <a:cubicBezTo>
                  <a:pt x="1235336" y="958343"/>
                  <a:pt x="1241178" y="954025"/>
                  <a:pt x="1245623" y="949326"/>
                </a:cubicBezTo>
                <a:cubicBezTo>
                  <a:pt x="1251465" y="943230"/>
                  <a:pt x="1254132" y="935864"/>
                  <a:pt x="1257942" y="931419"/>
                </a:cubicBezTo>
                <a:cubicBezTo>
                  <a:pt x="1261498" y="927355"/>
                  <a:pt x="1264165" y="924942"/>
                  <a:pt x="1266832" y="924053"/>
                </a:cubicBezTo>
                <a:close/>
                <a:moveTo>
                  <a:pt x="408439" y="948945"/>
                </a:moveTo>
                <a:cubicBezTo>
                  <a:pt x="410725" y="947675"/>
                  <a:pt x="412757" y="947929"/>
                  <a:pt x="415678" y="950342"/>
                </a:cubicBezTo>
                <a:cubicBezTo>
                  <a:pt x="420631" y="954660"/>
                  <a:pt x="423552" y="962407"/>
                  <a:pt x="420250" y="972567"/>
                </a:cubicBezTo>
                <a:cubicBezTo>
                  <a:pt x="417964" y="979171"/>
                  <a:pt x="414662" y="987426"/>
                  <a:pt x="409709" y="994792"/>
                </a:cubicBezTo>
                <a:cubicBezTo>
                  <a:pt x="405518" y="1001142"/>
                  <a:pt x="397644" y="1005333"/>
                  <a:pt x="391802" y="1011429"/>
                </a:cubicBezTo>
                <a:cubicBezTo>
                  <a:pt x="386341" y="1017017"/>
                  <a:pt x="382150" y="1024764"/>
                  <a:pt x="375546" y="1029463"/>
                </a:cubicBezTo>
                <a:cubicBezTo>
                  <a:pt x="371863" y="1032003"/>
                  <a:pt x="363989" y="1031495"/>
                  <a:pt x="358147" y="1033781"/>
                </a:cubicBezTo>
                <a:cubicBezTo>
                  <a:pt x="351797" y="1036448"/>
                  <a:pt x="344050" y="1042290"/>
                  <a:pt x="340367" y="1039115"/>
                </a:cubicBezTo>
                <a:cubicBezTo>
                  <a:pt x="335287" y="1034670"/>
                  <a:pt x="340367" y="1021208"/>
                  <a:pt x="343923" y="1013461"/>
                </a:cubicBezTo>
                <a:cubicBezTo>
                  <a:pt x="346717" y="1007238"/>
                  <a:pt x="346971" y="999237"/>
                  <a:pt x="351797" y="995300"/>
                </a:cubicBezTo>
                <a:cubicBezTo>
                  <a:pt x="355988" y="991744"/>
                  <a:pt x="363100" y="990855"/>
                  <a:pt x="368688" y="986537"/>
                </a:cubicBezTo>
                <a:cubicBezTo>
                  <a:pt x="374911" y="981711"/>
                  <a:pt x="381007" y="977774"/>
                  <a:pt x="385452" y="973202"/>
                </a:cubicBezTo>
                <a:cubicBezTo>
                  <a:pt x="391294" y="967106"/>
                  <a:pt x="396500" y="961899"/>
                  <a:pt x="400311" y="957454"/>
                </a:cubicBezTo>
                <a:cubicBezTo>
                  <a:pt x="403867" y="953390"/>
                  <a:pt x="406280" y="950342"/>
                  <a:pt x="408439" y="948945"/>
                </a:cubicBezTo>
                <a:close/>
                <a:moveTo>
                  <a:pt x="1087889" y="965709"/>
                </a:moveTo>
                <a:cubicBezTo>
                  <a:pt x="1091572" y="964439"/>
                  <a:pt x="1094747" y="964947"/>
                  <a:pt x="1097033" y="967868"/>
                </a:cubicBezTo>
                <a:cubicBezTo>
                  <a:pt x="1101097" y="972948"/>
                  <a:pt x="1099192" y="984124"/>
                  <a:pt x="1093858" y="993395"/>
                </a:cubicBezTo>
                <a:cubicBezTo>
                  <a:pt x="1090429" y="999364"/>
                  <a:pt x="1084460" y="1005714"/>
                  <a:pt x="1078110" y="1012064"/>
                </a:cubicBezTo>
                <a:cubicBezTo>
                  <a:pt x="1072776" y="1017398"/>
                  <a:pt x="1063759" y="1018795"/>
                  <a:pt x="1056901" y="1023621"/>
                </a:cubicBezTo>
                <a:cubicBezTo>
                  <a:pt x="1050424" y="1028066"/>
                  <a:pt x="1045471" y="1035051"/>
                  <a:pt x="1038105" y="1038353"/>
                </a:cubicBezTo>
                <a:cubicBezTo>
                  <a:pt x="1033914" y="1040258"/>
                  <a:pt x="1027818" y="1043814"/>
                  <a:pt x="1021722" y="1044957"/>
                </a:cubicBezTo>
                <a:cubicBezTo>
                  <a:pt x="1014864" y="1046227"/>
                  <a:pt x="1006355" y="1046227"/>
                  <a:pt x="1003307" y="1042290"/>
                </a:cubicBezTo>
                <a:cubicBezTo>
                  <a:pt x="999243" y="1036956"/>
                  <a:pt x="1001529" y="1021970"/>
                  <a:pt x="1006482" y="1015112"/>
                </a:cubicBezTo>
                <a:lnTo>
                  <a:pt x="1006482" y="1014985"/>
                </a:lnTo>
                <a:cubicBezTo>
                  <a:pt x="1010419" y="1009524"/>
                  <a:pt x="1019309" y="1009905"/>
                  <a:pt x="1024897" y="1006984"/>
                </a:cubicBezTo>
                <a:cubicBezTo>
                  <a:pt x="1029723" y="1004317"/>
                  <a:pt x="1033406" y="998094"/>
                  <a:pt x="1039629" y="995046"/>
                </a:cubicBezTo>
                <a:cubicBezTo>
                  <a:pt x="1046741" y="991490"/>
                  <a:pt x="1053980" y="990220"/>
                  <a:pt x="1059314" y="986537"/>
                </a:cubicBezTo>
                <a:cubicBezTo>
                  <a:pt x="1066172" y="981711"/>
                  <a:pt x="1071379" y="976504"/>
                  <a:pt x="1075824" y="972948"/>
                </a:cubicBezTo>
                <a:cubicBezTo>
                  <a:pt x="1080142" y="969519"/>
                  <a:pt x="1084206" y="966852"/>
                  <a:pt x="1087889" y="965709"/>
                </a:cubicBezTo>
                <a:close/>
                <a:moveTo>
                  <a:pt x="233433" y="1008000"/>
                </a:moveTo>
                <a:cubicBezTo>
                  <a:pt x="235846" y="1007746"/>
                  <a:pt x="238386" y="1008762"/>
                  <a:pt x="240799" y="1014350"/>
                </a:cubicBezTo>
                <a:cubicBezTo>
                  <a:pt x="245752" y="1025907"/>
                  <a:pt x="237624" y="1031876"/>
                  <a:pt x="235592" y="1034416"/>
                </a:cubicBezTo>
                <a:cubicBezTo>
                  <a:pt x="234322" y="1036067"/>
                  <a:pt x="229115" y="1044068"/>
                  <a:pt x="219844" y="1048005"/>
                </a:cubicBezTo>
                <a:cubicBezTo>
                  <a:pt x="214383" y="1050291"/>
                  <a:pt x="207017" y="1049656"/>
                  <a:pt x="199270" y="1048386"/>
                </a:cubicBezTo>
                <a:lnTo>
                  <a:pt x="187459" y="1042163"/>
                </a:lnTo>
                <a:lnTo>
                  <a:pt x="188221" y="1032511"/>
                </a:lnTo>
                <a:cubicBezTo>
                  <a:pt x="190380" y="1030733"/>
                  <a:pt x="193682" y="1029971"/>
                  <a:pt x="195587" y="1027558"/>
                </a:cubicBezTo>
                <a:cubicBezTo>
                  <a:pt x="198508" y="1024129"/>
                  <a:pt x="201302" y="1018033"/>
                  <a:pt x="208160" y="1014350"/>
                </a:cubicBezTo>
                <a:cubicBezTo>
                  <a:pt x="212732" y="1011937"/>
                  <a:pt x="218320" y="1009778"/>
                  <a:pt x="225813" y="1009905"/>
                </a:cubicBezTo>
                <a:cubicBezTo>
                  <a:pt x="228353" y="1009905"/>
                  <a:pt x="230893" y="1008254"/>
                  <a:pt x="233433" y="1008000"/>
                </a:cubicBezTo>
                <a:close/>
                <a:moveTo>
                  <a:pt x="900691" y="1013334"/>
                </a:moveTo>
                <a:cubicBezTo>
                  <a:pt x="904374" y="1016509"/>
                  <a:pt x="900564" y="1022859"/>
                  <a:pt x="893452" y="1032892"/>
                </a:cubicBezTo>
                <a:cubicBezTo>
                  <a:pt x="889642" y="1038353"/>
                  <a:pt x="885197" y="1044830"/>
                  <a:pt x="879355" y="1051434"/>
                </a:cubicBezTo>
                <a:cubicBezTo>
                  <a:pt x="874529" y="1057022"/>
                  <a:pt x="868941" y="1062483"/>
                  <a:pt x="863226" y="1068452"/>
                </a:cubicBezTo>
                <a:cubicBezTo>
                  <a:pt x="858019" y="1073913"/>
                  <a:pt x="852050" y="1079120"/>
                  <a:pt x="846462" y="1084581"/>
                </a:cubicBezTo>
                <a:cubicBezTo>
                  <a:pt x="842652" y="1088264"/>
                  <a:pt x="839604" y="1094741"/>
                  <a:pt x="834143" y="1095757"/>
                </a:cubicBezTo>
                <a:cubicBezTo>
                  <a:pt x="827285" y="1097154"/>
                  <a:pt x="822586" y="1093852"/>
                  <a:pt x="820808" y="1089661"/>
                </a:cubicBezTo>
                <a:lnTo>
                  <a:pt x="820681" y="1089788"/>
                </a:lnTo>
                <a:cubicBezTo>
                  <a:pt x="818268" y="1084073"/>
                  <a:pt x="820046" y="1075564"/>
                  <a:pt x="826777" y="1066928"/>
                </a:cubicBezTo>
                <a:cubicBezTo>
                  <a:pt x="833381" y="1058292"/>
                  <a:pt x="842652" y="1051434"/>
                  <a:pt x="845573" y="1048513"/>
                </a:cubicBezTo>
                <a:cubicBezTo>
                  <a:pt x="850399" y="1043560"/>
                  <a:pt x="855606" y="1037591"/>
                  <a:pt x="861829" y="1032638"/>
                </a:cubicBezTo>
                <a:cubicBezTo>
                  <a:pt x="867925" y="1027558"/>
                  <a:pt x="874910" y="1023748"/>
                  <a:pt x="880752" y="1020065"/>
                </a:cubicBezTo>
                <a:cubicBezTo>
                  <a:pt x="890150" y="1014096"/>
                  <a:pt x="897389" y="1010540"/>
                  <a:pt x="900691" y="1013334"/>
                </a:cubicBezTo>
                <a:close/>
                <a:moveTo>
                  <a:pt x="1557662" y="1039877"/>
                </a:moveTo>
                <a:cubicBezTo>
                  <a:pt x="1568203" y="1038353"/>
                  <a:pt x="1579379" y="1040131"/>
                  <a:pt x="1582427" y="1044322"/>
                </a:cubicBezTo>
                <a:cubicBezTo>
                  <a:pt x="1584713" y="1047497"/>
                  <a:pt x="1584078" y="1054990"/>
                  <a:pt x="1581665" y="1060070"/>
                </a:cubicBezTo>
                <a:cubicBezTo>
                  <a:pt x="1579760" y="1064388"/>
                  <a:pt x="1576712" y="1069468"/>
                  <a:pt x="1573664" y="1072643"/>
                </a:cubicBezTo>
                <a:cubicBezTo>
                  <a:pt x="1569854" y="1076453"/>
                  <a:pt x="1564774" y="1079120"/>
                  <a:pt x="1560710" y="1080390"/>
                </a:cubicBezTo>
                <a:cubicBezTo>
                  <a:pt x="1556519" y="1081533"/>
                  <a:pt x="1551185" y="1078866"/>
                  <a:pt x="1546232" y="1080009"/>
                </a:cubicBezTo>
                <a:cubicBezTo>
                  <a:pt x="1542168" y="1080898"/>
                  <a:pt x="1537977" y="1083057"/>
                  <a:pt x="1533024" y="1084835"/>
                </a:cubicBezTo>
                <a:cubicBezTo>
                  <a:pt x="1529087" y="1086359"/>
                  <a:pt x="1524007" y="1086740"/>
                  <a:pt x="1519562" y="1089661"/>
                </a:cubicBezTo>
                <a:cubicBezTo>
                  <a:pt x="1513974" y="1093344"/>
                  <a:pt x="1508640" y="1096519"/>
                  <a:pt x="1505465" y="1100202"/>
                </a:cubicBezTo>
                <a:cubicBezTo>
                  <a:pt x="1501020" y="1105409"/>
                  <a:pt x="1499750" y="1112521"/>
                  <a:pt x="1494162" y="1112775"/>
                </a:cubicBezTo>
                <a:cubicBezTo>
                  <a:pt x="1487431" y="1112902"/>
                  <a:pt x="1481335" y="1105790"/>
                  <a:pt x="1479557" y="1100456"/>
                </a:cubicBezTo>
                <a:lnTo>
                  <a:pt x="1479430" y="1100329"/>
                </a:lnTo>
                <a:cubicBezTo>
                  <a:pt x="1477779" y="1095249"/>
                  <a:pt x="1482478" y="1091058"/>
                  <a:pt x="1486288" y="1085978"/>
                </a:cubicBezTo>
                <a:cubicBezTo>
                  <a:pt x="1490098" y="1080644"/>
                  <a:pt x="1493781" y="1075183"/>
                  <a:pt x="1496702" y="1072643"/>
                </a:cubicBezTo>
                <a:cubicBezTo>
                  <a:pt x="1502163" y="1067436"/>
                  <a:pt x="1507243" y="1060832"/>
                  <a:pt x="1513974" y="1056895"/>
                </a:cubicBezTo>
                <a:cubicBezTo>
                  <a:pt x="1520705" y="1052958"/>
                  <a:pt x="1529341" y="1052958"/>
                  <a:pt x="1536326" y="1050291"/>
                </a:cubicBezTo>
                <a:cubicBezTo>
                  <a:pt x="1544327" y="1047370"/>
                  <a:pt x="1550931" y="1040766"/>
                  <a:pt x="1557662" y="1039877"/>
                </a:cubicBezTo>
                <a:close/>
                <a:moveTo>
                  <a:pt x="187459" y="1042163"/>
                </a:moveTo>
                <a:lnTo>
                  <a:pt x="1678566" y="1043687"/>
                </a:lnTo>
                <a:cubicBezTo>
                  <a:pt x="1682503" y="1043433"/>
                  <a:pt x="1686440" y="1043941"/>
                  <a:pt x="1688980" y="1045719"/>
                </a:cubicBezTo>
                <a:cubicBezTo>
                  <a:pt x="1695838" y="1050545"/>
                  <a:pt x="1691139" y="1059181"/>
                  <a:pt x="1689996" y="1066547"/>
                </a:cubicBezTo>
                <a:cubicBezTo>
                  <a:pt x="1689107" y="1071754"/>
                  <a:pt x="1684281" y="1073405"/>
                  <a:pt x="1680344" y="1078104"/>
                </a:cubicBezTo>
                <a:cubicBezTo>
                  <a:pt x="1677931" y="1081025"/>
                  <a:pt x="1677931" y="1087502"/>
                  <a:pt x="1673359" y="1091947"/>
                </a:cubicBezTo>
                <a:cubicBezTo>
                  <a:pt x="1663707" y="1101345"/>
                  <a:pt x="1662691" y="1105028"/>
                  <a:pt x="1653674" y="1109346"/>
                </a:cubicBezTo>
                <a:lnTo>
                  <a:pt x="1653674" y="1109473"/>
                </a:lnTo>
                <a:cubicBezTo>
                  <a:pt x="1650880" y="1110743"/>
                  <a:pt x="1639196" y="1116966"/>
                  <a:pt x="1632465" y="1112013"/>
                </a:cubicBezTo>
                <a:cubicBezTo>
                  <a:pt x="1628782" y="1109346"/>
                  <a:pt x="1629417" y="1103250"/>
                  <a:pt x="1629290" y="1097789"/>
                </a:cubicBezTo>
                <a:cubicBezTo>
                  <a:pt x="1629036" y="1092455"/>
                  <a:pt x="1630560" y="1088899"/>
                  <a:pt x="1633354" y="1085597"/>
                </a:cubicBezTo>
                <a:cubicBezTo>
                  <a:pt x="1639831" y="1077850"/>
                  <a:pt x="1637545" y="1073278"/>
                  <a:pt x="1646308" y="1065912"/>
                </a:cubicBezTo>
                <a:cubicBezTo>
                  <a:pt x="1650880" y="1061975"/>
                  <a:pt x="1654563" y="1059435"/>
                  <a:pt x="1657357" y="1056260"/>
                </a:cubicBezTo>
                <a:cubicBezTo>
                  <a:pt x="1660405" y="1052958"/>
                  <a:pt x="1663199" y="1049529"/>
                  <a:pt x="1668406" y="1046481"/>
                </a:cubicBezTo>
                <a:cubicBezTo>
                  <a:pt x="1670946" y="1045084"/>
                  <a:pt x="1674756" y="1043941"/>
                  <a:pt x="1678566" y="1043687"/>
                </a:cubicBezTo>
                <a:close/>
                <a:moveTo>
                  <a:pt x="694316" y="1054736"/>
                </a:moveTo>
                <a:lnTo>
                  <a:pt x="694443" y="1054736"/>
                </a:lnTo>
                <a:cubicBezTo>
                  <a:pt x="700412" y="1051942"/>
                  <a:pt x="707143" y="1053720"/>
                  <a:pt x="710445" y="1055879"/>
                </a:cubicBezTo>
                <a:cubicBezTo>
                  <a:pt x="716287" y="1059816"/>
                  <a:pt x="711842" y="1073913"/>
                  <a:pt x="706889" y="1079628"/>
                </a:cubicBezTo>
                <a:cubicBezTo>
                  <a:pt x="702698" y="1084454"/>
                  <a:pt x="696602" y="1087883"/>
                  <a:pt x="691014" y="1092836"/>
                </a:cubicBezTo>
                <a:cubicBezTo>
                  <a:pt x="685934" y="1097408"/>
                  <a:pt x="681108" y="1102234"/>
                  <a:pt x="675393" y="1106298"/>
                </a:cubicBezTo>
                <a:cubicBezTo>
                  <a:pt x="669551" y="1110616"/>
                  <a:pt x="665995" y="1117728"/>
                  <a:pt x="660153" y="1121157"/>
                </a:cubicBezTo>
                <a:cubicBezTo>
                  <a:pt x="653422" y="1124967"/>
                  <a:pt x="646691" y="1127761"/>
                  <a:pt x="640976" y="1129539"/>
                </a:cubicBezTo>
                <a:cubicBezTo>
                  <a:pt x="632086" y="1132333"/>
                  <a:pt x="628022" y="1130047"/>
                  <a:pt x="625101" y="1124586"/>
                </a:cubicBezTo>
                <a:cubicBezTo>
                  <a:pt x="623196" y="1121030"/>
                  <a:pt x="622561" y="1115061"/>
                  <a:pt x="629419" y="1107187"/>
                </a:cubicBezTo>
                <a:cubicBezTo>
                  <a:pt x="633356" y="1102615"/>
                  <a:pt x="640849" y="1100075"/>
                  <a:pt x="646437" y="1094995"/>
                </a:cubicBezTo>
                <a:cubicBezTo>
                  <a:pt x="651390" y="1090423"/>
                  <a:pt x="653803" y="1082295"/>
                  <a:pt x="659264" y="1077977"/>
                </a:cubicBezTo>
                <a:cubicBezTo>
                  <a:pt x="664979" y="1073659"/>
                  <a:pt x="672091" y="1071246"/>
                  <a:pt x="677552" y="1067563"/>
                </a:cubicBezTo>
                <a:cubicBezTo>
                  <a:pt x="684029" y="1063245"/>
                  <a:pt x="689109" y="1057276"/>
                  <a:pt x="694316" y="1054736"/>
                </a:cubicBezTo>
                <a:close/>
                <a:moveTo>
                  <a:pt x="1379735" y="1055117"/>
                </a:moveTo>
                <a:cubicBezTo>
                  <a:pt x="1386212" y="1057911"/>
                  <a:pt x="1385958" y="1076072"/>
                  <a:pt x="1382148" y="1082676"/>
                </a:cubicBezTo>
                <a:cubicBezTo>
                  <a:pt x="1378973" y="1088137"/>
                  <a:pt x="1376433" y="1095249"/>
                  <a:pt x="1371861" y="1101218"/>
                </a:cubicBezTo>
                <a:cubicBezTo>
                  <a:pt x="1367797" y="1106679"/>
                  <a:pt x="1362336" y="1111632"/>
                  <a:pt x="1357637" y="1116839"/>
                </a:cubicBezTo>
                <a:cubicBezTo>
                  <a:pt x="1352811" y="1122173"/>
                  <a:pt x="1347731" y="1127507"/>
                  <a:pt x="1342778" y="1131952"/>
                </a:cubicBezTo>
                <a:cubicBezTo>
                  <a:pt x="1336936" y="1137032"/>
                  <a:pt x="1327919" y="1136016"/>
                  <a:pt x="1322585" y="1138937"/>
                </a:cubicBezTo>
                <a:cubicBezTo>
                  <a:pt x="1314457" y="1143382"/>
                  <a:pt x="1308488" y="1149605"/>
                  <a:pt x="1304424" y="1144779"/>
                </a:cubicBezTo>
                <a:cubicBezTo>
                  <a:pt x="1301884" y="1141731"/>
                  <a:pt x="1305821" y="1133603"/>
                  <a:pt x="1310901" y="1124586"/>
                </a:cubicBezTo>
                <a:cubicBezTo>
                  <a:pt x="1313949" y="1119379"/>
                  <a:pt x="1321061" y="1115823"/>
                  <a:pt x="1325506" y="1109727"/>
                </a:cubicBezTo>
                <a:cubicBezTo>
                  <a:pt x="1329570" y="1104393"/>
                  <a:pt x="1332491" y="1098043"/>
                  <a:pt x="1337063" y="1092709"/>
                </a:cubicBezTo>
                <a:cubicBezTo>
                  <a:pt x="1341762" y="1087502"/>
                  <a:pt x="1343286" y="1079120"/>
                  <a:pt x="1347985" y="1074421"/>
                </a:cubicBezTo>
                <a:cubicBezTo>
                  <a:pt x="1353446" y="1068960"/>
                  <a:pt x="1360558" y="1066166"/>
                  <a:pt x="1365257" y="1062610"/>
                </a:cubicBezTo>
                <a:lnTo>
                  <a:pt x="1365257" y="1062483"/>
                </a:lnTo>
                <a:cubicBezTo>
                  <a:pt x="1370591" y="1058546"/>
                  <a:pt x="1376052" y="1053593"/>
                  <a:pt x="1379735" y="1055117"/>
                </a:cubicBezTo>
                <a:close/>
                <a:moveTo>
                  <a:pt x="523500" y="1083819"/>
                </a:moveTo>
                <a:cubicBezTo>
                  <a:pt x="526803" y="1085597"/>
                  <a:pt x="529470" y="1090423"/>
                  <a:pt x="528835" y="1096265"/>
                </a:cubicBezTo>
                <a:cubicBezTo>
                  <a:pt x="528327" y="1101345"/>
                  <a:pt x="522993" y="1105028"/>
                  <a:pt x="520961" y="1107949"/>
                </a:cubicBezTo>
                <a:cubicBezTo>
                  <a:pt x="517278" y="1113156"/>
                  <a:pt x="515754" y="1120776"/>
                  <a:pt x="510800" y="1126364"/>
                </a:cubicBezTo>
                <a:cubicBezTo>
                  <a:pt x="506229" y="1131444"/>
                  <a:pt x="499244" y="1134365"/>
                  <a:pt x="494037" y="1139191"/>
                </a:cubicBezTo>
                <a:cubicBezTo>
                  <a:pt x="488830" y="1144144"/>
                  <a:pt x="485274" y="1150748"/>
                  <a:pt x="479813" y="1154685"/>
                </a:cubicBezTo>
                <a:cubicBezTo>
                  <a:pt x="473590" y="1159384"/>
                  <a:pt x="466859" y="1161670"/>
                  <a:pt x="461398" y="1164083"/>
                </a:cubicBezTo>
                <a:cubicBezTo>
                  <a:pt x="452762" y="1167893"/>
                  <a:pt x="447809" y="1168655"/>
                  <a:pt x="444253" y="1163575"/>
                </a:cubicBezTo>
                <a:cubicBezTo>
                  <a:pt x="441967" y="1160400"/>
                  <a:pt x="441205" y="1152653"/>
                  <a:pt x="447047" y="1144144"/>
                </a:cubicBezTo>
                <a:cubicBezTo>
                  <a:pt x="450475" y="1139064"/>
                  <a:pt x="455429" y="1133476"/>
                  <a:pt x="460382" y="1127761"/>
                </a:cubicBezTo>
                <a:cubicBezTo>
                  <a:pt x="464827" y="1122681"/>
                  <a:pt x="470923" y="1118617"/>
                  <a:pt x="475875" y="1113664"/>
                </a:cubicBezTo>
                <a:cubicBezTo>
                  <a:pt x="480956" y="1108711"/>
                  <a:pt x="484766" y="1102107"/>
                  <a:pt x="489846" y="1097789"/>
                </a:cubicBezTo>
                <a:cubicBezTo>
                  <a:pt x="495815" y="1092836"/>
                  <a:pt x="503689" y="1091185"/>
                  <a:pt x="508642" y="1088010"/>
                </a:cubicBezTo>
                <a:lnTo>
                  <a:pt x="508515" y="1088010"/>
                </a:lnTo>
                <a:cubicBezTo>
                  <a:pt x="514230" y="1084454"/>
                  <a:pt x="519945" y="1081914"/>
                  <a:pt x="523500" y="1083819"/>
                </a:cubicBezTo>
                <a:close/>
                <a:moveTo>
                  <a:pt x="1193553" y="1109981"/>
                </a:moveTo>
                <a:cubicBezTo>
                  <a:pt x="1197490" y="1110489"/>
                  <a:pt x="1200538" y="1112013"/>
                  <a:pt x="1201935" y="1113537"/>
                </a:cubicBezTo>
                <a:cubicBezTo>
                  <a:pt x="1205364" y="1117093"/>
                  <a:pt x="1201681" y="1122300"/>
                  <a:pt x="1193426" y="1131571"/>
                </a:cubicBezTo>
                <a:cubicBezTo>
                  <a:pt x="1189108" y="1136651"/>
                  <a:pt x="1186568" y="1145541"/>
                  <a:pt x="1180091" y="1151510"/>
                </a:cubicBezTo>
                <a:cubicBezTo>
                  <a:pt x="1174630" y="1156463"/>
                  <a:pt x="1167010" y="1159765"/>
                  <a:pt x="1160787" y="1165099"/>
                </a:cubicBezTo>
                <a:cubicBezTo>
                  <a:pt x="1154818" y="1169925"/>
                  <a:pt x="1148341" y="1174497"/>
                  <a:pt x="1142118" y="1179323"/>
                </a:cubicBezTo>
                <a:cubicBezTo>
                  <a:pt x="1138181" y="1182498"/>
                  <a:pt x="1131196" y="1181101"/>
                  <a:pt x="1126370" y="1182117"/>
                </a:cubicBezTo>
                <a:cubicBezTo>
                  <a:pt x="1119766" y="1183641"/>
                  <a:pt x="1114051" y="1184784"/>
                  <a:pt x="1112781" y="1180466"/>
                </a:cubicBezTo>
                <a:cubicBezTo>
                  <a:pt x="1111003" y="1174497"/>
                  <a:pt x="1114813" y="1164718"/>
                  <a:pt x="1122433" y="1156971"/>
                </a:cubicBezTo>
                <a:cubicBezTo>
                  <a:pt x="1129926" y="1149097"/>
                  <a:pt x="1140213" y="1143382"/>
                  <a:pt x="1143388" y="1140842"/>
                </a:cubicBezTo>
                <a:cubicBezTo>
                  <a:pt x="1148722" y="1136524"/>
                  <a:pt x="1155326" y="1131952"/>
                  <a:pt x="1161930" y="1127634"/>
                </a:cubicBezTo>
                <a:cubicBezTo>
                  <a:pt x="1168534" y="1123443"/>
                  <a:pt x="1173487" y="1115315"/>
                  <a:pt x="1179710" y="1112394"/>
                </a:cubicBezTo>
                <a:cubicBezTo>
                  <a:pt x="1184790" y="1109981"/>
                  <a:pt x="1189616" y="1109473"/>
                  <a:pt x="1193553" y="1109981"/>
                </a:cubicBezTo>
                <a:close/>
                <a:moveTo>
                  <a:pt x="334779" y="1134492"/>
                </a:moveTo>
                <a:cubicBezTo>
                  <a:pt x="339350" y="1133349"/>
                  <a:pt x="343161" y="1133349"/>
                  <a:pt x="344939" y="1135254"/>
                </a:cubicBezTo>
                <a:cubicBezTo>
                  <a:pt x="348875" y="1139572"/>
                  <a:pt x="343796" y="1148335"/>
                  <a:pt x="336175" y="1157098"/>
                </a:cubicBezTo>
                <a:cubicBezTo>
                  <a:pt x="331731" y="1162178"/>
                  <a:pt x="324873" y="1166369"/>
                  <a:pt x="318396" y="1171957"/>
                </a:cubicBezTo>
                <a:cubicBezTo>
                  <a:pt x="312808" y="1176910"/>
                  <a:pt x="306204" y="1181228"/>
                  <a:pt x="299981" y="1186054"/>
                </a:cubicBezTo>
                <a:cubicBezTo>
                  <a:pt x="293123" y="1191388"/>
                  <a:pt x="280550" y="1192150"/>
                  <a:pt x="277629" y="1185038"/>
                </a:cubicBezTo>
                <a:cubicBezTo>
                  <a:pt x="275470" y="1179704"/>
                  <a:pt x="279407" y="1174497"/>
                  <a:pt x="284487" y="1168655"/>
                </a:cubicBezTo>
                <a:cubicBezTo>
                  <a:pt x="289821" y="1162432"/>
                  <a:pt x="295917" y="1156844"/>
                  <a:pt x="298330" y="1154812"/>
                </a:cubicBezTo>
                <a:cubicBezTo>
                  <a:pt x="304299" y="1150113"/>
                  <a:pt x="311792" y="1144398"/>
                  <a:pt x="319412" y="1140588"/>
                </a:cubicBezTo>
                <a:cubicBezTo>
                  <a:pt x="324619" y="1138048"/>
                  <a:pt x="330080" y="1135762"/>
                  <a:pt x="334779" y="1134492"/>
                </a:cubicBezTo>
                <a:close/>
                <a:moveTo>
                  <a:pt x="1000640" y="1134619"/>
                </a:moveTo>
                <a:cubicBezTo>
                  <a:pt x="1004069" y="1135762"/>
                  <a:pt x="1007498" y="1141604"/>
                  <a:pt x="1007625" y="1147573"/>
                </a:cubicBezTo>
                <a:cubicBezTo>
                  <a:pt x="1007879" y="1152907"/>
                  <a:pt x="1006990" y="1159511"/>
                  <a:pt x="1005466" y="1162686"/>
                </a:cubicBezTo>
                <a:cubicBezTo>
                  <a:pt x="1002672" y="1168528"/>
                  <a:pt x="999878" y="1175386"/>
                  <a:pt x="995814" y="1181609"/>
                </a:cubicBezTo>
                <a:cubicBezTo>
                  <a:pt x="992131" y="1187451"/>
                  <a:pt x="988067" y="1193547"/>
                  <a:pt x="983749" y="1199008"/>
                </a:cubicBezTo>
                <a:cubicBezTo>
                  <a:pt x="979304" y="1204723"/>
                  <a:pt x="976764" y="1212597"/>
                  <a:pt x="972192" y="1217423"/>
                </a:cubicBezTo>
                <a:cubicBezTo>
                  <a:pt x="966731" y="1223011"/>
                  <a:pt x="955809" y="1221487"/>
                  <a:pt x="950856" y="1224662"/>
                </a:cubicBezTo>
                <a:cubicBezTo>
                  <a:pt x="942982" y="1229869"/>
                  <a:pt x="935108" y="1236219"/>
                  <a:pt x="930790" y="1231774"/>
                </a:cubicBezTo>
                <a:cubicBezTo>
                  <a:pt x="927996" y="1228853"/>
                  <a:pt x="934219" y="1219963"/>
                  <a:pt x="938664" y="1210438"/>
                </a:cubicBezTo>
                <a:cubicBezTo>
                  <a:pt x="941204" y="1204977"/>
                  <a:pt x="944379" y="1198881"/>
                  <a:pt x="948316" y="1192404"/>
                </a:cubicBezTo>
                <a:cubicBezTo>
                  <a:pt x="951999" y="1186816"/>
                  <a:pt x="956444" y="1181482"/>
                  <a:pt x="960635" y="1175767"/>
                </a:cubicBezTo>
                <a:cubicBezTo>
                  <a:pt x="964826" y="1170052"/>
                  <a:pt x="966985" y="1162813"/>
                  <a:pt x="971303" y="1157733"/>
                </a:cubicBezTo>
                <a:cubicBezTo>
                  <a:pt x="976256" y="1151891"/>
                  <a:pt x="982606" y="1148208"/>
                  <a:pt x="987051" y="1144271"/>
                </a:cubicBezTo>
                <a:lnTo>
                  <a:pt x="986924" y="1144271"/>
                </a:lnTo>
                <a:cubicBezTo>
                  <a:pt x="991877" y="1139826"/>
                  <a:pt x="996703" y="1133349"/>
                  <a:pt x="1000640" y="1134619"/>
                </a:cubicBezTo>
                <a:close/>
                <a:moveTo>
                  <a:pt x="1665231" y="1172719"/>
                </a:moveTo>
                <a:cubicBezTo>
                  <a:pt x="1672597" y="1169925"/>
                  <a:pt x="1681868" y="1176021"/>
                  <a:pt x="1686313" y="1180847"/>
                </a:cubicBezTo>
                <a:cubicBezTo>
                  <a:pt x="1689488" y="1184022"/>
                  <a:pt x="1692663" y="1187451"/>
                  <a:pt x="1691647" y="1192785"/>
                </a:cubicBezTo>
                <a:cubicBezTo>
                  <a:pt x="1690631" y="1197484"/>
                  <a:pt x="1687837" y="1202056"/>
                  <a:pt x="1685043" y="1205739"/>
                </a:cubicBezTo>
                <a:cubicBezTo>
                  <a:pt x="1680344" y="1211835"/>
                  <a:pt x="1674121" y="1210184"/>
                  <a:pt x="1666247" y="1213105"/>
                </a:cubicBezTo>
                <a:cubicBezTo>
                  <a:pt x="1661294" y="1214883"/>
                  <a:pt x="1654944" y="1217677"/>
                  <a:pt x="1647197" y="1222249"/>
                </a:cubicBezTo>
                <a:cubicBezTo>
                  <a:pt x="1640212" y="1226440"/>
                  <a:pt x="1638180" y="1233425"/>
                  <a:pt x="1634497" y="1236346"/>
                </a:cubicBezTo>
                <a:cubicBezTo>
                  <a:pt x="1629671" y="1240156"/>
                  <a:pt x="1623448" y="1236854"/>
                  <a:pt x="1616082" y="1239140"/>
                </a:cubicBezTo>
                <a:cubicBezTo>
                  <a:pt x="1612145" y="1240283"/>
                  <a:pt x="1600715" y="1248030"/>
                  <a:pt x="1595000" y="1241934"/>
                </a:cubicBezTo>
                <a:cubicBezTo>
                  <a:pt x="1591698" y="1238251"/>
                  <a:pt x="1592079" y="1234187"/>
                  <a:pt x="1594746" y="1227837"/>
                </a:cubicBezTo>
                <a:cubicBezTo>
                  <a:pt x="1596905" y="1222630"/>
                  <a:pt x="1598556" y="1216788"/>
                  <a:pt x="1603255" y="1213486"/>
                </a:cubicBezTo>
                <a:cubicBezTo>
                  <a:pt x="1609351" y="1209295"/>
                  <a:pt x="1612018" y="1205993"/>
                  <a:pt x="1616209" y="1204088"/>
                </a:cubicBezTo>
                <a:cubicBezTo>
                  <a:pt x="1619892" y="1202310"/>
                  <a:pt x="1624972" y="1202691"/>
                  <a:pt x="1631576" y="1199135"/>
                </a:cubicBezTo>
                <a:cubicBezTo>
                  <a:pt x="1639196" y="1195198"/>
                  <a:pt x="1647705" y="1194817"/>
                  <a:pt x="1651896" y="1190499"/>
                </a:cubicBezTo>
                <a:cubicBezTo>
                  <a:pt x="1656341" y="1185800"/>
                  <a:pt x="1657357" y="1175640"/>
                  <a:pt x="1665231" y="1172719"/>
                </a:cubicBezTo>
                <a:close/>
                <a:moveTo>
                  <a:pt x="813950" y="1189737"/>
                </a:moveTo>
                <a:cubicBezTo>
                  <a:pt x="817252" y="1190245"/>
                  <a:pt x="820173" y="1191642"/>
                  <a:pt x="822713" y="1193674"/>
                </a:cubicBezTo>
                <a:cubicBezTo>
                  <a:pt x="829190" y="1199262"/>
                  <a:pt x="825126" y="1206628"/>
                  <a:pt x="820173" y="1214883"/>
                </a:cubicBezTo>
                <a:cubicBezTo>
                  <a:pt x="816109" y="1221487"/>
                  <a:pt x="814839" y="1224408"/>
                  <a:pt x="807219" y="1228091"/>
                </a:cubicBezTo>
                <a:cubicBezTo>
                  <a:pt x="802647" y="1230377"/>
                  <a:pt x="798837" y="1236473"/>
                  <a:pt x="791598" y="1241934"/>
                </a:cubicBezTo>
                <a:cubicBezTo>
                  <a:pt x="785121" y="1246887"/>
                  <a:pt x="781946" y="1251205"/>
                  <a:pt x="778517" y="1254507"/>
                </a:cubicBezTo>
                <a:cubicBezTo>
                  <a:pt x="774199" y="1258825"/>
                  <a:pt x="769500" y="1261492"/>
                  <a:pt x="762388" y="1264540"/>
                </a:cubicBezTo>
                <a:lnTo>
                  <a:pt x="762388" y="1264667"/>
                </a:lnTo>
                <a:cubicBezTo>
                  <a:pt x="758705" y="1266191"/>
                  <a:pt x="741052" y="1274192"/>
                  <a:pt x="734702" y="1268731"/>
                </a:cubicBezTo>
                <a:cubicBezTo>
                  <a:pt x="731019" y="1265556"/>
                  <a:pt x="729749" y="1254507"/>
                  <a:pt x="731527" y="1247903"/>
                </a:cubicBezTo>
                <a:cubicBezTo>
                  <a:pt x="733178" y="1242442"/>
                  <a:pt x="738131" y="1235965"/>
                  <a:pt x="742449" y="1232282"/>
                </a:cubicBezTo>
                <a:cubicBezTo>
                  <a:pt x="748037" y="1227329"/>
                  <a:pt x="752863" y="1224408"/>
                  <a:pt x="757562" y="1222884"/>
                </a:cubicBezTo>
                <a:cubicBezTo>
                  <a:pt x="761880" y="1221360"/>
                  <a:pt x="768865" y="1225297"/>
                  <a:pt x="775088" y="1221106"/>
                </a:cubicBezTo>
                <a:cubicBezTo>
                  <a:pt x="782200" y="1216407"/>
                  <a:pt x="781565" y="1207009"/>
                  <a:pt x="785248" y="1202183"/>
                </a:cubicBezTo>
                <a:cubicBezTo>
                  <a:pt x="789185" y="1197230"/>
                  <a:pt x="796297" y="1195325"/>
                  <a:pt x="803790" y="1191515"/>
                </a:cubicBezTo>
                <a:cubicBezTo>
                  <a:pt x="807219" y="1189737"/>
                  <a:pt x="810775" y="1189229"/>
                  <a:pt x="813950" y="1189737"/>
                </a:cubicBezTo>
                <a:close/>
                <a:moveTo>
                  <a:pt x="1485399" y="1199389"/>
                </a:moveTo>
                <a:cubicBezTo>
                  <a:pt x="1489082" y="1198246"/>
                  <a:pt x="1492130" y="1198246"/>
                  <a:pt x="1494416" y="1199643"/>
                </a:cubicBezTo>
                <a:cubicBezTo>
                  <a:pt x="1497718" y="1201675"/>
                  <a:pt x="1498607" y="1206374"/>
                  <a:pt x="1498861" y="1212216"/>
                </a:cubicBezTo>
                <a:cubicBezTo>
                  <a:pt x="1499115" y="1217296"/>
                  <a:pt x="1495940" y="1221106"/>
                  <a:pt x="1494162" y="1225297"/>
                </a:cubicBezTo>
                <a:cubicBezTo>
                  <a:pt x="1492130" y="1230250"/>
                  <a:pt x="1490606" y="1232155"/>
                  <a:pt x="1486669" y="1234568"/>
                </a:cubicBezTo>
                <a:cubicBezTo>
                  <a:pt x="1482605" y="1236981"/>
                  <a:pt x="1480827" y="1242950"/>
                  <a:pt x="1476763" y="1245617"/>
                </a:cubicBezTo>
                <a:cubicBezTo>
                  <a:pt x="1473334" y="1248030"/>
                  <a:pt x="1469397" y="1250189"/>
                  <a:pt x="1465714" y="1253999"/>
                </a:cubicBezTo>
                <a:cubicBezTo>
                  <a:pt x="1462920" y="1257047"/>
                  <a:pt x="1459364" y="1260095"/>
                  <a:pt x="1456316" y="1264413"/>
                </a:cubicBezTo>
                <a:cubicBezTo>
                  <a:pt x="1452633" y="1269874"/>
                  <a:pt x="1448950" y="1274319"/>
                  <a:pt x="1447045" y="1278637"/>
                </a:cubicBezTo>
                <a:cubicBezTo>
                  <a:pt x="1444378" y="1284860"/>
                  <a:pt x="1442981" y="1288035"/>
                  <a:pt x="1437901" y="1290321"/>
                </a:cubicBezTo>
                <a:cubicBezTo>
                  <a:pt x="1431678" y="1292988"/>
                  <a:pt x="1424058" y="1293242"/>
                  <a:pt x="1420502" y="1289051"/>
                </a:cubicBezTo>
                <a:cubicBezTo>
                  <a:pt x="1416946" y="1284987"/>
                  <a:pt x="1421010" y="1278637"/>
                  <a:pt x="1422534" y="1272414"/>
                </a:cubicBezTo>
                <a:cubicBezTo>
                  <a:pt x="1424058" y="1266064"/>
                  <a:pt x="1425455" y="1259714"/>
                  <a:pt x="1427106" y="1256158"/>
                </a:cubicBezTo>
                <a:cubicBezTo>
                  <a:pt x="1430281" y="1249300"/>
                  <a:pt x="1433075" y="1241934"/>
                  <a:pt x="1437901" y="1235711"/>
                </a:cubicBezTo>
                <a:cubicBezTo>
                  <a:pt x="1442727" y="1229361"/>
                  <a:pt x="1447934" y="1223519"/>
                  <a:pt x="1453522" y="1218439"/>
                </a:cubicBezTo>
                <a:cubicBezTo>
                  <a:pt x="1459745" y="1212597"/>
                  <a:pt x="1466730" y="1208787"/>
                  <a:pt x="1472699" y="1205358"/>
                </a:cubicBezTo>
                <a:cubicBezTo>
                  <a:pt x="1477271" y="1202691"/>
                  <a:pt x="1481589" y="1200532"/>
                  <a:pt x="1485399" y="1199389"/>
                </a:cubicBezTo>
                <a:close/>
                <a:moveTo>
                  <a:pt x="1767847" y="1202564"/>
                </a:moveTo>
                <a:cubicBezTo>
                  <a:pt x="1773943" y="1205612"/>
                  <a:pt x="1780547" y="1218947"/>
                  <a:pt x="1779277" y="1223011"/>
                </a:cubicBezTo>
                <a:cubicBezTo>
                  <a:pt x="1777245" y="1228980"/>
                  <a:pt x="1768990" y="1233171"/>
                  <a:pt x="1764291" y="1238886"/>
                </a:cubicBezTo>
                <a:cubicBezTo>
                  <a:pt x="1759592" y="1244728"/>
                  <a:pt x="1756798" y="1252856"/>
                  <a:pt x="1751083" y="1255777"/>
                </a:cubicBezTo>
                <a:cubicBezTo>
                  <a:pt x="1744225" y="1259333"/>
                  <a:pt x="1736478" y="1258190"/>
                  <a:pt x="1730763" y="1252983"/>
                </a:cubicBezTo>
                <a:cubicBezTo>
                  <a:pt x="1726953" y="1249554"/>
                  <a:pt x="1727842" y="1242315"/>
                  <a:pt x="1731652" y="1234441"/>
                </a:cubicBezTo>
                <a:cubicBezTo>
                  <a:pt x="1734319" y="1228853"/>
                  <a:pt x="1738002" y="1222757"/>
                  <a:pt x="1742320" y="1217550"/>
                </a:cubicBezTo>
                <a:cubicBezTo>
                  <a:pt x="1746892" y="1211962"/>
                  <a:pt x="1751718" y="1206120"/>
                  <a:pt x="1756544" y="1203326"/>
                </a:cubicBezTo>
                <a:cubicBezTo>
                  <a:pt x="1759846" y="1201294"/>
                  <a:pt x="1764418" y="1200786"/>
                  <a:pt x="1767847" y="1202564"/>
                </a:cubicBezTo>
                <a:close/>
                <a:moveTo>
                  <a:pt x="634499" y="1220852"/>
                </a:moveTo>
                <a:cubicBezTo>
                  <a:pt x="637801" y="1222757"/>
                  <a:pt x="636531" y="1229615"/>
                  <a:pt x="636658" y="1235330"/>
                </a:cubicBezTo>
                <a:cubicBezTo>
                  <a:pt x="636785" y="1240029"/>
                  <a:pt x="634626" y="1243839"/>
                  <a:pt x="632975" y="1248030"/>
                </a:cubicBezTo>
                <a:cubicBezTo>
                  <a:pt x="631070" y="1252983"/>
                  <a:pt x="629800" y="1255904"/>
                  <a:pt x="626498" y="1258952"/>
                </a:cubicBezTo>
                <a:cubicBezTo>
                  <a:pt x="623323" y="1262000"/>
                  <a:pt x="621418" y="1266826"/>
                  <a:pt x="617354" y="1269747"/>
                </a:cubicBezTo>
                <a:cubicBezTo>
                  <a:pt x="611385" y="1274192"/>
                  <a:pt x="608464" y="1281939"/>
                  <a:pt x="601987" y="1291845"/>
                </a:cubicBezTo>
                <a:cubicBezTo>
                  <a:pt x="598431" y="1297433"/>
                  <a:pt x="590684" y="1299084"/>
                  <a:pt x="588525" y="1303021"/>
                </a:cubicBezTo>
                <a:cubicBezTo>
                  <a:pt x="585477" y="1308609"/>
                  <a:pt x="584461" y="1312038"/>
                  <a:pt x="579381" y="1314451"/>
                </a:cubicBezTo>
                <a:cubicBezTo>
                  <a:pt x="573285" y="1317372"/>
                  <a:pt x="562998" y="1321436"/>
                  <a:pt x="559315" y="1317372"/>
                </a:cubicBezTo>
                <a:cubicBezTo>
                  <a:pt x="555632" y="1313435"/>
                  <a:pt x="563125" y="1304291"/>
                  <a:pt x="564522" y="1297941"/>
                </a:cubicBezTo>
                <a:cubicBezTo>
                  <a:pt x="565792" y="1291718"/>
                  <a:pt x="563506" y="1283717"/>
                  <a:pt x="565030" y="1280161"/>
                </a:cubicBezTo>
                <a:cubicBezTo>
                  <a:pt x="568078" y="1273176"/>
                  <a:pt x="572650" y="1266318"/>
                  <a:pt x="577222" y="1259968"/>
                </a:cubicBezTo>
                <a:cubicBezTo>
                  <a:pt x="581794" y="1253618"/>
                  <a:pt x="585985" y="1246252"/>
                  <a:pt x="591319" y="1241045"/>
                </a:cubicBezTo>
                <a:cubicBezTo>
                  <a:pt x="597415" y="1235076"/>
                  <a:pt x="605035" y="1231139"/>
                  <a:pt x="610877" y="1227583"/>
                </a:cubicBezTo>
                <a:cubicBezTo>
                  <a:pt x="620021" y="1221868"/>
                  <a:pt x="630054" y="1218185"/>
                  <a:pt x="634499" y="1220852"/>
                </a:cubicBezTo>
                <a:close/>
                <a:moveTo>
                  <a:pt x="1291343" y="1251586"/>
                </a:moveTo>
                <a:cubicBezTo>
                  <a:pt x="1298455" y="1248157"/>
                  <a:pt x="1303027" y="1247649"/>
                  <a:pt x="1307980" y="1251967"/>
                </a:cubicBezTo>
                <a:cubicBezTo>
                  <a:pt x="1311282" y="1254888"/>
                  <a:pt x="1313949" y="1256920"/>
                  <a:pt x="1313822" y="1262000"/>
                </a:cubicBezTo>
                <a:cubicBezTo>
                  <a:pt x="1313568" y="1266572"/>
                  <a:pt x="1315727" y="1273049"/>
                  <a:pt x="1313314" y="1276986"/>
                </a:cubicBezTo>
                <a:cubicBezTo>
                  <a:pt x="1309123" y="1283463"/>
                  <a:pt x="1301376" y="1283971"/>
                  <a:pt x="1293756" y="1287527"/>
                </a:cubicBezTo>
                <a:cubicBezTo>
                  <a:pt x="1289184" y="1289686"/>
                  <a:pt x="1282453" y="1291083"/>
                  <a:pt x="1275087" y="1296290"/>
                </a:cubicBezTo>
                <a:cubicBezTo>
                  <a:pt x="1268356" y="1301116"/>
                  <a:pt x="1266070" y="1306958"/>
                  <a:pt x="1262768" y="1310133"/>
                </a:cubicBezTo>
                <a:cubicBezTo>
                  <a:pt x="1258323" y="1314324"/>
                  <a:pt x="1254005" y="1317245"/>
                  <a:pt x="1246893" y="1320293"/>
                </a:cubicBezTo>
                <a:cubicBezTo>
                  <a:pt x="1243083" y="1321817"/>
                  <a:pt x="1231399" y="1323468"/>
                  <a:pt x="1225176" y="1317753"/>
                </a:cubicBezTo>
                <a:cubicBezTo>
                  <a:pt x="1221493" y="1314451"/>
                  <a:pt x="1219842" y="1311657"/>
                  <a:pt x="1221874" y="1305053"/>
                </a:cubicBezTo>
                <a:cubicBezTo>
                  <a:pt x="1223525" y="1299592"/>
                  <a:pt x="1226065" y="1294766"/>
                  <a:pt x="1230383" y="1291083"/>
                </a:cubicBezTo>
                <a:cubicBezTo>
                  <a:pt x="1236098" y="1286384"/>
                  <a:pt x="1240035" y="1285368"/>
                  <a:pt x="1244988" y="1284225"/>
                </a:cubicBezTo>
                <a:cubicBezTo>
                  <a:pt x="1249433" y="1283336"/>
                  <a:pt x="1253497" y="1280415"/>
                  <a:pt x="1259847" y="1276224"/>
                </a:cubicBezTo>
                <a:cubicBezTo>
                  <a:pt x="1266959" y="1271652"/>
                  <a:pt x="1273309" y="1268350"/>
                  <a:pt x="1277119" y="1263778"/>
                </a:cubicBezTo>
                <a:cubicBezTo>
                  <a:pt x="1281183" y="1258698"/>
                  <a:pt x="1283723" y="1255142"/>
                  <a:pt x="1291343" y="1251586"/>
                </a:cubicBezTo>
                <a:close/>
                <a:moveTo>
                  <a:pt x="433585" y="1268604"/>
                </a:moveTo>
                <a:cubicBezTo>
                  <a:pt x="438665" y="1266699"/>
                  <a:pt x="443491" y="1270255"/>
                  <a:pt x="448063" y="1274700"/>
                </a:cubicBezTo>
                <a:cubicBezTo>
                  <a:pt x="454159" y="1280542"/>
                  <a:pt x="456953" y="1288543"/>
                  <a:pt x="454286" y="1294893"/>
                </a:cubicBezTo>
                <a:cubicBezTo>
                  <a:pt x="450857" y="1303148"/>
                  <a:pt x="444634" y="1301116"/>
                  <a:pt x="431807" y="1310514"/>
                </a:cubicBezTo>
                <a:cubicBezTo>
                  <a:pt x="421393" y="1318007"/>
                  <a:pt x="420123" y="1319531"/>
                  <a:pt x="410979" y="1322325"/>
                </a:cubicBezTo>
                <a:cubicBezTo>
                  <a:pt x="408312" y="1323214"/>
                  <a:pt x="399041" y="1328294"/>
                  <a:pt x="393072" y="1322452"/>
                </a:cubicBezTo>
                <a:cubicBezTo>
                  <a:pt x="386722" y="1316229"/>
                  <a:pt x="388119" y="1303910"/>
                  <a:pt x="394342" y="1298195"/>
                </a:cubicBezTo>
                <a:cubicBezTo>
                  <a:pt x="401454" y="1291845"/>
                  <a:pt x="399041" y="1285622"/>
                  <a:pt x="408185" y="1279907"/>
                </a:cubicBezTo>
                <a:cubicBezTo>
                  <a:pt x="413138" y="1276859"/>
                  <a:pt x="417456" y="1275970"/>
                  <a:pt x="420885" y="1274192"/>
                </a:cubicBezTo>
                <a:cubicBezTo>
                  <a:pt x="424568" y="1272414"/>
                  <a:pt x="428250" y="1270763"/>
                  <a:pt x="433585" y="1268604"/>
                </a:cubicBezTo>
                <a:close/>
                <a:moveTo>
                  <a:pt x="1107447" y="1281177"/>
                </a:moveTo>
                <a:cubicBezTo>
                  <a:pt x="1110622" y="1281050"/>
                  <a:pt x="1113035" y="1282066"/>
                  <a:pt x="1114686" y="1283336"/>
                </a:cubicBezTo>
                <a:cubicBezTo>
                  <a:pt x="1118496" y="1286384"/>
                  <a:pt x="1116464" y="1289559"/>
                  <a:pt x="1109606" y="1299846"/>
                </a:cubicBezTo>
                <a:cubicBezTo>
                  <a:pt x="1105923" y="1305434"/>
                  <a:pt x="1102240" y="1312419"/>
                  <a:pt x="1096652" y="1319277"/>
                </a:cubicBezTo>
                <a:cubicBezTo>
                  <a:pt x="1092080" y="1324865"/>
                  <a:pt x="1089794" y="1333501"/>
                  <a:pt x="1084333" y="1339597"/>
                </a:cubicBezTo>
                <a:cubicBezTo>
                  <a:pt x="1079126" y="1345312"/>
                  <a:pt x="1068966" y="1346455"/>
                  <a:pt x="1063505" y="1352170"/>
                </a:cubicBezTo>
                <a:cubicBezTo>
                  <a:pt x="1059949" y="1355980"/>
                  <a:pt x="1057155" y="1363346"/>
                  <a:pt x="1052075" y="1365251"/>
                </a:cubicBezTo>
                <a:cubicBezTo>
                  <a:pt x="1045217" y="1367918"/>
                  <a:pt x="1037089" y="1365886"/>
                  <a:pt x="1035184" y="1361695"/>
                </a:cubicBezTo>
                <a:lnTo>
                  <a:pt x="1035311" y="1361695"/>
                </a:lnTo>
                <a:cubicBezTo>
                  <a:pt x="1033787" y="1358520"/>
                  <a:pt x="1033152" y="1352551"/>
                  <a:pt x="1035311" y="1347217"/>
                </a:cubicBezTo>
                <a:cubicBezTo>
                  <a:pt x="1036962" y="1343280"/>
                  <a:pt x="1043820" y="1341756"/>
                  <a:pt x="1046614" y="1337946"/>
                </a:cubicBezTo>
                <a:cubicBezTo>
                  <a:pt x="1052964" y="1329056"/>
                  <a:pt x="1059568" y="1319912"/>
                  <a:pt x="1062362" y="1316991"/>
                </a:cubicBezTo>
                <a:cubicBezTo>
                  <a:pt x="1067061" y="1311911"/>
                  <a:pt x="1073792" y="1307593"/>
                  <a:pt x="1079761" y="1302259"/>
                </a:cubicBezTo>
                <a:cubicBezTo>
                  <a:pt x="1085603" y="1297052"/>
                  <a:pt x="1090048" y="1289686"/>
                  <a:pt x="1095763" y="1285749"/>
                </a:cubicBezTo>
                <a:cubicBezTo>
                  <a:pt x="1100335" y="1282574"/>
                  <a:pt x="1104272" y="1281431"/>
                  <a:pt x="1107447" y="1281177"/>
                </a:cubicBezTo>
                <a:close/>
                <a:moveTo>
                  <a:pt x="1763021" y="1320928"/>
                </a:moveTo>
                <a:cubicBezTo>
                  <a:pt x="1772419" y="1317880"/>
                  <a:pt x="1778896" y="1319658"/>
                  <a:pt x="1782706" y="1323214"/>
                </a:cubicBezTo>
                <a:cubicBezTo>
                  <a:pt x="1787913" y="1328040"/>
                  <a:pt x="1785881" y="1337692"/>
                  <a:pt x="1781182" y="1345566"/>
                </a:cubicBezTo>
                <a:cubicBezTo>
                  <a:pt x="1776229" y="1354075"/>
                  <a:pt x="1771276" y="1358901"/>
                  <a:pt x="1763021" y="1362457"/>
                </a:cubicBezTo>
                <a:cubicBezTo>
                  <a:pt x="1756671" y="1365124"/>
                  <a:pt x="1748035" y="1366140"/>
                  <a:pt x="1740542" y="1373887"/>
                </a:cubicBezTo>
                <a:cubicBezTo>
                  <a:pt x="1736351" y="1378332"/>
                  <a:pt x="1736859" y="1384936"/>
                  <a:pt x="1734446" y="1388111"/>
                </a:cubicBezTo>
                <a:cubicBezTo>
                  <a:pt x="1730890" y="1392683"/>
                  <a:pt x="1725556" y="1393699"/>
                  <a:pt x="1720476" y="1394715"/>
                </a:cubicBezTo>
                <a:cubicBezTo>
                  <a:pt x="1714380" y="1395985"/>
                  <a:pt x="1708538" y="1393699"/>
                  <a:pt x="1705744" y="1389000"/>
                </a:cubicBezTo>
                <a:cubicBezTo>
                  <a:pt x="1702950" y="1384428"/>
                  <a:pt x="1703458" y="1378967"/>
                  <a:pt x="1705617" y="1373379"/>
                </a:cubicBezTo>
                <a:cubicBezTo>
                  <a:pt x="1707903" y="1367791"/>
                  <a:pt x="1712475" y="1363092"/>
                  <a:pt x="1714380" y="1360171"/>
                </a:cubicBezTo>
                <a:cubicBezTo>
                  <a:pt x="1718190" y="1354456"/>
                  <a:pt x="1723016" y="1349376"/>
                  <a:pt x="1728223" y="1344550"/>
                </a:cubicBezTo>
                <a:cubicBezTo>
                  <a:pt x="1733557" y="1339597"/>
                  <a:pt x="1738002" y="1333755"/>
                  <a:pt x="1743717" y="1330199"/>
                </a:cubicBezTo>
                <a:cubicBezTo>
                  <a:pt x="1750321" y="1326135"/>
                  <a:pt x="1757052" y="1322833"/>
                  <a:pt x="1763021" y="1320928"/>
                </a:cubicBezTo>
                <a:close/>
                <a:moveTo>
                  <a:pt x="932314" y="1323849"/>
                </a:moveTo>
                <a:cubicBezTo>
                  <a:pt x="935235" y="1326389"/>
                  <a:pt x="937648" y="1333882"/>
                  <a:pt x="936886" y="1339470"/>
                </a:cubicBezTo>
                <a:cubicBezTo>
                  <a:pt x="936251" y="1344042"/>
                  <a:pt x="930790" y="1348106"/>
                  <a:pt x="928377" y="1351916"/>
                </a:cubicBezTo>
                <a:cubicBezTo>
                  <a:pt x="925583" y="1356361"/>
                  <a:pt x="923678" y="1361187"/>
                  <a:pt x="919868" y="1363727"/>
                </a:cubicBezTo>
                <a:cubicBezTo>
                  <a:pt x="916058" y="1366140"/>
                  <a:pt x="909454" y="1363854"/>
                  <a:pt x="904882" y="1366013"/>
                </a:cubicBezTo>
                <a:cubicBezTo>
                  <a:pt x="898151" y="1369188"/>
                  <a:pt x="892436" y="1375792"/>
                  <a:pt x="884054" y="1384301"/>
                </a:cubicBezTo>
                <a:cubicBezTo>
                  <a:pt x="879355" y="1389000"/>
                  <a:pt x="875418" y="1392302"/>
                  <a:pt x="872370" y="1395477"/>
                </a:cubicBezTo>
                <a:cubicBezTo>
                  <a:pt x="868052" y="1399922"/>
                  <a:pt x="865639" y="1405383"/>
                  <a:pt x="860178" y="1406653"/>
                </a:cubicBezTo>
                <a:cubicBezTo>
                  <a:pt x="853701" y="1408304"/>
                  <a:pt x="842779" y="1406907"/>
                  <a:pt x="839985" y="1402208"/>
                </a:cubicBezTo>
                <a:lnTo>
                  <a:pt x="839858" y="1402208"/>
                </a:lnTo>
                <a:cubicBezTo>
                  <a:pt x="837191" y="1397636"/>
                  <a:pt x="846970" y="1391286"/>
                  <a:pt x="849510" y="1385444"/>
                </a:cubicBezTo>
                <a:cubicBezTo>
                  <a:pt x="852050" y="1379475"/>
                  <a:pt x="852558" y="1372363"/>
                  <a:pt x="854717" y="1369188"/>
                </a:cubicBezTo>
                <a:cubicBezTo>
                  <a:pt x="859162" y="1362965"/>
                  <a:pt x="861829" y="1354456"/>
                  <a:pt x="867544" y="1349249"/>
                </a:cubicBezTo>
                <a:cubicBezTo>
                  <a:pt x="873259" y="1343915"/>
                  <a:pt x="883292" y="1344169"/>
                  <a:pt x="889642" y="1340105"/>
                </a:cubicBezTo>
                <a:cubicBezTo>
                  <a:pt x="896754" y="1335533"/>
                  <a:pt x="903485" y="1333120"/>
                  <a:pt x="909835" y="1330707"/>
                </a:cubicBezTo>
                <a:cubicBezTo>
                  <a:pt x="919995" y="1327024"/>
                  <a:pt x="928377" y="1320420"/>
                  <a:pt x="932314" y="1323849"/>
                </a:cubicBezTo>
                <a:close/>
                <a:moveTo>
                  <a:pt x="1595127" y="1334136"/>
                </a:moveTo>
                <a:cubicBezTo>
                  <a:pt x="1599064" y="1333374"/>
                  <a:pt x="1603001" y="1333755"/>
                  <a:pt x="1605795" y="1335406"/>
                </a:cubicBezTo>
                <a:cubicBezTo>
                  <a:pt x="1609732" y="1337692"/>
                  <a:pt x="1610367" y="1342264"/>
                  <a:pt x="1610621" y="1347725"/>
                </a:cubicBezTo>
                <a:cubicBezTo>
                  <a:pt x="1610875" y="1352424"/>
                  <a:pt x="1610621" y="1357377"/>
                  <a:pt x="1609097" y="1361695"/>
                </a:cubicBezTo>
                <a:cubicBezTo>
                  <a:pt x="1606303" y="1368934"/>
                  <a:pt x="1604017" y="1373633"/>
                  <a:pt x="1597159" y="1378586"/>
                </a:cubicBezTo>
                <a:cubicBezTo>
                  <a:pt x="1592968" y="1381634"/>
                  <a:pt x="1587253" y="1384555"/>
                  <a:pt x="1581157" y="1391159"/>
                </a:cubicBezTo>
                <a:cubicBezTo>
                  <a:pt x="1575569" y="1397255"/>
                  <a:pt x="1569600" y="1399541"/>
                  <a:pt x="1566806" y="1403478"/>
                </a:cubicBezTo>
                <a:cubicBezTo>
                  <a:pt x="1563377" y="1408558"/>
                  <a:pt x="1561599" y="1412114"/>
                  <a:pt x="1555122" y="1416432"/>
                </a:cubicBezTo>
                <a:cubicBezTo>
                  <a:pt x="1551693" y="1418718"/>
                  <a:pt x="1538739" y="1431164"/>
                  <a:pt x="1531373" y="1426846"/>
                </a:cubicBezTo>
                <a:cubicBezTo>
                  <a:pt x="1527182" y="1424306"/>
                  <a:pt x="1527944" y="1415797"/>
                  <a:pt x="1528579" y="1408939"/>
                </a:cubicBezTo>
                <a:cubicBezTo>
                  <a:pt x="1529214" y="1403351"/>
                  <a:pt x="1531246" y="1398144"/>
                  <a:pt x="1534802" y="1393699"/>
                </a:cubicBezTo>
                <a:cubicBezTo>
                  <a:pt x="1539501" y="1387857"/>
                  <a:pt x="1540644" y="1381761"/>
                  <a:pt x="1545724" y="1379983"/>
                </a:cubicBezTo>
                <a:cubicBezTo>
                  <a:pt x="1550296" y="1378332"/>
                  <a:pt x="1556011" y="1379094"/>
                  <a:pt x="1561345" y="1373887"/>
                </a:cubicBezTo>
                <a:cubicBezTo>
                  <a:pt x="1567441" y="1367918"/>
                  <a:pt x="1573664" y="1363473"/>
                  <a:pt x="1576458" y="1358266"/>
                </a:cubicBezTo>
                <a:cubicBezTo>
                  <a:pt x="1579506" y="1352551"/>
                  <a:pt x="1577220" y="1343788"/>
                  <a:pt x="1583824" y="1338835"/>
                </a:cubicBezTo>
                <a:cubicBezTo>
                  <a:pt x="1586999" y="1336422"/>
                  <a:pt x="1591063" y="1334771"/>
                  <a:pt x="1595127" y="1334136"/>
                </a:cubicBezTo>
                <a:close/>
                <a:moveTo>
                  <a:pt x="743465" y="1367283"/>
                </a:moveTo>
                <a:cubicBezTo>
                  <a:pt x="744989" y="1366648"/>
                  <a:pt x="746386" y="1367029"/>
                  <a:pt x="748164" y="1369696"/>
                </a:cubicBezTo>
                <a:cubicBezTo>
                  <a:pt x="751593" y="1374649"/>
                  <a:pt x="747529" y="1377443"/>
                  <a:pt x="744227" y="1383031"/>
                </a:cubicBezTo>
                <a:cubicBezTo>
                  <a:pt x="740544" y="1389127"/>
                  <a:pt x="737750" y="1395985"/>
                  <a:pt x="735972" y="1398398"/>
                </a:cubicBezTo>
                <a:cubicBezTo>
                  <a:pt x="734575" y="1400430"/>
                  <a:pt x="729114" y="1407161"/>
                  <a:pt x="720732" y="1415416"/>
                </a:cubicBezTo>
                <a:cubicBezTo>
                  <a:pt x="715779" y="1420242"/>
                  <a:pt x="710318" y="1425703"/>
                  <a:pt x="703333" y="1430275"/>
                </a:cubicBezTo>
                <a:cubicBezTo>
                  <a:pt x="697110" y="1434466"/>
                  <a:pt x="689871" y="1435990"/>
                  <a:pt x="682124" y="1438530"/>
                </a:cubicBezTo>
                <a:cubicBezTo>
                  <a:pt x="676663" y="1440308"/>
                  <a:pt x="664725" y="1449198"/>
                  <a:pt x="662058" y="1445261"/>
                </a:cubicBezTo>
                <a:lnTo>
                  <a:pt x="662185" y="1445134"/>
                </a:lnTo>
                <a:cubicBezTo>
                  <a:pt x="658629" y="1439800"/>
                  <a:pt x="661423" y="1432053"/>
                  <a:pt x="664979" y="1428243"/>
                </a:cubicBezTo>
                <a:cubicBezTo>
                  <a:pt x="668027" y="1424687"/>
                  <a:pt x="673488" y="1422655"/>
                  <a:pt x="676409" y="1418718"/>
                </a:cubicBezTo>
                <a:cubicBezTo>
                  <a:pt x="679457" y="1414273"/>
                  <a:pt x="685045" y="1409447"/>
                  <a:pt x="690887" y="1402970"/>
                </a:cubicBezTo>
                <a:cubicBezTo>
                  <a:pt x="695205" y="1398144"/>
                  <a:pt x="700793" y="1394334"/>
                  <a:pt x="707270" y="1389635"/>
                </a:cubicBezTo>
                <a:cubicBezTo>
                  <a:pt x="712604" y="1385825"/>
                  <a:pt x="716541" y="1378840"/>
                  <a:pt x="723780" y="1375665"/>
                </a:cubicBezTo>
                <a:cubicBezTo>
                  <a:pt x="727209" y="1374014"/>
                  <a:pt x="733940" y="1374141"/>
                  <a:pt x="738004" y="1371220"/>
                </a:cubicBezTo>
                <a:cubicBezTo>
                  <a:pt x="740290" y="1369569"/>
                  <a:pt x="741941" y="1367791"/>
                  <a:pt x="743465" y="1367283"/>
                </a:cubicBezTo>
                <a:close/>
                <a:moveTo>
                  <a:pt x="1415549" y="1394207"/>
                </a:moveTo>
                <a:cubicBezTo>
                  <a:pt x="1420883" y="1391921"/>
                  <a:pt x="1427233" y="1392937"/>
                  <a:pt x="1429900" y="1398779"/>
                </a:cubicBezTo>
                <a:cubicBezTo>
                  <a:pt x="1432313" y="1404240"/>
                  <a:pt x="1432186" y="1413130"/>
                  <a:pt x="1427995" y="1418083"/>
                </a:cubicBezTo>
                <a:cubicBezTo>
                  <a:pt x="1423423" y="1423544"/>
                  <a:pt x="1413898" y="1425195"/>
                  <a:pt x="1411866" y="1427227"/>
                </a:cubicBezTo>
                <a:cubicBezTo>
                  <a:pt x="1410088" y="1429005"/>
                  <a:pt x="1405008" y="1437514"/>
                  <a:pt x="1395356" y="1444118"/>
                </a:cubicBezTo>
                <a:cubicBezTo>
                  <a:pt x="1389641" y="1448055"/>
                  <a:pt x="1383291" y="1454786"/>
                  <a:pt x="1375544" y="1458088"/>
                </a:cubicBezTo>
                <a:cubicBezTo>
                  <a:pt x="1368686" y="1461009"/>
                  <a:pt x="1359542" y="1460501"/>
                  <a:pt x="1351541" y="1461644"/>
                </a:cubicBezTo>
                <a:cubicBezTo>
                  <a:pt x="1345826" y="1462533"/>
                  <a:pt x="1330205" y="1464311"/>
                  <a:pt x="1328300" y="1459866"/>
                </a:cubicBezTo>
                <a:lnTo>
                  <a:pt x="1328173" y="1459866"/>
                </a:lnTo>
                <a:cubicBezTo>
                  <a:pt x="1325506" y="1453897"/>
                  <a:pt x="1331856" y="1448563"/>
                  <a:pt x="1336428" y="1445261"/>
                </a:cubicBezTo>
                <a:cubicBezTo>
                  <a:pt x="1340365" y="1442340"/>
                  <a:pt x="1346715" y="1441070"/>
                  <a:pt x="1350144" y="1437641"/>
                </a:cubicBezTo>
                <a:cubicBezTo>
                  <a:pt x="1354081" y="1433831"/>
                  <a:pt x="1360558" y="1430910"/>
                  <a:pt x="1367543" y="1425576"/>
                </a:cubicBezTo>
                <a:cubicBezTo>
                  <a:pt x="1372623" y="1421639"/>
                  <a:pt x="1374274" y="1411352"/>
                  <a:pt x="1381386" y="1407923"/>
                </a:cubicBezTo>
                <a:cubicBezTo>
                  <a:pt x="1387355" y="1405002"/>
                  <a:pt x="1395229" y="1405637"/>
                  <a:pt x="1402849" y="1403732"/>
                </a:cubicBezTo>
                <a:cubicBezTo>
                  <a:pt x="1406659" y="1402843"/>
                  <a:pt x="1410596" y="1396239"/>
                  <a:pt x="1415549" y="1394207"/>
                </a:cubicBezTo>
                <a:close/>
                <a:moveTo>
                  <a:pt x="1222509" y="1406653"/>
                </a:moveTo>
                <a:cubicBezTo>
                  <a:pt x="1227335" y="1410971"/>
                  <a:pt x="1221366" y="1422020"/>
                  <a:pt x="1217683" y="1432053"/>
                </a:cubicBezTo>
                <a:cubicBezTo>
                  <a:pt x="1215270" y="1438530"/>
                  <a:pt x="1214254" y="1447039"/>
                  <a:pt x="1209047" y="1454278"/>
                </a:cubicBezTo>
                <a:cubicBezTo>
                  <a:pt x="1204602" y="1460374"/>
                  <a:pt x="1199141" y="1466470"/>
                  <a:pt x="1193045" y="1472185"/>
                </a:cubicBezTo>
                <a:cubicBezTo>
                  <a:pt x="1187457" y="1477773"/>
                  <a:pt x="1182885" y="1485520"/>
                  <a:pt x="1176154" y="1489965"/>
                </a:cubicBezTo>
                <a:cubicBezTo>
                  <a:pt x="1172217" y="1492505"/>
                  <a:pt x="1163708" y="1490600"/>
                  <a:pt x="1157866" y="1492632"/>
                </a:cubicBezTo>
                <a:cubicBezTo>
                  <a:pt x="1151262" y="1495045"/>
                  <a:pt x="1146563" y="1497331"/>
                  <a:pt x="1143007" y="1494029"/>
                </a:cubicBezTo>
                <a:cubicBezTo>
                  <a:pt x="1138054" y="1489330"/>
                  <a:pt x="1138308" y="1478408"/>
                  <a:pt x="1142118" y="1470661"/>
                </a:cubicBezTo>
                <a:cubicBezTo>
                  <a:pt x="1145166" y="1464565"/>
                  <a:pt x="1151135" y="1462025"/>
                  <a:pt x="1156088" y="1458215"/>
                </a:cubicBezTo>
                <a:cubicBezTo>
                  <a:pt x="1160533" y="1454786"/>
                  <a:pt x="1163581" y="1448817"/>
                  <a:pt x="1169296" y="1444753"/>
                </a:cubicBezTo>
                <a:cubicBezTo>
                  <a:pt x="1175773" y="1440054"/>
                  <a:pt x="1182377" y="1437133"/>
                  <a:pt x="1186949" y="1432688"/>
                </a:cubicBezTo>
                <a:cubicBezTo>
                  <a:pt x="1193045" y="1426719"/>
                  <a:pt x="1198633" y="1422147"/>
                  <a:pt x="1202570" y="1417829"/>
                </a:cubicBezTo>
                <a:cubicBezTo>
                  <a:pt x="1209809" y="1409828"/>
                  <a:pt x="1217048" y="1401446"/>
                  <a:pt x="1222509" y="1406653"/>
                </a:cubicBezTo>
                <a:close/>
                <a:moveTo>
                  <a:pt x="542297" y="1407669"/>
                </a:moveTo>
                <a:cubicBezTo>
                  <a:pt x="550552" y="1405510"/>
                  <a:pt x="559061" y="1407034"/>
                  <a:pt x="563125" y="1411098"/>
                </a:cubicBezTo>
                <a:cubicBezTo>
                  <a:pt x="568078" y="1416178"/>
                  <a:pt x="570110" y="1428243"/>
                  <a:pt x="567570" y="1434466"/>
                </a:cubicBezTo>
                <a:cubicBezTo>
                  <a:pt x="564776" y="1441070"/>
                  <a:pt x="556521" y="1439927"/>
                  <a:pt x="550298" y="1441832"/>
                </a:cubicBezTo>
                <a:cubicBezTo>
                  <a:pt x="545599" y="1443229"/>
                  <a:pt x="540900" y="1446531"/>
                  <a:pt x="535947" y="1452373"/>
                </a:cubicBezTo>
                <a:cubicBezTo>
                  <a:pt x="529216" y="1460120"/>
                  <a:pt x="528708" y="1464819"/>
                  <a:pt x="521977" y="1465073"/>
                </a:cubicBezTo>
                <a:cubicBezTo>
                  <a:pt x="517278" y="1465200"/>
                  <a:pt x="511690" y="1464184"/>
                  <a:pt x="508642" y="1459485"/>
                </a:cubicBezTo>
                <a:lnTo>
                  <a:pt x="508769" y="1459485"/>
                </a:lnTo>
                <a:cubicBezTo>
                  <a:pt x="502800" y="1450468"/>
                  <a:pt x="510928" y="1440181"/>
                  <a:pt x="513214" y="1435609"/>
                </a:cubicBezTo>
                <a:cubicBezTo>
                  <a:pt x="516516" y="1429259"/>
                  <a:pt x="517913" y="1421639"/>
                  <a:pt x="523374" y="1417448"/>
                </a:cubicBezTo>
                <a:cubicBezTo>
                  <a:pt x="529216" y="1412876"/>
                  <a:pt x="536201" y="1409320"/>
                  <a:pt x="542297" y="1407669"/>
                </a:cubicBezTo>
                <a:close/>
                <a:moveTo>
                  <a:pt x="1869955" y="1461136"/>
                </a:moveTo>
                <a:cubicBezTo>
                  <a:pt x="1871860" y="1461263"/>
                  <a:pt x="1873765" y="1462279"/>
                  <a:pt x="1875416" y="1464819"/>
                </a:cubicBezTo>
                <a:cubicBezTo>
                  <a:pt x="1878464" y="1469391"/>
                  <a:pt x="1873892" y="1474471"/>
                  <a:pt x="1872368" y="1478662"/>
                </a:cubicBezTo>
                <a:cubicBezTo>
                  <a:pt x="1870336" y="1484250"/>
                  <a:pt x="1868939" y="1489838"/>
                  <a:pt x="1867669" y="1491870"/>
                </a:cubicBezTo>
                <a:cubicBezTo>
                  <a:pt x="1866272" y="1494029"/>
                  <a:pt x="1858017" y="1501014"/>
                  <a:pt x="1847603" y="1508634"/>
                </a:cubicBezTo>
                <a:cubicBezTo>
                  <a:pt x="1841253" y="1513206"/>
                  <a:pt x="1833887" y="1517016"/>
                  <a:pt x="1824362" y="1518540"/>
                </a:cubicBezTo>
                <a:cubicBezTo>
                  <a:pt x="1819917" y="1519302"/>
                  <a:pt x="1808360" y="1524001"/>
                  <a:pt x="1805693" y="1519937"/>
                </a:cubicBezTo>
                <a:cubicBezTo>
                  <a:pt x="1799089" y="1509777"/>
                  <a:pt x="1814075" y="1505459"/>
                  <a:pt x="1818393" y="1498982"/>
                </a:cubicBezTo>
                <a:cubicBezTo>
                  <a:pt x="1821568" y="1494283"/>
                  <a:pt x="1823092" y="1484631"/>
                  <a:pt x="1830839" y="1478154"/>
                </a:cubicBezTo>
                <a:cubicBezTo>
                  <a:pt x="1836173" y="1473836"/>
                  <a:pt x="1844555" y="1473074"/>
                  <a:pt x="1853572" y="1470407"/>
                </a:cubicBezTo>
                <a:cubicBezTo>
                  <a:pt x="1857890" y="1469264"/>
                  <a:pt x="1864240" y="1461009"/>
                  <a:pt x="1869955" y="1461136"/>
                </a:cubicBezTo>
                <a:close/>
                <a:moveTo>
                  <a:pt x="1711840" y="1466978"/>
                </a:moveTo>
                <a:cubicBezTo>
                  <a:pt x="1717936" y="1470534"/>
                  <a:pt x="1715015" y="1485393"/>
                  <a:pt x="1711586" y="1494664"/>
                </a:cubicBezTo>
                <a:cubicBezTo>
                  <a:pt x="1707776" y="1504697"/>
                  <a:pt x="1700537" y="1506983"/>
                  <a:pt x="1692536" y="1512825"/>
                </a:cubicBezTo>
                <a:cubicBezTo>
                  <a:pt x="1689234" y="1515238"/>
                  <a:pt x="1687202" y="1520318"/>
                  <a:pt x="1683519" y="1524001"/>
                </a:cubicBezTo>
                <a:cubicBezTo>
                  <a:pt x="1680598" y="1526795"/>
                  <a:pt x="1680217" y="1532129"/>
                  <a:pt x="1677423" y="1536574"/>
                </a:cubicBezTo>
                <a:cubicBezTo>
                  <a:pt x="1673740" y="1542162"/>
                  <a:pt x="1670184" y="1545972"/>
                  <a:pt x="1668279" y="1550036"/>
                </a:cubicBezTo>
                <a:cubicBezTo>
                  <a:pt x="1665612" y="1555878"/>
                  <a:pt x="1662310" y="1559180"/>
                  <a:pt x="1657230" y="1561593"/>
                </a:cubicBezTo>
                <a:cubicBezTo>
                  <a:pt x="1651134" y="1564514"/>
                  <a:pt x="1645292" y="1562863"/>
                  <a:pt x="1641609" y="1558799"/>
                </a:cubicBezTo>
                <a:lnTo>
                  <a:pt x="1641482" y="1558799"/>
                </a:lnTo>
                <a:cubicBezTo>
                  <a:pt x="1637926" y="1554862"/>
                  <a:pt x="1636148" y="1549401"/>
                  <a:pt x="1637545" y="1543178"/>
                </a:cubicBezTo>
                <a:cubicBezTo>
                  <a:pt x="1638815" y="1536955"/>
                  <a:pt x="1643895" y="1531113"/>
                  <a:pt x="1645419" y="1527684"/>
                </a:cubicBezTo>
                <a:cubicBezTo>
                  <a:pt x="1648467" y="1520572"/>
                  <a:pt x="1646562" y="1510031"/>
                  <a:pt x="1651261" y="1503681"/>
                </a:cubicBezTo>
                <a:cubicBezTo>
                  <a:pt x="1655833" y="1497204"/>
                  <a:pt x="1665485" y="1494537"/>
                  <a:pt x="1670819" y="1489330"/>
                </a:cubicBezTo>
                <a:cubicBezTo>
                  <a:pt x="1676915" y="1483361"/>
                  <a:pt x="1684281" y="1480313"/>
                  <a:pt x="1690123" y="1476757"/>
                </a:cubicBezTo>
                <a:cubicBezTo>
                  <a:pt x="1699267" y="1471042"/>
                  <a:pt x="1707268" y="1464311"/>
                  <a:pt x="1711840" y="1466978"/>
                </a:cubicBezTo>
                <a:close/>
                <a:moveTo>
                  <a:pt x="1029342" y="1467232"/>
                </a:moveTo>
                <a:cubicBezTo>
                  <a:pt x="1034168" y="1465962"/>
                  <a:pt x="1035311" y="1467486"/>
                  <a:pt x="1037724" y="1473201"/>
                </a:cubicBezTo>
                <a:cubicBezTo>
                  <a:pt x="1040137" y="1478789"/>
                  <a:pt x="1041661" y="1481583"/>
                  <a:pt x="1037343" y="1486282"/>
                </a:cubicBezTo>
                <a:cubicBezTo>
                  <a:pt x="1032517" y="1491616"/>
                  <a:pt x="1025278" y="1494791"/>
                  <a:pt x="1023119" y="1496823"/>
                </a:cubicBezTo>
                <a:cubicBezTo>
                  <a:pt x="1021341" y="1498601"/>
                  <a:pt x="1017658" y="1508634"/>
                  <a:pt x="1007752" y="1514984"/>
                </a:cubicBezTo>
                <a:cubicBezTo>
                  <a:pt x="1002037" y="1518794"/>
                  <a:pt x="992639" y="1518032"/>
                  <a:pt x="984765" y="1521207"/>
                </a:cubicBezTo>
                <a:cubicBezTo>
                  <a:pt x="977907" y="1523874"/>
                  <a:pt x="971049" y="1526287"/>
                  <a:pt x="963048" y="1527303"/>
                </a:cubicBezTo>
                <a:cubicBezTo>
                  <a:pt x="957206" y="1527938"/>
                  <a:pt x="945268" y="1532129"/>
                  <a:pt x="943490" y="1527684"/>
                </a:cubicBezTo>
                <a:cubicBezTo>
                  <a:pt x="941077" y="1521715"/>
                  <a:pt x="947046" y="1517397"/>
                  <a:pt x="950602" y="1514476"/>
                </a:cubicBezTo>
                <a:cubicBezTo>
                  <a:pt x="953777" y="1511809"/>
                  <a:pt x="956317" y="1507364"/>
                  <a:pt x="959873" y="1504062"/>
                </a:cubicBezTo>
                <a:cubicBezTo>
                  <a:pt x="963810" y="1500379"/>
                  <a:pt x="968001" y="1493267"/>
                  <a:pt x="974986" y="1488060"/>
                </a:cubicBezTo>
                <a:cubicBezTo>
                  <a:pt x="980193" y="1484250"/>
                  <a:pt x="990607" y="1488187"/>
                  <a:pt x="997846" y="1484885"/>
                </a:cubicBezTo>
                <a:cubicBezTo>
                  <a:pt x="1003815" y="1482218"/>
                  <a:pt x="1008641" y="1475614"/>
                  <a:pt x="1016261" y="1473836"/>
                </a:cubicBezTo>
                <a:cubicBezTo>
                  <a:pt x="1020198" y="1472947"/>
                  <a:pt x="1024770" y="1468502"/>
                  <a:pt x="1029342" y="1467232"/>
                </a:cubicBezTo>
                <a:close/>
                <a:moveTo>
                  <a:pt x="841255" y="1495045"/>
                </a:moveTo>
                <a:cubicBezTo>
                  <a:pt x="843287" y="1493267"/>
                  <a:pt x="845446" y="1493140"/>
                  <a:pt x="848367" y="1495426"/>
                </a:cubicBezTo>
                <a:cubicBezTo>
                  <a:pt x="853574" y="1499363"/>
                  <a:pt x="852304" y="1506729"/>
                  <a:pt x="849510" y="1517016"/>
                </a:cubicBezTo>
                <a:cubicBezTo>
                  <a:pt x="847605" y="1523620"/>
                  <a:pt x="844938" y="1530859"/>
                  <a:pt x="840366" y="1538606"/>
                </a:cubicBezTo>
                <a:cubicBezTo>
                  <a:pt x="836556" y="1545083"/>
                  <a:pt x="836556" y="1555624"/>
                  <a:pt x="831095" y="1561847"/>
                </a:cubicBezTo>
                <a:cubicBezTo>
                  <a:pt x="825888" y="1567816"/>
                  <a:pt x="816363" y="1570102"/>
                  <a:pt x="810140" y="1575055"/>
                </a:cubicBezTo>
                <a:cubicBezTo>
                  <a:pt x="806457" y="1577976"/>
                  <a:pt x="800234" y="1580008"/>
                  <a:pt x="794646" y="1582675"/>
                </a:cubicBezTo>
                <a:cubicBezTo>
                  <a:pt x="788296" y="1585596"/>
                  <a:pt x="784867" y="1586612"/>
                  <a:pt x="781057" y="1583564"/>
                </a:cubicBezTo>
                <a:cubicBezTo>
                  <a:pt x="775723" y="1579246"/>
                  <a:pt x="775088" y="1570356"/>
                  <a:pt x="778263" y="1562355"/>
                </a:cubicBezTo>
                <a:lnTo>
                  <a:pt x="778136" y="1562355"/>
                </a:lnTo>
                <a:cubicBezTo>
                  <a:pt x="780676" y="1556005"/>
                  <a:pt x="782454" y="1549401"/>
                  <a:pt x="787026" y="1545210"/>
                </a:cubicBezTo>
                <a:cubicBezTo>
                  <a:pt x="791217" y="1541527"/>
                  <a:pt x="797567" y="1539495"/>
                  <a:pt x="802901" y="1534923"/>
                </a:cubicBezTo>
                <a:cubicBezTo>
                  <a:pt x="808997" y="1529716"/>
                  <a:pt x="816744" y="1527303"/>
                  <a:pt x="820935" y="1522350"/>
                </a:cubicBezTo>
                <a:cubicBezTo>
                  <a:pt x="826523" y="1516000"/>
                  <a:pt x="830079" y="1509396"/>
                  <a:pt x="833635" y="1504697"/>
                </a:cubicBezTo>
                <a:cubicBezTo>
                  <a:pt x="836937" y="1500379"/>
                  <a:pt x="839096" y="1496950"/>
                  <a:pt x="841255" y="1495045"/>
                </a:cubicBezTo>
                <a:close/>
                <a:moveTo>
                  <a:pt x="1509910" y="1516889"/>
                </a:moveTo>
                <a:cubicBezTo>
                  <a:pt x="1515879" y="1514095"/>
                  <a:pt x="1523372" y="1514603"/>
                  <a:pt x="1526674" y="1516889"/>
                </a:cubicBezTo>
                <a:cubicBezTo>
                  <a:pt x="1529722" y="1519048"/>
                  <a:pt x="1532389" y="1525144"/>
                  <a:pt x="1531500" y="1530605"/>
                </a:cubicBezTo>
                <a:cubicBezTo>
                  <a:pt x="1530611" y="1535685"/>
                  <a:pt x="1525658" y="1539749"/>
                  <a:pt x="1523245" y="1542543"/>
                </a:cubicBezTo>
                <a:cubicBezTo>
                  <a:pt x="1519181" y="1547242"/>
                  <a:pt x="1514355" y="1552449"/>
                  <a:pt x="1508767" y="1557402"/>
                </a:cubicBezTo>
                <a:cubicBezTo>
                  <a:pt x="1503687" y="1561974"/>
                  <a:pt x="1497337" y="1565403"/>
                  <a:pt x="1491749" y="1569594"/>
                </a:cubicBezTo>
                <a:cubicBezTo>
                  <a:pt x="1486034" y="1573785"/>
                  <a:pt x="1479176" y="1575944"/>
                  <a:pt x="1473461" y="1579373"/>
                </a:cubicBezTo>
                <a:cubicBezTo>
                  <a:pt x="1466730" y="1583310"/>
                  <a:pt x="1461269" y="1586866"/>
                  <a:pt x="1455554" y="1588644"/>
                </a:cubicBezTo>
                <a:cubicBezTo>
                  <a:pt x="1446537" y="1591565"/>
                  <a:pt x="1437901" y="1595248"/>
                  <a:pt x="1434980" y="1589787"/>
                </a:cubicBezTo>
                <a:cubicBezTo>
                  <a:pt x="1433075" y="1586231"/>
                  <a:pt x="1437393" y="1576579"/>
                  <a:pt x="1444124" y="1568705"/>
                </a:cubicBezTo>
                <a:cubicBezTo>
                  <a:pt x="1448188" y="1564133"/>
                  <a:pt x="1453522" y="1559053"/>
                  <a:pt x="1459237" y="1553973"/>
                </a:cubicBezTo>
                <a:cubicBezTo>
                  <a:pt x="1464190" y="1549528"/>
                  <a:pt x="1469778" y="1545083"/>
                  <a:pt x="1475366" y="1540765"/>
                </a:cubicBezTo>
                <a:cubicBezTo>
                  <a:pt x="1480954" y="1536447"/>
                  <a:pt x="1489717" y="1536701"/>
                  <a:pt x="1495305" y="1533018"/>
                </a:cubicBezTo>
                <a:cubicBezTo>
                  <a:pt x="1501655" y="1528700"/>
                  <a:pt x="1504703" y="1519556"/>
                  <a:pt x="1510037" y="1517016"/>
                </a:cubicBezTo>
                <a:lnTo>
                  <a:pt x="1509910" y="1516889"/>
                </a:lnTo>
                <a:close/>
                <a:moveTo>
                  <a:pt x="677552" y="1522350"/>
                </a:moveTo>
                <a:cubicBezTo>
                  <a:pt x="681997" y="1520826"/>
                  <a:pt x="688601" y="1522350"/>
                  <a:pt x="693173" y="1526922"/>
                </a:cubicBezTo>
                <a:cubicBezTo>
                  <a:pt x="699015" y="1532764"/>
                  <a:pt x="697618" y="1541781"/>
                  <a:pt x="695713" y="1547623"/>
                </a:cubicBezTo>
                <a:cubicBezTo>
                  <a:pt x="693046" y="1555243"/>
                  <a:pt x="694062" y="1559180"/>
                  <a:pt x="683013" y="1567181"/>
                </a:cubicBezTo>
                <a:cubicBezTo>
                  <a:pt x="674123" y="1573531"/>
                  <a:pt x="670059" y="1574166"/>
                  <a:pt x="661931" y="1576198"/>
                </a:cubicBezTo>
                <a:lnTo>
                  <a:pt x="661804" y="1576198"/>
                </a:lnTo>
                <a:cubicBezTo>
                  <a:pt x="659391" y="1576706"/>
                  <a:pt x="648342" y="1577976"/>
                  <a:pt x="642500" y="1572007"/>
                </a:cubicBezTo>
                <a:cubicBezTo>
                  <a:pt x="636277" y="1565784"/>
                  <a:pt x="637039" y="1551052"/>
                  <a:pt x="642373" y="1546099"/>
                </a:cubicBezTo>
                <a:cubicBezTo>
                  <a:pt x="648342" y="1540511"/>
                  <a:pt x="653295" y="1544321"/>
                  <a:pt x="661296" y="1539622"/>
                </a:cubicBezTo>
                <a:cubicBezTo>
                  <a:pt x="670059" y="1534288"/>
                  <a:pt x="668408" y="1525398"/>
                  <a:pt x="677552" y="1522350"/>
                </a:cubicBezTo>
                <a:close/>
                <a:moveTo>
                  <a:pt x="1320045" y="1552322"/>
                </a:moveTo>
                <a:cubicBezTo>
                  <a:pt x="1322458" y="1551687"/>
                  <a:pt x="1324871" y="1552068"/>
                  <a:pt x="1326903" y="1554354"/>
                </a:cubicBezTo>
                <a:cubicBezTo>
                  <a:pt x="1330967" y="1558799"/>
                  <a:pt x="1326268" y="1564768"/>
                  <a:pt x="1323855" y="1570737"/>
                </a:cubicBezTo>
                <a:cubicBezTo>
                  <a:pt x="1321188" y="1577341"/>
                  <a:pt x="1320045" y="1584961"/>
                  <a:pt x="1318775" y="1587628"/>
                </a:cubicBezTo>
                <a:cubicBezTo>
                  <a:pt x="1317632" y="1589914"/>
                  <a:pt x="1312298" y="1597153"/>
                  <a:pt x="1305186" y="1606551"/>
                </a:cubicBezTo>
                <a:cubicBezTo>
                  <a:pt x="1300995" y="1612012"/>
                  <a:pt x="1296677" y="1618997"/>
                  <a:pt x="1290327" y="1624585"/>
                </a:cubicBezTo>
                <a:cubicBezTo>
                  <a:pt x="1284866" y="1629538"/>
                  <a:pt x="1278262" y="1633983"/>
                  <a:pt x="1271023" y="1637666"/>
                </a:cubicBezTo>
                <a:cubicBezTo>
                  <a:pt x="1265816" y="1640206"/>
                  <a:pt x="1255021" y="1646048"/>
                  <a:pt x="1251846" y="1642492"/>
                </a:cubicBezTo>
                <a:cubicBezTo>
                  <a:pt x="1247401" y="1637666"/>
                  <a:pt x="1249941" y="1634110"/>
                  <a:pt x="1253497" y="1629411"/>
                </a:cubicBezTo>
                <a:cubicBezTo>
                  <a:pt x="1256545" y="1625347"/>
                  <a:pt x="1259974" y="1620648"/>
                  <a:pt x="1262133" y="1616330"/>
                </a:cubicBezTo>
                <a:cubicBezTo>
                  <a:pt x="1264673" y="1611504"/>
                  <a:pt x="1261625" y="1600836"/>
                  <a:pt x="1266578" y="1593597"/>
                </a:cubicBezTo>
                <a:cubicBezTo>
                  <a:pt x="1270134" y="1588263"/>
                  <a:pt x="1278770" y="1585215"/>
                  <a:pt x="1284485" y="1579754"/>
                </a:cubicBezTo>
                <a:cubicBezTo>
                  <a:pt x="1289184" y="1575055"/>
                  <a:pt x="1293375" y="1568070"/>
                  <a:pt x="1299852" y="1563752"/>
                </a:cubicBezTo>
                <a:cubicBezTo>
                  <a:pt x="1303154" y="1561720"/>
                  <a:pt x="1308742" y="1559434"/>
                  <a:pt x="1312933" y="1556259"/>
                </a:cubicBezTo>
                <a:cubicBezTo>
                  <a:pt x="1315219" y="1554608"/>
                  <a:pt x="1317632" y="1552957"/>
                  <a:pt x="1320045" y="1552322"/>
                </a:cubicBezTo>
                <a:close/>
                <a:moveTo>
                  <a:pt x="1813313" y="1606678"/>
                </a:moveTo>
                <a:cubicBezTo>
                  <a:pt x="1815472" y="1606043"/>
                  <a:pt x="1817631" y="1606297"/>
                  <a:pt x="1819663" y="1608710"/>
                </a:cubicBezTo>
                <a:cubicBezTo>
                  <a:pt x="1823600" y="1613155"/>
                  <a:pt x="1822711" y="1620013"/>
                  <a:pt x="1820171" y="1625855"/>
                </a:cubicBezTo>
                <a:cubicBezTo>
                  <a:pt x="1817250" y="1632459"/>
                  <a:pt x="1812170" y="1638428"/>
                  <a:pt x="1810773" y="1640968"/>
                </a:cubicBezTo>
                <a:cubicBezTo>
                  <a:pt x="1809630" y="1643254"/>
                  <a:pt x="1804169" y="1650239"/>
                  <a:pt x="1796803" y="1659510"/>
                </a:cubicBezTo>
                <a:cubicBezTo>
                  <a:pt x="1792485" y="1664971"/>
                  <a:pt x="1787659" y="1671067"/>
                  <a:pt x="1781182" y="1676528"/>
                </a:cubicBezTo>
                <a:cubicBezTo>
                  <a:pt x="1775467" y="1681354"/>
                  <a:pt x="1770768" y="1688847"/>
                  <a:pt x="1763402" y="1692403"/>
                </a:cubicBezTo>
                <a:cubicBezTo>
                  <a:pt x="1758195" y="1694943"/>
                  <a:pt x="1747527" y="1697102"/>
                  <a:pt x="1744352" y="1693419"/>
                </a:cubicBezTo>
                <a:cubicBezTo>
                  <a:pt x="1740034" y="1688466"/>
                  <a:pt x="1743717" y="1684529"/>
                  <a:pt x="1746511" y="1680592"/>
                </a:cubicBezTo>
                <a:cubicBezTo>
                  <a:pt x="1749051" y="1677163"/>
                  <a:pt x="1752607" y="1673353"/>
                  <a:pt x="1755020" y="1669162"/>
                </a:cubicBezTo>
                <a:cubicBezTo>
                  <a:pt x="1757560" y="1664336"/>
                  <a:pt x="1759719" y="1657351"/>
                  <a:pt x="1764799" y="1650112"/>
                </a:cubicBezTo>
                <a:cubicBezTo>
                  <a:pt x="1768482" y="1644905"/>
                  <a:pt x="1769752" y="1636142"/>
                  <a:pt x="1775594" y="1630808"/>
                </a:cubicBezTo>
                <a:cubicBezTo>
                  <a:pt x="1780420" y="1626236"/>
                  <a:pt x="1787151" y="1622553"/>
                  <a:pt x="1793882" y="1618489"/>
                </a:cubicBezTo>
                <a:cubicBezTo>
                  <a:pt x="1797184" y="1616457"/>
                  <a:pt x="1802645" y="1614171"/>
                  <a:pt x="1806709" y="1610996"/>
                </a:cubicBezTo>
                <a:cubicBezTo>
                  <a:pt x="1808868" y="1609218"/>
                  <a:pt x="1811154" y="1607440"/>
                  <a:pt x="1813313" y="1606678"/>
                </a:cubicBezTo>
                <a:close/>
                <a:moveTo>
                  <a:pt x="1126116" y="1607567"/>
                </a:moveTo>
                <a:cubicBezTo>
                  <a:pt x="1136403" y="1604900"/>
                  <a:pt x="1142753" y="1607059"/>
                  <a:pt x="1146182" y="1610869"/>
                </a:cubicBezTo>
                <a:cubicBezTo>
                  <a:pt x="1151008" y="1616076"/>
                  <a:pt x="1150881" y="1628141"/>
                  <a:pt x="1144785" y="1635888"/>
                </a:cubicBezTo>
                <a:cubicBezTo>
                  <a:pt x="1141483" y="1640206"/>
                  <a:pt x="1135387" y="1639190"/>
                  <a:pt x="1131196" y="1640460"/>
                </a:cubicBezTo>
                <a:cubicBezTo>
                  <a:pt x="1126878" y="1641730"/>
                  <a:pt x="1123068" y="1644524"/>
                  <a:pt x="1118369" y="1646175"/>
                </a:cubicBezTo>
                <a:cubicBezTo>
                  <a:pt x="1114432" y="1647445"/>
                  <a:pt x="1111130" y="1650747"/>
                  <a:pt x="1106558" y="1653541"/>
                </a:cubicBezTo>
                <a:cubicBezTo>
                  <a:pt x="1103002" y="1655827"/>
                  <a:pt x="1097160" y="1655700"/>
                  <a:pt x="1093223" y="1659002"/>
                </a:cubicBezTo>
                <a:cubicBezTo>
                  <a:pt x="1088016" y="1663193"/>
                  <a:pt x="1084841" y="1668146"/>
                  <a:pt x="1081920" y="1671829"/>
                </a:cubicBezTo>
                <a:cubicBezTo>
                  <a:pt x="1077729" y="1677036"/>
                  <a:pt x="1075697" y="1684656"/>
                  <a:pt x="1070236" y="1685418"/>
                </a:cubicBezTo>
                <a:cubicBezTo>
                  <a:pt x="1063505" y="1686307"/>
                  <a:pt x="1055631" y="1678941"/>
                  <a:pt x="1053345" y="1673988"/>
                </a:cubicBezTo>
                <a:lnTo>
                  <a:pt x="1053472" y="1673988"/>
                </a:lnTo>
                <a:cubicBezTo>
                  <a:pt x="1051186" y="1669035"/>
                  <a:pt x="1054361" y="1662939"/>
                  <a:pt x="1057536" y="1657478"/>
                </a:cubicBezTo>
                <a:cubicBezTo>
                  <a:pt x="1060838" y="1651763"/>
                  <a:pt x="1065664" y="1646937"/>
                  <a:pt x="1068204" y="1644016"/>
                </a:cubicBezTo>
                <a:cubicBezTo>
                  <a:pt x="1073157" y="1638301"/>
                  <a:pt x="1080142" y="1634745"/>
                  <a:pt x="1086365" y="1630173"/>
                </a:cubicBezTo>
                <a:cubicBezTo>
                  <a:pt x="1092715" y="1625474"/>
                  <a:pt x="1097033" y="1617473"/>
                  <a:pt x="1103637" y="1614171"/>
                </a:cubicBezTo>
                <a:cubicBezTo>
                  <a:pt x="1111257" y="1610361"/>
                  <a:pt x="1119385" y="1609091"/>
                  <a:pt x="1126116" y="1607567"/>
                </a:cubicBezTo>
                <a:close/>
                <a:moveTo>
                  <a:pt x="950475" y="1636396"/>
                </a:moveTo>
                <a:cubicBezTo>
                  <a:pt x="954920" y="1635507"/>
                  <a:pt x="958730" y="1636015"/>
                  <a:pt x="960889" y="1637666"/>
                </a:cubicBezTo>
                <a:cubicBezTo>
                  <a:pt x="965461" y="1641222"/>
                  <a:pt x="960889" y="1646175"/>
                  <a:pt x="953777" y="1657097"/>
                </a:cubicBezTo>
                <a:cubicBezTo>
                  <a:pt x="949840" y="1663320"/>
                  <a:pt x="950348" y="1674623"/>
                  <a:pt x="944379" y="1681862"/>
                </a:cubicBezTo>
                <a:cubicBezTo>
                  <a:pt x="939045" y="1688085"/>
                  <a:pt x="929520" y="1691260"/>
                  <a:pt x="923678" y="1697610"/>
                </a:cubicBezTo>
                <a:cubicBezTo>
                  <a:pt x="920757" y="1700912"/>
                  <a:pt x="916185" y="1703833"/>
                  <a:pt x="911232" y="1704976"/>
                </a:cubicBezTo>
                <a:cubicBezTo>
                  <a:pt x="905517" y="1706373"/>
                  <a:pt x="898786" y="1706627"/>
                  <a:pt x="896754" y="1702944"/>
                </a:cubicBezTo>
                <a:lnTo>
                  <a:pt x="896627" y="1702944"/>
                </a:lnTo>
                <a:cubicBezTo>
                  <a:pt x="893706" y="1697864"/>
                  <a:pt x="900818" y="1690117"/>
                  <a:pt x="905390" y="1682878"/>
                </a:cubicBezTo>
                <a:cubicBezTo>
                  <a:pt x="910216" y="1675385"/>
                  <a:pt x="911994" y="1664844"/>
                  <a:pt x="914153" y="1662304"/>
                </a:cubicBezTo>
                <a:cubicBezTo>
                  <a:pt x="917074" y="1659129"/>
                  <a:pt x="924186" y="1659510"/>
                  <a:pt x="927996" y="1656208"/>
                </a:cubicBezTo>
                <a:cubicBezTo>
                  <a:pt x="931425" y="1653160"/>
                  <a:pt x="931933" y="1646175"/>
                  <a:pt x="935616" y="1643508"/>
                </a:cubicBezTo>
                <a:cubicBezTo>
                  <a:pt x="940823" y="1639571"/>
                  <a:pt x="946030" y="1637285"/>
                  <a:pt x="950475" y="1636396"/>
                </a:cubicBezTo>
                <a:close/>
                <a:moveTo>
                  <a:pt x="1639577" y="1654811"/>
                </a:moveTo>
                <a:cubicBezTo>
                  <a:pt x="1643006" y="1658367"/>
                  <a:pt x="1638942" y="1669797"/>
                  <a:pt x="1630687" y="1679068"/>
                </a:cubicBezTo>
                <a:cubicBezTo>
                  <a:pt x="1626369" y="1684021"/>
                  <a:pt x="1618876" y="1688212"/>
                  <a:pt x="1612399" y="1694054"/>
                </a:cubicBezTo>
                <a:cubicBezTo>
                  <a:pt x="1606938" y="1699007"/>
                  <a:pt x="1598556" y="1701166"/>
                  <a:pt x="1592206" y="1706373"/>
                </a:cubicBezTo>
                <a:cubicBezTo>
                  <a:pt x="1586364" y="1711199"/>
                  <a:pt x="1583824" y="1720724"/>
                  <a:pt x="1577601" y="1725550"/>
                </a:cubicBezTo>
                <a:cubicBezTo>
                  <a:pt x="1573410" y="1728852"/>
                  <a:pt x="1566171" y="1726820"/>
                  <a:pt x="1560456" y="1727455"/>
                </a:cubicBezTo>
                <a:cubicBezTo>
                  <a:pt x="1553217" y="1728344"/>
                  <a:pt x="1546359" y="1729868"/>
                  <a:pt x="1544962" y="1725550"/>
                </a:cubicBezTo>
                <a:lnTo>
                  <a:pt x="1545089" y="1725550"/>
                </a:lnTo>
                <a:cubicBezTo>
                  <a:pt x="1543311" y="1719708"/>
                  <a:pt x="1552582" y="1712850"/>
                  <a:pt x="1560202" y="1705103"/>
                </a:cubicBezTo>
                <a:cubicBezTo>
                  <a:pt x="1567822" y="1697229"/>
                  <a:pt x="1571378" y="1684148"/>
                  <a:pt x="1574553" y="1681608"/>
                </a:cubicBezTo>
                <a:cubicBezTo>
                  <a:pt x="1579887" y="1677290"/>
                  <a:pt x="1590555" y="1678306"/>
                  <a:pt x="1597286" y="1674115"/>
                </a:cubicBezTo>
                <a:cubicBezTo>
                  <a:pt x="1603890" y="1669797"/>
                  <a:pt x="1610621" y="1666114"/>
                  <a:pt x="1616844" y="1663193"/>
                </a:cubicBezTo>
                <a:cubicBezTo>
                  <a:pt x="1626877" y="1658367"/>
                  <a:pt x="1636656" y="1651636"/>
                  <a:pt x="1639577" y="1654811"/>
                </a:cubicBezTo>
                <a:close/>
                <a:moveTo>
                  <a:pt x="1425201" y="1689736"/>
                </a:moveTo>
                <a:cubicBezTo>
                  <a:pt x="1427106" y="1688593"/>
                  <a:pt x="1429011" y="1689101"/>
                  <a:pt x="1431805" y="1691514"/>
                </a:cubicBezTo>
                <a:cubicBezTo>
                  <a:pt x="1436758" y="1695832"/>
                  <a:pt x="1435615" y="1701039"/>
                  <a:pt x="1432186" y="1711072"/>
                </a:cubicBezTo>
                <a:cubicBezTo>
                  <a:pt x="1429900" y="1717676"/>
                  <a:pt x="1430535" y="1727074"/>
                  <a:pt x="1425455" y="1734440"/>
                </a:cubicBezTo>
                <a:cubicBezTo>
                  <a:pt x="1421137" y="1740663"/>
                  <a:pt x="1413771" y="1745108"/>
                  <a:pt x="1407929" y="1751077"/>
                </a:cubicBezTo>
                <a:cubicBezTo>
                  <a:pt x="1402468" y="1756665"/>
                  <a:pt x="1394467" y="1758824"/>
                  <a:pt x="1387736" y="1763396"/>
                </a:cubicBezTo>
                <a:cubicBezTo>
                  <a:pt x="1384053" y="1766063"/>
                  <a:pt x="1380878" y="1773302"/>
                  <a:pt x="1375163" y="1775461"/>
                </a:cubicBezTo>
                <a:cubicBezTo>
                  <a:pt x="1368686" y="1778001"/>
                  <a:pt x="1363860" y="1777620"/>
                  <a:pt x="1360177" y="1774318"/>
                </a:cubicBezTo>
                <a:cubicBezTo>
                  <a:pt x="1355097" y="1769873"/>
                  <a:pt x="1354335" y="1759459"/>
                  <a:pt x="1357891" y="1751712"/>
                </a:cubicBezTo>
                <a:cubicBezTo>
                  <a:pt x="1360685" y="1745616"/>
                  <a:pt x="1366019" y="1741933"/>
                  <a:pt x="1370845" y="1737996"/>
                </a:cubicBezTo>
                <a:cubicBezTo>
                  <a:pt x="1375290" y="1734567"/>
                  <a:pt x="1380243" y="1731265"/>
                  <a:pt x="1385958" y="1726947"/>
                </a:cubicBezTo>
                <a:cubicBezTo>
                  <a:pt x="1392181" y="1722248"/>
                  <a:pt x="1395610" y="1715517"/>
                  <a:pt x="1400055" y="1710945"/>
                </a:cubicBezTo>
                <a:cubicBezTo>
                  <a:pt x="1406024" y="1704849"/>
                  <a:pt x="1413517" y="1702055"/>
                  <a:pt x="1417454" y="1697737"/>
                </a:cubicBezTo>
                <a:cubicBezTo>
                  <a:pt x="1421010" y="1693546"/>
                  <a:pt x="1423169" y="1690879"/>
                  <a:pt x="1425201" y="1689736"/>
                </a:cubicBezTo>
                <a:close/>
                <a:moveTo>
                  <a:pt x="1855350" y="1696340"/>
                </a:moveTo>
                <a:cubicBezTo>
                  <a:pt x="1860303" y="1700531"/>
                  <a:pt x="1860430" y="1710564"/>
                  <a:pt x="1856493" y="1720216"/>
                </a:cubicBezTo>
                <a:cubicBezTo>
                  <a:pt x="1853953" y="1726693"/>
                  <a:pt x="1848111" y="1732916"/>
                  <a:pt x="1842396" y="1739520"/>
                </a:cubicBezTo>
                <a:cubicBezTo>
                  <a:pt x="1837443" y="1745362"/>
                  <a:pt x="1832490" y="1752093"/>
                  <a:pt x="1825759" y="1756665"/>
                </a:cubicBezTo>
                <a:cubicBezTo>
                  <a:pt x="1819790" y="1760602"/>
                  <a:pt x="1806074" y="1766317"/>
                  <a:pt x="1800359" y="1761237"/>
                </a:cubicBezTo>
                <a:cubicBezTo>
                  <a:pt x="1796041" y="1757554"/>
                  <a:pt x="1797438" y="1748791"/>
                  <a:pt x="1799851" y="1742949"/>
                </a:cubicBezTo>
                <a:lnTo>
                  <a:pt x="1799978" y="1742949"/>
                </a:lnTo>
                <a:cubicBezTo>
                  <a:pt x="1803534" y="1734059"/>
                  <a:pt x="1811408" y="1732281"/>
                  <a:pt x="1820171" y="1725804"/>
                </a:cubicBezTo>
                <a:cubicBezTo>
                  <a:pt x="1827791" y="1720216"/>
                  <a:pt x="1831982" y="1712850"/>
                  <a:pt x="1836300" y="1707897"/>
                </a:cubicBezTo>
                <a:cubicBezTo>
                  <a:pt x="1844428" y="1698372"/>
                  <a:pt x="1849127" y="1691133"/>
                  <a:pt x="1855350" y="1696340"/>
                </a:cubicBezTo>
                <a:close/>
                <a:moveTo>
                  <a:pt x="1242321" y="1735837"/>
                </a:moveTo>
                <a:cubicBezTo>
                  <a:pt x="1245496" y="1735837"/>
                  <a:pt x="1248417" y="1736726"/>
                  <a:pt x="1250830" y="1738885"/>
                </a:cubicBezTo>
                <a:cubicBezTo>
                  <a:pt x="1257053" y="1744600"/>
                  <a:pt x="1254894" y="1754506"/>
                  <a:pt x="1251084" y="1761745"/>
                </a:cubicBezTo>
                <a:cubicBezTo>
                  <a:pt x="1248163" y="1767460"/>
                  <a:pt x="1246258" y="1770000"/>
                  <a:pt x="1239908" y="1772794"/>
                </a:cubicBezTo>
                <a:cubicBezTo>
                  <a:pt x="1235971" y="1774572"/>
                  <a:pt x="1229494" y="1774445"/>
                  <a:pt x="1223525" y="1778890"/>
                </a:cubicBezTo>
                <a:cubicBezTo>
                  <a:pt x="1218191" y="1782827"/>
                  <a:pt x="1215778" y="1787526"/>
                  <a:pt x="1213238" y="1790447"/>
                </a:cubicBezTo>
                <a:cubicBezTo>
                  <a:pt x="1209936" y="1794511"/>
                  <a:pt x="1207142" y="1795781"/>
                  <a:pt x="1201046" y="1797940"/>
                </a:cubicBezTo>
                <a:lnTo>
                  <a:pt x="1201173" y="1797940"/>
                </a:lnTo>
                <a:cubicBezTo>
                  <a:pt x="1197998" y="1799210"/>
                  <a:pt x="1186695" y="1805052"/>
                  <a:pt x="1180599" y="1799337"/>
                </a:cubicBezTo>
                <a:cubicBezTo>
                  <a:pt x="1177170" y="1796162"/>
                  <a:pt x="1175011" y="1790320"/>
                  <a:pt x="1176027" y="1784859"/>
                </a:cubicBezTo>
                <a:cubicBezTo>
                  <a:pt x="1176916" y="1779906"/>
                  <a:pt x="1181488" y="1776223"/>
                  <a:pt x="1185171" y="1773048"/>
                </a:cubicBezTo>
                <a:cubicBezTo>
                  <a:pt x="1193680" y="1765428"/>
                  <a:pt x="1197617" y="1767206"/>
                  <a:pt x="1208666" y="1760094"/>
                </a:cubicBezTo>
                <a:cubicBezTo>
                  <a:pt x="1214381" y="1756284"/>
                  <a:pt x="1217175" y="1751712"/>
                  <a:pt x="1220096" y="1747648"/>
                </a:cubicBezTo>
                <a:cubicBezTo>
                  <a:pt x="1223144" y="1743330"/>
                  <a:pt x="1226700" y="1740790"/>
                  <a:pt x="1233050" y="1737996"/>
                </a:cubicBezTo>
                <a:cubicBezTo>
                  <a:pt x="1235971" y="1736599"/>
                  <a:pt x="1239273" y="1735837"/>
                  <a:pt x="1242321" y="1735837"/>
                </a:cubicBezTo>
                <a:close/>
                <a:moveTo>
                  <a:pt x="1072903" y="1750188"/>
                </a:moveTo>
                <a:cubicBezTo>
                  <a:pt x="1074935" y="1749045"/>
                  <a:pt x="1077221" y="1749553"/>
                  <a:pt x="1080777" y="1752601"/>
                </a:cubicBezTo>
                <a:cubicBezTo>
                  <a:pt x="1086111" y="1757046"/>
                  <a:pt x="1089667" y="1763269"/>
                  <a:pt x="1088524" y="1770889"/>
                </a:cubicBezTo>
                <a:cubicBezTo>
                  <a:pt x="1087508" y="1777239"/>
                  <a:pt x="1082428" y="1782827"/>
                  <a:pt x="1077602" y="1788669"/>
                </a:cubicBezTo>
                <a:cubicBezTo>
                  <a:pt x="1073538" y="1793876"/>
                  <a:pt x="1067569" y="1796289"/>
                  <a:pt x="1060965" y="1799464"/>
                </a:cubicBezTo>
                <a:cubicBezTo>
                  <a:pt x="1055504" y="1802131"/>
                  <a:pt x="1044328" y="1809497"/>
                  <a:pt x="1037343" y="1803528"/>
                </a:cubicBezTo>
                <a:cubicBezTo>
                  <a:pt x="1032263" y="1799083"/>
                  <a:pt x="1030104" y="1789685"/>
                  <a:pt x="1031501" y="1784478"/>
                </a:cubicBezTo>
                <a:lnTo>
                  <a:pt x="1031628" y="1784478"/>
                </a:lnTo>
                <a:cubicBezTo>
                  <a:pt x="1033533" y="1776604"/>
                  <a:pt x="1043058" y="1776858"/>
                  <a:pt x="1050932" y="1772286"/>
                </a:cubicBezTo>
                <a:cubicBezTo>
                  <a:pt x="1058171" y="1768095"/>
                  <a:pt x="1062235" y="1761872"/>
                  <a:pt x="1065664" y="1757681"/>
                </a:cubicBezTo>
                <a:cubicBezTo>
                  <a:pt x="1068839" y="1753998"/>
                  <a:pt x="1070744" y="1751204"/>
                  <a:pt x="1072903" y="1750188"/>
                </a:cubicBezTo>
                <a:close/>
                <a:moveTo>
                  <a:pt x="1737113" y="1782319"/>
                </a:moveTo>
                <a:cubicBezTo>
                  <a:pt x="1739780" y="1782319"/>
                  <a:pt x="1742447" y="1783335"/>
                  <a:pt x="1744479" y="1785875"/>
                </a:cubicBezTo>
                <a:cubicBezTo>
                  <a:pt x="1748416" y="1790955"/>
                  <a:pt x="1744098" y="1800226"/>
                  <a:pt x="1741304" y="1807719"/>
                </a:cubicBezTo>
                <a:cubicBezTo>
                  <a:pt x="1739145" y="1813434"/>
                  <a:pt x="1739399" y="1822273"/>
                  <a:pt x="1734319" y="1827912"/>
                </a:cubicBezTo>
                <a:cubicBezTo>
                  <a:pt x="1730128" y="1832725"/>
                  <a:pt x="1724032" y="1837843"/>
                  <a:pt x="1718190" y="1841818"/>
                </a:cubicBezTo>
                <a:cubicBezTo>
                  <a:pt x="1712602" y="1845527"/>
                  <a:pt x="1704347" y="1845209"/>
                  <a:pt x="1697743" y="1847559"/>
                </a:cubicBezTo>
                <a:cubicBezTo>
                  <a:pt x="1694060" y="1848867"/>
                  <a:pt x="1687837" y="1848549"/>
                  <a:pt x="1681741" y="1849286"/>
                </a:cubicBezTo>
                <a:cubicBezTo>
                  <a:pt x="1675772" y="1850023"/>
                  <a:pt x="1669168" y="1851851"/>
                  <a:pt x="1666120" y="1847876"/>
                </a:cubicBezTo>
                <a:cubicBezTo>
                  <a:pt x="1661675" y="1842072"/>
                  <a:pt x="1664596" y="1829588"/>
                  <a:pt x="1668279" y="1823480"/>
                </a:cubicBezTo>
                <a:lnTo>
                  <a:pt x="1668279" y="1823530"/>
                </a:lnTo>
                <a:cubicBezTo>
                  <a:pt x="1671200" y="1818616"/>
                  <a:pt x="1675899" y="1814831"/>
                  <a:pt x="1680471" y="1812672"/>
                </a:cubicBezTo>
                <a:cubicBezTo>
                  <a:pt x="1684662" y="1810767"/>
                  <a:pt x="1690250" y="1811275"/>
                  <a:pt x="1695584" y="1808989"/>
                </a:cubicBezTo>
                <a:cubicBezTo>
                  <a:pt x="1705490" y="1804798"/>
                  <a:pt x="1714126" y="1800988"/>
                  <a:pt x="1719841" y="1796416"/>
                </a:cubicBezTo>
                <a:cubicBezTo>
                  <a:pt x="1724159" y="1792987"/>
                  <a:pt x="1725937" y="1787145"/>
                  <a:pt x="1729112" y="1784986"/>
                </a:cubicBezTo>
                <a:cubicBezTo>
                  <a:pt x="1731525" y="1783335"/>
                  <a:pt x="1734319" y="1782319"/>
                  <a:pt x="1737113" y="1782319"/>
                </a:cubicBezTo>
                <a:close/>
                <a:moveTo>
                  <a:pt x="1537469" y="1830528"/>
                </a:moveTo>
                <a:cubicBezTo>
                  <a:pt x="1541152" y="1829398"/>
                  <a:pt x="1544073" y="1829410"/>
                  <a:pt x="1546105" y="1831214"/>
                </a:cubicBezTo>
                <a:cubicBezTo>
                  <a:pt x="1550296" y="1835024"/>
                  <a:pt x="1547629" y="1840879"/>
                  <a:pt x="1541787" y="1849553"/>
                </a:cubicBezTo>
                <a:cubicBezTo>
                  <a:pt x="1538485" y="1854722"/>
                  <a:pt x="1535056" y="1861465"/>
                  <a:pt x="1529722" y="1867371"/>
                </a:cubicBezTo>
                <a:cubicBezTo>
                  <a:pt x="1525023" y="1872438"/>
                  <a:pt x="1517403" y="1875054"/>
                  <a:pt x="1512069" y="1880172"/>
                </a:cubicBezTo>
                <a:cubicBezTo>
                  <a:pt x="1506354" y="1885710"/>
                  <a:pt x="1493400" y="1888847"/>
                  <a:pt x="1489590" y="1882204"/>
                </a:cubicBezTo>
                <a:cubicBezTo>
                  <a:pt x="1486796" y="1877353"/>
                  <a:pt x="1490733" y="1870660"/>
                  <a:pt x="1494543" y="1864805"/>
                </a:cubicBezTo>
                <a:cubicBezTo>
                  <a:pt x="1498734" y="1858430"/>
                  <a:pt x="1503179" y="1851750"/>
                  <a:pt x="1505211" y="1849705"/>
                </a:cubicBezTo>
                <a:cubicBezTo>
                  <a:pt x="1510164" y="1844739"/>
                  <a:pt x="1518292" y="1840879"/>
                  <a:pt x="1525150" y="1836700"/>
                </a:cubicBezTo>
                <a:cubicBezTo>
                  <a:pt x="1529722" y="1833932"/>
                  <a:pt x="1533913" y="1831658"/>
                  <a:pt x="1537469" y="1830528"/>
                </a:cubicBezTo>
                <a:close/>
              </a:path>
            </a:pathLst>
          </a:custGeom>
          <a:solidFill>
            <a:srgbClr val="007CC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675754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8B89B2-C4A9-DD89-400A-9820536819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58301" y="3095000"/>
            <a:ext cx="2920226" cy="2487600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A871170-21C4-F95B-CE0E-2956C6180EA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10222" y="0"/>
            <a:ext cx="6781778" cy="5609978"/>
          </a:xfrm>
          <a:custGeom>
            <a:avLst/>
            <a:gdLst>
              <a:gd name="connsiteX0" fmla="*/ 4655035 w 6781778"/>
              <a:gd name="connsiteY0" fmla="*/ 5233264 h 5609978"/>
              <a:gd name="connsiteX1" fmla="*/ 4633319 w 6781778"/>
              <a:gd name="connsiteY1" fmla="*/ 5243043 h 5609978"/>
              <a:gd name="connsiteX2" fmla="*/ 4614014 w 6781778"/>
              <a:gd name="connsiteY2" fmla="*/ 5255616 h 5609978"/>
              <a:gd name="connsiteX3" fmla="*/ 4594457 w 6781778"/>
              <a:gd name="connsiteY3" fmla="*/ 5269967 h 5609978"/>
              <a:gd name="connsiteX4" fmla="*/ 4588614 w 6781778"/>
              <a:gd name="connsiteY4" fmla="*/ 5293970 h 5609978"/>
              <a:gd name="connsiteX5" fmla="*/ 4580740 w 6781778"/>
              <a:gd name="connsiteY5" fmla="*/ 5309464 h 5609978"/>
              <a:gd name="connsiteX6" fmla="*/ 4584677 w 6781778"/>
              <a:gd name="connsiteY6" fmla="*/ 5325085 h 5609978"/>
              <a:gd name="connsiteX7" fmla="*/ 4584805 w 6781778"/>
              <a:gd name="connsiteY7" fmla="*/ 5325085 h 5609978"/>
              <a:gd name="connsiteX8" fmla="*/ 4600425 w 6781778"/>
              <a:gd name="connsiteY8" fmla="*/ 5327879 h 5609978"/>
              <a:gd name="connsiteX9" fmla="*/ 4611474 w 6781778"/>
              <a:gd name="connsiteY9" fmla="*/ 5316322 h 5609978"/>
              <a:gd name="connsiteX10" fmla="*/ 4620619 w 6781778"/>
              <a:gd name="connsiteY10" fmla="*/ 5302860 h 5609978"/>
              <a:gd name="connsiteX11" fmla="*/ 4626714 w 6781778"/>
              <a:gd name="connsiteY11" fmla="*/ 5290287 h 5609978"/>
              <a:gd name="connsiteX12" fmla="*/ 4635732 w 6781778"/>
              <a:gd name="connsiteY12" fmla="*/ 5279111 h 5609978"/>
              <a:gd name="connsiteX13" fmla="*/ 4654782 w 6781778"/>
              <a:gd name="connsiteY13" fmla="*/ 5260950 h 5609978"/>
              <a:gd name="connsiteX14" fmla="*/ 4655035 w 6781778"/>
              <a:gd name="connsiteY14" fmla="*/ 5233264 h 5609978"/>
              <a:gd name="connsiteX15" fmla="*/ 4813150 w 6781778"/>
              <a:gd name="connsiteY15" fmla="*/ 5227422 h 5609978"/>
              <a:gd name="connsiteX16" fmla="*/ 4796768 w 6781778"/>
              <a:gd name="connsiteY16" fmla="*/ 5236693 h 5609978"/>
              <a:gd name="connsiteX17" fmla="*/ 4774034 w 6781778"/>
              <a:gd name="connsiteY17" fmla="*/ 5244440 h 5609978"/>
              <a:gd name="connsiteX18" fmla="*/ 4761588 w 6781778"/>
              <a:gd name="connsiteY18" fmla="*/ 5265268 h 5609978"/>
              <a:gd name="connsiteX19" fmla="*/ 4748888 w 6781778"/>
              <a:gd name="connsiteY19" fmla="*/ 5286223 h 5609978"/>
              <a:gd name="connsiteX20" fmla="*/ 4767558 w 6781778"/>
              <a:gd name="connsiteY20" fmla="*/ 5284826 h 5609978"/>
              <a:gd name="connsiteX21" fmla="*/ 4790798 w 6781778"/>
              <a:gd name="connsiteY21" fmla="*/ 5274920 h 5609978"/>
              <a:gd name="connsiteX22" fmla="*/ 4810864 w 6781778"/>
              <a:gd name="connsiteY22" fmla="*/ 5258156 h 5609978"/>
              <a:gd name="connsiteX23" fmla="*/ 4815563 w 6781778"/>
              <a:gd name="connsiteY23" fmla="*/ 5244948 h 5609978"/>
              <a:gd name="connsiteX24" fmla="*/ 4818611 w 6781778"/>
              <a:gd name="connsiteY24" fmla="*/ 5231105 h 5609978"/>
              <a:gd name="connsiteX25" fmla="*/ 4813150 w 6781778"/>
              <a:gd name="connsiteY25" fmla="*/ 5227422 h 5609978"/>
              <a:gd name="connsiteX26" fmla="*/ 4538322 w 6781778"/>
              <a:gd name="connsiteY26" fmla="*/ 5100416 h 5609978"/>
              <a:gd name="connsiteX27" fmla="*/ 4527020 w 6781778"/>
              <a:gd name="connsiteY27" fmla="*/ 5105115 h 5609978"/>
              <a:gd name="connsiteX28" fmla="*/ 4519654 w 6781778"/>
              <a:gd name="connsiteY28" fmla="*/ 5124546 h 5609978"/>
              <a:gd name="connsiteX29" fmla="*/ 4504540 w 6781778"/>
              <a:gd name="connsiteY29" fmla="*/ 5140166 h 5609978"/>
              <a:gd name="connsiteX30" fmla="*/ 4488920 w 6781778"/>
              <a:gd name="connsiteY30" fmla="*/ 5146262 h 5609978"/>
              <a:gd name="connsiteX31" fmla="*/ 4477997 w 6781778"/>
              <a:gd name="connsiteY31" fmla="*/ 5159978 h 5609978"/>
              <a:gd name="connsiteX32" fmla="*/ 4471774 w 6781778"/>
              <a:gd name="connsiteY32" fmla="*/ 5175218 h 5609978"/>
              <a:gd name="connsiteX33" fmla="*/ 4474569 w 6781778"/>
              <a:gd name="connsiteY33" fmla="*/ 5193126 h 5609978"/>
              <a:gd name="connsiteX34" fmla="*/ 4498318 w 6781778"/>
              <a:gd name="connsiteY34" fmla="*/ 5182711 h 5609978"/>
              <a:gd name="connsiteX35" fmla="*/ 4510001 w 6781778"/>
              <a:gd name="connsiteY35" fmla="*/ 5169758 h 5609978"/>
              <a:gd name="connsiteX36" fmla="*/ 4524352 w 6781778"/>
              <a:gd name="connsiteY36" fmla="*/ 5157439 h 5609978"/>
              <a:gd name="connsiteX37" fmla="*/ 4540355 w 6781778"/>
              <a:gd name="connsiteY37" fmla="*/ 5144866 h 5609978"/>
              <a:gd name="connsiteX38" fmla="*/ 4552293 w 6781778"/>
              <a:gd name="connsiteY38" fmla="*/ 5127974 h 5609978"/>
              <a:gd name="connsiteX39" fmla="*/ 4553817 w 6781778"/>
              <a:gd name="connsiteY39" fmla="*/ 5114004 h 5609978"/>
              <a:gd name="connsiteX40" fmla="*/ 4548990 w 6781778"/>
              <a:gd name="connsiteY40" fmla="*/ 5101685 h 5609978"/>
              <a:gd name="connsiteX41" fmla="*/ 4538322 w 6781778"/>
              <a:gd name="connsiteY41" fmla="*/ 5100416 h 5609978"/>
              <a:gd name="connsiteX42" fmla="*/ 4706217 w 6781778"/>
              <a:gd name="connsiteY42" fmla="*/ 5087214 h 5609978"/>
              <a:gd name="connsiteX43" fmla="*/ 4686912 w 6781778"/>
              <a:gd name="connsiteY43" fmla="*/ 5096485 h 5609978"/>
              <a:gd name="connsiteX44" fmla="*/ 4671419 w 6781778"/>
              <a:gd name="connsiteY44" fmla="*/ 5110836 h 5609978"/>
              <a:gd name="connsiteX45" fmla="*/ 4657575 w 6781778"/>
              <a:gd name="connsiteY45" fmla="*/ 5126457 h 5609978"/>
              <a:gd name="connsiteX46" fmla="*/ 4648812 w 6781778"/>
              <a:gd name="connsiteY46" fmla="*/ 5139665 h 5609978"/>
              <a:gd name="connsiteX47" fmla="*/ 4648939 w 6781778"/>
              <a:gd name="connsiteY47" fmla="*/ 5155286 h 5609978"/>
              <a:gd name="connsiteX48" fmla="*/ 4663671 w 6781778"/>
              <a:gd name="connsiteY48" fmla="*/ 5161001 h 5609978"/>
              <a:gd name="connsiteX49" fmla="*/ 4677642 w 6781778"/>
              <a:gd name="connsiteY49" fmla="*/ 5154397 h 5609978"/>
              <a:gd name="connsiteX50" fmla="*/ 4683737 w 6781778"/>
              <a:gd name="connsiteY50" fmla="*/ 5140173 h 5609978"/>
              <a:gd name="connsiteX51" fmla="*/ 4706217 w 6781778"/>
              <a:gd name="connsiteY51" fmla="*/ 5128743 h 5609978"/>
              <a:gd name="connsiteX52" fmla="*/ 4724377 w 6781778"/>
              <a:gd name="connsiteY52" fmla="*/ 5111852 h 5609978"/>
              <a:gd name="connsiteX53" fmla="*/ 4725901 w 6781778"/>
              <a:gd name="connsiteY53" fmla="*/ 5089500 h 5609978"/>
              <a:gd name="connsiteX54" fmla="*/ 4706217 w 6781778"/>
              <a:gd name="connsiteY54" fmla="*/ 5087214 h 5609978"/>
              <a:gd name="connsiteX55" fmla="*/ 4234538 w 6781778"/>
              <a:gd name="connsiteY55" fmla="*/ 5017872 h 5609978"/>
              <a:gd name="connsiteX56" fmla="*/ 4220314 w 6781778"/>
              <a:gd name="connsiteY56" fmla="*/ 5030064 h 5609978"/>
              <a:gd name="connsiteX57" fmla="*/ 4203043 w 6781778"/>
              <a:gd name="connsiteY57" fmla="*/ 5042510 h 5609978"/>
              <a:gd name="connsiteX58" fmla="*/ 4188184 w 6781778"/>
              <a:gd name="connsiteY58" fmla="*/ 5050511 h 5609978"/>
              <a:gd name="connsiteX59" fmla="*/ 4173578 w 6781778"/>
              <a:gd name="connsiteY59" fmla="*/ 5057369 h 5609978"/>
              <a:gd name="connsiteX60" fmla="*/ 4165070 w 6781778"/>
              <a:gd name="connsiteY60" fmla="*/ 5071339 h 5609978"/>
              <a:gd name="connsiteX61" fmla="*/ 4168371 w 6781778"/>
              <a:gd name="connsiteY61" fmla="*/ 5084039 h 5609978"/>
              <a:gd name="connsiteX62" fmla="*/ 4190088 w 6781778"/>
              <a:gd name="connsiteY62" fmla="*/ 5086579 h 5609978"/>
              <a:gd name="connsiteX63" fmla="*/ 4205963 w 6781778"/>
              <a:gd name="connsiteY63" fmla="*/ 5076419 h 5609978"/>
              <a:gd name="connsiteX64" fmla="*/ 4218283 w 6781778"/>
              <a:gd name="connsiteY64" fmla="*/ 5062576 h 5609978"/>
              <a:gd name="connsiteX65" fmla="*/ 4236951 w 6781778"/>
              <a:gd name="connsiteY65" fmla="*/ 5053813 h 5609978"/>
              <a:gd name="connsiteX66" fmla="*/ 4256509 w 6781778"/>
              <a:gd name="connsiteY66" fmla="*/ 5043272 h 5609978"/>
              <a:gd name="connsiteX67" fmla="*/ 4257018 w 6781778"/>
              <a:gd name="connsiteY67" fmla="*/ 5028286 h 5609978"/>
              <a:gd name="connsiteX68" fmla="*/ 4251175 w 6781778"/>
              <a:gd name="connsiteY68" fmla="*/ 5018253 h 5609978"/>
              <a:gd name="connsiteX69" fmla="*/ 4234538 w 6781778"/>
              <a:gd name="connsiteY69" fmla="*/ 5017872 h 5609978"/>
              <a:gd name="connsiteX70" fmla="*/ 4711043 w 6781778"/>
              <a:gd name="connsiteY70" fmla="*/ 4968850 h 5609978"/>
              <a:gd name="connsiteX71" fmla="*/ 4699739 w 6781778"/>
              <a:gd name="connsiteY71" fmla="*/ 4969612 h 5609978"/>
              <a:gd name="connsiteX72" fmla="*/ 4685515 w 6781778"/>
              <a:gd name="connsiteY72" fmla="*/ 4983836 h 5609978"/>
              <a:gd name="connsiteX73" fmla="*/ 4674847 w 6781778"/>
              <a:gd name="connsiteY73" fmla="*/ 5000727 h 5609978"/>
              <a:gd name="connsiteX74" fmla="*/ 4673959 w 6781778"/>
              <a:gd name="connsiteY74" fmla="*/ 5019269 h 5609978"/>
              <a:gd name="connsiteX75" fmla="*/ 4694279 w 6781778"/>
              <a:gd name="connsiteY75" fmla="*/ 5022063 h 5609978"/>
              <a:gd name="connsiteX76" fmla="*/ 4707486 w 6781778"/>
              <a:gd name="connsiteY76" fmla="*/ 5005172 h 5609978"/>
              <a:gd name="connsiteX77" fmla="*/ 4722472 w 6781778"/>
              <a:gd name="connsiteY77" fmla="*/ 4989297 h 5609978"/>
              <a:gd name="connsiteX78" fmla="*/ 4711043 w 6781778"/>
              <a:gd name="connsiteY78" fmla="*/ 4968850 h 5609978"/>
              <a:gd name="connsiteX79" fmla="*/ 4428595 w 6781778"/>
              <a:gd name="connsiteY79" fmla="*/ 4965668 h 5609978"/>
              <a:gd name="connsiteX80" fmla="*/ 4415895 w 6781778"/>
              <a:gd name="connsiteY80" fmla="*/ 4971637 h 5609978"/>
              <a:gd name="connsiteX81" fmla="*/ 4396718 w 6781778"/>
              <a:gd name="connsiteY81" fmla="*/ 4984718 h 5609978"/>
              <a:gd name="connsiteX82" fmla="*/ 4381096 w 6781778"/>
              <a:gd name="connsiteY82" fmla="*/ 5001991 h 5609978"/>
              <a:gd name="connsiteX83" fmla="*/ 4370301 w 6781778"/>
              <a:gd name="connsiteY83" fmla="*/ 5022437 h 5609978"/>
              <a:gd name="connsiteX84" fmla="*/ 4365730 w 6781778"/>
              <a:gd name="connsiteY84" fmla="*/ 5038693 h 5609978"/>
              <a:gd name="connsiteX85" fmla="*/ 4363697 w 6781778"/>
              <a:gd name="connsiteY85" fmla="*/ 5055330 h 5609978"/>
              <a:gd name="connsiteX86" fmla="*/ 4381096 w 6781778"/>
              <a:gd name="connsiteY86" fmla="*/ 5056601 h 5609978"/>
              <a:gd name="connsiteX87" fmla="*/ 4390240 w 6781778"/>
              <a:gd name="connsiteY87" fmla="*/ 5044916 h 5609978"/>
              <a:gd name="connsiteX88" fmla="*/ 4399511 w 6781778"/>
              <a:gd name="connsiteY88" fmla="*/ 5030692 h 5609978"/>
              <a:gd name="connsiteX89" fmla="*/ 4408909 w 6781778"/>
              <a:gd name="connsiteY89" fmla="*/ 5020278 h 5609978"/>
              <a:gd name="connsiteX90" fmla="*/ 4419959 w 6781778"/>
              <a:gd name="connsiteY90" fmla="*/ 5011897 h 5609978"/>
              <a:gd name="connsiteX91" fmla="*/ 4429864 w 6781778"/>
              <a:gd name="connsiteY91" fmla="*/ 5000847 h 5609978"/>
              <a:gd name="connsiteX92" fmla="*/ 4437358 w 6781778"/>
              <a:gd name="connsiteY92" fmla="*/ 4991577 h 5609978"/>
              <a:gd name="connsiteX93" fmla="*/ 4442057 w 6781778"/>
              <a:gd name="connsiteY93" fmla="*/ 4978496 h 5609978"/>
              <a:gd name="connsiteX94" fmla="*/ 4437611 w 6781778"/>
              <a:gd name="connsiteY94" fmla="*/ 4965922 h 5609978"/>
              <a:gd name="connsiteX95" fmla="*/ 4428595 w 6781778"/>
              <a:gd name="connsiteY95" fmla="*/ 4965668 h 5609978"/>
              <a:gd name="connsiteX96" fmla="*/ 4608426 w 6781778"/>
              <a:gd name="connsiteY96" fmla="*/ 4939005 h 5609978"/>
              <a:gd name="connsiteX97" fmla="*/ 4595092 w 6781778"/>
              <a:gd name="connsiteY97" fmla="*/ 4956785 h 5609978"/>
              <a:gd name="connsiteX98" fmla="*/ 4574771 w 6781778"/>
              <a:gd name="connsiteY98" fmla="*/ 4965421 h 5609978"/>
              <a:gd name="connsiteX99" fmla="*/ 4559405 w 6781778"/>
              <a:gd name="connsiteY99" fmla="*/ 4970374 h 5609978"/>
              <a:gd name="connsiteX100" fmla="*/ 4546450 w 6781778"/>
              <a:gd name="connsiteY100" fmla="*/ 4979772 h 5609978"/>
              <a:gd name="connsiteX101" fmla="*/ 4537942 w 6781778"/>
              <a:gd name="connsiteY101" fmla="*/ 4994123 h 5609978"/>
              <a:gd name="connsiteX102" fmla="*/ 4538196 w 6781778"/>
              <a:gd name="connsiteY102" fmla="*/ 5008220 h 5609978"/>
              <a:gd name="connsiteX103" fmla="*/ 4559277 w 6781778"/>
              <a:gd name="connsiteY103" fmla="*/ 5005426 h 5609978"/>
              <a:gd name="connsiteX104" fmla="*/ 4577693 w 6781778"/>
              <a:gd name="connsiteY104" fmla="*/ 5002632 h 5609978"/>
              <a:gd name="connsiteX105" fmla="*/ 4590393 w 6781778"/>
              <a:gd name="connsiteY105" fmla="*/ 4988535 h 5609978"/>
              <a:gd name="connsiteX106" fmla="*/ 4609443 w 6781778"/>
              <a:gd name="connsiteY106" fmla="*/ 4979391 h 5609978"/>
              <a:gd name="connsiteX107" fmla="*/ 4628238 w 6781778"/>
              <a:gd name="connsiteY107" fmla="*/ 4972025 h 5609978"/>
              <a:gd name="connsiteX108" fmla="*/ 4634843 w 6781778"/>
              <a:gd name="connsiteY108" fmla="*/ 4959071 h 5609978"/>
              <a:gd name="connsiteX109" fmla="*/ 4629509 w 6781778"/>
              <a:gd name="connsiteY109" fmla="*/ 4947133 h 5609978"/>
              <a:gd name="connsiteX110" fmla="*/ 4608426 w 6781778"/>
              <a:gd name="connsiteY110" fmla="*/ 4939005 h 5609978"/>
              <a:gd name="connsiteX111" fmla="*/ 4136748 w 6781778"/>
              <a:gd name="connsiteY111" fmla="*/ 4876267 h 5609978"/>
              <a:gd name="connsiteX112" fmla="*/ 4122906 w 6781778"/>
              <a:gd name="connsiteY112" fmla="*/ 4878680 h 5609978"/>
              <a:gd name="connsiteX113" fmla="*/ 4105125 w 6781778"/>
              <a:gd name="connsiteY113" fmla="*/ 4893920 h 5609978"/>
              <a:gd name="connsiteX114" fmla="*/ 4086584 w 6781778"/>
              <a:gd name="connsiteY114" fmla="*/ 4907128 h 5609978"/>
              <a:gd name="connsiteX115" fmla="*/ 4065628 w 6781778"/>
              <a:gd name="connsiteY115" fmla="*/ 4923257 h 5609978"/>
              <a:gd name="connsiteX116" fmla="*/ 4055976 w 6781778"/>
              <a:gd name="connsiteY116" fmla="*/ 4946752 h 5609978"/>
              <a:gd name="connsiteX117" fmla="*/ 4069565 w 6781778"/>
              <a:gd name="connsiteY117" fmla="*/ 4948403 h 5609978"/>
              <a:gd name="connsiteX118" fmla="*/ 4085313 w 6781778"/>
              <a:gd name="connsiteY118" fmla="*/ 4945609 h 5609978"/>
              <a:gd name="connsiteX119" fmla="*/ 4103983 w 6781778"/>
              <a:gd name="connsiteY119" fmla="*/ 4931385 h 5609978"/>
              <a:gd name="connsiteX120" fmla="*/ 4123286 w 6781778"/>
              <a:gd name="connsiteY120" fmla="*/ 4917796 h 5609978"/>
              <a:gd name="connsiteX121" fmla="*/ 4136621 w 6781778"/>
              <a:gd name="connsiteY121" fmla="*/ 4897857 h 5609978"/>
              <a:gd name="connsiteX122" fmla="*/ 4145131 w 6781778"/>
              <a:gd name="connsiteY122" fmla="*/ 4879823 h 5609978"/>
              <a:gd name="connsiteX123" fmla="*/ 4136748 w 6781778"/>
              <a:gd name="connsiteY123" fmla="*/ 4876267 h 5609978"/>
              <a:gd name="connsiteX124" fmla="*/ 4322931 w 6781778"/>
              <a:gd name="connsiteY124" fmla="*/ 4821397 h 5609978"/>
              <a:gd name="connsiteX125" fmla="*/ 4308452 w 6781778"/>
              <a:gd name="connsiteY125" fmla="*/ 4828762 h 5609978"/>
              <a:gd name="connsiteX126" fmla="*/ 4308452 w 6781778"/>
              <a:gd name="connsiteY126" fmla="*/ 4828890 h 5609978"/>
              <a:gd name="connsiteX127" fmla="*/ 4291181 w 6781778"/>
              <a:gd name="connsiteY127" fmla="*/ 4840701 h 5609978"/>
              <a:gd name="connsiteX128" fmla="*/ 4280259 w 6781778"/>
              <a:gd name="connsiteY128" fmla="*/ 4858989 h 5609978"/>
              <a:gd name="connsiteX129" fmla="*/ 4268701 w 6781778"/>
              <a:gd name="connsiteY129" fmla="*/ 4876006 h 5609978"/>
              <a:gd name="connsiteX130" fmla="*/ 4254096 w 6781778"/>
              <a:gd name="connsiteY130" fmla="*/ 4890866 h 5609978"/>
              <a:gd name="connsiteX131" fmla="*/ 4247620 w 6781778"/>
              <a:gd name="connsiteY131" fmla="*/ 4911059 h 5609978"/>
              <a:gd name="connsiteX132" fmla="*/ 4265781 w 6781778"/>
              <a:gd name="connsiteY132" fmla="*/ 4905216 h 5609978"/>
              <a:gd name="connsiteX133" fmla="*/ 4285973 w 6781778"/>
              <a:gd name="connsiteY133" fmla="*/ 4898231 h 5609978"/>
              <a:gd name="connsiteX134" fmla="*/ 4300833 w 6781778"/>
              <a:gd name="connsiteY134" fmla="*/ 4883118 h 5609978"/>
              <a:gd name="connsiteX135" fmla="*/ 4315057 w 6781778"/>
              <a:gd name="connsiteY135" fmla="*/ 4867497 h 5609978"/>
              <a:gd name="connsiteX136" fmla="*/ 4325344 w 6781778"/>
              <a:gd name="connsiteY136" fmla="*/ 4848955 h 5609978"/>
              <a:gd name="connsiteX137" fmla="*/ 4322931 w 6781778"/>
              <a:gd name="connsiteY137" fmla="*/ 4821397 h 5609978"/>
              <a:gd name="connsiteX138" fmla="*/ 4621761 w 6781778"/>
              <a:gd name="connsiteY138" fmla="*/ 4809966 h 5609978"/>
              <a:gd name="connsiteX139" fmla="*/ 4611601 w 6781778"/>
              <a:gd name="connsiteY139" fmla="*/ 4812760 h 5609978"/>
              <a:gd name="connsiteX140" fmla="*/ 4600552 w 6781778"/>
              <a:gd name="connsiteY140" fmla="*/ 4822540 h 5609978"/>
              <a:gd name="connsiteX141" fmla="*/ 4589504 w 6781778"/>
              <a:gd name="connsiteY141" fmla="*/ 4832191 h 5609978"/>
              <a:gd name="connsiteX142" fmla="*/ 4576549 w 6781778"/>
              <a:gd name="connsiteY142" fmla="*/ 4851877 h 5609978"/>
              <a:gd name="connsiteX143" fmla="*/ 4572485 w 6781778"/>
              <a:gd name="connsiteY143" fmla="*/ 4864068 h 5609978"/>
              <a:gd name="connsiteX144" fmla="*/ 4575660 w 6781778"/>
              <a:gd name="connsiteY144" fmla="*/ 4878292 h 5609978"/>
              <a:gd name="connsiteX145" fmla="*/ 4596870 w 6781778"/>
              <a:gd name="connsiteY145" fmla="*/ 4875753 h 5609978"/>
              <a:gd name="connsiteX146" fmla="*/ 4596870 w 6781778"/>
              <a:gd name="connsiteY146" fmla="*/ 4875626 h 5609978"/>
              <a:gd name="connsiteX147" fmla="*/ 4616555 w 6781778"/>
              <a:gd name="connsiteY147" fmla="*/ 4858227 h 5609978"/>
              <a:gd name="connsiteX148" fmla="*/ 4623539 w 6781778"/>
              <a:gd name="connsiteY148" fmla="*/ 4844384 h 5609978"/>
              <a:gd name="connsiteX149" fmla="*/ 4633192 w 6781778"/>
              <a:gd name="connsiteY149" fmla="*/ 4832827 h 5609978"/>
              <a:gd name="connsiteX150" fmla="*/ 4632175 w 6781778"/>
              <a:gd name="connsiteY150" fmla="*/ 4811998 h 5609978"/>
              <a:gd name="connsiteX151" fmla="*/ 4621761 w 6781778"/>
              <a:gd name="connsiteY151" fmla="*/ 4809966 h 5609978"/>
              <a:gd name="connsiteX152" fmla="*/ 4500858 w 6781778"/>
              <a:gd name="connsiteY152" fmla="*/ 4806163 h 5609978"/>
              <a:gd name="connsiteX153" fmla="*/ 4479521 w 6781778"/>
              <a:gd name="connsiteY153" fmla="*/ 4816577 h 5609978"/>
              <a:gd name="connsiteX154" fmla="*/ 4457170 w 6781778"/>
              <a:gd name="connsiteY154" fmla="*/ 4823181 h 5609978"/>
              <a:gd name="connsiteX155" fmla="*/ 4439897 w 6781778"/>
              <a:gd name="connsiteY155" fmla="*/ 4838929 h 5609978"/>
              <a:gd name="connsiteX156" fmla="*/ 4429484 w 6781778"/>
              <a:gd name="connsiteY156" fmla="*/ 4852264 h 5609978"/>
              <a:gd name="connsiteX157" fmla="*/ 4422625 w 6781778"/>
              <a:gd name="connsiteY157" fmla="*/ 4866615 h 5609978"/>
              <a:gd name="connsiteX158" fmla="*/ 4422752 w 6781778"/>
              <a:gd name="connsiteY158" fmla="*/ 4866742 h 5609978"/>
              <a:gd name="connsiteX159" fmla="*/ 4437358 w 6781778"/>
              <a:gd name="connsiteY159" fmla="*/ 4879061 h 5609978"/>
              <a:gd name="connsiteX160" fmla="*/ 4448660 w 6781778"/>
              <a:gd name="connsiteY160" fmla="*/ 4866488 h 5609978"/>
              <a:gd name="connsiteX161" fmla="*/ 4462758 w 6781778"/>
              <a:gd name="connsiteY161" fmla="*/ 4855947 h 5609978"/>
              <a:gd name="connsiteX162" fmla="*/ 4476220 w 6781778"/>
              <a:gd name="connsiteY162" fmla="*/ 4851121 h 5609978"/>
              <a:gd name="connsiteX163" fmla="*/ 4489427 w 6781778"/>
              <a:gd name="connsiteY163" fmla="*/ 4846295 h 5609978"/>
              <a:gd name="connsiteX164" fmla="*/ 4503906 w 6781778"/>
              <a:gd name="connsiteY164" fmla="*/ 4846676 h 5609978"/>
              <a:gd name="connsiteX165" fmla="*/ 4516859 w 6781778"/>
              <a:gd name="connsiteY165" fmla="*/ 4838929 h 5609978"/>
              <a:gd name="connsiteX166" fmla="*/ 4524860 w 6781778"/>
              <a:gd name="connsiteY166" fmla="*/ 4826356 h 5609978"/>
              <a:gd name="connsiteX167" fmla="*/ 4525622 w 6781778"/>
              <a:gd name="connsiteY167" fmla="*/ 4810608 h 5609978"/>
              <a:gd name="connsiteX168" fmla="*/ 4500858 w 6781778"/>
              <a:gd name="connsiteY168" fmla="*/ 4806163 h 5609978"/>
              <a:gd name="connsiteX169" fmla="*/ 4031084 w 6781778"/>
              <a:gd name="connsiteY169" fmla="*/ 4731989 h 5609978"/>
              <a:gd name="connsiteX170" fmla="*/ 4019020 w 6781778"/>
              <a:gd name="connsiteY170" fmla="*/ 4739228 h 5609978"/>
              <a:gd name="connsiteX171" fmla="*/ 4002509 w 6781778"/>
              <a:gd name="connsiteY171" fmla="*/ 4752816 h 5609978"/>
              <a:gd name="connsiteX172" fmla="*/ 3982824 w 6781778"/>
              <a:gd name="connsiteY172" fmla="*/ 4761326 h 5609978"/>
              <a:gd name="connsiteX173" fmla="*/ 3968092 w 6781778"/>
              <a:gd name="connsiteY173" fmla="*/ 4773264 h 5609978"/>
              <a:gd name="connsiteX174" fmla="*/ 3949677 w 6781778"/>
              <a:gd name="connsiteY174" fmla="*/ 4781265 h 5609978"/>
              <a:gd name="connsiteX175" fmla="*/ 3949677 w 6781778"/>
              <a:gd name="connsiteY175" fmla="*/ 4781391 h 5609978"/>
              <a:gd name="connsiteX176" fmla="*/ 3946502 w 6781778"/>
              <a:gd name="connsiteY176" fmla="*/ 4808570 h 5609978"/>
              <a:gd name="connsiteX177" fmla="*/ 3964917 w 6781778"/>
              <a:gd name="connsiteY177" fmla="*/ 4811236 h 5609978"/>
              <a:gd name="connsiteX178" fmla="*/ 3981300 w 6781778"/>
              <a:gd name="connsiteY178" fmla="*/ 4804633 h 5609978"/>
              <a:gd name="connsiteX179" fmla="*/ 4000096 w 6781778"/>
              <a:gd name="connsiteY179" fmla="*/ 4789901 h 5609978"/>
              <a:gd name="connsiteX180" fmla="*/ 4021306 w 6781778"/>
              <a:gd name="connsiteY180" fmla="*/ 4778343 h 5609978"/>
              <a:gd name="connsiteX181" fmla="*/ 4037053 w 6781778"/>
              <a:gd name="connsiteY181" fmla="*/ 4759674 h 5609978"/>
              <a:gd name="connsiteX182" fmla="*/ 4040228 w 6781778"/>
              <a:gd name="connsiteY182" fmla="*/ 4734147 h 5609978"/>
              <a:gd name="connsiteX183" fmla="*/ 4031084 w 6781778"/>
              <a:gd name="connsiteY183" fmla="*/ 4731989 h 5609978"/>
              <a:gd name="connsiteX184" fmla="*/ 4210027 w 6781778"/>
              <a:gd name="connsiteY184" fmla="*/ 4690339 h 5609978"/>
              <a:gd name="connsiteX185" fmla="*/ 4201137 w 6781778"/>
              <a:gd name="connsiteY185" fmla="*/ 4697705 h 5609978"/>
              <a:gd name="connsiteX186" fmla="*/ 4188819 w 6781778"/>
              <a:gd name="connsiteY186" fmla="*/ 4715612 h 5609978"/>
              <a:gd name="connsiteX187" fmla="*/ 4172309 w 6781778"/>
              <a:gd name="connsiteY187" fmla="*/ 4729582 h 5609978"/>
              <a:gd name="connsiteX188" fmla="*/ 4157958 w 6781778"/>
              <a:gd name="connsiteY188" fmla="*/ 4741393 h 5609978"/>
              <a:gd name="connsiteX189" fmla="*/ 4143225 w 6781778"/>
              <a:gd name="connsiteY189" fmla="*/ 4753839 h 5609978"/>
              <a:gd name="connsiteX190" fmla="*/ 4143352 w 6781778"/>
              <a:gd name="connsiteY190" fmla="*/ 4753839 h 5609978"/>
              <a:gd name="connsiteX191" fmla="*/ 4144369 w 6781778"/>
              <a:gd name="connsiteY191" fmla="*/ 4779874 h 5609978"/>
              <a:gd name="connsiteX192" fmla="*/ 4162148 w 6781778"/>
              <a:gd name="connsiteY192" fmla="*/ 4778604 h 5609978"/>
              <a:gd name="connsiteX193" fmla="*/ 4175864 w 6781778"/>
              <a:gd name="connsiteY193" fmla="*/ 4767809 h 5609978"/>
              <a:gd name="connsiteX194" fmla="*/ 4195422 w 6781778"/>
              <a:gd name="connsiteY194" fmla="*/ 4754093 h 5609978"/>
              <a:gd name="connsiteX195" fmla="*/ 4208376 w 6781778"/>
              <a:gd name="connsiteY195" fmla="*/ 4733900 h 5609978"/>
              <a:gd name="connsiteX196" fmla="*/ 4219298 w 6781778"/>
              <a:gd name="connsiteY196" fmla="*/ 4713199 h 5609978"/>
              <a:gd name="connsiteX197" fmla="*/ 4217901 w 6781778"/>
              <a:gd name="connsiteY197" fmla="*/ 4692879 h 5609978"/>
              <a:gd name="connsiteX198" fmla="*/ 4210027 w 6781778"/>
              <a:gd name="connsiteY198" fmla="*/ 4690339 h 5609978"/>
              <a:gd name="connsiteX199" fmla="*/ 4524098 w 6781778"/>
              <a:gd name="connsiteY199" fmla="*/ 4663154 h 5609978"/>
              <a:gd name="connsiteX200" fmla="*/ 4509621 w 6781778"/>
              <a:gd name="connsiteY200" fmla="*/ 4671283 h 5609978"/>
              <a:gd name="connsiteX201" fmla="*/ 4502127 w 6781778"/>
              <a:gd name="connsiteY201" fmla="*/ 4686649 h 5609978"/>
              <a:gd name="connsiteX202" fmla="*/ 4481808 w 6781778"/>
              <a:gd name="connsiteY202" fmla="*/ 4702524 h 5609978"/>
              <a:gd name="connsiteX203" fmla="*/ 4477235 w 6781778"/>
              <a:gd name="connsiteY203" fmla="*/ 4717765 h 5609978"/>
              <a:gd name="connsiteX204" fmla="*/ 4487142 w 6781778"/>
              <a:gd name="connsiteY204" fmla="*/ 4729195 h 5609978"/>
              <a:gd name="connsiteX205" fmla="*/ 4505810 w 6781778"/>
              <a:gd name="connsiteY205" fmla="*/ 4727797 h 5609978"/>
              <a:gd name="connsiteX206" fmla="*/ 4505810 w 6781778"/>
              <a:gd name="connsiteY206" fmla="*/ 4727924 h 5609978"/>
              <a:gd name="connsiteX207" fmla="*/ 4517748 w 6781778"/>
              <a:gd name="connsiteY207" fmla="*/ 4719542 h 5609978"/>
              <a:gd name="connsiteX208" fmla="*/ 4522574 w 6781778"/>
              <a:gd name="connsiteY208" fmla="*/ 4704429 h 5609978"/>
              <a:gd name="connsiteX209" fmla="*/ 4538196 w 6781778"/>
              <a:gd name="connsiteY209" fmla="*/ 4698206 h 5609978"/>
              <a:gd name="connsiteX210" fmla="*/ 4551149 w 6781778"/>
              <a:gd name="connsiteY210" fmla="*/ 4686141 h 5609978"/>
              <a:gd name="connsiteX211" fmla="*/ 4541497 w 6781778"/>
              <a:gd name="connsiteY211" fmla="*/ 4664043 h 5609978"/>
              <a:gd name="connsiteX212" fmla="*/ 4524098 w 6781778"/>
              <a:gd name="connsiteY212" fmla="*/ 4663154 h 5609978"/>
              <a:gd name="connsiteX213" fmla="*/ 4385922 w 6781778"/>
              <a:gd name="connsiteY213" fmla="*/ 4657312 h 5609978"/>
              <a:gd name="connsiteX214" fmla="*/ 4370174 w 6781778"/>
              <a:gd name="connsiteY214" fmla="*/ 4672045 h 5609978"/>
              <a:gd name="connsiteX215" fmla="*/ 4352395 w 6781778"/>
              <a:gd name="connsiteY215" fmla="*/ 4682966 h 5609978"/>
              <a:gd name="connsiteX216" fmla="*/ 4338806 w 6781778"/>
              <a:gd name="connsiteY216" fmla="*/ 4698968 h 5609978"/>
              <a:gd name="connsiteX217" fmla="*/ 4322296 w 6781778"/>
              <a:gd name="connsiteY217" fmla="*/ 4711668 h 5609978"/>
              <a:gd name="connsiteX218" fmla="*/ 4313913 w 6781778"/>
              <a:gd name="connsiteY218" fmla="*/ 4730210 h 5609978"/>
              <a:gd name="connsiteX219" fmla="*/ 4333471 w 6781778"/>
              <a:gd name="connsiteY219" fmla="*/ 4734402 h 5609978"/>
              <a:gd name="connsiteX220" fmla="*/ 4353537 w 6781778"/>
              <a:gd name="connsiteY220" fmla="*/ 4726909 h 5609978"/>
              <a:gd name="connsiteX221" fmla="*/ 4369794 w 6781778"/>
              <a:gd name="connsiteY221" fmla="*/ 4713192 h 5609978"/>
              <a:gd name="connsiteX222" fmla="*/ 4387573 w 6781778"/>
              <a:gd name="connsiteY222" fmla="*/ 4701635 h 5609978"/>
              <a:gd name="connsiteX223" fmla="*/ 4400146 w 6781778"/>
              <a:gd name="connsiteY223" fmla="*/ 4684491 h 5609978"/>
              <a:gd name="connsiteX224" fmla="*/ 4401162 w 6781778"/>
              <a:gd name="connsiteY224" fmla="*/ 4661885 h 5609978"/>
              <a:gd name="connsiteX225" fmla="*/ 4385922 w 6781778"/>
              <a:gd name="connsiteY225" fmla="*/ 4657312 h 5609978"/>
              <a:gd name="connsiteX226" fmla="*/ 3937485 w 6781778"/>
              <a:gd name="connsiteY226" fmla="*/ 4602956 h 5609978"/>
              <a:gd name="connsiteX227" fmla="*/ 3914245 w 6781778"/>
              <a:gd name="connsiteY227" fmla="*/ 4611466 h 5609978"/>
              <a:gd name="connsiteX228" fmla="*/ 3892654 w 6781778"/>
              <a:gd name="connsiteY228" fmla="*/ 4619212 h 5609978"/>
              <a:gd name="connsiteX229" fmla="*/ 3872208 w 6781778"/>
              <a:gd name="connsiteY229" fmla="*/ 4630261 h 5609978"/>
              <a:gd name="connsiteX230" fmla="*/ 3854809 w 6781778"/>
              <a:gd name="connsiteY230" fmla="*/ 4650581 h 5609978"/>
              <a:gd name="connsiteX231" fmla="*/ 3841854 w 6781778"/>
              <a:gd name="connsiteY231" fmla="*/ 4674330 h 5609978"/>
              <a:gd name="connsiteX232" fmla="*/ 3858110 w 6781778"/>
              <a:gd name="connsiteY232" fmla="*/ 4675473 h 5609978"/>
              <a:gd name="connsiteX233" fmla="*/ 3873732 w 6781778"/>
              <a:gd name="connsiteY233" fmla="*/ 4672172 h 5609978"/>
              <a:gd name="connsiteX234" fmla="*/ 3890876 w 6781778"/>
              <a:gd name="connsiteY234" fmla="*/ 4656297 h 5609978"/>
              <a:gd name="connsiteX235" fmla="*/ 3909037 w 6781778"/>
              <a:gd name="connsiteY235" fmla="*/ 4641437 h 5609978"/>
              <a:gd name="connsiteX236" fmla="*/ 3923896 w 6781778"/>
              <a:gd name="connsiteY236" fmla="*/ 4623658 h 5609978"/>
              <a:gd name="connsiteX237" fmla="*/ 3937485 w 6781778"/>
              <a:gd name="connsiteY237" fmla="*/ 4602956 h 5609978"/>
              <a:gd name="connsiteX238" fmla="*/ 4101442 w 6781778"/>
              <a:gd name="connsiteY238" fmla="*/ 4555719 h 5609978"/>
              <a:gd name="connsiteX239" fmla="*/ 4092552 w 6781778"/>
              <a:gd name="connsiteY239" fmla="*/ 4568800 h 5609978"/>
              <a:gd name="connsiteX240" fmla="*/ 4074646 w 6781778"/>
              <a:gd name="connsiteY240" fmla="*/ 4580738 h 5609978"/>
              <a:gd name="connsiteX241" fmla="*/ 4060295 w 6781778"/>
              <a:gd name="connsiteY241" fmla="*/ 4597121 h 5609978"/>
              <a:gd name="connsiteX242" fmla="*/ 4053056 w 6781778"/>
              <a:gd name="connsiteY242" fmla="*/ 4617822 h 5609978"/>
              <a:gd name="connsiteX243" fmla="*/ 4042007 w 6781778"/>
              <a:gd name="connsiteY243" fmla="*/ 4627474 h 5609978"/>
              <a:gd name="connsiteX244" fmla="*/ 4045562 w 6781778"/>
              <a:gd name="connsiteY244" fmla="*/ 4638523 h 5609978"/>
              <a:gd name="connsiteX245" fmla="*/ 4045435 w 6781778"/>
              <a:gd name="connsiteY245" fmla="*/ 4638523 h 5609978"/>
              <a:gd name="connsiteX246" fmla="*/ 4045562 w 6781778"/>
              <a:gd name="connsiteY246" fmla="*/ 4638650 h 5609978"/>
              <a:gd name="connsiteX247" fmla="*/ 4045562 w 6781778"/>
              <a:gd name="connsiteY247" fmla="*/ 4638523 h 5609978"/>
              <a:gd name="connsiteX248" fmla="*/ 4061057 w 6781778"/>
              <a:gd name="connsiteY248" fmla="*/ 4640936 h 5609978"/>
              <a:gd name="connsiteX249" fmla="*/ 4078456 w 6781778"/>
              <a:gd name="connsiteY249" fmla="*/ 4624553 h 5609978"/>
              <a:gd name="connsiteX250" fmla="*/ 4096997 w 6781778"/>
              <a:gd name="connsiteY250" fmla="*/ 4610075 h 5609978"/>
              <a:gd name="connsiteX251" fmla="*/ 4109824 w 6781778"/>
              <a:gd name="connsiteY251" fmla="*/ 4590136 h 5609978"/>
              <a:gd name="connsiteX252" fmla="*/ 4117571 w 6781778"/>
              <a:gd name="connsiteY252" fmla="*/ 4574261 h 5609978"/>
              <a:gd name="connsiteX253" fmla="*/ 4115412 w 6781778"/>
              <a:gd name="connsiteY253" fmla="*/ 4558640 h 5609978"/>
              <a:gd name="connsiteX254" fmla="*/ 4101442 w 6781778"/>
              <a:gd name="connsiteY254" fmla="*/ 4555719 h 5609978"/>
              <a:gd name="connsiteX255" fmla="*/ 3730095 w 6781778"/>
              <a:gd name="connsiteY255" fmla="*/ 4540504 h 5609978"/>
              <a:gd name="connsiteX256" fmla="*/ 3730102 w 6781778"/>
              <a:gd name="connsiteY256" fmla="*/ 4540505 h 5609978"/>
              <a:gd name="connsiteX257" fmla="*/ 3730412 w 6781778"/>
              <a:gd name="connsiteY257" fmla="*/ 4540923 h 5609978"/>
              <a:gd name="connsiteX258" fmla="*/ 3730145 w 6781778"/>
              <a:gd name="connsiteY258" fmla="*/ 4540511 h 5609978"/>
              <a:gd name="connsiteX259" fmla="*/ 3730102 w 6781778"/>
              <a:gd name="connsiteY259" fmla="*/ 4540505 h 5609978"/>
              <a:gd name="connsiteX260" fmla="*/ 3730101 w 6781778"/>
              <a:gd name="connsiteY260" fmla="*/ 4540504 h 5609978"/>
              <a:gd name="connsiteX261" fmla="*/ 4290926 w 6781778"/>
              <a:gd name="connsiteY261" fmla="*/ 4524858 h 5609978"/>
              <a:gd name="connsiteX262" fmla="*/ 4280512 w 6781778"/>
              <a:gd name="connsiteY262" fmla="*/ 4530192 h 5609978"/>
              <a:gd name="connsiteX263" fmla="*/ 4262986 w 6781778"/>
              <a:gd name="connsiteY263" fmla="*/ 4542257 h 5609978"/>
              <a:gd name="connsiteX264" fmla="*/ 4246476 w 6781778"/>
              <a:gd name="connsiteY264" fmla="*/ 4556100 h 5609978"/>
              <a:gd name="connsiteX265" fmla="*/ 4230094 w 6781778"/>
              <a:gd name="connsiteY265" fmla="*/ 4564863 h 5609978"/>
              <a:gd name="connsiteX266" fmla="*/ 4211806 w 6781778"/>
              <a:gd name="connsiteY266" fmla="*/ 4573245 h 5609978"/>
              <a:gd name="connsiteX267" fmla="*/ 4211933 w 6781778"/>
              <a:gd name="connsiteY267" fmla="*/ 4597629 h 5609978"/>
              <a:gd name="connsiteX268" fmla="*/ 4226284 w 6781778"/>
              <a:gd name="connsiteY268" fmla="*/ 4598899 h 5609978"/>
              <a:gd name="connsiteX269" fmla="*/ 4241650 w 6781778"/>
              <a:gd name="connsiteY269" fmla="*/ 4592676 h 5609978"/>
              <a:gd name="connsiteX270" fmla="*/ 4266670 w 6781778"/>
              <a:gd name="connsiteY270" fmla="*/ 4588104 h 5609978"/>
              <a:gd name="connsiteX271" fmla="*/ 4283307 w 6781778"/>
              <a:gd name="connsiteY271" fmla="*/ 4569943 h 5609978"/>
              <a:gd name="connsiteX272" fmla="*/ 4297404 w 6781778"/>
              <a:gd name="connsiteY272" fmla="*/ 4550258 h 5609978"/>
              <a:gd name="connsiteX273" fmla="*/ 4298420 w 6781778"/>
              <a:gd name="connsiteY273" fmla="*/ 4528922 h 5609978"/>
              <a:gd name="connsiteX274" fmla="*/ 4290926 w 6781778"/>
              <a:gd name="connsiteY274" fmla="*/ 4524858 h 5609978"/>
              <a:gd name="connsiteX275" fmla="*/ 4444470 w 6781778"/>
              <a:gd name="connsiteY275" fmla="*/ 4523588 h 5609978"/>
              <a:gd name="connsiteX276" fmla="*/ 4423642 w 6781778"/>
              <a:gd name="connsiteY276" fmla="*/ 4527144 h 5609978"/>
              <a:gd name="connsiteX277" fmla="*/ 4405734 w 6781778"/>
              <a:gd name="connsiteY277" fmla="*/ 4542892 h 5609978"/>
              <a:gd name="connsiteX278" fmla="*/ 4395321 w 6781778"/>
              <a:gd name="connsiteY278" fmla="*/ 4558005 h 5609978"/>
              <a:gd name="connsiteX279" fmla="*/ 4391130 w 6781778"/>
              <a:gd name="connsiteY279" fmla="*/ 4567530 h 5609978"/>
              <a:gd name="connsiteX280" fmla="*/ 4391892 w 6781778"/>
              <a:gd name="connsiteY280" fmla="*/ 4576166 h 5609978"/>
              <a:gd name="connsiteX281" fmla="*/ 4403068 w 6781778"/>
              <a:gd name="connsiteY281" fmla="*/ 4579341 h 5609978"/>
              <a:gd name="connsiteX282" fmla="*/ 4415133 w 6781778"/>
              <a:gd name="connsiteY282" fmla="*/ 4573499 h 5609978"/>
              <a:gd name="connsiteX283" fmla="*/ 4429992 w 6781778"/>
              <a:gd name="connsiteY283" fmla="*/ 4558259 h 5609978"/>
              <a:gd name="connsiteX284" fmla="*/ 4440533 w 6781778"/>
              <a:gd name="connsiteY284" fmla="*/ 4539844 h 5609978"/>
              <a:gd name="connsiteX285" fmla="*/ 4444470 w 6781778"/>
              <a:gd name="connsiteY285" fmla="*/ 4523588 h 5609978"/>
              <a:gd name="connsiteX286" fmla="*/ 3816327 w 6781778"/>
              <a:gd name="connsiteY286" fmla="*/ 4464025 h 5609978"/>
              <a:gd name="connsiteX287" fmla="*/ 3807437 w 6781778"/>
              <a:gd name="connsiteY287" fmla="*/ 4465041 h 5609978"/>
              <a:gd name="connsiteX288" fmla="*/ 3807310 w 6781778"/>
              <a:gd name="connsiteY288" fmla="*/ 4465041 h 5609978"/>
              <a:gd name="connsiteX289" fmla="*/ 3790927 w 6781778"/>
              <a:gd name="connsiteY289" fmla="*/ 4478630 h 5609978"/>
              <a:gd name="connsiteX290" fmla="*/ 3774925 w 6781778"/>
              <a:gd name="connsiteY290" fmla="*/ 4491838 h 5609978"/>
              <a:gd name="connsiteX291" fmla="*/ 3759685 w 6781778"/>
              <a:gd name="connsiteY291" fmla="*/ 4505681 h 5609978"/>
              <a:gd name="connsiteX292" fmla="*/ 3742413 w 6781778"/>
              <a:gd name="connsiteY292" fmla="*/ 4517746 h 5609978"/>
              <a:gd name="connsiteX293" fmla="*/ 3732508 w 6781778"/>
              <a:gd name="connsiteY293" fmla="*/ 4538320 h 5609978"/>
              <a:gd name="connsiteX294" fmla="*/ 3754733 w 6781778"/>
              <a:gd name="connsiteY294" fmla="*/ 4542511 h 5609978"/>
              <a:gd name="connsiteX295" fmla="*/ 3773401 w 6781778"/>
              <a:gd name="connsiteY295" fmla="*/ 4531970 h 5609978"/>
              <a:gd name="connsiteX296" fmla="*/ 3788007 w 6781778"/>
              <a:gd name="connsiteY296" fmla="*/ 4516349 h 5609978"/>
              <a:gd name="connsiteX297" fmla="*/ 3805151 w 6781778"/>
              <a:gd name="connsiteY297" fmla="*/ 4504665 h 5609978"/>
              <a:gd name="connsiteX298" fmla="*/ 3820391 w 6781778"/>
              <a:gd name="connsiteY298" fmla="*/ 4490568 h 5609978"/>
              <a:gd name="connsiteX299" fmla="*/ 3825345 w 6781778"/>
              <a:gd name="connsiteY299" fmla="*/ 4478503 h 5609978"/>
              <a:gd name="connsiteX300" fmla="*/ 3823312 w 6781778"/>
              <a:gd name="connsiteY300" fmla="*/ 4466819 h 5609978"/>
              <a:gd name="connsiteX301" fmla="*/ 3816327 w 6781778"/>
              <a:gd name="connsiteY301" fmla="*/ 4464025 h 5609978"/>
              <a:gd name="connsiteX302" fmla="*/ 4008606 w 6781778"/>
              <a:gd name="connsiteY302" fmla="*/ 4416908 h 5609978"/>
              <a:gd name="connsiteX303" fmla="*/ 3985872 w 6781778"/>
              <a:gd name="connsiteY303" fmla="*/ 4422242 h 5609978"/>
              <a:gd name="connsiteX304" fmla="*/ 3968473 w 6781778"/>
              <a:gd name="connsiteY304" fmla="*/ 4437863 h 5609978"/>
              <a:gd name="connsiteX305" fmla="*/ 3951456 w 6781778"/>
              <a:gd name="connsiteY305" fmla="*/ 4453992 h 5609978"/>
              <a:gd name="connsiteX306" fmla="*/ 3942058 w 6781778"/>
              <a:gd name="connsiteY306" fmla="*/ 4475582 h 5609978"/>
              <a:gd name="connsiteX307" fmla="*/ 3937232 w 6781778"/>
              <a:gd name="connsiteY307" fmla="*/ 4492092 h 5609978"/>
              <a:gd name="connsiteX308" fmla="*/ 3939517 w 6781778"/>
              <a:gd name="connsiteY308" fmla="*/ 4506824 h 5609978"/>
              <a:gd name="connsiteX309" fmla="*/ 3939645 w 6781778"/>
              <a:gd name="connsiteY309" fmla="*/ 4506824 h 5609978"/>
              <a:gd name="connsiteX310" fmla="*/ 3956662 w 6781778"/>
              <a:gd name="connsiteY310" fmla="*/ 4513809 h 5609978"/>
              <a:gd name="connsiteX311" fmla="*/ 3963647 w 6781778"/>
              <a:gd name="connsiteY311" fmla="*/ 4497299 h 5609978"/>
              <a:gd name="connsiteX312" fmla="*/ 3971775 w 6781778"/>
              <a:gd name="connsiteY312" fmla="*/ 4482948 h 5609978"/>
              <a:gd name="connsiteX313" fmla="*/ 3982571 w 6781778"/>
              <a:gd name="connsiteY313" fmla="*/ 4473931 h 5609978"/>
              <a:gd name="connsiteX314" fmla="*/ 3993620 w 6781778"/>
              <a:gd name="connsiteY314" fmla="*/ 4466057 h 5609978"/>
              <a:gd name="connsiteX315" fmla="*/ 4007716 w 6781778"/>
              <a:gd name="connsiteY315" fmla="*/ 4442562 h 5609978"/>
              <a:gd name="connsiteX316" fmla="*/ 4008606 w 6781778"/>
              <a:gd name="connsiteY316" fmla="*/ 4416908 h 5609978"/>
              <a:gd name="connsiteX317" fmla="*/ 4190215 w 6781778"/>
              <a:gd name="connsiteY317" fmla="*/ 4390619 h 5609978"/>
              <a:gd name="connsiteX318" fmla="*/ 4182087 w 6781778"/>
              <a:gd name="connsiteY318" fmla="*/ 4393286 h 5609978"/>
              <a:gd name="connsiteX319" fmla="*/ 4168498 w 6781778"/>
              <a:gd name="connsiteY319" fmla="*/ 4401287 h 5609978"/>
              <a:gd name="connsiteX320" fmla="*/ 4150591 w 6781778"/>
              <a:gd name="connsiteY320" fmla="*/ 4413352 h 5609978"/>
              <a:gd name="connsiteX321" fmla="*/ 4133446 w 6781778"/>
              <a:gd name="connsiteY321" fmla="*/ 4425925 h 5609978"/>
              <a:gd name="connsiteX322" fmla="*/ 4118460 w 6781778"/>
              <a:gd name="connsiteY322" fmla="*/ 4441546 h 5609978"/>
              <a:gd name="connsiteX323" fmla="*/ 4107158 w 6781778"/>
              <a:gd name="connsiteY323" fmla="*/ 4450309 h 5609978"/>
              <a:gd name="connsiteX324" fmla="*/ 4110333 w 6781778"/>
              <a:gd name="connsiteY324" fmla="*/ 4463771 h 5609978"/>
              <a:gd name="connsiteX325" fmla="*/ 4110206 w 6781778"/>
              <a:gd name="connsiteY325" fmla="*/ 4463771 h 5609978"/>
              <a:gd name="connsiteX326" fmla="*/ 4124684 w 6781778"/>
              <a:gd name="connsiteY326" fmla="*/ 4464152 h 5609978"/>
              <a:gd name="connsiteX327" fmla="*/ 4146909 w 6781778"/>
              <a:gd name="connsiteY327" fmla="*/ 4457167 h 5609978"/>
              <a:gd name="connsiteX328" fmla="*/ 4162402 w 6781778"/>
              <a:gd name="connsiteY328" fmla="*/ 4439387 h 5609978"/>
              <a:gd name="connsiteX329" fmla="*/ 4181579 w 6781778"/>
              <a:gd name="connsiteY329" fmla="*/ 4425925 h 5609978"/>
              <a:gd name="connsiteX330" fmla="*/ 4193390 w 6781778"/>
              <a:gd name="connsiteY330" fmla="*/ 4412717 h 5609978"/>
              <a:gd name="connsiteX331" fmla="*/ 4196946 w 6781778"/>
              <a:gd name="connsiteY331" fmla="*/ 4394175 h 5609978"/>
              <a:gd name="connsiteX332" fmla="*/ 4190215 w 6781778"/>
              <a:gd name="connsiteY332" fmla="*/ 4390619 h 5609978"/>
              <a:gd name="connsiteX333" fmla="*/ 4345283 w 6781778"/>
              <a:gd name="connsiteY333" fmla="*/ 4370420 h 5609978"/>
              <a:gd name="connsiteX334" fmla="*/ 4326359 w 6781778"/>
              <a:gd name="connsiteY334" fmla="*/ 4383501 h 5609978"/>
              <a:gd name="connsiteX335" fmla="*/ 4305659 w 6781778"/>
              <a:gd name="connsiteY335" fmla="*/ 4399503 h 5609978"/>
              <a:gd name="connsiteX336" fmla="*/ 4293974 w 6781778"/>
              <a:gd name="connsiteY336" fmla="*/ 4407758 h 5609978"/>
              <a:gd name="connsiteX337" fmla="*/ 4285226 w 6781778"/>
              <a:gd name="connsiteY337" fmla="*/ 4418788 h 5609978"/>
              <a:gd name="connsiteX338" fmla="*/ 4285211 w 6781778"/>
              <a:gd name="connsiteY338" fmla="*/ 4418679 h 5609978"/>
              <a:gd name="connsiteX339" fmla="*/ 4285211 w 6781778"/>
              <a:gd name="connsiteY339" fmla="*/ 4418806 h 5609978"/>
              <a:gd name="connsiteX340" fmla="*/ 4285226 w 6781778"/>
              <a:gd name="connsiteY340" fmla="*/ 4418788 h 5609978"/>
              <a:gd name="connsiteX341" fmla="*/ 4287751 w 6781778"/>
              <a:gd name="connsiteY341" fmla="*/ 4437348 h 5609978"/>
              <a:gd name="connsiteX342" fmla="*/ 4300959 w 6781778"/>
              <a:gd name="connsiteY342" fmla="*/ 4442428 h 5609978"/>
              <a:gd name="connsiteX343" fmla="*/ 4312771 w 6781778"/>
              <a:gd name="connsiteY343" fmla="*/ 4432268 h 5609978"/>
              <a:gd name="connsiteX344" fmla="*/ 4334107 w 6781778"/>
              <a:gd name="connsiteY344" fmla="*/ 4418298 h 5609978"/>
              <a:gd name="connsiteX345" fmla="*/ 4350617 w 6781778"/>
              <a:gd name="connsiteY345" fmla="*/ 4397216 h 5609978"/>
              <a:gd name="connsiteX346" fmla="*/ 4345283 w 6781778"/>
              <a:gd name="connsiteY346" fmla="*/ 4370420 h 5609978"/>
              <a:gd name="connsiteX347" fmla="*/ 3722983 w 6781778"/>
              <a:gd name="connsiteY347" fmla="*/ 4343241 h 5609978"/>
              <a:gd name="connsiteX348" fmla="*/ 3714600 w 6781778"/>
              <a:gd name="connsiteY348" fmla="*/ 4346035 h 5609978"/>
              <a:gd name="connsiteX349" fmla="*/ 3699360 w 6781778"/>
              <a:gd name="connsiteY349" fmla="*/ 4347814 h 5609978"/>
              <a:gd name="connsiteX350" fmla="*/ 3679040 w 6781778"/>
              <a:gd name="connsiteY350" fmla="*/ 4356322 h 5609978"/>
              <a:gd name="connsiteX351" fmla="*/ 3663165 w 6781778"/>
              <a:gd name="connsiteY351" fmla="*/ 4371435 h 5609978"/>
              <a:gd name="connsiteX352" fmla="*/ 3648307 w 6781778"/>
              <a:gd name="connsiteY352" fmla="*/ 4386548 h 5609978"/>
              <a:gd name="connsiteX353" fmla="*/ 3636241 w 6781778"/>
              <a:gd name="connsiteY353" fmla="*/ 4396835 h 5609978"/>
              <a:gd name="connsiteX354" fmla="*/ 3632559 w 6781778"/>
              <a:gd name="connsiteY354" fmla="*/ 4405345 h 5609978"/>
              <a:gd name="connsiteX355" fmla="*/ 3648814 w 6781778"/>
              <a:gd name="connsiteY355" fmla="*/ 4408520 h 5609978"/>
              <a:gd name="connsiteX356" fmla="*/ 3672309 w 6781778"/>
              <a:gd name="connsiteY356" fmla="*/ 4404455 h 5609978"/>
              <a:gd name="connsiteX357" fmla="*/ 3692757 w 6781778"/>
              <a:gd name="connsiteY357" fmla="*/ 4392264 h 5609978"/>
              <a:gd name="connsiteX358" fmla="*/ 3706599 w 6781778"/>
              <a:gd name="connsiteY358" fmla="*/ 4372833 h 5609978"/>
              <a:gd name="connsiteX359" fmla="*/ 3723998 w 6781778"/>
              <a:gd name="connsiteY359" fmla="*/ 4365085 h 5609978"/>
              <a:gd name="connsiteX360" fmla="*/ 3729206 w 6781778"/>
              <a:gd name="connsiteY360" fmla="*/ 4346416 h 5609978"/>
              <a:gd name="connsiteX361" fmla="*/ 3722983 w 6781778"/>
              <a:gd name="connsiteY361" fmla="*/ 4343241 h 5609978"/>
              <a:gd name="connsiteX362" fmla="*/ 3902560 w 6781778"/>
              <a:gd name="connsiteY362" fmla="*/ 4285203 h 5609978"/>
              <a:gd name="connsiteX363" fmla="*/ 3881733 w 6781778"/>
              <a:gd name="connsiteY363" fmla="*/ 4287616 h 5609978"/>
              <a:gd name="connsiteX364" fmla="*/ 3867762 w 6781778"/>
              <a:gd name="connsiteY364" fmla="*/ 4303236 h 5609978"/>
              <a:gd name="connsiteX365" fmla="*/ 3857221 w 6781778"/>
              <a:gd name="connsiteY365" fmla="*/ 4320509 h 5609978"/>
              <a:gd name="connsiteX366" fmla="*/ 3844902 w 6781778"/>
              <a:gd name="connsiteY366" fmla="*/ 4332954 h 5609978"/>
              <a:gd name="connsiteX367" fmla="*/ 3828392 w 6781778"/>
              <a:gd name="connsiteY367" fmla="*/ 4338923 h 5609978"/>
              <a:gd name="connsiteX368" fmla="*/ 3824836 w 6781778"/>
              <a:gd name="connsiteY368" fmla="*/ 4357211 h 5609978"/>
              <a:gd name="connsiteX369" fmla="*/ 3829535 w 6781778"/>
              <a:gd name="connsiteY369" fmla="*/ 4374356 h 5609978"/>
              <a:gd name="connsiteX370" fmla="*/ 3851760 w 6781778"/>
              <a:gd name="connsiteY370" fmla="*/ 4363435 h 5609978"/>
              <a:gd name="connsiteX371" fmla="*/ 3851760 w 6781778"/>
              <a:gd name="connsiteY371" fmla="*/ 4363561 h 5609978"/>
              <a:gd name="connsiteX372" fmla="*/ 3862301 w 6781778"/>
              <a:gd name="connsiteY372" fmla="*/ 4350353 h 5609978"/>
              <a:gd name="connsiteX373" fmla="*/ 3876779 w 6781778"/>
              <a:gd name="connsiteY373" fmla="*/ 4337780 h 5609978"/>
              <a:gd name="connsiteX374" fmla="*/ 3893035 w 6781778"/>
              <a:gd name="connsiteY374" fmla="*/ 4324699 h 5609978"/>
              <a:gd name="connsiteX375" fmla="*/ 3909926 w 6781778"/>
              <a:gd name="connsiteY375" fmla="*/ 4311365 h 5609978"/>
              <a:gd name="connsiteX376" fmla="*/ 3908784 w 6781778"/>
              <a:gd name="connsiteY376" fmla="*/ 4296124 h 5609978"/>
              <a:gd name="connsiteX377" fmla="*/ 3902560 w 6781778"/>
              <a:gd name="connsiteY377" fmla="*/ 4285203 h 5609978"/>
              <a:gd name="connsiteX378" fmla="*/ 4088488 w 6781778"/>
              <a:gd name="connsiteY378" fmla="*/ 4256373 h 5609978"/>
              <a:gd name="connsiteX379" fmla="*/ 4066898 w 6781778"/>
              <a:gd name="connsiteY379" fmla="*/ 4262342 h 5609978"/>
              <a:gd name="connsiteX380" fmla="*/ 4043784 w 6781778"/>
              <a:gd name="connsiteY380" fmla="*/ 4267296 h 5609978"/>
              <a:gd name="connsiteX381" fmla="*/ 4027401 w 6781778"/>
              <a:gd name="connsiteY381" fmla="*/ 4284060 h 5609978"/>
              <a:gd name="connsiteX382" fmla="*/ 4011526 w 6781778"/>
              <a:gd name="connsiteY382" fmla="*/ 4300697 h 5609978"/>
              <a:gd name="connsiteX383" fmla="*/ 4000350 w 6781778"/>
              <a:gd name="connsiteY383" fmla="*/ 4314285 h 5609978"/>
              <a:gd name="connsiteX384" fmla="*/ 3998319 w 6781778"/>
              <a:gd name="connsiteY384" fmla="*/ 4333081 h 5609978"/>
              <a:gd name="connsiteX385" fmla="*/ 4016225 w 6781778"/>
              <a:gd name="connsiteY385" fmla="*/ 4334352 h 5609978"/>
              <a:gd name="connsiteX386" fmla="*/ 4029052 w 6781778"/>
              <a:gd name="connsiteY386" fmla="*/ 4326859 h 5609978"/>
              <a:gd name="connsiteX387" fmla="*/ 4039721 w 6781778"/>
              <a:gd name="connsiteY387" fmla="*/ 4314666 h 5609978"/>
              <a:gd name="connsiteX388" fmla="*/ 4051912 w 6781778"/>
              <a:gd name="connsiteY388" fmla="*/ 4308443 h 5609978"/>
              <a:gd name="connsiteX389" fmla="*/ 4063596 w 6781778"/>
              <a:gd name="connsiteY389" fmla="*/ 4301459 h 5609978"/>
              <a:gd name="connsiteX390" fmla="*/ 4072995 w 6781778"/>
              <a:gd name="connsiteY390" fmla="*/ 4290536 h 5609978"/>
              <a:gd name="connsiteX391" fmla="*/ 4084678 w 6781778"/>
              <a:gd name="connsiteY391" fmla="*/ 4283171 h 5609978"/>
              <a:gd name="connsiteX392" fmla="*/ 4088488 w 6781778"/>
              <a:gd name="connsiteY392" fmla="*/ 4256373 h 5609978"/>
              <a:gd name="connsiteX393" fmla="*/ 4237713 w 6781778"/>
              <a:gd name="connsiteY393" fmla="*/ 4250151 h 5609978"/>
              <a:gd name="connsiteX394" fmla="*/ 4217267 w 6781778"/>
              <a:gd name="connsiteY394" fmla="*/ 4252564 h 5609978"/>
              <a:gd name="connsiteX395" fmla="*/ 4198344 w 6781778"/>
              <a:gd name="connsiteY395" fmla="*/ 4266534 h 5609978"/>
              <a:gd name="connsiteX396" fmla="*/ 4186913 w 6781778"/>
              <a:gd name="connsiteY396" fmla="*/ 4280503 h 5609978"/>
              <a:gd name="connsiteX397" fmla="*/ 4182341 w 6781778"/>
              <a:gd name="connsiteY397" fmla="*/ 4296505 h 5609978"/>
              <a:gd name="connsiteX398" fmla="*/ 4203677 w 6781778"/>
              <a:gd name="connsiteY398" fmla="*/ 4296378 h 5609978"/>
              <a:gd name="connsiteX399" fmla="*/ 4219552 w 6781778"/>
              <a:gd name="connsiteY399" fmla="*/ 4282281 h 5609978"/>
              <a:gd name="connsiteX400" fmla="*/ 4235682 w 6781778"/>
              <a:gd name="connsiteY400" fmla="*/ 4268185 h 5609978"/>
              <a:gd name="connsiteX401" fmla="*/ 4237713 w 6781778"/>
              <a:gd name="connsiteY401" fmla="*/ 4250151 h 5609978"/>
              <a:gd name="connsiteX402" fmla="*/ 3793848 w 6781778"/>
              <a:gd name="connsiteY402" fmla="*/ 4144747 h 5609978"/>
              <a:gd name="connsiteX403" fmla="*/ 3770734 w 6781778"/>
              <a:gd name="connsiteY403" fmla="*/ 4154653 h 5609978"/>
              <a:gd name="connsiteX404" fmla="*/ 3753209 w 6781778"/>
              <a:gd name="connsiteY404" fmla="*/ 4169131 h 5609978"/>
              <a:gd name="connsiteX405" fmla="*/ 3732508 w 6781778"/>
              <a:gd name="connsiteY405" fmla="*/ 4181704 h 5609978"/>
              <a:gd name="connsiteX406" fmla="*/ 3723745 w 6781778"/>
              <a:gd name="connsiteY406" fmla="*/ 4204056 h 5609978"/>
              <a:gd name="connsiteX407" fmla="*/ 3718919 w 6781778"/>
              <a:gd name="connsiteY407" fmla="*/ 4220439 h 5609978"/>
              <a:gd name="connsiteX408" fmla="*/ 3721459 w 6781778"/>
              <a:gd name="connsiteY408" fmla="*/ 4234282 h 5609978"/>
              <a:gd name="connsiteX409" fmla="*/ 3721459 w 6781778"/>
              <a:gd name="connsiteY409" fmla="*/ 4234409 h 5609978"/>
              <a:gd name="connsiteX410" fmla="*/ 3736445 w 6781778"/>
              <a:gd name="connsiteY410" fmla="*/ 4241013 h 5609978"/>
              <a:gd name="connsiteX411" fmla="*/ 3744572 w 6781778"/>
              <a:gd name="connsiteY411" fmla="*/ 4227170 h 5609978"/>
              <a:gd name="connsiteX412" fmla="*/ 3752954 w 6781778"/>
              <a:gd name="connsiteY412" fmla="*/ 4212184 h 5609978"/>
              <a:gd name="connsiteX413" fmla="*/ 3761209 w 6781778"/>
              <a:gd name="connsiteY413" fmla="*/ 4200500 h 5609978"/>
              <a:gd name="connsiteX414" fmla="*/ 3775307 w 6781778"/>
              <a:gd name="connsiteY414" fmla="*/ 4195674 h 5609978"/>
              <a:gd name="connsiteX415" fmla="*/ 3784196 w 6781778"/>
              <a:gd name="connsiteY415" fmla="*/ 4182974 h 5609978"/>
              <a:gd name="connsiteX416" fmla="*/ 3795372 w 6781778"/>
              <a:gd name="connsiteY416" fmla="*/ 4175227 h 5609978"/>
              <a:gd name="connsiteX417" fmla="*/ 3800579 w 6781778"/>
              <a:gd name="connsiteY417" fmla="*/ 4160495 h 5609978"/>
              <a:gd name="connsiteX418" fmla="*/ 3793848 w 6781778"/>
              <a:gd name="connsiteY418" fmla="*/ 4144747 h 5609978"/>
              <a:gd name="connsiteX419" fmla="*/ 4096871 w 6781778"/>
              <a:gd name="connsiteY419" fmla="*/ 4134333 h 5609978"/>
              <a:gd name="connsiteX420" fmla="*/ 4086075 w 6781778"/>
              <a:gd name="connsiteY420" fmla="*/ 4137381 h 5609978"/>
              <a:gd name="connsiteX421" fmla="*/ 4085948 w 6781778"/>
              <a:gd name="connsiteY421" fmla="*/ 4137381 h 5609978"/>
              <a:gd name="connsiteX422" fmla="*/ 4072995 w 6781778"/>
              <a:gd name="connsiteY422" fmla="*/ 4150589 h 5609978"/>
              <a:gd name="connsiteX423" fmla="*/ 4061310 w 6781778"/>
              <a:gd name="connsiteY423" fmla="*/ 4165194 h 5609978"/>
              <a:gd name="connsiteX424" fmla="*/ 4061691 w 6781778"/>
              <a:gd name="connsiteY424" fmla="*/ 4182593 h 5609978"/>
              <a:gd name="connsiteX425" fmla="*/ 4079852 w 6781778"/>
              <a:gd name="connsiteY425" fmla="*/ 4184752 h 5609978"/>
              <a:gd name="connsiteX426" fmla="*/ 4093569 w 6781778"/>
              <a:gd name="connsiteY426" fmla="*/ 4170655 h 5609978"/>
              <a:gd name="connsiteX427" fmla="*/ 4104998 w 6781778"/>
              <a:gd name="connsiteY427" fmla="*/ 4154526 h 5609978"/>
              <a:gd name="connsiteX428" fmla="*/ 4096871 w 6781778"/>
              <a:gd name="connsiteY428" fmla="*/ 4134333 h 5609978"/>
              <a:gd name="connsiteX429" fmla="*/ 3976856 w 6781778"/>
              <a:gd name="connsiteY429" fmla="*/ 4121379 h 5609978"/>
              <a:gd name="connsiteX430" fmla="*/ 3963521 w 6781778"/>
              <a:gd name="connsiteY430" fmla="*/ 4123157 h 5609978"/>
              <a:gd name="connsiteX431" fmla="*/ 3950185 w 6781778"/>
              <a:gd name="connsiteY431" fmla="*/ 4139540 h 5609978"/>
              <a:gd name="connsiteX432" fmla="*/ 3932024 w 6781778"/>
              <a:gd name="connsiteY432" fmla="*/ 4150462 h 5609978"/>
              <a:gd name="connsiteX433" fmla="*/ 3916531 w 6781778"/>
              <a:gd name="connsiteY433" fmla="*/ 4159733 h 5609978"/>
              <a:gd name="connsiteX434" fmla="*/ 3901163 w 6781778"/>
              <a:gd name="connsiteY434" fmla="*/ 4162400 h 5609978"/>
              <a:gd name="connsiteX435" fmla="*/ 3894051 w 6781778"/>
              <a:gd name="connsiteY435" fmla="*/ 4177005 h 5609978"/>
              <a:gd name="connsiteX436" fmla="*/ 3890496 w 6781778"/>
              <a:gd name="connsiteY436" fmla="*/ 4192372 h 5609978"/>
              <a:gd name="connsiteX437" fmla="*/ 3915896 w 6781778"/>
              <a:gd name="connsiteY437" fmla="*/ 4195039 h 5609978"/>
              <a:gd name="connsiteX438" fmla="*/ 3928722 w 6781778"/>
              <a:gd name="connsiteY438" fmla="*/ 4180561 h 5609978"/>
              <a:gd name="connsiteX439" fmla="*/ 3943709 w 6781778"/>
              <a:gd name="connsiteY439" fmla="*/ 4168877 h 5609978"/>
              <a:gd name="connsiteX440" fmla="*/ 3965298 w 6781778"/>
              <a:gd name="connsiteY440" fmla="*/ 4165829 h 5609978"/>
              <a:gd name="connsiteX441" fmla="*/ 3981935 w 6781778"/>
              <a:gd name="connsiteY441" fmla="*/ 4153637 h 5609978"/>
              <a:gd name="connsiteX442" fmla="*/ 3991460 w 6781778"/>
              <a:gd name="connsiteY442" fmla="*/ 4141572 h 5609978"/>
              <a:gd name="connsiteX443" fmla="*/ 3988032 w 6781778"/>
              <a:gd name="connsiteY443" fmla="*/ 4125316 h 5609978"/>
              <a:gd name="connsiteX444" fmla="*/ 3976856 w 6781778"/>
              <a:gd name="connsiteY444" fmla="*/ 4121379 h 5609978"/>
              <a:gd name="connsiteX445" fmla="*/ 3675738 w 6781778"/>
              <a:gd name="connsiteY445" fmla="*/ 4007460 h 5609978"/>
              <a:gd name="connsiteX446" fmla="*/ 3663292 w 6781778"/>
              <a:gd name="connsiteY446" fmla="*/ 4011651 h 5609978"/>
              <a:gd name="connsiteX447" fmla="*/ 3663420 w 6781778"/>
              <a:gd name="connsiteY447" fmla="*/ 4011651 h 5609978"/>
              <a:gd name="connsiteX448" fmla="*/ 3643988 w 6781778"/>
              <a:gd name="connsiteY448" fmla="*/ 4021176 h 5609978"/>
              <a:gd name="connsiteX449" fmla="*/ 3631542 w 6781778"/>
              <a:gd name="connsiteY449" fmla="*/ 4038321 h 5609978"/>
              <a:gd name="connsiteX450" fmla="*/ 3618081 w 6781778"/>
              <a:gd name="connsiteY450" fmla="*/ 4054323 h 5609978"/>
              <a:gd name="connsiteX451" fmla="*/ 3609952 w 6781778"/>
              <a:gd name="connsiteY451" fmla="*/ 4073754 h 5609978"/>
              <a:gd name="connsiteX452" fmla="*/ 3606650 w 6781778"/>
              <a:gd name="connsiteY452" fmla="*/ 4089121 h 5609978"/>
              <a:gd name="connsiteX453" fmla="*/ 3622145 w 6781778"/>
              <a:gd name="connsiteY453" fmla="*/ 4090899 h 5609978"/>
              <a:gd name="connsiteX454" fmla="*/ 3639289 w 6781778"/>
              <a:gd name="connsiteY454" fmla="*/ 4079088 h 5609978"/>
              <a:gd name="connsiteX455" fmla="*/ 3653895 w 6781778"/>
              <a:gd name="connsiteY455" fmla="*/ 4064102 h 5609978"/>
              <a:gd name="connsiteX456" fmla="*/ 3667229 w 6781778"/>
              <a:gd name="connsiteY456" fmla="*/ 4047973 h 5609978"/>
              <a:gd name="connsiteX457" fmla="*/ 3678659 w 6781778"/>
              <a:gd name="connsiteY457" fmla="*/ 4030320 h 5609978"/>
              <a:gd name="connsiteX458" fmla="*/ 3675738 w 6781778"/>
              <a:gd name="connsiteY458" fmla="*/ 4007460 h 5609978"/>
              <a:gd name="connsiteX459" fmla="*/ 3855444 w 6781778"/>
              <a:gd name="connsiteY459" fmla="*/ 3990061 h 5609978"/>
              <a:gd name="connsiteX460" fmla="*/ 3834108 w 6781778"/>
              <a:gd name="connsiteY460" fmla="*/ 3999459 h 5609978"/>
              <a:gd name="connsiteX461" fmla="*/ 3812009 w 6781778"/>
              <a:gd name="connsiteY461" fmla="*/ 4006190 h 5609978"/>
              <a:gd name="connsiteX462" fmla="*/ 3794357 w 6781778"/>
              <a:gd name="connsiteY462" fmla="*/ 4021176 h 5609978"/>
              <a:gd name="connsiteX463" fmla="*/ 3781021 w 6781778"/>
              <a:gd name="connsiteY463" fmla="*/ 4032225 h 5609978"/>
              <a:gd name="connsiteX464" fmla="*/ 3776069 w 6781778"/>
              <a:gd name="connsiteY464" fmla="*/ 4048989 h 5609978"/>
              <a:gd name="connsiteX465" fmla="*/ 3776196 w 6781778"/>
              <a:gd name="connsiteY465" fmla="*/ 4048989 h 5609978"/>
              <a:gd name="connsiteX466" fmla="*/ 3791689 w 6781778"/>
              <a:gd name="connsiteY466" fmla="*/ 4058387 h 5609978"/>
              <a:gd name="connsiteX467" fmla="*/ 3804644 w 6781778"/>
              <a:gd name="connsiteY467" fmla="*/ 4049878 h 5609978"/>
              <a:gd name="connsiteX468" fmla="*/ 3816327 w 6781778"/>
              <a:gd name="connsiteY468" fmla="*/ 4036543 h 5609978"/>
              <a:gd name="connsiteX469" fmla="*/ 3829154 w 6781778"/>
              <a:gd name="connsiteY469" fmla="*/ 4029050 h 5609978"/>
              <a:gd name="connsiteX470" fmla="*/ 3844140 w 6781778"/>
              <a:gd name="connsiteY470" fmla="*/ 4029177 h 5609978"/>
              <a:gd name="connsiteX471" fmla="*/ 3858237 w 6781778"/>
              <a:gd name="connsiteY471" fmla="*/ 4028415 h 5609978"/>
              <a:gd name="connsiteX472" fmla="*/ 3867382 w 6781778"/>
              <a:gd name="connsiteY472" fmla="*/ 4017239 h 5609978"/>
              <a:gd name="connsiteX473" fmla="*/ 3874874 w 6781778"/>
              <a:gd name="connsiteY473" fmla="*/ 4006444 h 5609978"/>
              <a:gd name="connsiteX474" fmla="*/ 3876525 w 6781778"/>
              <a:gd name="connsiteY474" fmla="*/ 3995141 h 5609978"/>
              <a:gd name="connsiteX475" fmla="*/ 3855444 w 6781778"/>
              <a:gd name="connsiteY475" fmla="*/ 3990061 h 5609978"/>
              <a:gd name="connsiteX476" fmla="*/ 3697201 w 6781778"/>
              <a:gd name="connsiteY476" fmla="*/ 3878174 h 5609978"/>
              <a:gd name="connsiteX477" fmla="*/ 3685771 w 6781778"/>
              <a:gd name="connsiteY477" fmla="*/ 3879317 h 5609978"/>
              <a:gd name="connsiteX478" fmla="*/ 3685645 w 6781778"/>
              <a:gd name="connsiteY478" fmla="*/ 3879317 h 5609978"/>
              <a:gd name="connsiteX479" fmla="*/ 3669642 w 6781778"/>
              <a:gd name="connsiteY479" fmla="*/ 3895065 h 5609978"/>
              <a:gd name="connsiteX480" fmla="*/ 3656815 w 6781778"/>
              <a:gd name="connsiteY480" fmla="*/ 3913607 h 5609978"/>
              <a:gd name="connsiteX481" fmla="*/ 3655164 w 6781778"/>
              <a:gd name="connsiteY481" fmla="*/ 3934562 h 5609978"/>
              <a:gd name="connsiteX482" fmla="*/ 3675992 w 6781778"/>
              <a:gd name="connsiteY482" fmla="*/ 3933927 h 5609978"/>
              <a:gd name="connsiteX483" fmla="*/ 3693772 w 6781778"/>
              <a:gd name="connsiteY483" fmla="*/ 3918560 h 5609978"/>
              <a:gd name="connsiteX484" fmla="*/ 3706091 w 6781778"/>
              <a:gd name="connsiteY484" fmla="*/ 3898367 h 5609978"/>
              <a:gd name="connsiteX485" fmla="*/ 3697201 w 6781778"/>
              <a:gd name="connsiteY485" fmla="*/ 3878174 h 5609978"/>
              <a:gd name="connsiteX486" fmla="*/ 3574392 w 6781778"/>
              <a:gd name="connsiteY486" fmla="*/ 3872198 h 5609978"/>
              <a:gd name="connsiteX487" fmla="*/ 3558390 w 6781778"/>
              <a:gd name="connsiteY487" fmla="*/ 3882231 h 5609978"/>
              <a:gd name="connsiteX488" fmla="*/ 3539595 w 6781778"/>
              <a:gd name="connsiteY488" fmla="*/ 3894169 h 5609978"/>
              <a:gd name="connsiteX489" fmla="*/ 3525371 w 6781778"/>
              <a:gd name="connsiteY489" fmla="*/ 3909791 h 5609978"/>
              <a:gd name="connsiteX490" fmla="*/ 3509876 w 6781778"/>
              <a:gd name="connsiteY490" fmla="*/ 3920331 h 5609978"/>
              <a:gd name="connsiteX491" fmla="*/ 3502637 w 6781778"/>
              <a:gd name="connsiteY491" fmla="*/ 3938111 h 5609978"/>
              <a:gd name="connsiteX492" fmla="*/ 3502637 w 6781778"/>
              <a:gd name="connsiteY492" fmla="*/ 3938238 h 5609978"/>
              <a:gd name="connsiteX493" fmla="*/ 3499082 w 6781778"/>
              <a:gd name="connsiteY493" fmla="*/ 3961353 h 5609978"/>
              <a:gd name="connsiteX494" fmla="*/ 3516226 w 6781778"/>
              <a:gd name="connsiteY494" fmla="*/ 3960082 h 5609978"/>
              <a:gd name="connsiteX495" fmla="*/ 3530704 w 6781778"/>
              <a:gd name="connsiteY495" fmla="*/ 3950557 h 5609978"/>
              <a:gd name="connsiteX496" fmla="*/ 3546834 w 6781778"/>
              <a:gd name="connsiteY496" fmla="*/ 3933158 h 5609978"/>
              <a:gd name="connsiteX497" fmla="*/ 3564359 w 6781778"/>
              <a:gd name="connsiteY497" fmla="*/ 3917029 h 5609978"/>
              <a:gd name="connsiteX498" fmla="*/ 3573249 w 6781778"/>
              <a:gd name="connsiteY498" fmla="*/ 3895058 h 5609978"/>
              <a:gd name="connsiteX499" fmla="*/ 3574392 w 6781778"/>
              <a:gd name="connsiteY499" fmla="*/ 3872198 h 5609978"/>
              <a:gd name="connsiteX500" fmla="*/ 3524482 w 6781778"/>
              <a:gd name="connsiteY500" fmla="*/ 3782670 h 5609978"/>
              <a:gd name="connsiteX501" fmla="*/ 3513433 w 6781778"/>
              <a:gd name="connsiteY501" fmla="*/ 3788258 h 5609978"/>
              <a:gd name="connsiteX502" fmla="*/ 3498065 w 6781778"/>
              <a:gd name="connsiteY502" fmla="*/ 3804641 h 5609978"/>
              <a:gd name="connsiteX503" fmla="*/ 3484476 w 6781778"/>
              <a:gd name="connsiteY503" fmla="*/ 3810356 h 5609978"/>
              <a:gd name="connsiteX504" fmla="*/ 3477999 w 6781778"/>
              <a:gd name="connsiteY504" fmla="*/ 3823437 h 5609978"/>
              <a:gd name="connsiteX505" fmla="*/ 3478126 w 6781778"/>
              <a:gd name="connsiteY505" fmla="*/ 3823437 h 5609978"/>
              <a:gd name="connsiteX506" fmla="*/ 3479650 w 6781778"/>
              <a:gd name="connsiteY506" fmla="*/ 3843122 h 5609978"/>
              <a:gd name="connsiteX507" fmla="*/ 3492859 w 6781778"/>
              <a:gd name="connsiteY507" fmla="*/ 3843757 h 5609978"/>
              <a:gd name="connsiteX508" fmla="*/ 3506956 w 6781778"/>
              <a:gd name="connsiteY508" fmla="*/ 3839058 h 5609978"/>
              <a:gd name="connsiteX509" fmla="*/ 3524735 w 6781778"/>
              <a:gd name="connsiteY509" fmla="*/ 3825850 h 5609978"/>
              <a:gd name="connsiteX510" fmla="*/ 3536546 w 6781778"/>
              <a:gd name="connsiteY510" fmla="*/ 3807435 h 5609978"/>
              <a:gd name="connsiteX511" fmla="*/ 3534896 w 6781778"/>
              <a:gd name="connsiteY511" fmla="*/ 3786988 h 5609978"/>
              <a:gd name="connsiteX512" fmla="*/ 3524482 w 6781778"/>
              <a:gd name="connsiteY512" fmla="*/ 3782670 h 5609978"/>
              <a:gd name="connsiteX513" fmla="*/ 3408658 w 6781778"/>
              <a:gd name="connsiteY513" fmla="*/ 3766661 h 5609978"/>
              <a:gd name="connsiteX514" fmla="*/ 3402434 w 6781778"/>
              <a:gd name="connsiteY514" fmla="*/ 3771106 h 5609978"/>
              <a:gd name="connsiteX515" fmla="*/ 3391004 w 6781778"/>
              <a:gd name="connsiteY515" fmla="*/ 3780250 h 5609978"/>
              <a:gd name="connsiteX516" fmla="*/ 3368779 w 6781778"/>
              <a:gd name="connsiteY516" fmla="*/ 3794982 h 5609978"/>
              <a:gd name="connsiteX517" fmla="*/ 3359127 w 6781778"/>
              <a:gd name="connsiteY517" fmla="*/ 3820128 h 5609978"/>
              <a:gd name="connsiteX518" fmla="*/ 3349984 w 6781778"/>
              <a:gd name="connsiteY518" fmla="*/ 3831812 h 5609978"/>
              <a:gd name="connsiteX519" fmla="*/ 3351508 w 6781778"/>
              <a:gd name="connsiteY519" fmla="*/ 3843623 h 5609978"/>
              <a:gd name="connsiteX520" fmla="*/ 3368779 w 6781778"/>
              <a:gd name="connsiteY520" fmla="*/ 3843750 h 5609978"/>
              <a:gd name="connsiteX521" fmla="*/ 3385035 w 6781778"/>
              <a:gd name="connsiteY521" fmla="*/ 3832447 h 5609978"/>
              <a:gd name="connsiteX522" fmla="*/ 3397735 w 6781778"/>
              <a:gd name="connsiteY522" fmla="*/ 3817716 h 5609978"/>
              <a:gd name="connsiteX523" fmla="*/ 3407514 w 6781778"/>
              <a:gd name="connsiteY523" fmla="*/ 3800951 h 5609978"/>
              <a:gd name="connsiteX524" fmla="*/ 3415134 w 6781778"/>
              <a:gd name="connsiteY524" fmla="*/ 3785076 h 5609978"/>
              <a:gd name="connsiteX525" fmla="*/ 3415008 w 6781778"/>
              <a:gd name="connsiteY525" fmla="*/ 3768566 h 5609978"/>
              <a:gd name="connsiteX526" fmla="*/ 3408658 w 6781778"/>
              <a:gd name="connsiteY526" fmla="*/ 3766661 h 5609978"/>
              <a:gd name="connsiteX527" fmla="*/ 373230 w 6781778"/>
              <a:gd name="connsiteY527" fmla="*/ 0 h 5609978"/>
              <a:gd name="connsiteX528" fmla="*/ 373243 w 6781778"/>
              <a:gd name="connsiteY528" fmla="*/ 0 h 5609978"/>
              <a:gd name="connsiteX529" fmla="*/ 6781778 w 6781778"/>
              <a:gd name="connsiteY529" fmla="*/ 0 h 5609978"/>
              <a:gd name="connsiteX530" fmla="*/ 6781778 w 6781778"/>
              <a:gd name="connsiteY530" fmla="*/ 5278176 h 5609978"/>
              <a:gd name="connsiteX531" fmla="*/ 6775090 w 6781778"/>
              <a:gd name="connsiteY531" fmla="*/ 5298600 h 5609978"/>
              <a:gd name="connsiteX532" fmla="*/ 6099438 w 6781778"/>
              <a:gd name="connsiteY532" fmla="*/ 5555958 h 5609978"/>
              <a:gd name="connsiteX533" fmla="*/ 5392956 w 6781778"/>
              <a:gd name="connsiteY533" fmla="*/ 5600357 h 5609978"/>
              <a:gd name="connsiteX534" fmla="*/ 4802425 w 6781778"/>
              <a:gd name="connsiteY534" fmla="*/ 5472164 h 5609978"/>
              <a:gd name="connsiteX535" fmla="*/ 4798558 w 6781778"/>
              <a:gd name="connsiteY535" fmla="*/ 5462639 h 5609978"/>
              <a:gd name="connsiteX536" fmla="*/ 4786208 w 6781778"/>
              <a:gd name="connsiteY536" fmla="*/ 5466353 h 5609978"/>
              <a:gd name="connsiteX537" fmla="*/ 4724517 w 6781778"/>
              <a:gd name="connsiteY537" fmla="*/ 5442706 h 5609978"/>
              <a:gd name="connsiteX538" fmla="*/ 4740005 w 6781778"/>
              <a:gd name="connsiteY538" fmla="*/ 5425809 h 5609978"/>
              <a:gd name="connsiteX539" fmla="*/ 4753975 w 6781778"/>
              <a:gd name="connsiteY539" fmla="*/ 5407267 h 5609978"/>
              <a:gd name="connsiteX540" fmla="*/ 4763373 w 6781778"/>
              <a:gd name="connsiteY540" fmla="*/ 5392154 h 5609978"/>
              <a:gd name="connsiteX541" fmla="*/ 4762865 w 6781778"/>
              <a:gd name="connsiteY541" fmla="*/ 5375009 h 5609978"/>
              <a:gd name="connsiteX542" fmla="*/ 4756515 w 6781778"/>
              <a:gd name="connsiteY542" fmla="*/ 5372977 h 5609978"/>
              <a:gd name="connsiteX543" fmla="*/ 4749911 w 6781778"/>
              <a:gd name="connsiteY543" fmla="*/ 5377295 h 5609978"/>
              <a:gd name="connsiteX544" fmla="*/ 4737084 w 6781778"/>
              <a:gd name="connsiteY544" fmla="*/ 5384787 h 5609978"/>
              <a:gd name="connsiteX545" fmla="*/ 4718796 w 6781778"/>
              <a:gd name="connsiteY545" fmla="*/ 5397106 h 5609978"/>
              <a:gd name="connsiteX546" fmla="*/ 4708001 w 6781778"/>
              <a:gd name="connsiteY546" fmla="*/ 5416411 h 5609978"/>
              <a:gd name="connsiteX547" fmla="*/ 4699581 w 6781778"/>
              <a:gd name="connsiteY547" fmla="*/ 5432584 h 5609978"/>
              <a:gd name="connsiteX548" fmla="*/ 4460859 w 6781778"/>
              <a:gd name="connsiteY548" fmla="*/ 5314988 h 5609978"/>
              <a:gd name="connsiteX549" fmla="*/ 4466447 w 6781778"/>
              <a:gd name="connsiteY549" fmla="*/ 5308842 h 5609978"/>
              <a:gd name="connsiteX550" fmla="*/ 4474702 w 6781778"/>
              <a:gd name="connsiteY550" fmla="*/ 5296904 h 5609978"/>
              <a:gd name="connsiteX551" fmla="*/ 4469876 w 6781778"/>
              <a:gd name="connsiteY551" fmla="*/ 5283187 h 5609978"/>
              <a:gd name="connsiteX552" fmla="*/ 4453112 w 6781778"/>
              <a:gd name="connsiteY552" fmla="*/ 5283187 h 5609978"/>
              <a:gd name="connsiteX553" fmla="*/ 4453239 w 6781778"/>
              <a:gd name="connsiteY553" fmla="*/ 5283315 h 5609978"/>
              <a:gd name="connsiteX554" fmla="*/ 4438507 w 6781778"/>
              <a:gd name="connsiteY554" fmla="*/ 5299317 h 5609978"/>
              <a:gd name="connsiteX555" fmla="*/ 4436208 w 6781778"/>
              <a:gd name="connsiteY555" fmla="*/ 5300555 h 5609978"/>
              <a:gd name="connsiteX556" fmla="*/ 4318956 w 6781778"/>
              <a:gd name="connsiteY556" fmla="*/ 5224272 h 5609978"/>
              <a:gd name="connsiteX557" fmla="*/ 4338558 w 6781778"/>
              <a:gd name="connsiteY557" fmla="*/ 5210417 h 5609978"/>
              <a:gd name="connsiteX558" fmla="*/ 4355067 w 6781778"/>
              <a:gd name="connsiteY558" fmla="*/ 5193525 h 5609978"/>
              <a:gd name="connsiteX559" fmla="*/ 4371197 w 6781778"/>
              <a:gd name="connsiteY559" fmla="*/ 5184381 h 5609978"/>
              <a:gd name="connsiteX560" fmla="*/ 4373102 w 6781778"/>
              <a:gd name="connsiteY560" fmla="*/ 5165078 h 5609978"/>
              <a:gd name="connsiteX561" fmla="*/ 4358751 w 6781778"/>
              <a:gd name="connsiteY561" fmla="*/ 5160505 h 5609978"/>
              <a:gd name="connsiteX562" fmla="*/ 4346051 w 6781778"/>
              <a:gd name="connsiteY562" fmla="*/ 5170030 h 5609978"/>
              <a:gd name="connsiteX563" fmla="*/ 4324588 w 6781778"/>
              <a:gd name="connsiteY563" fmla="*/ 5174222 h 5609978"/>
              <a:gd name="connsiteX564" fmla="*/ 4310745 w 6781778"/>
              <a:gd name="connsiteY564" fmla="*/ 5191874 h 5609978"/>
              <a:gd name="connsiteX565" fmla="*/ 4293346 w 6781778"/>
              <a:gd name="connsiteY565" fmla="*/ 5203940 h 5609978"/>
              <a:gd name="connsiteX566" fmla="*/ 4292044 w 6781778"/>
              <a:gd name="connsiteY566" fmla="*/ 5204892 h 5609978"/>
              <a:gd name="connsiteX567" fmla="*/ 4117933 w 6781778"/>
              <a:gd name="connsiteY567" fmla="*/ 5059052 h 5609978"/>
              <a:gd name="connsiteX568" fmla="*/ 3545386 w 6781778"/>
              <a:gd name="connsiteY568" fmla="*/ 4264628 h 5609978"/>
              <a:gd name="connsiteX569" fmla="*/ 3561565 w 6781778"/>
              <a:gd name="connsiteY569" fmla="*/ 4260069 h 5609978"/>
              <a:gd name="connsiteX570" fmla="*/ 3575789 w 6781778"/>
              <a:gd name="connsiteY570" fmla="*/ 4249274 h 5609978"/>
              <a:gd name="connsiteX571" fmla="*/ 3591537 w 6781778"/>
              <a:gd name="connsiteY571" fmla="*/ 4236320 h 5609978"/>
              <a:gd name="connsiteX572" fmla="*/ 3609571 w 6781778"/>
              <a:gd name="connsiteY572" fmla="*/ 4224636 h 5609978"/>
              <a:gd name="connsiteX573" fmla="*/ 3608809 w 6781778"/>
              <a:gd name="connsiteY573" fmla="*/ 4210412 h 5609978"/>
              <a:gd name="connsiteX574" fmla="*/ 3609317 w 6781778"/>
              <a:gd name="connsiteY574" fmla="*/ 4195934 h 5609978"/>
              <a:gd name="connsiteX575" fmla="*/ 3599031 w 6781778"/>
              <a:gd name="connsiteY575" fmla="*/ 4193140 h 5609978"/>
              <a:gd name="connsiteX576" fmla="*/ 3586965 w 6781778"/>
              <a:gd name="connsiteY576" fmla="*/ 4196061 h 5609978"/>
              <a:gd name="connsiteX577" fmla="*/ 3572614 w 6781778"/>
              <a:gd name="connsiteY577" fmla="*/ 4210666 h 5609978"/>
              <a:gd name="connsiteX578" fmla="*/ 3559660 w 6781778"/>
              <a:gd name="connsiteY578" fmla="*/ 4228319 h 5609978"/>
              <a:gd name="connsiteX579" fmla="*/ 3542642 w 6781778"/>
              <a:gd name="connsiteY579" fmla="*/ 4233526 h 5609978"/>
              <a:gd name="connsiteX580" fmla="*/ 3527726 w 6781778"/>
              <a:gd name="connsiteY580" fmla="*/ 4235958 h 5609978"/>
              <a:gd name="connsiteX581" fmla="*/ 3451558 w 6781778"/>
              <a:gd name="connsiteY581" fmla="*/ 4114749 h 5609978"/>
              <a:gd name="connsiteX582" fmla="*/ 3456536 w 6781778"/>
              <a:gd name="connsiteY582" fmla="*/ 4111352 h 5609978"/>
              <a:gd name="connsiteX583" fmla="*/ 3475459 w 6781778"/>
              <a:gd name="connsiteY583" fmla="*/ 4097509 h 5609978"/>
              <a:gd name="connsiteX584" fmla="*/ 3493621 w 6781778"/>
              <a:gd name="connsiteY584" fmla="*/ 4082396 h 5609978"/>
              <a:gd name="connsiteX585" fmla="*/ 3498320 w 6781778"/>
              <a:gd name="connsiteY585" fmla="*/ 4062838 h 5609978"/>
              <a:gd name="connsiteX586" fmla="*/ 3491081 w 6781778"/>
              <a:gd name="connsiteY586" fmla="*/ 4060298 h 5609978"/>
              <a:gd name="connsiteX587" fmla="*/ 3478508 w 6781778"/>
              <a:gd name="connsiteY587" fmla="*/ 4063600 h 5609978"/>
              <a:gd name="connsiteX588" fmla="*/ 3458569 w 6781778"/>
              <a:gd name="connsiteY588" fmla="*/ 4074649 h 5609978"/>
              <a:gd name="connsiteX589" fmla="*/ 3438629 w 6781778"/>
              <a:gd name="connsiteY589" fmla="*/ 4086460 h 5609978"/>
              <a:gd name="connsiteX590" fmla="*/ 3435606 w 6781778"/>
              <a:gd name="connsiteY590" fmla="*/ 4090086 h 5609978"/>
              <a:gd name="connsiteX591" fmla="*/ 3358956 w 6781778"/>
              <a:gd name="connsiteY591" fmla="*/ 3975932 h 5609978"/>
              <a:gd name="connsiteX592" fmla="*/ 3376146 w 6781778"/>
              <a:gd name="connsiteY592" fmla="*/ 3960857 h 5609978"/>
              <a:gd name="connsiteX593" fmla="*/ 3387829 w 6781778"/>
              <a:gd name="connsiteY593" fmla="*/ 3939648 h 5609978"/>
              <a:gd name="connsiteX594" fmla="*/ 3395831 w 6781778"/>
              <a:gd name="connsiteY594" fmla="*/ 3915264 h 5609978"/>
              <a:gd name="connsiteX595" fmla="*/ 3385035 w 6781778"/>
              <a:gd name="connsiteY595" fmla="*/ 3912343 h 5609978"/>
              <a:gd name="connsiteX596" fmla="*/ 3371446 w 6781778"/>
              <a:gd name="connsiteY596" fmla="*/ 3918820 h 5609978"/>
              <a:gd name="connsiteX597" fmla="*/ 3358111 w 6781778"/>
              <a:gd name="connsiteY597" fmla="*/ 3936727 h 5609978"/>
              <a:gd name="connsiteX598" fmla="*/ 3338681 w 6781778"/>
              <a:gd name="connsiteY598" fmla="*/ 3946506 h 5609978"/>
              <a:gd name="connsiteX599" fmla="*/ 3338337 w 6781778"/>
              <a:gd name="connsiteY599" fmla="*/ 3946646 h 5609978"/>
              <a:gd name="connsiteX600" fmla="*/ 3252733 w 6781778"/>
              <a:gd name="connsiteY600" fmla="*/ 3832428 h 5609978"/>
              <a:gd name="connsiteX601" fmla="*/ 3261210 w 6781778"/>
              <a:gd name="connsiteY601" fmla="*/ 3821024 h 5609978"/>
              <a:gd name="connsiteX602" fmla="*/ 3279117 w 6781778"/>
              <a:gd name="connsiteY602" fmla="*/ 3806419 h 5609978"/>
              <a:gd name="connsiteX603" fmla="*/ 3288388 w 6781778"/>
              <a:gd name="connsiteY603" fmla="*/ 3788258 h 5609978"/>
              <a:gd name="connsiteX604" fmla="*/ 3267687 w 6781778"/>
              <a:gd name="connsiteY604" fmla="*/ 3791814 h 5609978"/>
              <a:gd name="connsiteX605" fmla="*/ 3247113 w 6781778"/>
              <a:gd name="connsiteY605" fmla="*/ 3801720 h 5609978"/>
              <a:gd name="connsiteX606" fmla="*/ 3233353 w 6781778"/>
              <a:gd name="connsiteY606" fmla="*/ 3808286 h 5609978"/>
              <a:gd name="connsiteX607" fmla="*/ 2623168 w 6781778"/>
              <a:gd name="connsiteY607" fmla="*/ 3344418 h 5609978"/>
              <a:gd name="connsiteX608" fmla="*/ 1149327 w 6781778"/>
              <a:gd name="connsiteY608" fmla="*/ 2864993 h 5609978"/>
              <a:gd name="connsiteX609" fmla="*/ 47983 w 6781778"/>
              <a:gd name="connsiteY609" fmla="*/ 739267 h 5609978"/>
              <a:gd name="connsiteX610" fmla="*/ 373230 w 6781778"/>
              <a:gd name="connsiteY610" fmla="*/ 0 h 560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</a:cxnLst>
            <a:rect l="l" t="t" r="r" b="b"/>
            <a:pathLst>
              <a:path w="6781778" h="5609978">
                <a:moveTo>
                  <a:pt x="4655035" y="5233264"/>
                </a:moveTo>
                <a:cubicBezTo>
                  <a:pt x="4650463" y="5230597"/>
                  <a:pt x="4642462" y="5237328"/>
                  <a:pt x="4633319" y="5243043"/>
                </a:cubicBezTo>
                <a:cubicBezTo>
                  <a:pt x="4627476" y="5246599"/>
                  <a:pt x="4620110" y="5249647"/>
                  <a:pt x="4614014" y="5255616"/>
                </a:cubicBezTo>
                <a:cubicBezTo>
                  <a:pt x="4608681" y="5260823"/>
                  <a:pt x="4599029" y="5263490"/>
                  <a:pt x="4594457" y="5269967"/>
                </a:cubicBezTo>
                <a:cubicBezTo>
                  <a:pt x="4589758" y="5276317"/>
                  <a:pt x="4591662" y="5286858"/>
                  <a:pt x="4588614" y="5293970"/>
                </a:cubicBezTo>
                <a:cubicBezTo>
                  <a:pt x="4587090" y="5297399"/>
                  <a:pt x="4582010" y="5303241"/>
                  <a:pt x="4580740" y="5309464"/>
                </a:cubicBezTo>
                <a:cubicBezTo>
                  <a:pt x="4579344" y="5315687"/>
                  <a:pt x="4581121" y="5321148"/>
                  <a:pt x="4584677" y="5325085"/>
                </a:cubicBezTo>
                <a:lnTo>
                  <a:pt x="4584805" y="5325085"/>
                </a:lnTo>
                <a:cubicBezTo>
                  <a:pt x="4588487" y="5329149"/>
                  <a:pt x="4594330" y="5330800"/>
                  <a:pt x="4600425" y="5327879"/>
                </a:cubicBezTo>
                <a:cubicBezTo>
                  <a:pt x="4605506" y="5325466"/>
                  <a:pt x="4608808" y="5322164"/>
                  <a:pt x="4611474" y="5316322"/>
                </a:cubicBezTo>
                <a:cubicBezTo>
                  <a:pt x="4613380" y="5312258"/>
                  <a:pt x="4616935" y="5308448"/>
                  <a:pt x="4620619" y="5302860"/>
                </a:cubicBezTo>
                <a:cubicBezTo>
                  <a:pt x="4623412" y="5298415"/>
                  <a:pt x="4623794" y="5293081"/>
                  <a:pt x="4626714" y="5290287"/>
                </a:cubicBezTo>
                <a:cubicBezTo>
                  <a:pt x="4630397" y="5286604"/>
                  <a:pt x="4632430" y="5281524"/>
                  <a:pt x="4635732" y="5279111"/>
                </a:cubicBezTo>
                <a:cubicBezTo>
                  <a:pt x="4643733" y="5273269"/>
                  <a:pt x="4650971" y="5270983"/>
                  <a:pt x="4654782" y="5260950"/>
                </a:cubicBezTo>
                <a:cubicBezTo>
                  <a:pt x="4658210" y="5251679"/>
                  <a:pt x="4661132" y="5236820"/>
                  <a:pt x="4655035" y="5233264"/>
                </a:cubicBezTo>
                <a:close/>
                <a:moveTo>
                  <a:pt x="4813150" y="5227422"/>
                </a:moveTo>
                <a:cubicBezTo>
                  <a:pt x="4807435" y="5227295"/>
                  <a:pt x="4801085" y="5235550"/>
                  <a:pt x="4796768" y="5236693"/>
                </a:cubicBezTo>
                <a:cubicBezTo>
                  <a:pt x="4787750" y="5239360"/>
                  <a:pt x="4779369" y="5240122"/>
                  <a:pt x="4774034" y="5244440"/>
                </a:cubicBezTo>
                <a:cubicBezTo>
                  <a:pt x="4766287" y="5250917"/>
                  <a:pt x="4764763" y="5260569"/>
                  <a:pt x="4761588" y="5265268"/>
                </a:cubicBezTo>
                <a:cubicBezTo>
                  <a:pt x="4757271" y="5271745"/>
                  <a:pt x="4742284" y="5276063"/>
                  <a:pt x="4748888" y="5286223"/>
                </a:cubicBezTo>
                <a:cubicBezTo>
                  <a:pt x="4751556" y="5290287"/>
                  <a:pt x="4763112" y="5285588"/>
                  <a:pt x="4767558" y="5284826"/>
                </a:cubicBezTo>
                <a:cubicBezTo>
                  <a:pt x="4777083" y="5283302"/>
                  <a:pt x="4784448" y="5279492"/>
                  <a:pt x="4790798" y="5274920"/>
                </a:cubicBezTo>
                <a:cubicBezTo>
                  <a:pt x="4801212" y="5267300"/>
                  <a:pt x="4809468" y="5260315"/>
                  <a:pt x="4810864" y="5258156"/>
                </a:cubicBezTo>
                <a:cubicBezTo>
                  <a:pt x="4812134" y="5256124"/>
                  <a:pt x="4813532" y="5250536"/>
                  <a:pt x="4815563" y="5244948"/>
                </a:cubicBezTo>
                <a:cubicBezTo>
                  <a:pt x="4817087" y="5240757"/>
                  <a:pt x="4821659" y="5235677"/>
                  <a:pt x="4818611" y="5231105"/>
                </a:cubicBezTo>
                <a:cubicBezTo>
                  <a:pt x="4816960" y="5228565"/>
                  <a:pt x="4815056" y="5227549"/>
                  <a:pt x="4813150" y="5227422"/>
                </a:cubicBezTo>
                <a:close/>
                <a:moveTo>
                  <a:pt x="4538322" y="5100416"/>
                </a:moveTo>
                <a:cubicBezTo>
                  <a:pt x="4534259" y="5101051"/>
                  <a:pt x="4530195" y="5102702"/>
                  <a:pt x="4527020" y="5105115"/>
                </a:cubicBezTo>
                <a:cubicBezTo>
                  <a:pt x="4520415" y="5110067"/>
                  <a:pt x="4522701" y="5118830"/>
                  <a:pt x="4519654" y="5124546"/>
                </a:cubicBezTo>
                <a:cubicBezTo>
                  <a:pt x="4516859" y="5129753"/>
                  <a:pt x="4510636" y="5134197"/>
                  <a:pt x="4504540" y="5140166"/>
                </a:cubicBezTo>
                <a:cubicBezTo>
                  <a:pt x="4499207" y="5145373"/>
                  <a:pt x="4493492" y="5144611"/>
                  <a:pt x="4488920" y="5146262"/>
                </a:cubicBezTo>
                <a:cubicBezTo>
                  <a:pt x="4483839" y="5148041"/>
                  <a:pt x="4482696" y="5154136"/>
                  <a:pt x="4477997" y="5159978"/>
                </a:cubicBezTo>
                <a:cubicBezTo>
                  <a:pt x="4474442" y="5164423"/>
                  <a:pt x="4472409" y="5169630"/>
                  <a:pt x="4471774" y="5175218"/>
                </a:cubicBezTo>
                <a:cubicBezTo>
                  <a:pt x="4471139" y="5182077"/>
                  <a:pt x="4470377" y="5190585"/>
                  <a:pt x="4474569" y="5193126"/>
                </a:cubicBezTo>
                <a:cubicBezTo>
                  <a:pt x="4481934" y="5197443"/>
                  <a:pt x="4494888" y="5184997"/>
                  <a:pt x="4498318" y="5182711"/>
                </a:cubicBezTo>
                <a:cubicBezTo>
                  <a:pt x="4504795" y="5178393"/>
                  <a:pt x="4506572" y="5174837"/>
                  <a:pt x="4510001" y="5169758"/>
                </a:cubicBezTo>
                <a:cubicBezTo>
                  <a:pt x="4512796" y="5165821"/>
                  <a:pt x="4518764" y="5163535"/>
                  <a:pt x="4524352" y="5157439"/>
                </a:cubicBezTo>
                <a:cubicBezTo>
                  <a:pt x="4530448" y="5150835"/>
                  <a:pt x="4536163" y="5147914"/>
                  <a:pt x="4540355" y="5144866"/>
                </a:cubicBezTo>
                <a:cubicBezTo>
                  <a:pt x="4547212" y="5139912"/>
                  <a:pt x="4549498" y="5135214"/>
                  <a:pt x="4552293" y="5127974"/>
                </a:cubicBezTo>
                <a:cubicBezTo>
                  <a:pt x="4553817" y="5123656"/>
                  <a:pt x="4554071" y="5118703"/>
                  <a:pt x="4553817" y="5114004"/>
                </a:cubicBezTo>
                <a:cubicBezTo>
                  <a:pt x="4553562" y="5108543"/>
                  <a:pt x="4552927" y="5103972"/>
                  <a:pt x="4548990" y="5101685"/>
                </a:cubicBezTo>
                <a:cubicBezTo>
                  <a:pt x="4546196" y="5100035"/>
                  <a:pt x="4542259" y="5099653"/>
                  <a:pt x="4538322" y="5100416"/>
                </a:cubicBezTo>
                <a:close/>
                <a:moveTo>
                  <a:pt x="4706217" y="5087214"/>
                </a:moveTo>
                <a:cubicBezTo>
                  <a:pt x="4700247" y="5089119"/>
                  <a:pt x="4693517" y="5092421"/>
                  <a:pt x="4686912" y="5096485"/>
                </a:cubicBezTo>
                <a:cubicBezTo>
                  <a:pt x="4681197" y="5100041"/>
                  <a:pt x="4676752" y="5105883"/>
                  <a:pt x="4671419" y="5110836"/>
                </a:cubicBezTo>
                <a:cubicBezTo>
                  <a:pt x="4666211" y="5115662"/>
                  <a:pt x="4661385" y="5120742"/>
                  <a:pt x="4657575" y="5126457"/>
                </a:cubicBezTo>
                <a:cubicBezTo>
                  <a:pt x="4655671" y="5129378"/>
                  <a:pt x="4651098" y="5134077"/>
                  <a:pt x="4648812" y="5139665"/>
                </a:cubicBezTo>
                <a:cubicBezTo>
                  <a:pt x="4646654" y="5145253"/>
                  <a:pt x="4646146" y="5150714"/>
                  <a:pt x="4648939" y="5155286"/>
                </a:cubicBezTo>
                <a:cubicBezTo>
                  <a:pt x="4651734" y="5159985"/>
                  <a:pt x="4657575" y="5162271"/>
                  <a:pt x="4663671" y="5161001"/>
                </a:cubicBezTo>
                <a:cubicBezTo>
                  <a:pt x="4668751" y="5159985"/>
                  <a:pt x="4674085" y="5158969"/>
                  <a:pt x="4677642" y="5154397"/>
                </a:cubicBezTo>
                <a:cubicBezTo>
                  <a:pt x="4680055" y="5151222"/>
                  <a:pt x="4679546" y="5144618"/>
                  <a:pt x="4683737" y="5140173"/>
                </a:cubicBezTo>
                <a:cubicBezTo>
                  <a:pt x="4691231" y="5132426"/>
                  <a:pt x="4699867" y="5131410"/>
                  <a:pt x="4706217" y="5128743"/>
                </a:cubicBezTo>
                <a:cubicBezTo>
                  <a:pt x="4714471" y="5125187"/>
                  <a:pt x="4719424" y="5120361"/>
                  <a:pt x="4724377" y="5111852"/>
                </a:cubicBezTo>
                <a:cubicBezTo>
                  <a:pt x="4729076" y="5103978"/>
                  <a:pt x="4731109" y="5094326"/>
                  <a:pt x="4725901" y="5089500"/>
                </a:cubicBezTo>
                <a:cubicBezTo>
                  <a:pt x="4722092" y="5085944"/>
                  <a:pt x="4715614" y="5084166"/>
                  <a:pt x="4706217" y="5087214"/>
                </a:cubicBezTo>
                <a:close/>
                <a:moveTo>
                  <a:pt x="4234538" y="5017872"/>
                </a:moveTo>
                <a:cubicBezTo>
                  <a:pt x="4226919" y="5021428"/>
                  <a:pt x="4224379" y="5024984"/>
                  <a:pt x="4220314" y="5030064"/>
                </a:cubicBezTo>
                <a:cubicBezTo>
                  <a:pt x="4216505" y="5034636"/>
                  <a:pt x="4210155" y="5037938"/>
                  <a:pt x="4203043" y="5042510"/>
                </a:cubicBezTo>
                <a:cubicBezTo>
                  <a:pt x="4196693" y="5046701"/>
                  <a:pt x="4192628" y="5049622"/>
                  <a:pt x="4188184" y="5050511"/>
                </a:cubicBezTo>
                <a:cubicBezTo>
                  <a:pt x="4183231" y="5051654"/>
                  <a:pt x="4179294" y="5052670"/>
                  <a:pt x="4173578" y="5057369"/>
                </a:cubicBezTo>
                <a:cubicBezTo>
                  <a:pt x="4169260" y="5061052"/>
                  <a:pt x="4166721" y="5065878"/>
                  <a:pt x="4165070" y="5071339"/>
                </a:cubicBezTo>
                <a:cubicBezTo>
                  <a:pt x="4163037" y="5077943"/>
                  <a:pt x="4164688" y="5080737"/>
                  <a:pt x="4168371" y="5084039"/>
                </a:cubicBezTo>
                <a:cubicBezTo>
                  <a:pt x="4174595" y="5089754"/>
                  <a:pt x="4186278" y="5088103"/>
                  <a:pt x="4190088" y="5086579"/>
                </a:cubicBezTo>
                <a:cubicBezTo>
                  <a:pt x="4197200" y="5083531"/>
                  <a:pt x="4201519" y="5080610"/>
                  <a:pt x="4205963" y="5076419"/>
                </a:cubicBezTo>
                <a:cubicBezTo>
                  <a:pt x="4209265" y="5073244"/>
                  <a:pt x="4211551" y="5067402"/>
                  <a:pt x="4218283" y="5062576"/>
                </a:cubicBezTo>
                <a:cubicBezTo>
                  <a:pt x="4225648" y="5057369"/>
                  <a:pt x="4232380" y="5055972"/>
                  <a:pt x="4236951" y="5053813"/>
                </a:cubicBezTo>
                <a:cubicBezTo>
                  <a:pt x="4244571" y="5050257"/>
                  <a:pt x="4252319" y="5049749"/>
                  <a:pt x="4256509" y="5043272"/>
                </a:cubicBezTo>
                <a:cubicBezTo>
                  <a:pt x="4258922" y="5039335"/>
                  <a:pt x="4256763" y="5032858"/>
                  <a:pt x="4257018" y="5028286"/>
                </a:cubicBezTo>
                <a:cubicBezTo>
                  <a:pt x="4257145" y="5023206"/>
                  <a:pt x="4254477" y="5021174"/>
                  <a:pt x="4251175" y="5018253"/>
                </a:cubicBezTo>
                <a:cubicBezTo>
                  <a:pt x="4246222" y="5013935"/>
                  <a:pt x="4241650" y="5014443"/>
                  <a:pt x="4234538" y="5017872"/>
                </a:cubicBezTo>
                <a:close/>
                <a:moveTo>
                  <a:pt x="4711043" y="4968850"/>
                </a:moveTo>
                <a:cubicBezTo>
                  <a:pt x="4707613" y="4967072"/>
                  <a:pt x="4703042" y="4967580"/>
                  <a:pt x="4699739" y="4969612"/>
                </a:cubicBezTo>
                <a:cubicBezTo>
                  <a:pt x="4694913" y="4972406"/>
                  <a:pt x="4690087" y="4978248"/>
                  <a:pt x="4685515" y="4983836"/>
                </a:cubicBezTo>
                <a:cubicBezTo>
                  <a:pt x="4681197" y="4989043"/>
                  <a:pt x="4677514" y="4995139"/>
                  <a:pt x="4674847" y="5000727"/>
                </a:cubicBezTo>
                <a:cubicBezTo>
                  <a:pt x="4671037" y="5008601"/>
                  <a:pt x="4670148" y="5015840"/>
                  <a:pt x="4673959" y="5019269"/>
                </a:cubicBezTo>
                <a:cubicBezTo>
                  <a:pt x="4679673" y="5024476"/>
                  <a:pt x="4687421" y="5025619"/>
                  <a:pt x="4694279" y="5022063"/>
                </a:cubicBezTo>
                <a:cubicBezTo>
                  <a:pt x="4699994" y="5019142"/>
                  <a:pt x="4702787" y="5011014"/>
                  <a:pt x="4707486" y="5005172"/>
                </a:cubicBezTo>
                <a:cubicBezTo>
                  <a:pt x="4712185" y="4999457"/>
                  <a:pt x="4720440" y="4995266"/>
                  <a:pt x="4722472" y="4989297"/>
                </a:cubicBezTo>
                <a:cubicBezTo>
                  <a:pt x="4723743" y="4985233"/>
                  <a:pt x="4717138" y="4971898"/>
                  <a:pt x="4711043" y="4968850"/>
                </a:cubicBezTo>
                <a:close/>
                <a:moveTo>
                  <a:pt x="4428595" y="4965668"/>
                </a:moveTo>
                <a:cubicBezTo>
                  <a:pt x="4424784" y="4966811"/>
                  <a:pt x="4420467" y="4968971"/>
                  <a:pt x="4415895" y="4971637"/>
                </a:cubicBezTo>
                <a:cubicBezTo>
                  <a:pt x="4409925" y="4975066"/>
                  <a:pt x="4402940" y="4978877"/>
                  <a:pt x="4396718" y="4984718"/>
                </a:cubicBezTo>
                <a:cubicBezTo>
                  <a:pt x="4391130" y="4989798"/>
                  <a:pt x="4385922" y="4995641"/>
                  <a:pt x="4381096" y="5001991"/>
                </a:cubicBezTo>
                <a:cubicBezTo>
                  <a:pt x="4376271" y="5008214"/>
                  <a:pt x="4373476" y="5015579"/>
                  <a:pt x="4370301" y="5022437"/>
                </a:cubicBezTo>
                <a:cubicBezTo>
                  <a:pt x="4368650" y="5025993"/>
                  <a:pt x="4367254" y="5032343"/>
                  <a:pt x="4365730" y="5038693"/>
                </a:cubicBezTo>
                <a:cubicBezTo>
                  <a:pt x="4364206" y="5044916"/>
                  <a:pt x="4360142" y="5051266"/>
                  <a:pt x="4363697" y="5055330"/>
                </a:cubicBezTo>
                <a:cubicBezTo>
                  <a:pt x="4367254" y="5059522"/>
                  <a:pt x="4374873" y="5059267"/>
                  <a:pt x="4381096" y="5056601"/>
                </a:cubicBezTo>
                <a:cubicBezTo>
                  <a:pt x="4386176" y="5054315"/>
                  <a:pt x="4387573" y="5051140"/>
                  <a:pt x="4390240" y="5044916"/>
                </a:cubicBezTo>
                <a:cubicBezTo>
                  <a:pt x="4392146" y="5040598"/>
                  <a:pt x="4395829" y="5036153"/>
                  <a:pt x="4399511" y="5030692"/>
                </a:cubicBezTo>
                <a:cubicBezTo>
                  <a:pt x="4402559" y="5026374"/>
                  <a:pt x="4406115" y="5023327"/>
                  <a:pt x="4408909" y="5020278"/>
                </a:cubicBezTo>
                <a:cubicBezTo>
                  <a:pt x="4412593" y="5016468"/>
                  <a:pt x="4416530" y="5014310"/>
                  <a:pt x="4419959" y="5011897"/>
                </a:cubicBezTo>
                <a:cubicBezTo>
                  <a:pt x="4424022" y="5009229"/>
                  <a:pt x="4425800" y="5003260"/>
                  <a:pt x="4429864" y="5000847"/>
                </a:cubicBezTo>
                <a:cubicBezTo>
                  <a:pt x="4433801" y="4998435"/>
                  <a:pt x="4435325" y="4996529"/>
                  <a:pt x="4437358" y="4991577"/>
                </a:cubicBezTo>
                <a:cubicBezTo>
                  <a:pt x="4439135" y="4987385"/>
                  <a:pt x="4442310" y="4983576"/>
                  <a:pt x="4442057" y="4978496"/>
                </a:cubicBezTo>
                <a:cubicBezTo>
                  <a:pt x="4441802" y="4972653"/>
                  <a:pt x="4440913" y="4967954"/>
                  <a:pt x="4437611" y="4965922"/>
                </a:cubicBezTo>
                <a:cubicBezTo>
                  <a:pt x="4435325" y="4964526"/>
                  <a:pt x="4432277" y="4964526"/>
                  <a:pt x="4428595" y="4965668"/>
                </a:cubicBezTo>
                <a:close/>
                <a:moveTo>
                  <a:pt x="4608426" y="4939005"/>
                </a:moveTo>
                <a:cubicBezTo>
                  <a:pt x="4600552" y="4941926"/>
                  <a:pt x="4599536" y="4952086"/>
                  <a:pt x="4595092" y="4956785"/>
                </a:cubicBezTo>
                <a:cubicBezTo>
                  <a:pt x="4590900" y="4961103"/>
                  <a:pt x="4582392" y="4961484"/>
                  <a:pt x="4574771" y="4965421"/>
                </a:cubicBezTo>
                <a:cubicBezTo>
                  <a:pt x="4568168" y="4968977"/>
                  <a:pt x="4563087" y="4968596"/>
                  <a:pt x="4559405" y="4970374"/>
                </a:cubicBezTo>
                <a:cubicBezTo>
                  <a:pt x="4555213" y="4972279"/>
                  <a:pt x="4552546" y="4975581"/>
                  <a:pt x="4546450" y="4979772"/>
                </a:cubicBezTo>
                <a:cubicBezTo>
                  <a:pt x="4541751" y="4983074"/>
                  <a:pt x="4540100" y="4988916"/>
                  <a:pt x="4537942" y="4994123"/>
                </a:cubicBezTo>
                <a:cubicBezTo>
                  <a:pt x="4535274" y="5000473"/>
                  <a:pt x="4534894" y="5004537"/>
                  <a:pt x="4538196" y="5008220"/>
                </a:cubicBezTo>
                <a:cubicBezTo>
                  <a:pt x="4543910" y="5014316"/>
                  <a:pt x="4555340" y="5006569"/>
                  <a:pt x="4559277" y="5005426"/>
                </a:cubicBezTo>
                <a:cubicBezTo>
                  <a:pt x="4566644" y="5003140"/>
                  <a:pt x="4572867" y="5006442"/>
                  <a:pt x="4577693" y="5002632"/>
                </a:cubicBezTo>
                <a:cubicBezTo>
                  <a:pt x="4581375" y="4999711"/>
                  <a:pt x="4583408" y="4992726"/>
                  <a:pt x="4590393" y="4988535"/>
                </a:cubicBezTo>
                <a:cubicBezTo>
                  <a:pt x="4598139" y="4983963"/>
                  <a:pt x="4604489" y="4981169"/>
                  <a:pt x="4609443" y="4979391"/>
                </a:cubicBezTo>
                <a:cubicBezTo>
                  <a:pt x="4617317" y="4976470"/>
                  <a:pt x="4623539" y="4978121"/>
                  <a:pt x="4628238" y="4972025"/>
                </a:cubicBezTo>
                <a:cubicBezTo>
                  <a:pt x="4631033" y="4968342"/>
                  <a:pt x="4633826" y="4963770"/>
                  <a:pt x="4634843" y="4959071"/>
                </a:cubicBezTo>
                <a:cubicBezTo>
                  <a:pt x="4635859" y="4953737"/>
                  <a:pt x="4632684" y="4950308"/>
                  <a:pt x="4629509" y="4947133"/>
                </a:cubicBezTo>
                <a:cubicBezTo>
                  <a:pt x="4625063" y="4942307"/>
                  <a:pt x="4615793" y="4936211"/>
                  <a:pt x="4608426" y="4939005"/>
                </a:cubicBezTo>
                <a:close/>
                <a:moveTo>
                  <a:pt x="4136748" y="4876267"/>
                </a:moveTo>
                <a:cubicBezTo>
                  <a:pt x="4132811" y="4875759"/>
                  <a:pt x="4127985" y="4876267"/>
                  <a:pt x="4122906" y="4878680"/>
                </a:cubicBezTo>
                <a:cubicBezTo>
                  <a:pt x="4116683" y="4881601"/>
                  <a:pt x="4111729" y="4889729"/>
                  <a:pt x="4105125" y="4893920"/>
                </a:cubicBezTo>
                <a:cubicBezTo>
                  <a:pt x="4098521" y="4898238"/>
                  <a:pt x="4091917" y="4902810"/>
                  <a:pt x="4086584" y="4907128"/>
                </a:cubicBezTo>
                <a:cubicBezTo>
                  <a:pt x="4083409" y="4909668"/>
                  <a:pt x="4073121" y="4915383"/>
                  <a:pt x="4065628" y="4923257"/>
                </a:cubicBezTo>
                <a:cubicBezTo>
                  <a:pt x="4058009" y="4931004"/>
                  <a:pt x="4054198" y="4940783"/>
                  <a:pt x="4055976" y="4946752"/>
                </a:cubicBezTo>
                <a:cubicBezTo>
                  <a:pt x="4057246" y="4951070"/>
                  <a:pt x="4062961" y="4949927"/>
                  <a:pt x="4069565" y="4948403"/>
                </a:cubicBezTo>
                <a:cubicBezTo>
                  <a:pt x="4074391" y="4947387"/>
                  <a:pt x="4081376" y="4948784"/>
                  <a:pt x="4085313" y="4945609"/>
                </a:cubicBezTo>
                <a:cubicBezTo>
                  <a:pt x="4091536" y="4940783"/>
                  <a:pt x="4098013" y="4936211"/>
                  <a:pt x="4103983" y="4931385"/>
                </a:cubicBezTo>
                <a:cubicBezTo>
                  <a:pt x="4110206" y="4926051"/>
                  <a:pt x="4117825" y="4922749"/>
                  <a:pt x="4123286" y="4917796"/>
                </a:cubicBezTo>
                <a:cubicBezTo>
                  <a:pt x="4129763" y="4911827"/>
                  <a:pt x="4132303" y="4902937"/>
                  <a:pt x="4136621" y="4897857"/>
                </a:cubicBezTo>
                <a:cubicBezTo>
                  <a:pt x="4144876" y="4888586"/>
                  <a:pt x="4148559" y="4883379"/>
                  <a:pt x="4145131" y="4879823"/>
                </a:cubicBezTo>
                <a:cubicBezTo>
                  <a:pt x="4143734" y="4878299"/>
                  <a:pt x="4140685" y="4876775"/>
                  <a:pt x="4136748" y="4876267"/>
                </a:cubicBezTo>
                <a:close/>
                <a:moveTo>
                  <a:pt x="4322931" y="4821397"/>
                </a:moveTo>
                <a:cubicBezTo>
                  <a:pt x="4319247" y="4819872"/>
                  <a:pt x="4313786" y="4824826"/>
                  <a:pt x="4308452" y="4828762"/>
                </a:cubicBezTo>
                <a:lnTo>
                  <a:pt x="4308452" y="4828890"/>
                </a:lnTo>
                <a:cubicBezTo>
                  <a:pt x="4303754" y="4832446"/>
                  <a:pt x="4296642" y="4835240"/>
                  <a:pt x="4291181" y="4840701"/>
                </a:cubicBezTo>
                <a:cubicBezTo>
                  <a:pt x="4286482" y="4845399"/>
                  <a:pt x="4284958" y="4853781"/>
                  <a:pt x="4280259" y="4858989"/>
                </a:cubicBezTo>
                <a:cubicBezTo>
                  <a:pt x="4275686" y="4864322"/>
                  <a:pt x="4272765" y="4870672"/>
                  <a:pt x="4268701" y="4876006"/>
                </a:cubicBezTo>
                <a:cubicBezTo>
                  <a:pt x="4264257" y="4882103"/>
                  <a:pt x="4257145" y="4885659"/>
                  <a:pt x="4254096" y="4890866"/>
                </a:cubicBezTo>
                <a:cubicBezTo>
                  <a:pt x="4249017" y="4899883"/>
                  <a:pt x="4245080" y="4908010"/>
                  <a:pt x="4247620" y="4911059"/>
                </a:cubicBezTo>
                <a:cubicBezTo>
                  <a:pt x="4251684" y="4915885"/>
                  <a:pt x="4257652" y="4909661"/>
                  <a:pt x="4265781" y="4905216"/>
                </a:cubicBezTo>
                <a:cubicBezTo>
                  <a:pt x="4271114" y="4902296"/>
                  <a:pt x="4280132" y="4903311"/>
                  <a:pt x="4285973" y="4898231"/>
                </a:cubicBezTo>
                <a:cubicBezTo>
                  <a:pt x="4290926" y="4893786"/>
                  <a:pt x="4296007" y="4888453"/>
                  <a:pt x="4300833" y="4883118"/>
                </a:cubicBezTo>
                <a:cubicBezTo>
                  <a:pt x="4305532" y="4877911"/>
                  <a:pt x="4310993" y="4872959"/>
                  <a:pt x="4315057" y="4867497"/>
                </a:cubicBezTo>
                <a:cubicBezTo>
                  <a:pt x="4319629" y="4861528"/>
                  <a:pt x="4322169" y="4854416"/>
                  <a:pt x="4325344" y="4848955"/>
                </a:cubicBezTo>
                <a:cubicBezTo>
                  <a:pt x="4329154" y="4842352"/>
                  <a:pt x="4329408" y="4824191"/>
                  <a:pt x="4322931" y="4821397"/>
                </a:cubicBezTo>
                <a:close/>
                <a:moveTo>
                  <a:pt x="4621761" y="4809966"/>
                </a:moveTo>
                <a:cubicBezTo>
                  <a:pt x="4617951" y="4810221"/>
                  <a:pt x="4614142" y="4811364"/>
                  <a:pt x="4611601" y="4812760"/>
                </a:cubicBezTo>
                <a:cubicBezTo>
                  <a:pt x="4606395" y="4815809"/>
                  <a:pt x="4603600" y="4819237"/>
                  <a:pt x="4600552" y="4822540"/>
                </a:cubicBezTo>
                <a:cubicBezTo>
                  <a:pt x="4597759" y="4825715"/>
                  <a:pt x="4594075" y="4828254"/>
                  <a:pt x="4589504" y="4832191"/>
                </a:cubicBezTo>
                <a:cubicBezTo>
                  <a:pt x="4580740" y="4839558"/>
                  <a:pt x="4583026" y="4844129"/>
                  <a:pt x="4576549" y="4851877"/>
                </a:cubicBezTo>
                <a:cubicBezTo>
                  <a:pt x="4573756" y="4855178"/>
                  <a:pt x="4572232" y="4858735"/>
                  <a:pt x="4572485" y="4864068"/>
                </a:cubicBezTo>
                <a:cubicBezTo>
                  <a:pt x="4572612" y="4869529"/>
                  <a:pt x="4571977" y="4875626"/>
                  <a:pt x="4575660" y="4878292"/>
                </a:cubicBezTo>
                <a:cubicBezTo>
                  <a:pt x="4582392" y="4883246"/>
                  <a:pt x="4594075" y="4877022"/>
                  <a:pt x="4596870" y="4875753"/>
                </a:cubicBezTo>
                <a:lnTo>
                  <a:pt x="4596870" y="4875626"/>
                </a:lnTo>
                <a:cubicBezTo>
                  <a:pt x="4605886" y="4871308"/>
                  <a:pt x="4606902" y="4867624"/>
                  <a:pt x="4616555" y="4858227"/>
                </a:cubicBezTo>
                <a:cubicBezTo>
                  <a:pt x="4621126" y="4853781"/>
                  <a:pt x="4621126" y="4847304"/>
                  <a:pt x="4623539" y="4844384"/>
                </a:cubicBezTo>
                <a:cubicBezTo>
                  <a:pt x="4627476" y="4839685"/>
                  <a:pt x="4632302" y="4838034"/>
                  <a:pt x="4633192" y="4832827"/>
                </a:cubicBezTo>
                <a:cubicBezTo>
                  <a:pt x="4634334" y="4825460"/>
                  <a:pt x="4639034" y="4816824"/>
                  <a:pt x="4632175" y="4811998"/>
                </a:cubicBezTo>
                <a:cubicBezTo>
                  <a:pt x="4629635" y="4810221"/>
                  <a:pt x="4625698" y="4809712"/>
                  <a:pt x="4621761" y="4809966"/>
                </a:cubicBezTo>
                <a:close/>
                <a:moveTo>
                  <a:pt x="4500858" y="4806163"/>
                </a:moveTo>
                <a:cubicBezTo>
                  <a:pt x="4494126" y="4807052"/>
                  <a:pt x="4487522" y="4813656"/>
                  <a:pt x="4479521" y="4816577"/>
                </a:cubicBezTo>
                <a:cubicBezTo>
                  <a:pt x="4472536" y="4819244"/>
                  <a:pt x="4463900" y="4819244"/>
                  <a:pt x="4457170" y="4823181"/>
                </a:cubicBezTo>
                <a:cubicBezTo>
                  <a:pt x="4450438" y="4827118"/>
                  <a:pt x="4445359" y="4833722"/>
                  <a:pt x="4439897" y="4838929"/>
                </a:cubicBezTo>
                <a:cubicBezTo>
                  <a:pt x="4436976" y="4841469"/>
                  <a:pt x="4433294" y="4846930"/>
                  <a:pt x="4429484" y="4852264"/>
                </a:cubicBezTo>
                <a:cubicBezTo>
                  <a:pt x="4425673" y="4857344"/>
                  <a:pt x="4420974" y="4861535"/>
                  <a:pt x="4422625" y="4866615"/>
                </a:cubicBezTo>
                <a:lnTo>
                  <a:pt x="4422752" y="4866742"/>
                </a:lnTo>
                <a:cubicBezTo>
                  <a:pt x="4424531" y="4872076"/>
                  <a:pt x="4430626" y="4879188"/>
                  <a:pt x="4437358" y="4879061"/>
                </a:cubicBezTo>
                <a:cubicBezTo>
                  <a:pt x="4442946" y="4878807"/>
                  <a:pt x="4444215" y="4871695"/>
                  <a:pt x="4448660" y="4866488"/>
                </a:cubicBezTo>
                <a:cubicBezTo>
                  <a:pt x="4451835" y="4862805"/>
                  <a:pt x="4457170" y="4859630"/>
                  <a:pt x="4462758" y="4855947"/>
                </a:cubicBezTo>
                <a:cubicBezTo>
                  <a:pt x="4467202" y="4853026"/>
                  <a:pt x="4472283" y="4852645"/>
                  <a:pt x="4476220" y="4851121"/>
                </a:cubicBezTo>
                <a:cubicBezTo>
                  <a:pt x="4481172" y="4849343"/>
                  <a:pt x="4485363" y="4847184"/>
                  <a:pt x="4489427" y="4846295"/>
                </a:cubicBezTo>
                <a:cubicBezTo>
                  <a:pt x="4494381" y="4845152"/>
                  <a:pt x="4499714" y="4847819"/>
                  <a:pt x="4503906" y="4846676"/>
                </a:cubicBezTo>
                <a:cubicBezTo>
                  <a:pt x="4507970" y="4845406"/>
                  <a:pt x="4513049" y="4842739"/>
                  <a:pt x="4516859" y="4838929"/>
                </a:cubicBezTo>
                <a:cubicBezTo>
                  <a:pt x="4519908" y="4835754"/>
                  <a:pt x="4522956" y="4830674"/>
                  <a:pt x="4524860" y="4826356"/>
                </a:cubicBezTo>
                <a:cubicBezTo>
                  <a:pt x="4527273" y="4821276"/>
                  <a:pt x="4527909" y="4813783"/>
                  <a:pt x="4525622" y="4810608"/>
                </a:cubicBezTo>
                <a:cubicBezTo>
                  <a:pt x="4522574" y="4806417"/>
                  <a:pt x="4511398" y="4804639"/>
                  <a:pt x="4500858" y="4806163"/>
                </a:cubicBezTo>
                <a:close/>
                <a:moveTo>
                  <a:pt x="4031084" y="4731989"/>
                </a:moveTo>
                <a:cubicBezTo>
                  <a:pt x="4027401" y="4733131"/>
                  <a:pt x="4023337" y="4735798"/>
                  <a:pt x="4019020" y="4739228"/>
                </a:cubicBezTo>
                <a:cubicBezTo>
                  <a:pt x="4014574" y="4742784"/>
                  <a:pt x="4009367" y="4747991"/>
                  <a:pt x="4002509" y="4752816"/>
                </a:cubicBezTo>
                <a:cubicBezTo>
                  <a:pt x="3997175" y="4756499"/>
                  <a:pt x="3989936" y="4757770"/>
                  <a:pt x="3982824" y="4761326"/>
                </a:cubicBezTo>
                <a:cubicBezTo>
                  <a:pt x="3976601" y="4764373"/>
                  <a:pt x="3972919" y="4770597"/>
                  <a:pt x="3968092" y="4773264"/>
                </a:cubicBezTo>
                <a:cubicBezTo>
                  <a:pt x="3962504" y="4776185"/>
                  <a:pt x="3953614" y="4775803"/>
                  <a:pt x="3949677" y="4781265"/>
                </a:cubicBezTo>
                <a:lnTo>
                  <a:pt x="3949677" y="4781391"/>
                </a:lnTo>
                <a:cubicBezTo>
                  <a:pt x="3944724" y="4788249"/>
                  <a:pt x="3942438" y="4803235"/>
                  <a:pt x="3946502" y="4808570"/>
                </a:cubicBezTo>
                <a:cubicBezTo>
                  <a:pt x="3949550" y="4812506"/>
                  <a:pt x="3958059" y="4812506"/>
                  <a:pt x="3964917" y="4811236"/>
                </a:cubicBezTo>
                <a:cubicBezTo>
                  <a:pt x="3971013" y="4810093"/>
                  <a:pt x="3977109" y="4806537"/>
                  <a:pt x="3981300" y="4804633"/>
                </a:cubicBezTo>
                <a:cubicBezTo>
                  <a:pt x="3988666" y="4801330"/>
                  <a:pt x="3993620" y="4794346"/>
                  <a:pt x="4000096" y="4789901"/>
                </a:cubicBezTo>
                <a:cubicBezTo>
                  <a:pt x="4006954" y="4785074"/>
                  <a:pt x="4015971" y="4783678"/>
                  <a:pt x="4021306" y="4778343"/>
                </a:cubicBezTo>
                <a:cubicBezTo>
                  <a:pt x="4027656" y="4771993"/>
                  <a:pt x="4033624" y="4765643"/>
                  <a:pt x="4037053" y="4759674"/>
                </a:cubicBezTo>
                <a:cubicBezTo>
                  <a:pt x="4042387" y="4750403"/>
                  <a:pt x="4044292" y="4739228"/>
                  <a:pt x="4040228" y="4734147"/>
                </a:cubicBezTo>
                <a:cubicBezTo>
                  <a:pt x="4037942" y="4731227"/>
                  <a:pt x="4034767" y="4730718"/>
                  <a:pt x="4031084" y="4731989"/>
                </a:cubicBezTo>
                <a:close/>
                <a:moveTo>
                  <a:pt x="4210027" y="4690339"/>
                </a:moveTo>
                <a:cubicBezTo>
                  <a:pt x="4207360" y="4691228"/>
                  <a:pt x="4204694" y="4693641"/>
                  <a:pt x="4201137" y="4697705"/>
                </a:cubicBezTo>
                <a:cubicBezTo>
                  <a:pt x="4197327" y="4702150"/>
                  <a:pt x="4194660" y="4709516"/>
                  <a:pt x="4188819" y="4715612"/>
                </a:cubicBezTo>
                <a:cubicBezTo>
                  <a:pt x="4184373" y="4720311"/>
                  <a:pt x="4178532" y="4724629"/>
                  <a:pt x="4172309" y="4729582"/>
                </a:cubicBezTo>
                <a:cubicBezTo>
                  <a:pt x="4166721" y="4733900"/>
                  <a:pt x="4162148" y="4737837"/>
                  <a:pt x="4157958" y="4741393"/>
                </a:cubicBezTo>
                <a:cubicBezTo>
                  <a:pt x="4153132" y="4745330"/>
                  <a:pt x="4146020" y="4747616"/>
                  <a:pt x="4143225" y="4753839"/>
                </a:cubicBezTo>
                <a:lnTo>
                  <a:pt x="4143352" y="4753839"/>
                </a:lnTo>
                <a:cubicBezTo>
                  <a:pt x="4139796" y="4761586"/>
                  <a:pt x="4139288" y="4775302"/>
                  <a:pt x="4144369" y="4779874"/>
                </a:cubicBezTo>
                <a:cubicBezTo>
                  <a:pt x="4148051" y="4783049"/>
                  <a:pt x="4155671" y="4781144"/>
                  <a:pt x="4162148" y="4778604"/>
                </a:cubicBezTo>
                <a:cubicBezTo>
                  <a:pt x="4167863" y="4776191"/>
                  <a:pt x="4172182" y="4770476"/>
                  <a:pt x="4175864" y="4767809"/>
                </a:cubicBezTo>
                <a:cubicBezTo>
                  <a:pt x="4182469" y="4763237"/>
                  <a:pt x="4189961" y="4759681"/>
                  <a:pt x="4195422" y="4754093"/>
                </a:cubicBezTo>
                <a:cubicBezTo>
                  <a:pt x="4201137" y="4747997"/>
                  <a:pt x="4204185" y="4740250"/>
                  <a:pt x="4208376" y="4733900"/>
                </a:cubicBezTo>
                <a:cubicBezTo>
                  <a:pt x="4213330" y="4726534"/>
                  <a:pt x="4217139" y="4719803"/>
                  <a:pt x="4219298" y="4713199"/>
                </a:cubicBezTo>
                <a:cubicBezTo>
                  <a:pt x="4222600" y="4703039"/>
                  <a:pt x="4222855" y="4697070"/>
                  <a:pt x="4217901" y="4692879"/>
                </a:cubicBezTo>
                <a:cubicBezTo>
                  <a:pt x="4214981" y="4690339"/>
                  <a:pt x="4212568" y="4689577"/>
                  <a:pt x="4210027" y="4690339"/>
                </a:cubicBezTo>
                <a:close/>
                <a:moveTo>
                  <a:pt x="4524098" y="4663154"/>
                </a:moveTo>
                <a:cubicBezTo>
                  <a:pt x="4518637" y="4666710"/>
                  <a:pt x="4512796" y="4667472"/>
                  <a:pt x="4509621" y="4671283"/>
                </a:cubicBezTo>
                <a:cubicBezTo>
                  <a:pt x="4506572" y="4674839"/>
                  <a:pt x="4506954" y="4682078"/>
                  <a:pt x="4502127" y="4686649"/>
                </a:cubicBezTo>
                <a:cubicBezTo>
                  <a:pt x="4492857" y="4695159"/>
                  <a:pt x="4488793" y="4693889"/>
                  <a:pt x="4481808" y="4702524"/>
                </a:cubicBezTo>
                <a:cubicBezTo>
                  <a:pt x="4478759" y="4706335"/>
                  <a:pt x="4476473" y="4712430"/>
                  <a:pt x="4477235" y="4717765"/>
                </a:cubicBezTo>
                <a:cubicBezTo>
                  <a:pt x="4477997" y="4723098"/>
                  <a:pt x="4483332" y="4726654"/>
                  <a:pt x="4487142" y="4729195"/>
                </a:cubicBezTo>
                <a:cubicBezTo>
                  <a:pt x="4494126" y="4733766"/>
                  <a:pt x="4502889" y="4729448"/>
                  <a:pt x="4505810" y="4727797"/>
                </a:cubicBezTo>
                <a:lnTo>
                  <a:pt x="4505810" y="4727924"/>
                </a:lnTo>
                <a:cubicBezTo>
                  <a:pt x="4511145" y="4724877"/>
                  <a:pt x="4515589" y="4724115"/>
                  <a:pt x="4517748" y="4719542"/>
                </a:cubicBezTo>
                <a:cubicBezTo>
                  <a:pt x="4519526" y="4715986"/>
                  <a:pt x="4518002" y="4709255"/>
                  <a:pt x="4522574" y="4704429"/>
                </a:cubicBezTo>
                <a:cubicBezTo>
                  <a:pt x="4527400" y="4699349"/>
                  <a:pt x="4534767" y="4700239"/>
                  <a:pt x="4538196" y="4698206"/>
                </a:cubicBezTo>
                <a:cubicBezTo>
                  <a:pt x="4543910" y="4694778"/>
                  <a:pt x="4549245" y="4692110"/>
                  <a:pt x="4551149" y="4686141"/>
                </a:cubicBezTo>
                <a:cubicBezTo>
                  <a:pt x="4553435" y="4678522"/>
                  <a:pt x="4548483" y="4668742"/>
                  <a:pt x="4541497" y="4664043"/>
                </a:cubicBezTo>
                <a:cubicBezTo>
                  <a:pt x="4536036" y="4660615"/>
                  <a:pt x="4529306" y="4659726"/>
                  <a:pt x="4524098" y="4663154"/>
                </a:cubicBezTo>
                <a:close/>
                <a:moveTo>
                  <a:pt x="4385922" y="4657312"/>
                </a:moveTo>
                <a:cubicBezTo>
                  <a:pt x="4380715" y="4659853"/>
                  <a:pt x="4376524" y="4667727"/>
                  <a:pt x="4370174" y="4672045"/>
                </a:cubicBezTo>
                <a:cubicBezTo>
                  <a:pt x="4364586" y="4675601"/>
                  <a:pt x="4357983" y="4678522"/>
                  <a:pt x="4352395" y="4682966"/>
                </a:cubicBezTo>
                <a:cubicBezTo>
                  <a:pt x="4346807" y="4687158"/>
                  <a:pt x="4343759" y="4694523"/>
                  <a:pt x="4338806" y="4698968"/>
                </a:cubicBezTo>
                <a:cubicBezTo>
                  <a:pt x="4333090" y="4704048"/>
                  <a:pt x="4326359" y="4707097"/>
                  <a:pt x="4322296" y="4711668"/>
                </a:cubicBezTo>
                <a:cubicBezTo>
                  <a:pt x="4315564" y="4719542"/>
                  <a:pt x="4312135" y="4726654"/>
                  <a:pt x="4313913" y="4730210"/>
                </a:cubicBezTo>
                <a:cubicBezTo>
                  <a:pt x="4316961" y="4735672"/>
                  <a:pt x="4324455" y="4737196"/>
                  <a:pt x="4333471" y="4734402"/>
                </a:cubicBezTo>
                <a:cubicBezTo>
                  <a:pt x="4339059" y="4732623"/>
                  <a:pt x="4346807" y="4730846"/>
                  <a:pt x="4353537" y="4726909"/>
                </a:cubicBezTo>
                <a:cubicBezTo>
                  <a:pt x="4359252" y="4723606"/>
                  <a:pt x="4363951" y="4717510"/>
                  <a:pt x="4369794" y="4713192"/>
                </a:cubicBezTo>
                <a:cubicBezTo>
                  <a:pt x="4375382" y="4709002"/>
                  <a:pt x="4382494" y="4706208"/>
                  <a:pt x="4387573" y="4701635"/>
                </a:cubicBezTo>
                <a:cubicBezTo>
                  <a:pt x="4393161" y="4696683"/>
                  <a:pt x="4395956" y="4689190"/>
                  <a:pt x="4400146" y="4684491"/>
                </a:cubicBezTo>
                <a:cubicBezTo>
                  <a:pt x="4405099" y="4678776"/>
                  <a:pt x="4407005" y="4665822"/>
                  <a:pt x="4401162" y="4661885"/>
                </a:cubicBezTo>
                <a:cubicBezTo>
                  <a:pt x="4397860" y="4659598"/>
                  <a:pt x="4391892" y="4654391"/>
                  <a:pt x="4385922" y="4657312"/>
                </a:cubicBezTo>
                <a:close/>
                <a:moveTo>
                  <a:pt x="3937485" y="4602956"/>
                </a:moveTo>
                <a:cubicBezTo>
                  <a:pt x="3934564" y="4599909"/>
                  <a:pt x="3924404" y="4606512"/>
                  <a:pt x="3914245" y="4611466"/>
                </a:cubicBezTo>
                <a:cubicBezTo>
                  <a:pt x="3908021" y="4614386"/>
                  <a:pt x="3899259" y="4614895"/>
                  <a:pt x="3892654" y="4619212"/>
                </a:cubicBezTo>
                <a:cubicBezTo>
                  <a:pt x="3885923" y="4623403"/>
                  <a:pt x="3877669" y="4626071"/>
                  <a:pt x="3872208" y="4630261"/>
                </a:cubicBezTo>
                <a:cubicBezTo>
                  <a:pt x="3869033" y="4632802"/>
                  <a:pt x="3862301" y="4642835"/>
                  <a:pt x="3854809" y="4650581"/>
                </a:cubicBezTo>
                <a:cubicBezTo>
                  <a:pt x="3847188" y="4658455"/>
                  <a:pt x="3840203" y="4668489"/>
                  <a:pt x="3841854" y="4674330"/>
                </a:cubicBezTo>
                <a:cubicBezTo>
                  <a:pt x="3843124" y="4678648"/>
                  <a:pt x="3850745" y="4676235"/>
                  <a:pt x="3858110" y="4675473"/>
                </a:cubicBezTo>
                <a:cubicBezTo>
                  <a:pt x="3863698" y="4674711"/>
                  <a:pt x="3869540" y="4675347"/>
                  <a:pt x="3873732" y="4672172"/>
                </a:cubicBezTo>
                <a:cubicBezTo>
                  <a:pt x="3879954" y="4667346"/>
                  <a:pt x="3885034" y="4661122"/>
                  <a:pt x="3890876" y="4656297"/>
                </a:cubicBezTo>
                <a:cubicBezTo>
                  <a:pt x="3897226" y="4651090"/>
                  <a:pt x="3903576" y="4646391"/>
                  <a:pt x="3909037" y="4641437"/>
                </a:cubicBezTo>
                <a:cubicBezTo>
                  <a:pt x="3915514" y="4635596"/>
                  <a:pt x="3919578" y="4628610"/>
                  <a:pt x="3923896" y="4623658"/>
                </a:cubicBezTo>
                <a:cubicBezTo>
                  <a:pt x="3932151" y="4614386"/>
                  <a:pt x="3940914" y="4606640"/>
                  <a:pt x="3937485" y="4602956"/>
                </a:cubicBezTo>
                <a:close/>
                <a:moveTo>
                  <a:pt x="4101442" y="4555719"/>
                </a:moveTo>
                <a:cubicBezTo>
                  <a:pt x="4097378" y="4559021"/>
                  <a:pt x="4095982" y="4566768"/>
                  <a:pt x="4092552" y="4568800"/>
                </a:cubicBezTo>
                <a:cubicBezTo>
                  <a:pt x="4085948" y="4572864"/>
                  <a:pt x="4079471" y="4576293"/>
                  <a:pt x="4074646" y="4580738"/>
                </a:cubicBezTo>
                <a:cubicBezTo>
                  <a:pt x="4068803" y="4586199"/>
                  <a:pt x="4063977" y="4591787"/>
                  <a:pt x="4060295" y="4597121"/>
                </a:cubicBezTo>
                <a:cubicBezTo>
                  <a:pt x="4055214" y="4604233"/>
                  <a:pt x="4055722" y="4612996"/>
                  <a:pt x="4053056" y="4617822"/>
                </a:cubicBezTo>
                <a:cubicBezTo>
                  <a:pt x="4050770" y="4622140"/>
                  <a:pt x="4044546" y="4624045"/>
                  <a:pt x="4042007" y="4627474"/>
                </a:cubicBezTo>
                <a:lnTo>
                  <a:pt x="4045562" y="4638523"/>
                </a:lnTo>
                <a:lnTo>
                  <a:pt x="4045435" y="4638523"/>
                </a:lnTo>
                <a:lnTo>
                  <a:pt x="4045562" y="4638650"/>
                </a:lnTo>
                <a:lnTo>
                  <a:pt x="4045562" y="4638523"/>
                </a:lnTo>
                <a:lnTo>
                  <a:pt x="4061057" y="4640936"/>
                </a:lnTo>
                <a:cubicBezTo>
                  <a:pt x="4068422" y="4637380"/>
                  <a:pt x="4072867" y="4629379"/>
                  <a:pt x="4078456" y="4624553"/>
                </a:cubicBezTo>
                <a:cubicBezTo>
                  <a:pt x="4084933" y="4619092"/>
                  <a:pt x="4092679" y="4615409"/>
                  <a:pt x="4096997" y="4610075"/>
                </a:cubicBezTo>
                <a:cubicBezTo>
                  <a:pt x="4104363" y="4600804"/>
                  <a:pt x="4108554" y="4592422"/>
                  <a:pt x="4109824" y="4590136"/>
                </a:cubicBezTo>
                <a:cubicBezTo>
                  <a:pt x="4111095" y="4587469"/>
                  <a:pt x="4114650" y="4580865"/>
                  <a:pt x="4117571" y="4574261"/>
                </a:cubicBezTo>
                <a:cubicBezTo>
                  <a:pt x="4120111" y="4568292"/>
                  <a:pt x="4119349" y="4563085"/>
                  <a:pt x="4115412" y="4558640"/>
                </a:cubicBezTo>
                <a:cubicBezTo>
                  <a:pt x="4111348" y="4553814"/>
                  <a:pt x="4105887" y="4552290"/>
                  <a:pt x="4101442" y="4555719"/>
                </a:cubicBezTo>
                <a:close/>
                <a:moveTo>
                  <a:pt x="3730095" y="4540504"/>
                </a:moveTo>
                <a:lnTo>
                  <a:pt x="3730102" y="4540505"/>
                </a:lnTo>
                <a:lnTo>
                  <a:pt x="3730412" y="4540923"/>
                </a:lnTo>
                <a:cubicBezTo>
                  <a:pt x="3730323" y="4540784"/>
                  <a:pt x="3730234" y="4540644"/>
                  <a:pt x="3730145" y="4540511"/>
                </a:cubicBezTo>
                <a:lnTo>
                  <a:pt x="3730102" y="4540505"/>
                </a:lnTo>
                <a:lnTo>
                  <a:pt x="3730101" y="4540504"/>
                </a:lnTo>
                <a:close/>
                <a:moveTo>
                  <a:pt x="4290926" y="4524858"/>
                </a:moveTo>
                <a:cubicBezTo>
                  <a:pt x="4288133" y="4524985"/>
                  <a:pt x="4284704" y="4526890"/>
                  <a:pt x="4280512" y="4530192"/>
                </a:cubicBezTo>
                <a:cubicBezTo>
                  <a:pt x="4275940" y="4533748"/>
                  <a:pt x="4269845" y="4537431"/>
                  <a:pt x="4262986" y="4542257"/>
                </a:cubicBezTo>
                <a:cubicBezTo>
                  <a:pt x="4257780" y="4546067"/>
                  <a:pt x="4253461" y="4552544"/>
                  <a:pt x="4246476" y="4556100"/>
                </a:cubicBezTo>
                <a:cubicBezTo>
                  <a:pt x="4240126" y="4559275"/>
                  <a:pt x="4234920" y="4562323"/>
                  <a:pt x="4230094" y="4564863"/>
                </a:cubicBezTo>
                <a:cubicBezTo>
                  <a:pt x="4224506" y="4567784"/>
                  <a:pt x="4215870" y="4567657"/>
                  <a:pt x="4211806" y="4573245"/>
                </a:cubicBezTo>
                <a:cubicBezTo>
                  <a:pt x="4206980" y="4580103"/>
                  <a:pt x="4207869" y="4592168"/>
                  <a:pt x="4211933" y="4597629"/>
                </a:cubicBezTo>
                <a:cubicBezTo>
                  <a:pt x="4214981" y="4601439"/>
                  <a:pt x="4219425" y="4600169"/>
                  <a:pt x="4226284" y="4598899"/>
                </a:cubicBezTo>
                <a:cubicBezTo>
                  <a:pt x="4232380" y="4597756"/>
                  <a:pt x="4237459" y="4594581"/>
                  <a:pt x="4241650" y="4592676"/>
                </a:cubicBezTo>
                <a:cubicBezTo>
                  <a:pt x="4249017" y="4589374"/>
                  <a:pt x="4260193" y="4592549"/>
                  <a:pt x="4266670" y="4588104"/>
                </a:cubicBezTo>
                <a:cubicBezTo>
                  <a:pt x="4273527" y="4583405"/>
                  <a:pt x="4277972" y="4575277"/>
                  <a:pt x="4283307" y="4569943"/>
                </a:cubicBezTo>
                <a:cubicBezTo>
                  <a:pt x="4289657" y="4563593"/>
                  <a:pt x="4293974" y="4556354"/>
                  <a:pt x="4297404" y="4550258"/>
                </a:cubicBezTo>
                <a:cubicBezTo>
                  <a:pt x="4302610" y="4541114"/>
                  <a:pt x="4302484" y="4534002"/>
                  <a:pt x="4298420" y="4528922"/>
                </a:cubicBezTo>
                <a:cubicBezTo>
                  <a:pt x="4296134" y="4526001"/>
                  <a:pt x="4293721" y="4524604"/>
                  <a:pt x="4290926" y="4524858"/>
                </a:cubicBezTo>
                <a:close/>
                <a:moveTo>
                  <a:pt x="4444470" y="4523588"/>
                </a:moveTo>
                <a:cubicBezTo>
                  <a:pt x="4440279" y="4520159"/>
                  <a:pt x="4432277" y="4521175"/>
                  <a:pt x="4423642" y="4527144"/>
                </a:cubicBezTo>
                <a:cubicBezTo>
                  <a:pt x="4417037" y="4531589"/>
                  <a:pt x="4410307" y="4537685"/>
                  <a:pt x="4405734" y="4542892"/>
                </a:cubicBezTo>
                <a:cubicBezTo>
                  <a:pt x="4403830" y="4544924"/>
                  <a:pt x="4399004" y="4551401"/>
                  <a:pt x="4395321" y="4558005"/>
                </a:cubicBezTo>
                <a:cubicBezTo>
                  <a:pt x="4393543" y="4560926"/>
                  <a:pt x="4391892" y="4564355"/>
                  <a:pt x="4391130" y="4567530"/>
                </a:cubicBezTo>
                <a:lnTo>
                  <a:pt x="4391892" y="4576166"/>
                </a:lnTo>
                <a:lnTo>
                  <a:pt x="4403068" y="4579341"/>
                </a:lnTo>
                <a:cubicBezTo>
                  <a:pt x="4407767" y="4578579"/>
                  <a:pt x="4412465" y="4576293"/>
                  <a:pt x="4415133" y="4573499"/>
                </a:cubicBezTo>
                <a:cubicBezTo>
                  <a:pt x="4420085" y="4568165"/>
                  <a:pt x="4425673" y="4563466"/>
                  <a:pt x="4429992" y="4558259"/>
                </a:cubicBezTo>
                <a:cubicBezTo>
                  <a:pt x="4435071" y="4552163"/>
                  <a:pt x="4437358" y="4545178"/>
                  <a:pt x="4440533" y="4539844"/>
                </a:cubicBezTo>
                <a:cubicBezTo>
                  <a:pt x="4445739" y="4531081"/>
                  <a:pt x="4448914" y="4527144"/>
                  <a:pt x="4444470" y="4523588"/>
                </a:cubicBezTo>
                <a:close/>
                <a:moveTo>
                  <a:pt x="3816327" y="4464025"/>
                </a:moveTo>
                <a:cubicBezTo>
                  <a:pt x="3813534" y="4463517"/>
                  <a:pt x="3810359" y="4463644"/>
                  <a:pt x="3807437" y="4465041"/>
                </a:cubicBezTo>
                <a:lnTo>
                  <a:pt x="3807310" y="4465041"/>
                </a:lnTo>
                <a:cubicBezTo>
                  <a:pt x="3802103" y="4467581"/>
                  <a:pt x="3797404" y="4474312"/>
                  <a:pt x="3790927" y="4478630"/>
                </a:cubicBezTo>
                <a:cubicBezTo>
                  <a:pt x="3785466" y="4482313"/>
                  <a:pt x="3780513" y="4487520"/>
                  <a:pt x="3774925" y="4491838"/>
                </a:cubicBezTo>
                <a:cubicBezTo>
                  <a:pt x="3769464" y="4496156"/>
                  <a:pt x="3764638" y="4501236"/>
                  <a:pt x="3759685" y="4505681"/>
                </a:cubicBezTo>
                <a:cubicBezTo>
                  <a:pt x="3754097" y="4510761"/>
                  <a:pt x="3746477" y="4513174"/>
                  <a:pt x="3742413" y="4517746"/>
                </a:cubicBezTo>
                <a:cubicBezTo>
                  <a:pt x="3735683" y="4525747"/>
                  <a:pt x="3730602" y="4534764"/>
                  <a:pt x="3732508" y="4538320"/>
                </a:cubicBezTo>
                <a:cubicBezTo>
                  <a:pt x="3735428" y="4543781"/>
                  <a:pt x="3745842" y="4545305"/>
                  <a:pt x="3754733" y="4542511"/>
                </a:cubicBezTo>
                <a:cubicBezTo>
                  <a:pt x="3760447" y="4540733"/>
                  <a:pt x="3766671" y="4535780"/>
                  <a:pt x="3773401" y="4531970"/>
                </a:cubicBezTo>
                <a:cubicBezTo>
                  <a:pt x="3779116" y="4528541"/>
                  <a:pt x="3782164" y="4520667"/>
                  <a:pt x="3788007" y="4516349"/>
                </a:cubicBezTo>
                <a:cubicBezTo>
                  <a:pt x="3793595" y="4512158"/>
                  <a:pt x="3800071" y="4509237"/>
                  <a:pt x="3805151" y="4504665"/>
                </a:cubicBezTo>
                <a:cubicBezTo>
                  <a:pt x="3810739" y="4499712"/>
                  <a:pt x="3816327" y="4495394"/>
                  <a:pt x="3820391" y="4490568"/>
                </a:cubicBezTo>
                <a:cubicBezTo>
                  <a:pt x="3822804" y="4487901"/>
                  <a:pt x="3824583" y="4483583"/>
                  <a:pt x="3825345" y="4478503"/>
                </a:cubicBezTo>
                <a:cubicBezTo>
                  <a:pt x="3826360" y="4472915"/>
                  <a:pt x="3826360" y="4468978"/>
                  <a:pt x="3823312" y="4466819"/>
                </a:cubicBezTo>
                <a:cubicBezTo>
                  <a:pt x="3821661" y="4465676"/>
                  <a:pt x="3819121" y="4464533"/>
                  <a:pt x="3816327" y="4464025"/>
                </a:cubicBezTo>
                <a:close/>
                <a:moveTo>
                  <a:pt x="4008606" y="4416908"/>
                </a:moveTo>
                <a:cubicBezTo>
                  <a:pt x="4004034" y="4414241"/>
                  <a:pt x="3995016" y="4416527"/>
                  <a:pt x="3985872" y="4422242"/>
                </a:cubicBezTo>
                <a:cubicBezTo>
                  <a:pt x="3980158" y="4425798"/>
                  <a:pt x="3974570" y="4431894"/>
                  <a:pt x="3968473" y="4437863"/>
                </a:cubicBezTo>
                <a:cubicBezTo>
                  <a:pt x="3963139" y="4443070"/>
                  <a:pt x="3956154" y="4447515"/>
                  <a:pt x="3951456" y="4453992"/>
                </a:cubicBezTo>
                <a:cubicBezTo>
                  <a:pt x="3946884" y="4460342"/>
                  <a:pt x="3944978" y="4468597"/>
                  <a:pt x="3942058" y="4475582"/>
                </a:cubicBezTo>
                <a:cubicBezTo>
                  <a:pt x="3940407" y="4479138"/>
                  <a:pt x="3938756" y="4485615"/>
                  <a:pt x="3937232" y="4492092"/>
                </a:cubicBezTo>
                <a:cubicBezTo>
                  <a:pt x="3935961" y="4498315"/>
                  <a:pt x="3935961" y="4502887"/>
                  <a:pt x="3939517" y="4506824"/>
                </a:cubicBezTo>
                <a:lnTo>
                  <a:pt x="3939645" y="4506824"/>
                </a:lnTo>
                <a:cubicBezTo>
                  <a:pt x="3943327" y="4510888"/>
                  <a:pt x="3950566" y="4516730"/>
                  <a:pt x="3956662" y="4513809"/>
                </a:cubicBezTo>
                <a:cubicBezTo>
                  <a:pt x="3961742" y="4511396"/>
                  <a:pt x="3960981" y="4503268"/>
                  <a:pt x="3963647" y="4497299"/>
                </a:cubicBezTo>
                <a:cubicBezTo>
                  <a:pt x="3965425" y="4493235"/>
                  <a:pt x="3968092" y="4488536"/>
                  <a:pt x="3971775" y="4482948"/>
                </a:cubicBezTo>
                <a:cubicBezTo>
                  <a:pt x="3974570" y="4478503"/>
                  <a:pt x="3979649" y="4476725"/>
                  <a:pt x="3982571" y="4473931"/>
                </a:cubicBezTo>
                <a:cubicBezTo>
                  <a:pt x="3986253" y="4470248"/>
                  <a:pt x="3990317" y="4468597"/>
                  <a:pt x="3993620" y="4466057"/>
                </a:cubicBezTo>
                <a:cubicBezTo>
                  <a:pt x="4001621" y="4460215"/>
                  <a:pt x="4004034" y="4452595"/>
                  <a:pt x="4007716" y="4442562"/>
                </a:cubicBezTo>
                <a:cubicBezTo>
                  <a:pt x="4011272" y="4433291"/>
                  <a:pt x="4014701" y="4420464"/>
                  <a:pt x="4008606" y="4416908"/>
                </a:cubicBezTo>
                <a:close/>
                <a:moveTo>
                  <a:pt x="4190215" y="4390619"/>
                </a:moveTo>
                <a:cubicBezTo>
                  <a:pt x="4187548" y="4390619"/>
                  <a:pt x="4184754" y="4391762"/>
                  <a:pt x="4182087" y="4393286"/>
                </a:cubicBezTo>
                <a:cubicBezTo>
                  <a:pt x="4177134" y="4396080"/>
                  <a:pt x="4172054" y="4399890"/>
                  <a:pt x="4168498" y="4401287"/>
                </a:cubicBezTo>
                <a:cubicBezTo>
                  <a:pt x="4161259" y="4404208"/>
                  <a:pt x="4156052" y="4409669"/>
                  <a:pt x="4150591" y="4413352"/>
                </a:cubicBezTo>
                <a:cubicBezTo>
                  <a:pt x="4143860" y="4417670"/>
                  <a:pt x="4137891" y="4421353"/>
                  <a:pt x="4133446" y="4425925"/>
                </a:cubicBezTo>
                <a:cubicBezTo>
                  <a:pt x="4127223" y="4432148"/>
                  <a:pt x="4121889" y="4437228"/>
                  <a:pt x="4118460" y="4441546"/>
                </a:cubicBezTo>
                <a:cubicBezTo>
                  <a:pt x="4115539" y="4445483"/>
                  <a:pt x="4110078" y="4447134"/>
                  <a:pt x="4107158" y="4450309"/>
                </a:cubicBezTo>
                <a:cubicBezTo>
                  <a:pt x="4103856" y="4453992"/>
                  <a:pt x="4106903" y="4458310"/>
                  <a:pt x="4110333" y="4463771"/>
                </a:cubicBezTo>
                <a:lnTo>
                  <a:pt x="4110206" y="4463771"/>
                </a:lnTo>
                <a:cubicBezTo>
                  <a:pt x="4112746" y="4467962"/>
                  <a:pt x="4119096" y="4465803"/>
                  <a:pt x="4124684" y="4464152"/>
                </a:cubicBezTo>
                <a:cubicBezTo>
                  <a:pt x="4132431" y="4461993"/>
                  <a:pt x="4140559" y="4460850"/>
                  <a:pt x="4146909" y="4457167"/>
                </a:cubicBezTo>
                <a:cubicBezTo>
                  <a:pt x="4154147" y="4452849"/>
                  <a:pt x="4157196" y="4443959"/>
                  <a:pt x="4162402" y="4439387"/>
                </a:cubicBezTo>
                <a:cubicBezTo>
                  <a:pt x="4171292" y="4431513"/>
                  <a:pt x="4180056" y="4427957"/>
                  <a:pt x="4181579" y="4425925"/>
                </a:cubicBezTo>
                <a:cubicBezTo>
                  <a:pt x="4183484" y="4423639"/>
                  <a:pt x="4189453" y="4418686"/>
                  <a:pt x="4193390" y="4412717"/>
                </a:cubicBezTo>
                <a:cubicBezTo>
                  <a:pt x="4196946" y="4407256"/>
                  <a:pt x="4199995" y="4399255"/>
                  <a:pt x="4196946" y="4394175"/>
                </a:cubicBezTo>
                <a:cubicBezTo>
                  <a:pt x="4195296" y="4391508"/>
                  <a:pt x="4192883" y="4390492"/>
                  <a:pt x="4190215" y="4390619"/>
                </a:cubicBezTo>
                <a:close/>
                <a:moveTo>
                  <a:pt x="4345283" y="4370420"/>
                </a:moveTo>
                <a:cubicBezTo>
                  <a:pt x="4338044" y="4364197"/>
                  <a:pt x="4334869" y="4373595"/>
                  <a:pt x="4326359" y="4383501"/>
                </a:cubicBezTo>
                <a:cubicBezTo>
                  <a:pt x="4321787" y="4388835"/>
                  <a:pt x="4314168" y="4393787"/>
                  <a:pt x="4305659" y="4399503"/>
                </a:cubicBezTo>
                <a:cubicBezTo>
                  <a:pt x="4301213" y="4402678"/>
                  <a:pt x="4297531" y="4405472"/>
                  <a:pt x="4293974" y="4407758"/>
                </a:cubicBezTo>
                <a:lnTo>
                  <a:pt x="4285226" y="4418788"/>
                </a:lnTo>
                <a:lnTo>
                  <a:pt x="4285211" y="4418679"/>
                </a:lnTo>
                <a:lnTo>
                  <a:pt x="4285211" y="4418806"/>
                </a:lnTo>
                <a:lnTo>
                  <a:pt x="4285226" y="4418788"/>
                </a:lnTo>
                <a:lnTo>
                  <a:pt x="4287751" y="4437348"/>
                </a:lnTo>
                <a:cubicBezTo>
                  <a:pt x="4291308" y="4440523"/>
                  <a:pt x="4295625" y="4444334"/>
                  <a:pt x="4300959" y="4442428"/>
                </a:cubicBezTo>
                <a:cubicBezTo>
                  <a:pt x="4306294" y="4440651"/>
                  <a:pt x="4309596" y="4434173"/>
                  <a:pt x="4312771" y="4432268"/>
                </a:cubicBezTo>
                <a:cubicBezTo>
                  <a:pt x="4320390" y="4427697"/>
                  <a:pt x="4328772" y="4424648"/>
                  <a:pt x="4334107" y="4418298"/>
                </a:cubicBezTo>
                <a:cubicBezTo>
                  <a:pt x="4340202" y="4411186"/>
                  <a:pt x="4348076" y="4404455"/>
                  <a:pt x="4350617" y="4397216"/>
                </a:cubicBezTo>
                <a:cubicBezTo>
                  <a:pt x="4354046" y="4387056"/>
                  <a:pt x="4351124" y="4375372"/>
                  <a:pt x="4345283" y="4370420"/>
                </a:cubicBezTo>
                <a:close/>
                <a:moveTo>
                  <a:pt x="3722983" y="4343241"/>
                </a:moveTo>
                <a:cubicBezTo>
                  <a:pt x="3720315" y="4343622"/>
                  <a:pt x="3717267" y="4344892"/>
                  <a:pt x="3714600" y="4346035"/>
                </a:cubicBezTo>
                <a:cubicBezTo>
                  <a:pt x="3709647" y="4348067"/>
                  <a:pt x="3703171" y="4346924"/>
                  <a:pt x="3699360" y="4347814"/>
                </a:cubicBezTo>
                <a:cubicBezTo>
                  <a:pt x="3691740" y="4349718"/>
                  <a:pt x="3685009" y="4353528"/>
                  <a:pt x="3679040" y="4356322"/>
                </a:cubicBezTo>
                <a:cubicBezTo>
                  <a:pt x="3671928" y="4359878"/>
                  <a:pt x="3668246" y="4367498"/>
                  <a:pt x="3663165" y="4371435"/>
                </a:cubicBezTo>
                <a:cubicBezTo>
                  <a:pt x="3656181" y="4376770"/>
                  <a:pt x="3652244" y="4382739"/>
                  <a:pt x="3648307" y="4386548"/>
                </a:cubicBezTo>
                <a:cubicBezTo>
                  <a:pt x="3644877" y="4389978"/>
                  <a:pt x="3640306" y="4393915"/>
                  <a:pt x="3636241" y="4396835"/>
                </a:cubicBezTo>
                <a:cubicBezTo>
                  <a:pt x="3631796" y="4400137"/>
                  <a:pt x="3629891" y="4399376"/>
                  <a:pt x="3632559" y="4405345"/>
                </a:cubicBezTo>
                <a:cubicBezTo>
                  <a:pt x="3634590" y="4409662"/>
                  <a:pt x="3643099" y="4409281"/>
                  <a:pt x="3648814" y="4408520"/>
                </a:cubicBezTo>
                <a:cubicBezTo>
                  <a:pt x="3656815" y="4407249"/>
                  <a:pt x="3665451" y="4407377"/>
                  <a:pt x="3672309" y="4404455"/>
                </a:cubicBezTo>
                <a:cubicBezTo>
                  <a:pt x="3680057" y="4401153"/>
                  <a:pt x="3687041" y="4396201"/>
                  <a:pt x="3692757" y="4392264"/>
                </a:cubicBezTo>
                <a:cubicBezTo>
                  <a:pt x="3702409" y="4385533"/>
                  <a:pt x="3704821" y="4374610"/>
                  <a:pt x="3706599" y="4372833"/>
                </a:cubicBezTo>
                <a:cubicBezTo>
                  <a:pt x="3708759" y="4370673"/>
                  <a:pt x="3719426" y="4370547"/>
                  <a:pt x="3723998" y="4365085"/>
                </a:cubicBezTo>
                <a:cubicBezTo>
                  <a:pt x="3728189" y="4360260"/>
                  <a:pt x="3731619" y="4351878"/>
                  <a:pt x="3729206" y="4346416"/>
                </a:cubicBezTo>
                <a:cubicBezTo>
                  <a:pt x="3727935" y="4343496"/>
                  <a:pt x="3725649" y="4342860"/>
                  <a:pt x="3722983" y="4343241"/>
                </a:cubicBezTo>
                <a:close/>
                <a:moveTo>
                  <a:pt x="3902560" y="4285203"/>
                </a:moveTo>
                <a:cubicBezTo>
                  <a:pt x="3896972" y="4282028"/>
                  <a:pt x="3888083" y="4282916"/>
                  <a:pt x="3881733" y="4287616"/>
                </a:cubicBezTo>
                <a:cubicBezTo>
                  <a:pt x="3875128" y="4292696"/>
                  <a:pt x="3870684" y="4297522"/>
                  <a:pt x="3867762" y="4303236"/>
                </a:cubicBezTo>
                <a:cubicBezTo>
                  <a:pt x="3864969" y="4308571"/>
                  <a:pt x="3863317" y="4314540"/>
                  <a:pt x="3857221" y="4320509"/>
                </a:cubicBezTo>
                <a:cubicBezTo>
                  <a:pt x="3851760" y="4325842"/>
                  <a:pt x="3849474" y="4331303"/>
                  <a:pt x="3844902" y="4332954"/>
                </a:cubicBezTo>
                <a:cubicBezTo>
                  <a:pt x="3839949" y="4334733"/>
                  <a:pt x="3833091" y="4333081"/>
                  <a:pt x="3828392" y="4338923"/>
                </a:cubicBezTo>
                <a:cubicBezTo>
                  <a:pt x="3824836" y="4343368"/>
                  <a:pt x="3825345" y="4351623"/>
                  <a:pt x="3824836" y="4357211"/>
                </a:cubicBezTo>
                <a:cubicBezTo>
                  <a:pt x="3824074" y="4364070"/>
                  <a:pt x="3825345" y="4371943"/>
                  <a:pt x="3829535" y="4374356"/>
                </a:cubicBezTo>
                <a:cubicBezTo>
                  <a:pt x="3836774" y="4378674"/>
                  <a:pt x="3848459" y="4365847"/>
                  <a:pt x="3851760" y="4363435"/>
                </a:cubicBezTo>
                <a:lnTo>
                  <a:pt x="3851760" y="4363561"/>
                </a:lnTo>
                <a:cubicBezTo>
                  <a:pt x="3858237" y="4359243"/>
                  <a:pt x="3858746" y="4355434"/>
                  <a:pt x="3862301" y="4350353"/>
                </a:cubicBezTo>
                <a:cubicBezTo>
                  <a:pt x="3864969" y="4346543"/>
                  <a:pt x="3871191" y="4343877"/>
                  <a:pt x="3876779" y="4337780"/>
                </a:cubicBezTo>
                <a:cubicBezTo>
                  <a:pt x="3883002" y="4331177"/>
                  <a:pt x="3888845" y="4327747"/>
                  <a:pt x="3893035" y="4324699"/>
                </a:cubicBezTo>
                <a:cubicBezTo>
                  <a:pt x="3899766" y="4319747"/>
                  <a:pt x="3907133" y="4318603"/>
                  <a:pt x="3909926" y="4311365"/>
                </a:cubicBezTo>
                <a:cubicBezTo>
                  <a:pt x="3911450" y="4307173"/>
                  <a:pt x="3909037" y="4300823"/>
                  <a:pt x="3908784" y="4296124"/>
                </a:cubicBezTo>
                <a:cubicBezTo>
                  <a:pt x="3908657" y="4290664"/>
                  <a:pt x="3906497" y="4287489"/>
                  <a:pt x="3902560" y="4285203"/>
                </a:cubicBezTo>
                <a:close/>
                <a:moveTo>
                  <a:pt x="4088488" y="4256373"/>
                </a:moveTo>
                <a:cubicBezTo>
                  <a:pt x="4084678" y="4252945"/>
                  <a:pt x="4076932" y="4258660"/>
                  <a:pt x="4066898" y="4262342"/>
                </a:cubicBezTo>
                <a:cubicBezTo>
                  <a:pt x="4060421" y="4264628"/>
                  <a:pt x="4051023" y="4262723"/>
                  <a:pt x="4043784" y="4267296"/>
                </a:cubicBezTo>
                <a:cubicBezTo>
                  <a:pt x="4037561" y="4271360"/>
                  <a:pt x="4033244" y="4278726"/>
                  <a:pt x="4027401" y="4284060"/>
                </a:cubicBezTo>
                <a:cubicBezTo>
                  <a:pt x="4021559" y="4289393"/>
                  <a:pt x="4015845" y="4294473"/>
                  <a:pt x="4011526" y="4300697"/>
                </a:cubicBezTo>
                <a:cubicBezTo>
                  <a:pt x="4009240" y="4303745"/>
                  <a:pt x="4003017" y="4308316"/>
                  <a:pt x="4000350" y="4314285"/>
                </a:cubicBezTo>
                <a:cubicBezTo>
                  <a:pt x="3997810" y="4320128"/>
                  <a:pt x="3995651" y="4328383"/>
                  <a:pt x="3998319" y="4333081"/>
                </a:cubicBezTo>
                <a:cubicBezTo>
                  <a:pt x="4001239" y="4337780"/>
                  <a:pt x="4009621" y="4336003"/>
                  <a:pt x="4016225" y="4334352"/>
                </a:cubicBezTo>
                <a:cubicBezTo>
                  <a:pt x="4021686" y="4332954"/>
                  <a:pt x="4025115" y="4331811"/>
                  <a:pt x="4029052" y="4326859"/>
                </a:cubicBezTo>
                <a:cubicBezTo>
                  <a:pt x="4031846" y="4323429"/>
                  <a:pt x="4035021" y="4319366"/>
                  <a:pt x="4039721" y="4314666"/>
                </a:cubicBezTo>
                <a:cubicBezTo>
                  <a:pt x="4043531" y="4310984"/>
                  <a:pt x="4048357" y="4310476"/>
                  <a:pt x="4051912" y="4308443"/>
                </a:cubicBezTo>
                <a:cubicBezTo>
                  <a:pt x="4056358" y="4305903"/>
                  <a:pt x="4059786" y="4303236"/>
                  <a:pt x="4063596" y="4301459"/>
                </a:cubicBezTo>
                <a:cubicBezTo>
                  <a:pt x="4068169" y="4299427"/>
                  <a:pt x="4069565" y="4293203"/>
                  <a:pt x="4072995" y="4290536"/>
                </a:cubicBezTo>
                <a:cubicBezTo>
                  <a:pt x="4076550" y="4287870"/>
                  <a:pt x="4081884" y="4287616"/>
                  <a:pt x="4084678" y="4283171"/>
                </a:cubicBezTo>
                <a:cubicBezTo>
                  <a:pt x="4090012" y="4274789"/>
                  <a:pt x="4093822" y="4261199"/>
                  <a:pt x="4088488" y="4256373"/>
                </a:cubicBezTo>
                <a:close/>
                <a:moveTo>
                  <a:pt x="4237713" y="4250151"/>
                </a:moveTo>
                <a:cubicBezTo>
                  <a:pt x="4233904" y="4246341"/>
                  <a:pt x="4226410" y="4247356"/>
                  <a:pt x="4217267" y="4252564"/>
                </a:cubicBezTo>
                <a:cubicBezTo>
                  <a:pt x="4210409" y="4256373"/>
                  <a:pt x="4203423" y="4261708"/>
                  <a:pt x="4198344" y="4266534"/>
                </a:cubicBezTo>
                <a:cubicBezTo>
                  <a:pt x="4196311" y="4268439"/>
                  <a:pt x="4191232" y="4274408"/>
                  <a:pt x="4186913" y="4280503"/>
                </a:cubicBezTo>
                <a:cubicBezTo>
                  <a:pt x="4182849" y="4286218"/>
                  <a:pt x="4179674" y="4291553"/>
                  <a:pt x="4182341" y="4296505"/>
                </a:cubicBezTo>
                <a:cubicBezTo>
                  <a:pt x="4185897" y="4303236"/>
                  <a:pt x="4197709" y="4301712"/>
                  <a:pt x="4203677" y="4296378"/>
                </a:cubicBezTo>
                <a:cubicBezTo>
                  <a:pt x="4209011" y="4291553"/>
                  <a:pt x="4214726" y="4287235"/>
                  <a:pt x="4219552" y="4282281"/>
                </a:cubicBezTo>
                <a:cubicBezTo>
                  <a:pt x="4225013" y="4276693"/>
                  <a:pt x="4232125" y="4273265"/>
                  <a:pt x="4235682" y="4268185"/>
                </a:cubicBezTo>
                <a:cubicBezTo>
                  <a:pt x="4241650" y="4259929"/>
                  <a:pt x="4241777" y="4254087"/>
                  <a:pt x="4237713" y="4250151"/>
                </a:cubicBezTo>
                <a:close/>
                <a:moveTo>
                  <a:pt x="3793848" y="4144747"/>
                </a:moveTo>
                <a:cubicBezTo>
                  <a:pt x="3789403" y="4141953"/>
                  <a:pt x="3780006" y="4149319"/>
                  <a:pt x="3770734" y="4154653"/>
                </a:cubicBezTo>
                <a:cubicBezTo>
                  <a:pt x="3764765" y="4158082"/>
                  <a:pt x="3759432" y="4163416"/>
                  <a:pt x="3753209" y="4169131"/>
                </a:cubicBezTo>
                <a:cubicBezTo>
                  <a:pt x="3747621" y="4174211"/>
                  <a:pt x="3737334" y="4175481"/>
                  <a:pt x="3732508" y="4181704"/>
                </a:cubicBezTo>
                <a:cubicBezTo>
                  <a:pt x="3727682" y="4187927"/>
                  <a:pt x="3726920" y="4197198"/>
                  <a:pt x="3723745" y="4204056"/>
                </a:cubicBezTo>
                <a:cubicBezTo>
                  <a:pt x="3722094" y="4207612"/>
                  <a:pt x="3720442" y="4214089"/>
                  <a:pt x="3718919" y="4220439"/>
                </a:cubicBezTo>
                <a:cubicBezTo>
                  <a:pt x="3717395" y="4226662"/>
                  <a:pt x="3718029" y="4230218"/>
                  <a:pt x="3721459" y="4234282"/>
                </a:cubicBezTo>
                <a:lnTo>
                  <a:pt x="3721459" y="4234409"/>
                </a:lnTo>
                <a:cubicBezTo>
                  <a:pt x="3725141" y="4238727"/>
                  <a:pt x="3730221" y="4243680"/>
                  <a:pt x="3736445" y="4241013"/>
                </a:cubicBezTo>
                <a:cubicBezTo>
                  <a:pt x="3741524" y="4238727"/>
                  <a:pt x="3741906" y="4233393"/>
                  <a:pt x="3744572" y="4227170"/>
                </a:cubicBezTo>
                <a:cubicBezTo>
                  <a:pt x="3746477" y="4222852"/>
                  <a:pt x="3749145" y="4217772"/>
                  <a:pt x="3752954" y="4212184"/>
                </a:cubicBezTo>
                <a:cubicBezTo>
                  <a:pt x="3755875" y="4207866"/>
                  <a:pt x="3758415" y="4203548"/>
                  <a:pt x="3761209" y="4200500"/>
                </a:cubicBezTo>
                <a:cubicBezTo>
                  <a:pt x="3764892" y="4196690"/>
                  <a:pt x="3771877" y="4198087"/>
                  <a:pt x="3775307" y="4195674"/>
                </a:cubicBezTo>
                <a:cubicBezTo>
                  <a:pt x="3779371" y="4192880"/>
                  <a:pt x="3780259" y="4185514"/>
                  <a:pt x="3784196" y="4182974"/>
                </a:cubicBezTo>
                <a:cubicBezTo>
                  <a:pt x="3788260" y="4180561"/>
                  <a:pt x="3793340" y="4180180"/>
                  <a:pt x="3795372" y="4175227"/>
                </a:cubicBezTo>
                <a:cubicBezTo>
                  <a:pt x="3797150" y="4171036"/>
                  <a:pt x="3800707" y="4165448"/>
                  <a:pt x="3800579" y="4160495"/>
                </a:cubicBezTo>
                <a:cubicBezTo>
                  <a:pt x="3800325" y="4154526"/>
                  <a:pt x="3797150" y="4146779"/>
                  <a:pt x="3793848" y="4144747"/>
                </a:cubicBezTo>
                <a:close/>
                <a:moveTo>
                  <a:pt x="4096871" y="4134333"/>
                </a:moveTo>
                <a:cubicBezTo>
                  <a:pt x="4093441" y="4132555"/>
                  <a:pt x="4089250" y="4135603"/>
                  <a:pt x="4086075" y="4137381"/>
                </a:cubicBezTo>
                <a:lnTo>
                  <a:pt x="4085948" y="4137381"/>
                </a:lnTo>
                <a:cubicBezTo>
                  <a:pt x="4081376" y="4139921"/>
                  <a:pt x="4077439" y="4145255"/>
                  <a:pt x="4072995" y="4150589"/>
                </a:cubicBezTo>
                <a:cubicBezTo>
                  <a:pt x="4068803" y="4155542"/>
                  <a:pt x="4063596" y="4159987"/>
                  <a:pt x="4061310" y="4165194"/>
                </a:cubicBezTo>
                <a:cubicBezTo>
                  <a:pt x="4057882" y="4172687"/>
                  <a:pt x="4057882" y="4179164"/>
                  <a:pt x="4061691" y="4182593"/>
                </a:cubicBezTo>
                <a:cubicBezTo>
                  <a:pt x="4067279" y="4187546"/>
                  <a:pt x="4073375" y="4187800"/>
                  <a:pt x="4079852" y="4184752"/>
                </a:cubicBezTo>
                <a:cubicBezTo>
                  <a:pt x="4085440" y="4182212"/>
                  <a:pt x="4088996" y="4176116"/>
                  <a:pt x="4093569" y="4170655"/>
                </a:cubicBezTo>
                <a:cubicBezTo>
                  <a:pt x="4098013" y="4165194"/>
                  <a:pt x="4103094" y="4160368"/>
                  <a:pt x="4104998" y="4154526"/>
                </a:cubicBezTo>
                <a:cubicBezTo>
                  <a:pt x="4106269" y="4150716"/>
                  <a:pt x="4102839" y="4137508"/>
                  <a:pt x="4096871" y="4134333"/>
                </a:cubicBezTo>
                <a:close/>
                <a:moveTo>
                  <a:pt x="3976856" y="4121379"/>
                </a:moveTo>
                <a:cubicBezTo>
                  <a:pt x="3972284" y="4121125"/>
                  <a:pt x="3967203" y="4121760"/>
                  <a:pt x="3963521" y="4123157"/>
                </a:cubicBezTo>
                <a:cubicBezTo>
                  <a:pt x="3955773" y="4126078"/>
                  <a:pt x="3954631" y="4134968"/>
                  <a:pt x="3950185" y="4139540"/>
                </a:cubicBezTo>
                <a:cubicBezTo>
                  <a:pt x="3945995" y="4143858"/>
                  <a:pt x="3939517" y="4146398"/>
                  <a:pt x="3932024" y="4150462"/>
                </a:cubicBezTo>
                <a:cubicBezTo>
                  <a:pt x="3925421" y="4154018"/>
                  <a:pt x="3921102" y="4159098"/>
                  <a:pt x="3916531" y="4159733"/>
                </a:cubicBezTo>
                <a:cubicBezTo>
                  <a:pt x="3911450" y="4160368"/>
                  <a:pt x="3907259" y="4158209"/>
                  <a:pt x="3901163" y="4162400"/>
                </a:cubicBezTo>
                <a:cubicBezTo>
                  <a:pt x="3896464" y="4165702"/>
                  <a:pt x="3896210" y="4171798"/>
                  <a:pt x="3894051" y="4177005"/>
                </a:cubicBezTo>
                <a:cubicBezTo>
                  <a:pt x="3891511" y="4183355"/>
                  <a:pt x="3887066" y="4188816"/>
                  <a:pt x="3890496" y="4192372"/>
                </a:cubicBezTo>
                <a:cubicBezTo>
                  <a:pt x="3896210" y="4198595"/>
                  <a:pt x="3911959" y="4196182"/>
                  <a:pt x="3915896" y="4195039"/>
                </a:cubicBezTo>
                <a:cubicBezTo>
                  <a:pt x="3923388" y="4192753"/>
                  <a:pt x="3923896" y="4184371"/>
                  <a:pt x="3928722" y="4180561"/>
                </a:cubicBezTo>
                <a:cubicBezTo>
                  <a:pt x="3932278" y="4177513"/>
                  <a:pt x="3936723" y="4173068"/>
                  <a:pt x="3943709" y="4168877"/>
                </a:cubicBezTo>
                <a:cubicBezTo>
                  <a:pt x="3951456" y="4164305"/>
                  <a:pt x="3960472" y="4167607"/>
                  <a:pt x="3965298" y="4165829"/>
                </a:cubicBezTo>
                <a:cubicBezTo>
                  <a:pt x="3973299" y="4162908"/>
                  <a:pt x="3977236" y="4159733"/>
                  <a:pt x="3981935" y="4153637"/>
                </a:cubicBezTo>
                <a:cubicBezTo>
                  <a:pt x="3984729" y="4149954"/>
                  <a:pt x="3990445" y="4146398"/>
                  <a:pt x="3991460" y="4141572"/>
                </a:cubicBezTo>
                <a:cubicBezTo>
                  <a:pt x="3992476" y="4136365"/>
                  <a:pt x="3991079" y="4128618"/>
                  <a:pt x="3988032" y="4125316"/>
                </a:cubicBezTo>
                <a:cubicBezTo>
                  <a:pt x="3985872" y="4122903"/>
                  <a:pt x="3981554" y="4121760"/>
                  <a:pt x="3976856" y="4121379"/>
                </a:cubicBezTo>
                <a:close/>
                <a:moveTo>
                  <a:pt x="3675738" y="4007460"/>
                </a:moveTo>
                <a:cubicBezTo>
                  <a:pt x="3672056" y="4005936"/>
                  <a:pt x="3668626" y="4007587"/>
                  <a:pt x="3663292" y="4011651"/>
                </a:cubicBezTo>
                <a:lnTo>
                  <a:pt x="3663420" y="4011651"/>
                </a:lnTo>
                <a:cubicBezTo>
                  <a:pt x="3658721" y="4015207"/>
                  <a:pt x="3649449" y="4015715"/>
                  <a:pt x="3643988" y="4021176"/>
                </a:cubicBezTo>
                <a:cubicBezTo>
                  <a:pt x="3639289" y="4025875"/>
                  <a:pt x="3636241" y="4032987"/>
                  <a:pt x="3631542" y="4038321"/>
                </a:cubicBezTo>
                <a:cubicBezTo>
                  <a:pt x="3626971" y="4043655"/>
                  <a:pt x="3622145" y="4048989"/>
                  <a:pt x="3618081" y="4054323"/>
                </a:cubicBezTo>
                <a:cubicBezTo>
                  <a:pt x="3613635" y="4060419"/>
                  <a:pt x="3613000" y="4068547"/>
                  <a:pt x="3609952" y="4073754"/>
                </a:cubicBezTo>
                <a:cubicBezTo>
                  <a:pt x="3604746" y="4082898"/>
                  <a:pt x="3604110" y="4086200"/>
                  <a:pt x="3606650" y="4089121"/>
                </a:cubicBezTo>
                <a:cubicBezTo>
                  <a:pt x="3610587" y="4093947"/>
                  <a:pt x="3613889" y="4095344"/>
                  <a:pt x="3622145" y="4090899"/>
                </a:cubicBezTo>
                <a:cubicBezTo>
                  <a:pt x="3627351" y="4087978"/>
                  <a:pt x="3633447" y="4084295"/>
                  <a:pt x="3639289" y="4079088"/>
                </a:cubicBezTo>
                <a:cubicBezTo>
                  <a:pt x="3644242" y="4074770"/>
                  <a:pt x="3649069" y="4069309"/>
                  <a:pt x="3653895" y="4064102"/>
                </a:cubicBezTo>
                <a:cubicBezTo>
                  <a:pt x="3658594" y="4058768"/>
                  <a:pt x="3663165" y="4053434"/>
                  <a:pt x="3667229" y="4047973"/>
                </a:cubicBezTo>
                <a:cubicBezTo>
                  <a:pt x="3671801" y="4042004"/>
                  <a:pt x="3675484" y="4035781"/>
                  <a:pt x="3678659" y="4030320"/>
                </a:cubicBezTo>
                <a:cubicBezTo>
                  <a:pt x="3682342" y="4023716"/>
                  <a:pt x="3682215" y="4010127"/>
                  <a:pt x="3675738" y="4007460"/>
                </a:cubicBezTo>
                <a:close/>
                <a:moveTo>
                  <a:pt x="3855444" y="3990061"/>
                </a:moveTo>
                <a:cubicBezTo>
                  <a:pt x="3848585" y="3990950"/>
                  <a:pt x="3842109" y="3996538"/>
                  <a:pt x="3834108" y="3999459"/>
                </a:cubicBezTo>
                <a:cubicBezTo>
                  <a:pt x="3827122" y="4001999"/>
                  <a:pt x="3818867" y="4002253"/>
                  <a:pt x="3812009" y="4006190"/>
                </a:cubicBezTo>
                <a:cubicBezTo>
                  <a:pt x="3805278" y="4010127"/>
                  <a:pt x="3799945" y="4015969"/>
                  <a:pt x="3794357" y="4021176"/>
                </a:cubicBezTo>
                <a:cubicBezTo>
                  <a:pt x="3791562" y="4023843"/>
                  <a:pt x="3784832" y="4026891"/>
                  <a:pt x="3781021" y="4032225"/>
                </a:cubicBezTo>
                <a:cubicBezTo>
                  <a:pt x="3777211" y="4037432"/>
                  <a:pt x="3774290" y="4044036"/>
                  <a:pt x="3776069" y="4048989"/>
                </a:cubicBezTo>
                <a:lnTo>
                  <a:pt x="3776196" y="4048989"/>
                </a:lnTo>
                <a:cubicBezTo>
                  <a:pt x="3777973" y="4054196"/>
                  <a:pt x="3784959" y="4058641"/>
                  <a:pt x="3791689" y="4058387"/>
                </a:cubicBezTo>
                <a:cubicBezTo>
                  <a:pt x="3797277" y="4058260"/>
                  <a:pt x="3800198" y="4054958"/>
                  <a:pt x="3804644" y="4049878"/>
                </a:cubicBezTo>
                <a:cubicBezTo>
                  <a:pt x="3807946" y="4046195"/>
                  <a:pt x="3810739" y="4040226"/>
                  <a:pt x="3816327" y="4036543"/>
                </a:cubicBezTo>
                <a:cubicBezTo>
                  <a:pt x="3820772" y="4033622"/>
                  <a:pt x="3825217" y="4030447"/>
                  <a:pt x="3829154" y="4029050"/>
                </a:cubicBezTo>
                <a:cubicBezTo>
                  <a:pt x="3834108" y="4027272"/>
                  <a:pt x="3840076" y="4030066"/>
                  <a:pt x="3844140" y="4029177"/>
                </a:cubicBezTo>
                <a:cubicBezTo>
                  <a:pt x="3848966" y="4028034"/>
                  <a:pt x="3854046" y="4029558"/>
                  <a:pt x="3858237" y="4028415"/>
                </a:cubicBezTo>
                <a:cubicBezTo>
                  <a:pt x="3862301" y="4027145"/>
                  <a:pt x="3863698" y="4021049"/>
                  <a:pt x="3867382" y="4017239"/>
                </a:cubicBezTo>
                <a:cubicBezTo>
                  <a:pt x="3870429" y="4014064"/>
                  <a:pt x="3872842" y="4010635"/>
                  <a:pt x="3874874" y="4006444"/>
                </a:cubicBezTo>
                <a:cubicBezTo>
                  <a:pt x="3877160" y="4001237"/>
                  <a:pt x="3878938" y="3998316"/>
                  <a:pt x="3876525" y="3995141"/>
                </a:cubicBezTo>
                <a:cubicBezTo>
                  <a:pt x="3873477" y="3990950"/>
                  <a:pt x="3865984" y="3988537"/>
                  <a:pt x="3855444" y="3990061"/>
                </a:cubicBezTo>
                <a:close/>
                <a:moveTo>
                  <a:pt x="3697201" y="3878174"/>
                </a:moveTo>
                <a:cubicBezTo>
                  <a:pt x="3693646" y="3876396"/>
                  <a:pt x="3689327" y="3876904"/>
                  <a:pt x="3685771" y="3879317"/>
                </a:cubicBezTo>
                <a:lnTo>
                  <a:pt x="3685645" y="3879317"/>
                </a:lnTo>
                <a:cubicBezTo>
                  <a:pt x="3680564" y="3882619"/>
                  <a:pt x="3674849" y="3888715"/>
                  <a:pt x="3669642" y="3895065"/>
                </a:cubicBezTo>
                <a:cubicBezTo>
                  <a:pt x="3664689" y="3901034"/>
                  <a:pt x="3659990" y="3907511"/>
                  <a:pt x="3656815" y="3913607"/>
                </a:cubicBezTo>
                <a:cubicBezTo>
                  <a:pt x="3651989" y="3922878"/>
                  <a:pt x="3651354" y="3930879"/>
                  <a:pt x="3655164" y="3934562"/>
                </a:cubicBezTo>
                <a:cubicBezTo>
                  <a:pt x="3661007" y="3940023"/>
                  <a:pt x="3668119" y="3938880"/>
                  <a:pt x="3675992" y="3933927"/>
                </a:cubicBezTo>
                <a:cubicBezTo>
                  <a:pt x="3682088" y="3930244"/>
                  <a:pt x="3688565" y="3925164"/>
                  <a:pt x="3693772" y="3918560"/>
                </a:cubicBezTo>
                <a:cubicBezTo>
                  <a:pt x="3698979" y="3912083"/>
                  <a:pt x="3703551" y="3904971"/>
                  <a:pt x="3706091" y="3898367"/>
                </a:cubicBezTo>
                <a:cubicBezTo>
                  <a:pt x="3707870" y="3893795"/>
                  <a:pt x="3703297" y="3881095"/>
                  <a:pt x="3697201" y="3878174"/>
                </a:cubicBezTo>
                <a:close/>
                <a:moveTo>
                  <a:pt x="3574392" y="3872198"/>
                </a:moveTo>
                <a:cubicBezTo>
                  <a:pt x="3568677" y="3867245"/>
                  <a:pt x="3565375" y="3873976"/>
                  <a:pt x="3558390" y="3882231"/>
                </a:cubicBezTo>
                <a:cubicBezTo>
                  <a:pt x="3554581" y="3886676"/>
                  <a:pt x="3545436" y="3888073"/>
                  <a:pt x="3539595" y="3894169"/>
                </a:cubicBezTo>
                <a:cubicBezTo>
                  <a:pt x="3535149" y="3898868"/>
                  <a:pt x="3531594" y="3904964"/>
                  <a:pt x="3525371" y="3909791"/>
                </a:cubicBezTo>
                <a:cubicBezTo>
                  <a:pt x="3519783" y="3914235"/>
                  <a:pt x="3514195" y="3916775"/>
                  <a:pt x="3509876" y="3920331"/>
                </a:cubicBezTo>
                <a:cubicBezTo>
                  <a:pt x="3505050" y="3924395"/>
                  <a:pt x="3505432" y="3931888"/>
                  <a:pt x="3502637" y="3938111"/>
                </a:cubicBezTo>
                <a:lnTo>
                  <a:pt x="3502637" y="3938238"/>
                </a:lnTo>
                <a:cubicBezTo>
                  <a:pt x="3499209" y="3945985"/>
                  <a:pt x="3494001" y="3956907"/>
                  <a:pt x="3499082" y="3961353"/>
                </a:cubicBezTo>
                <a:cubicBezTo>
                  <a:pt x="3502764" y="3964654"/>
                  <a:pt x="3509749" y="3962749"/>
                  <a:pt x="3516226" y="3960082"/>
                </a:cubicBezTo>
                <a:cubicBezTo>
                  <a:pt x="3522069" y="3957797"/>
                  <a:pt x="3527021" y="3953224"/>
                  <a:pt x="3530704" y="3950557"/>
                </a:cubicBezTo>
                <a:cubicBezTo>
                  <a:pt x="3537309" y="3945985"/>
                  <a:pt x="3541372" y="3938873"/>
                  <a:pt x="3546834" y="3933158"/>
                </a:cubicBezTo>
                <a:cubicBezTo>
                  <a:pt x="3552548" y="3927189"/>
                  <a:pt x="3560169" y="3923379"/>
                  <a:pt x="3564359" y="3917029"/>
                </a:cubicBezTo>
                <a:cubicBezTo>
                  <a:pt x="3569312" y="3909536"/>
                  <a:pt x="3571090" y="3901662"/>
                  <a:pt x="3573249" y="3895058"/>
                </a:cubicBezTo>
                <a:cubicBezTo>
                  <a:pt x="3576551" y="3884898"/>
                  <a:pt x="3579346" y="3876389"/>
                  <a:pt x="3574392" y="3872198"/>
                </a:cubicBezTo>
                <a:close/>
                <a:moveTo>
                  <a:pt x="3524482" y="3782670"/>
                </a:moveTo>
                <a:cubicBezTo>
                  <a:pt x="3521052" y="3782924"/>
                  <a:pt x="3517623" y="3784829"/>
                  <a:pt x="3513433" y="3788258"/>
                </a:cubicBezTo>
                <a:cubicBezTo>
                  <a:pt x="3509241" y="3791814"/>
                  <a:pt x="3505939" y="3799180"/>
                  <a:pt x="3498065" y="3804641"/>
                </a:cubicBezTo>
                <a:cubicBezTo>
                  <a:pt x="3493747" y="3807689"/>
                  <a:pt x="3488286" y="3807943"/>
                  <a:pt x="3484476" y="3810356"/>
                </a:cubicBezTo>
                <a:cubicBezTo>
                  <a:pt x="3480285" y="3812896"/>
                  <a:pt x="3479904" y="3818357"/>
                  <a:pt x="3477999" y="3823437"/>
                </a:cubicBezTo>
                <a:lnTo>
                  <a:pt x="3478126" y="3823437"/>
                </a:lnTo>
                <a:cubicBezTo>
                  <a:pt x="3475840" y="3829787"/>
                  <a:pt x="3474571" y="3838677"/>
                  <a:pt x="3479650" y="3843122"/>
                </a:cubicBezTo>
                <a:cubicBezTo>
                  <a:pt x="3483207" y="3846170"/>
                  <a:pt x="3487524" y="3845535"/>
                  <a:pt x="3492859" y="3843757"/>
                </a:cubicBezTo>
                <a:cubicBezTo>
                  <a:pt x="3498065" y="3841979"/>
                  <a:pt x="3503781" y="3841090"/>
                  <a:pt x="3506956" y="3839058"/>
                </a:cubicBezTo>
                <a:cubicBezTo>
                  <a:pt x="3513813" y="3834867"/>
                  <a:pt x="3519909" y="3830549"/>
                  <a:pt x="3524735" y="3825850"/>
                </a:cubicBezTo>
                <a:cubicBezTo>
                  <a:pt x="3530959" y="3819881"/>
                  <a:pt x="3534134" y="3813277"/>
                  <a:pt x="3536546" y="3807435"/>
                </a:cubicBezTo>
                <a:cubicBezTo>
                  <a:pt x="3539848" y="3799434"/>
                  <a:pt x="3540864" y="3792068"/>
                  <a:pt x="3534896" y="3786988"/>
                </a:cubicBezTo>
                <a:cubicBezTo>
                  <a:pt x="3531085" y="3783813"/>
                  <a:pt x="3527784" y="3782416"/>
                  <a:pt x="3524482" y="3782670"/>
                </a:cubicBezTo>
                <a:close/>
                <a:moveTo>
                  <a:pt x="3408658" y="3766661"/>
                </a:moveTo>
                <a:cubicBezTo>
                  <a:pt x="3406625" y="3767423"/>
                  <a:pt x="3404466" y="3769201"/>
                  <a:pt x="3402434" y="3771106"/>
                </a:cubicBezTo>
                <a:cubicBezTo>
                  <a:pt x="3398624" y="3774408"/>
                  <a:pt x="3394307" y="3778218"/>
                  <a:pt x="3391004" y="3780250"/>
                </a:cubicBezTo>
                <a:cubicBezTo>
                  <a:pt x="3381225" y="3786219"/>
                  <a:pt x="3372971" y="3789648"/>
                  <a:pt x="3368779" y="3794982"/>
                </a:cubicBezTo>
                <a:cubicBezTo>
                  <a:pt x="3361667" y="3803491"/>
                  <a:pt x="3362810" y="3813143"/>
                  <a:pt x="3359127" y="3820128"/>
                </a:cubicBezTo>
                <a:cubicBezTo>
                  <a:pt x="3356714" y="3824573"/>
                  <a:pt x="3352015" y="3827748"/>
                  <a:pt x="3349984" y="3831812"/>
                </a:cubicBezTo>
                <a:cubicBezTo>
                  <a:pt x="3347697" y="3836257"/>
                  <a:pt x="3347316" y="3838924"/>
                  <a:pt x="3351508" y="3843623"/>
                </a:cubicBezTo>
                <a:cubicBezTo>
                  <a:pt x="3354683" y="3847306"/>
                  <a:pt x="3363572" y="3846291"/>
                  <a:pt x="3368779" y="3843750"/>
                </a:cubicBezTo>
                <a:cubicBezTo>
                  <a:pt x="3375384" y="3840703"/>
                  <a:pt x="3380463" y="3836003"/>
                  <a:pt x="3385035" y="3832447"/>
                </a:cubicBezTo>
                <a:cubicBezTo>
                  <a:pt x="3390750" y="3827748"/>
                  <a:pt x="3394560" y="3822160"/>
                  <a:pt x="3397735" y="3817716"/>
                </a:cubicBezTo>
                <a:cubicBezTo>
                  <a:pt x="3403450" y="3809714"/>
                  <a:pt x="3406245" y="3803237"/>
                  <a:pt x="3407514" y="3800951"/>
                </a:cubicBezTo>
                <a:cubicBezTo>
                  <a:pt x="3408911" y="3798285"/>
                  <a:pt x="3412213" y="3791680"/>
                  <a:pt x="3415134" y="3785076"/>
                </a:cubicBezTo>
                <a:cubicBezTo>
                  <a:pt x="3417674" y="3779107"/>
                  <a:pt x="3418945" y="3773011"/>
                  <a:pt x="3415008" y="3768566"/>
                </a:cubicBezTo>
                <a:cubicBezTo>
                  <a:pt x="3412975" y="3766153"/>
                  <a:pt x="3410816" y="3765899"/>
                  <a:pt x="3408658" y="3766661"/>
                </a:cubicBezTo>
                <a:close/>
                <a:moveTo>
                  <a:pt x="373230" y="0"/>
                </a:moveTo>
                <a:lnTo>
                  <a:pt x="373243" y="0"/>
                </a:lnTo>
                <a:lnTo>
                  <a:pt x="6781778" y="0"/>
                </a:lnTo>
                <a:lnTo>
                  <a:pt x="6781778" y="5278176"/>
                </a:lnTo>
                <a:lnTo>
                  <a:pt x="6775090" y="5298600"/>
                </a:lnTo>
                <a:cubicBezTo>
                  <a:pt x="6709433" y="5403129"/>
                  <a:pt x="6181609" y="5537807"/>
                  <a:pt x="6099438" y="5555958"/>
                </a:cubicBezTo>
                <a:cubicBezTo>
                  <a:pt x="5867955" y="5607088"/>
                  <a:pt x="5628966" y="5622004"/>
                  <a:pt x="5392956" y="5600357"/>
                </a:cubicBezTo>
                <a:cubicBezTo>
                  <a:pt x="5192836" y="5582006"/>
                  <a:pt x="4992741" y="5539962"/>
                  <a:pt x="4802425" y="5472164"/>
                </a:cubicBezTo>
                <a:cubicBezTo>
                  <a:pt x="4802203" y="5468093"/>
                  <a:pt x="4800959" y="5464671"/>
                  <a:pt x="4798558" y="5462639"/>
                </a:cubicBezTo>
                <a:cubicBezTo>
                  <a:pt x="4794265" y="5459045"/>
                  <a:pt x="4790671" y="5461438"/>
                  <a:pt x="4786208" y="5466353"/>
                </a:cubicBezTo>
                <a:cubicBezTo>
                  <a:pt x="4765513" y="5458797"/>
                  <a:pt x="4744958" y="5450878"/>
                  <a:pt x="4724517" y="5442706"/>
                </a:cubicBezTo>
                <a:cubicBezTo>
                  <a:pt x="4730924" y="5437277"/>
                  <a:pt x="4735719" y="5431232"/>
                  <a:pt x="4740005" y="5425809"/>
                </a:cubicBezTo>
                <a:cubicBezTo>
                  <a:pt x="4747371" y="5416537"/>
                  <a:pt x="4752832" y="5409553"/>
                  <a:pt x="4753975" y="5407267"/>
                </a:cubicBezTo>
                <a:cubicBezTo>
                  <a:pt x="4755372" y="5404727"/>
                  <a:pt x="4760452" y="5398758"/>
                  <a:pt x="4763373" y="5392154"/>
                </a:cubicBezTo>
                <a:cubicBezTo>
                  <a:pt x="4765913" y="5386311"/>
                  <a:pt x="4766802" y="5379454"/>
                  <a:pt x="4762865" y="5375009"/>
                </a:cubicBezTo>
                <a:cubicBezTo>
                  <a:pt x="4760833" y="5372596"/>
                  <a:pt x="4758674" y="5372342"/>
                  <a:pt x="4756515" y="5372977"/>
                </a:cubicBezTo>
                <a:cubicBezTo>
                  <a:pt x="4754355" y="5373739"/>
                  <a:pt x="4752070" y="5375517"/>
                  <a:pt x="4749911" y="5377295"/>
                </a:cubicBezTo>
                <a:cubicBezTo>
                  <a:pt x="4745847" y="5380470"/>
                  <a:pt x="4740386" y="5382755"/>
                  <a:pt x="4737084" y="5384787"/>
                </a:cubicBezTo>
                <a:cubicBezTo>
                  <a:pt x="4730353" y="5388852"/>
                  <a:pt x="4723622" y="5392535"/>
                  <a:pt x="4718796" y="5397106"/>
                </a:cubicBezTo>
                <a:cubicBezTo>
                  <a:pt x="4712954" y="5402441"/>
                  <a:pt x="4711684" y="5411204"/>
                  <a:pt x="4708001" y="5416411"/>
                </a:cubicBezTo>
                <a:cubicBezTo>
                  <a:pt x="4703835" y="5422348"/>
                  <a:pt x="4701638" y="5428038"/>
                  <a:pt x="4699581" y="5432584"/>
                </a:cubicBezTo>
                <a:cubicBezTo>
                  <a:pt x="4617468" y="5398548"/>
                  <a:pt x="4537630" y="5359406"/>
                  <a:pt x="4460859" y="5314988"/>
                </a:cubicBezTo>
                <a:cubicBezTo>
                  <a:pt x="4462828" y="5312893"/>
                  <a:pt x="4464745" y="5310810"/>
                  <a:pt x="4466447" y="5308842"/>
                </a:cubicBezTo>
                <a:cubicBezTo>
                  <a:pt x="4468860" y="5306048"/>
                  <a:pt x="4473813" y="5301984"/>
                  <a:pt x="4474702" y="5296904"/>
                </a:cubicBezTo>
                <a:cubicBezTo>
                  <a:pt x="4475591" y="5291442"/>
                  <a:pt x="4472924" y="5285347"/>
                  <a:pt x="4469876" y="5283187"/>
                </a:cubicBezTo>
                <a:cubicBezTo>
                  <a:pt x="4466574" y="5280902"/>
                  <a:pt x="4459080" y="5280393"/>
                  <a:pt x="4453112" y="5283187"/>
                </a:cubicBezTo>
                <a:lnTo>
                  <a:pt x="4453239" y="5283315"/>
                </a:lnTo>
                <a:cubicBezTo>
                  <a:pt x="4447905" y="5285855"/>
                  <a:pt x="4444857" y="5294998"/>
                  <a:pt x="4438507" y="5299317"/>
                </a:cubicBezTo>
                <a:cubicBezTo>
                  <a:pt x="4437790" y="5299786"/>
                  <a:pt x="4437014" y="5300193"/>
                  <a:pt x="4436208" y="5300555"/>
                </a:cubicBezTo>
                <a:cubicBezTo>
                  <a:pt x="4396203" y="5276609"/>
                  <a:pt x="4357080" y="5251184"/>
                  <a:pt x="4318956" y="5224272"/>
                </a:cubicBezTo>
                <a:cubicBezTo>
                  <a:pt x="4326601" y="5220939"/>
                  <a:pt x="4332900" y="5214315"/>
                  <a:pt x="4338558" y="5210417"/>
                </a:cubicBezTo>
                <a:cubicBezTo>
                  <a:pt x="4348210" y="5203812"/>
                  <a:pt x="4353290" y="5195304"/>
                  <a:pt x="4355067" y="5193525"/>
                </a:cubicBezTo>
                <a:cubicBezTo>
                  <a:pt x="4357100" y="5191493"/>
                  <a:pt x="4366625" y="5189842"/>
                  <a:pt x="4371197" y="5184381"/>
                </a:cubicBezTo>
                <a:cubicBezTo>
                  <a:pt x="4375388" y="5179429"/>
                  <a:pt x="4375515" y="5170539"/>
                  <a:pt x="4373102" y="5165078"/>
                </a:cubicBezTo>
                <a:cubicBezTo>
                  <a:pt x="4370435" y="5159236"/>
                  <a:pt x="4364085" y="5158220"/>
                  <a:pt x="4358751" y="5160505"/>
                </a:cubicBezTo>
                <a:cubicBezTo>
                  <a:pt x="4353798" y="5162537"/>
                  <a:pt x="4349861" y="5169142"/>
                  <a:pt x="4346051" y="5170030"/>
                </a:cubicBezTo>
                <a:cubicBezTo>
                  <a:pt x="4338430" y="5171936"/>
                  <a:pt x="4330557" y="5171300"/>
                  <a:pt x="4324588" y="5174222"/>
                </a:cubicBezTo>
                <a:cubicBezTo>
                  <a:pt x="4317476" y="5177650"/>
                  <a:pt x="4315825" y="5187937"/>
                  <a:pt x="4310745" y="5191874"/>
                </a:cubicBezTo>
                <a:cubicBezTo>
                  <a:pt x="4303760" y="5197209"/>
                  <a:pt x="4297283" y="5200130"/>
                  <a:pt x="4293346" y="5203940"/>
                </a:cubicBezTo>
                <a:cubicBezTo>
                  <a:pt x="4292977" y="5204308"/>
                  <a:pt x="4292470" y="5204568"/>
                  <a:pt x="4292044" y="5204892"/>
                </a:cubicBezTo>
                <a:cubicBezTo>
                  <a:pt x="4231154" y="5160226"/>
                  <a:pt x="4172924" y="5111687"/>
                  <a:pt x="4117933" y="5059052"/>
                </a:cubicBezTo>
                <a:cubicBezTo>
                  <a:pt x="3886133" y="4837170"/>
                  <a:pt x="3719001" y="4547146"/>
                  <a:pt x="3545386" y="4264628"/>
                </a:cubicBezTo>
                <a:cubicBezTo>
                  <a:pt x="3551754" y="4262844"/>
                  <a:pt x="3557718" y="4263917"/>
                  <a:pt x="3561565" y="4260069"/>
                </a:cubicBezTo>
                <a:cubicBezTo>
                  <a:pt x="3564995" y="4256894"/>
                  <a:pt x="3569059" y="4253973"/>
                  <a:pt x="3575789" y="4249274"/>
                </a:cubicBezTo>
                <a:cubicBezTo>
                  <a:pt x="3583156" y="4243940"/>
                  <a:pt x="3586838" y="4238606"/>
                  <a:pt x="3591537" y="4236320"/>
                </a:cubicBezTo>
                <a:cubicBezTo>
                  <a:pt x="3599158" y="4232764"/>
                  <a:pt x="3605381" y="4231113"/>
                  <a:pt x="3609571" y="4224636"/>
                </a:cubicBezTo>
                <a:cubicBezTo>
                  <a:pt x="3611984" y="4220699"/>
                  <a:pt x="3608683" y="4214857"/>
                  <a:pt x="3608809" y="4210412"/>
                </a:cubicBezTo>
                <a:cubicBezTo>
                  <a:pt x="3609063" y="4205332"/>
                  <a:pt x="3612746" y="4198855"/>
                  <a:pt x="3609317" y="4195934"/>
                </a:cubicBezTo>
                <a:cubicBezTo>
                  <a:pt x="3606904" y="4193775"/>
                  <a:pt x="3603095" y="4193013"/>
                  <a:pt x="3599031" y="4193140"/>
                </a:cubicBezTo>
                <a:cubicBezTo>
                  <a:pt x="3594839" y="4193267"/>
                  <a:pt x="3590521" y="4194410"/>
                  <a:pt x="3586965" y="4196061"/>
                </a:cubicBezTo>
                <a:cubicBezTo>
                  <a:pt x="3579472" y="4199744"/>
                  <a:pt x="3576678" y="4205586"/>
                  <a:pt x="3572614" y="4210666"/>
                </a:cubicBezTo>
                <a:cubicBezTo>
                  <a:pt x="3568932" y="4215238"/>
                  <a:pt x="3566772" y="4223620"/>
                  <a:pt x="3559660" y="4228319"/>
                </a:cubicBezTo>
                <a:cubicBezTo>
                  <a:pt x="3553310" y="4232510"/>
                  <a:pt x="3547087" y="4232510"/>
                  <a:pt x="3542642" y="4233526"/>
                </a:cubicBezTo>
                <a:cubicBezTo>
                  <a:pt x="3538216" y="4234548"/>
                  <a:pt x="3532889" y="4232974"/>
                  <a:pt x="3527726" y="4235958"/>
                </a:cubicBezTo>
                <a:cubicBezTo>
                  <a:pt x="3502593" y="4195267"/>
                  <a:pt x="3477275" y="4154792"/>
                  <a:pt x="3451558" y="4114749"/>
                </a:cubicBezTo>
                <a:cubicBezTo>
                  <a:pt x="3453323" y="4113740"/>
                  <a:pt x="3455012" y="4112648"/>
                  <a:pt x="3456536" y="4111352"/>
                </a:cubicBezTo>
                <a:cubicBezTo>
                  <a:pt x="3462886" y="4106145"/>
                  <a:pt x="3469998" y="4102462"/>
                  <a:pt x="3475459" y="4097509"/>
                </a:cubicBezTo>
                <a:cubicBezTo>
                  <a:pt x="3481936" y="4091540"/>
                  <a:pt x="3489175" y="4087349"/>
                  <a:pt x="3493621" y="4082396"/>
                </a:cubicBezTo>
                <a:cubicBezTo>
                  <a:pt x="3501748" y="4073125"/>
                  <a:pt x="3501748" y="4066521"/>
                  <a:pt x="3498320" y="4062838"/>
                </a:cubicBezTo>
                <a:cubicBezTo>
                  <a:pt x="3496922" y="4061314"/>
                  <a:pt x="3494509" y="4060298"/>
                  <a:pt x="3491081" y="4060298"/>
                </a:cubicBezTo>
                <a:cubicBezTo>
                  <a:pt x="3487778" y="4060171"/>
                  <a:pt x="3483587" y="4061187"/>
                  <a:pt x="3478508" y="4063600"/>
                </a:cubicBezTo>
                <a:cubicBezTo>
                  <a:pt x="3472284" y="4066648"/>
                  <a:pt x="3465172" y="4070458"/>
                  <a:pt x="3458569" y="4074649"/>
                </a:cubicBezTo>
                <a:cubicBezTo>
                  <a:pt x="3451837" y="4078967"/>
                  <a:pt x="3444090" y="4082269"/>
                  <a:pt x="3438629" y="4086460"/>
                </a:cubicBezTo>
                <a:cubicBezTo>
                  <a:pt x="3437791" y="4087165"/>
                  <a:pt x="3436775" y="4088454"/>
                  <a:pt x="3435606" y="4090086"/>
                </a:cubicBezTo>
                <a:cubicBezTo>
                  <a:pt x="3410544" y="4051510"/>
                  <a:pt x="3385048" y="4013397"/>
                  <a:pt x="3358956" y="3975932"/>
                </a:cubicBezTo>
                <a:cubicBezTo>
                  <a:pt x="3365325" y="3971290"/>
                  <a:pt x="3371135" y="3965867"/>
                  <a:pt x="3376146" y="3960857"/>
                </a:cubicBezTo>
                <a:cubicBezTo>
                  <a:pt x="3382369" y="3954507"/>
                  <a:pt x="3384400" y="3945744"/>
                  <a:pt x="3387829" y="3939648"/>
                </a:cubicBezTo>
                <a:cubicBezTo>
                  <a:pt x="3393036" y="3930377"/>
                  <a:pt x="3399767" y="3920344"/>
                  <a:pt x="3395831" y="3915264"/>
                </a:cubicBezTo>
                <a:cubicBezTo>
                  <a:pt x="3393545" y="3912343"/>
                  <a:pt x="3389481" y="3911581"/>
                  <a:pt x="3385035" y="3912343"/>
                </a:cubicBezTo>
                <a:cubicBezTo>
                  <a:pt x="3380590" y="3913105"/>
                  <a:pt x="3375764" y="3915518"/>
                  <a:pt x="3371446" y="3918820"/>
                </a:cubicBezTo>
                <a:cubicBezTo>
                  <a:pt x="3366874" y="3922503"/>
                  <a:pt x="3364970" y="3931901"/>
                  <a:pt x="3358111" y="3936727"/>
                </a:cubicBezTo>
                <a:cubicBezTo>
                  <a:pt x="3352904" y="3940410"/>
                  <a:pt x="3345792" y="3942950"/>
                  <a:pt x="3338681" y="3946506"/>
                </a:cubicBezTo>
                <a:cubicBezTo>
                  <a:pt x="3338566" y="3946557"/>
                  <a:pt x="3338452" y="3946589"/>
                  <a:pt x="3338337" y="3946646"/>
                </a:cubicBezTo>
                <a:cubicBezTo>
                  <a:pt x="3310613" y="3907701"/>
                  <a:pt x="3282140" y="3869557"/>
                  <a:pt x="3252733" y="3832428"/>
                </a:cubicBezTo>
                <a:cubicBezTo>
                  <a:pt x="3255489" y="3828313"/>
                  <a:pt x="3257915" y="3824014"/>
                  <a:pt x="3261210" y="3821024"/>
                </a:cubicBezTo>
                <a:cubicBezTo>
                  <a:pt x="3267687" y="3815182"/>
                  <a:pt x="3274672" y="3811499"/>
                  <a:pt x="3279117" y="3806419"/>
                </a:cubicBezTo>
                <a:cubicBezTo>
                  <a:pt x="3287246" y="3797148"/>
                  <a:pt x="3291817" y="3791941"/>
                  <a:pt x="3288388" y="3788258"/>
                </a:cubicBezTo>
                <a:cubicBezTo>
                  <a:pt x="3285467" y="3785210"/>
                  <a:pt x="3277847" y="3786988"/>
                  <a:pt x="3267687" y="3791814"/>
                </a:cubicBezTo>
                <a:cubicBezTo>
                  <a:pt x="3261464" y="3794735"/>
                  <a:pt x="3253845" y="3797402"/>
                  <a:pt x="3247113" y="3801720"/>
                </a:cubicBezTo>
                <a:cubicBezTo>
                  <a:pt x="3242897" y="3804393"/>
                  <a:pt x="3237874" y="3806215"/>
                  <a:pt x="3233353" y="3808286"/>
                </a:cubicBezTo>
                <a:cubicBezTo>
                  <a:pt x="3071396" y="3609207"/>
                  <a:pt x="2880001" y="3441833"/>
                  <a:pt x="2623168" y="3344418"/>
                </a:cubicBezTo>
                <a:cubicBezTo>
                  <a:pt x="2147421" y="3138170"/>
                  <a:pt x="1619482" y="3086862"/>
                  <a:pt x="1149327" y="2864993"/>
                </a:cubicBezTo>
                <a:cubicBezTo>
                  <a:pt x="234292" y="2463673"/>
                  <a:pt x="-142136" y="1718056"/>
                  <a:pt x="47983" y="739267"/>
                </a:cubicBezTo>
                <a:cubicBezTo>
                  <a:pt x="95989" y="463423"/>
                  <a:pt x="212575" y="217424"/>
                  <a:pt x="37323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the icon to insert a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7D6485C-8930-FDCD-752F-7EE6BD06A2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54E7771-9F65-BD5E-68EC-E1EB6695F7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chemeClr val="bg1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78FC28F-FC1E-5BE7-F17C-9C1DAE538C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719FEED7-3162-5EA1-4034-F549A31B7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53418" y="3766285"/>
            <a:ext cx="1876440" cy="1885953"/>
          </a:xfrm>
          <a:custGeom>
            <a:avLst/>
            <a:gdLst>
              <a:gd name="connsiteX0" fmla="*/ 465462 w 1876440"/>
              <a:gd name="connsiteY0" fmla="*/ 382 h 1885953"/>
              <a:gd name="connsiteX1" fmla="*/ 471812 w 1876440"/>
              <a:gd name="connsiteY1" fmla="*/ 2287 h 1885953"/>
              <a:gd name="connsiteX2" fmla="*/ 471939 w 1876440"/>
              <a:gd name="connsiteY2" fmla="*/ 18797 h 1885953"/>
              <a:gd name="connsiteX3" fmla="*/ 464319 w 1876440"/>
              <a:gd name="connsiteY3" fmla="*/ 34672 h 1885953"/>
              <a:gd name="connsiteX4" fmla="*/ 454540 w 1876440"/>
              <a:gd name="connsiteY4" fmla="*/ 51436 h 1885953"/>
              <a:gd name="connsiteX5" fmla="*/ 441840 w 1876440"/>
              <a:gd name="connsiteY5" fmla="*/ 66168 h 1885953"/>
              <a:gd name="connsiteX6" fmla="*/ 425584 w 1876440"/>
              <a:gd name="connsiteY6" fmla="*/ 77471 h 1885953"/>
              <a:gd name="connsiteX7" fmla="*/ 408312 w 1876440"/>
              <a:gd name="connsiteY7" fmla="*/ 77344 h 1885953"/>
              <a:gd name="connsiteX8" fmla="*/ 406788 w 1876440"/>
              <a:gd name="connsiteY8" fmla="*/ 65533 h 1885953"/>
              <a:gd name="connsiteX9" fmla="*/ 415932 w 1876440"/>
              <a:gd name="connsiteY9" fmla="*/ 53849 h 1885953"/>
              <a:gd name="connsiteX10" fmla="*/ 425584 w 1876440"/>
              <a:gd name="connsiteY10" fmla="*/ 28703 h 1885953"/>
              <a:gd name="connsiteX11" fmla="*/ 447809 w 1876440"/>
              <a:gd name="connsiteY11" fmla="*/ 13971 h 1885953"/>
              <a:gd name="connsiteX12" fmla="*/ 459239 w 1876440"/>
              <a:gd name="connsiteY12" fmla="*/ 4827 h 1885953"/>
              <a:gd name="connsiteX13" fmla="*/ 465462 w 1876440"/>
              <a:gd name="connsiteY13" fmla="*/ 382 h 1885953"/>
              <a:gd name="connsiteX14" fmla="*/ 581286 w 1876440"/>
              <a:gd name="connsiteY14" fmla="*/ 16384 h 1885953"/>
              <a:gd name="connsiteX15" fmla="*/ 591700 w 1876440"/>
              <a:gd name="connsiteY15" fmla="*/ 20702 h 1885953"/>
              <a:gd name="connsiteX16" fmla="*/ 593351 w 1876440"/>
              <a:gd name="connsiteY16" fmla="*/ 41149 h 1885953"/>
              <a:gd name="connsiteX17" fmla="*/ 581540 w 1876440"/>
              <a:gd name="connsiteY17" fmla="*/ 59564 h 1885953"/>
              <a:gd name="connsiteX18" fmla="*/ 563760 w 1876440"/>
              <a:gd name="connsiteY18" fmla="*/ 72772 h 1885953"/>
              <a:gd name="connsiteX19" fmla="*/ 549663 w 1876440"/>
              <a:gd name="connsiteY19" fmla="*/ 77471 h 1885953"/>
              <a:gd name="connsiteX20" fmla="*/ 536455 w 1876440"/>
              <a:gd name="connsiteY20" fmla="*/ 76836 h 1885953"/>
              <a:gd name="connsiteX21" fmla="*/ 534931 w 1876440"/>
              <a:gd name="connsiteY21" fmla="*/ 57151 h 1885953"/>
              <a:gd name="connsiteX22" fmla="*/ 534804 w 1876440"/>
              <a:gd name="connsiteY22" fmla="*/ 57151 h 1885953"/>
              <a:gd name="connsiteX23" fmla="*/ 541281 w 1876440"/>
              <a:gd name="connsiteY23" fmla="*/ 44070 h 1885953"/>
              <a:gd name="connsiteX24" fmla="*/ 554870 w 1876440"/>
              <a:gd name="connsiteY24" fmla="*/ 38355 h 1885953"/>
              <a:gd name="connsiteX25" fmla="*/ 570237 w 1876440"/>
              <a:gd name="connsiteY25" fmla="*/ 21972 h 1885953"/>
              <a:gd name="connsiteX26" fmla="*/ 581286 w 1876440"/>
              <a:gd name="connsiteY26" fmla="*/ 16384 h 1885953"/>
              <a:gd name="connsiteX27" fmla="*/ 345193 w 1876440"/>
              <a:gd name="connsiteY27" fmla="*/ 21972 h 1885953"/>
              <a:gd name="connsiteX28" fmla="*/ 335922 w 1876440"/>
              <a:gd name="connsiteY28" fmla="*/ 40133 h 1885953"/>
              <a:gd name="connsiteX29" fmla="*/ 318015 w 1876440"/>
              <a:gd name="connsiteY29" fmla="*/ 54738 h 1885953"/>
              <a:gd name="connsiteX30" fmla="*/ 303283 w 1876440"/>
              <a:gd name="connsiteY30" fmla="*/ 73534 h 1885953"/>
              <a:gd name="connsiteX31" fmla="*/ 286900 w 1876440"/>
              <a:gd name="connsiteY31" fmla="*/ 90679 h 1885953"/>
              <a:gd name="connsiteX32" fmla="*/ 269120 w 1876440"/>
              <a:gd name="connsiteY32" fmla="*/ 91441 h 1885953"/>
              <a:gd name="connsiteX33" fmla="*/ 254896 w 1876440"/>
              <a:gd name="connsiteY33" fmla="*/ 89536 h 1885953"/>
              <a:gd name="connsiteX34" fmla="*/ 254769 w 1876440"/>
              <a:gd name="connsiteY34" fmla="*/ 89536 h 1885953"/>
              <a:gd name="connsiteX35" fmla="*/ 267977 w 1876440"/>
              <a:gd name="connsiteY35" fmla="*/ 68581 h 1885953"/>
              <a:gd name="connsiteX36" fmla="*/ 283217 w 1876440"/>
              <a:gd name="connsiteY36" fmla="*/ 45975 h 1885953"/>
              <a:gd name="connsiteX37" fmla="*/ 303918 w 1876440"/>
              <a:gd name="connsiteY37" fmla="*/ 35434 h 1885953"/>
              <a:gd name="connsiteX38" fmla="*/ 324492 w 1876440"/>
              <a:gd name="connsiteY38" fmla="*/ 25528 h 1885953"/>
              <a:gd name="connsiteX39" fmla="*/ 345193 w 1876440"/>
              <a:gd name="connsiteY39" fmla="*/ 21972 h 1885953"/>
              <a:gd name="connsiteX40" fmla="*/ 133357 w 1876440"/>
              <a:gd name="connsiteY40" fmla="*/ 49785 h 1885953"/>
              <a:gd name="connsiteX41" fmla="*/ 144279 w 1876440"/>
              <a:gd name="connsiteY41" fmla="*/ 51563 h 1885953"/>
              <a:gd name="connsiteX42" fmla="*/ 145295 w 1876440"/>
              <a:gd name="connsiteY42" fmla="*/ 76836 h 1885953"/>
              <a:gd name="connsiteX43" fmla="*/ 130563 w 1876440"/>
              <a:gd name="connsiteY43" fmla="*/ 96140 h 1885953"/>
              <a:gd name="connsiteX44" fmla="*/ 117482 w 1876440"/>
              <a:gd name="connsiteY44" fmla="*/ 116206 h 1885953"/>
              <a:gd name="connsiteX45" fmla="*/ 97162 w 1876440"/>
              <a:gd name="connsiteY45" fmla="*/ 128652 h 1885953"/>
              <a:gd name="connsiteX46" fmla="*/ 85097 w 1876440"/>
              <a:gd name="connsiteY46" fmla="*/ 142876 h 1885953"/>
              <a:gd name="connsiteX47" fmla="*/ 68206 w 1876440"/>
              <a:gd name="connsiteY47" fmla="*/ 139320 h 1885953"/>
              <a:gd name="connsiteX48" fmla="*/ 68587 w 1876440"/>
              <a:gd name="connsiteY48" fmla="*/ 116968 h 1885953"/>
              <a:gd name="connsiteX49" fmla="*/ 68587 w 1876440"/>
              <a:gd name="connsiteY49" fmla="*/ 116841 h 1885953"/>
              <a:gd name="connsiteX50" fmla="*/ 80525 w 1876440"/>
              <a:gd name="connsiteY50" fmla="*/ 103379 h 1885953"/>
              <a:gd name="connsiteX51" fmla="*/ 93860 w 1876440"/>
              <a:gd name="connsiteY51" fmla="*/ 90171 h 1885953"/>
              <a:gd name="connsiteX52" fmla="*/ 110116 w 1876440"/>
              <a:gd name="connsiteY52" fmla="*/ 76455 h 1885953"/>
              <a:gd name="connsiteX53" fmla="*/ 121546 w 1876440"/>
              <a:gd name="connsiteY53" fmla="*/ 57786 h 1885953"/>
              <a:gd name="connsiteX54" fmla="*/ 133357 w 1876440"/>
              <a:gd name="connsiteY54" fmla="*/ 49785 h 1885953"/>
              <a:gd name="connsiteX55" fmla="*/ 631197 w 1876440"/>
              <a:gd name="connsiteY55" fmla="*/ 105919 h 1885953"/>
              <a:gd name="connsiteX56" fmla="*/ 630054 w 1876440"/>
              <a:gd name="connsiteY56" fmla="*/ 128779 h 1885953"/>
              <a:gd name="connsiteX57" fmla="*/ 621164 w 1876440"/>
              <a:gd name="connsiteY57" fmla="*/ 150750 h 1885953"/>
              <a:gd name="connsiteX58" fmla="*/ 603638 w 1876440"/>
              <a:gd name="connsiteY58" fmla="*/ 166879 h 1885953"/>
              <a:gd name="connsiteX59" fmla="*/ 587509 w 1876440"/>
              <a:gd name="connsiteY59" fmla="*/ 184278 h 1885953"/>
              <a:gd name="connsiteX60" fmla="*/ 573031 w 1876440"/>
              <a:gd name="connsiteY60" fmla="*/ 193803 h 1885953"/>
              <a:gd name="connsiteX61" fmla="*/ 555886 w 1876440"/>
              <a:gd name="connsiteY61" fmla="*/ 195073 h 1885953"/>
              <a:gd name="connsiteX62" fmla="*/ 559442 w 1876440"/>
              <a:gd name="connsiteY62" fmla="*/ 171959 h 1885953"/>
              <a:gd name="connsiteX63" fmla="*/ 559442 w 1876440"/>
              <a:gd name="connsiteY63" fmla="*/ 171832 h 1885953"/>
              <a:gd name="connsiteX64" fmla="*/ 566681 w 1876440"/>
              <a:gd name="connsiteY64" fmla="*/ 154052 h 1885953"/>
              <a:gd name="connsiteX65" fmla="*/ 582175 w 1876440"/>
              <a:gd name="connsiteY65" fmla="*/ 143511 h 1885953"/>
              <a:gd name="connsiteX66" fmla="*/ 596399 w 1876440"/>
              <a:gd name="connsiteY66" fmla="*/ 127890 h 1885953"/>
              <a:gd name="connsiteX67" fmla="*/ 615195 w 1876440"/>
              <a:gd name="connsiteY67" fmla="*/ 115952 h 1885953"/>
              <a:gd name="connsiteX68" fmla="*/ 631197 w 1876440"/>
              <a:gd name="connsiteY68" fmla="*/ 105919 h 1885953"/>
              <a:gd name="connsiteX69" fmla="*/ 754006 w 1876440"/>
              <a:gd name="connsiteY69" fmla="*/ 111888 h 1885953"/>
              <a:gd name="connsiteX70" fmla="*/ 762896 w 1876440"/>
              <a:gd name="connsiteY70" fmla="*/ 132081 h 1885953"/>
              <a:gd name="connsiteX71" fmla="*/ 750577 w 1876440"/>
              <a:gd name="connsiteY71" fmla="*/ 152274 h 1885953"/>
              <a:gd name="connsiteX72" fmla="*/ 732797 w 1876440"/>
              <a:gd name="connsiteY72" fmla="*/ 167641 h 1885953"/>
              <a:gd name="connsiteX73" fmla="*/ 711969 w 1876440"/>
              <a:gd name="connsiteY73" fmla="*/ 168276 h 1885953"/>
              <a:gd name="connsiteX74" fmla="*/ 713620 w 1876440"/>
              <a:gd name="connsiteY74" fmla="*/ 147321 h 1885953"/>
              <a:gd name="connsiteX75" fmla="*/ 726447 w 1876440"/>
              <a:gd name="connsiteY75" fmla="*/ 128779 h 1885953"/>
              <a:gd name="connsiteX76" fmla="*/ 742449 w 1876440"/>
              <a:gd name="connsiteY76" fmla="*/ 113031 h 1885953"/>
              <a:gd name="connsiteX77" fmla="*/ 742576 w 1876440"/>
              <a:gd name="connsiteY77" fmla="*/ 113031 h 1885953"/>
              <a:gd name="connsiteX78" fmla="*/ 754006 w 1876440"/>
              <a:gd name="connsiteY78" fmla="*/ 111888 h 1885953"/>
              <a:gd name="connsiteX79" fmla="*/ 441840 w 1876440"/>
              <a:gd name="connsiteY79" fmla="*/ 146051 h 1885953"/>
              <a:gd name="connsiteX80" fmla="*/ 452635 w 1876440"/>
              <a:gd name="connsiteY80" fmla="*/ 148972 h 1885953"/>
              <a:gd name="connsiteX81" fmla="*/ 444634 w 1876440"/>
              <a:gd name="connsiteY81" fmla="*/ 173356 h 1885953"/>
              <a:gd name="connsiteX82" fmla="*/ 432950 w 1876440"/>
              <a:gd name="connsiteY82" fmla="*/ 194565 h 1885953"/>
              <a:gd name="connsiteX83" fmla="*/ 414535 w 1876440"/>
              <a:gd name="connsiteY83" fmla="*/ 210567 h 1885953"/>
              <a:gd name="connsiteX84" fmla="*/ 391294 w 1876440"/>
              <a:gd name="connsiteY84" fmla="*/ 217933 h 1885953"/>
              <a:gd name="connsiteX85" fmla="*/ 376435 w 1876440"/>
              <a:gd name="connsiteY85" fmla="*/ 228855 h 1885953"/>
              <a:gd name="connsiteX86" fmla="*/ 360052 w 1876440"/>
              <a:gd name="connsiteY86" fmla="*/ 222505 h 1885953"/>
              <a:gd name="connsiteX87" fmla="*/ 366783 w 1876440"/>
              <a:gd name="connsiteY87" fmla="*/ 201550 h 1885953"/>
              <a:gd name="connsiteX88" fmla="*/ 377959 w 1876440"/>
              <a:gd name="connsiteY88" fmla="*/ 186818 h 1885953"/>
              <a:gd name="connsiteX89" fmla="*/ 395485 w 1876440"/>
              <a:gd name="connsiteY89" fmla="*/ 180214 h 1885953"/>
              <a:gd name="connsiteX90" fmla="*/ 414916 w 1876440"/>
              <a:gd name="connsiteY90" fmla="*/ 170435 h 1885953"/>
              <a:gd name="connsiteX91" fmla="*/ 428250 w 1876440"/>
              <a:gd name="connsiteY91" fmla="*/ 152528 h 1885953"/>
              <a:gd name="connsiteX92" fmla="*/ 441840 w 1876440"/>
              <a:gd name="connsiteY92" fmla="*/ 146051 h 1885953"/>
              <a:gd name="connsiteX93" fmla="*/ 258071 w 1876440"/>
              <a:gd name="connsiteY93" fmla="*/ 191517 h 1885953"/>
              <a:gd name="connsiteX94" fmla="*/ 248673 w 1876440"/>
              <a:gd name="connsiteY94" fmla="*/ 215647 h 1885953"/>
              <a:gd name="connsiteX95" fmla="*/ 236227 w 1876440"/>
              <a:gd name="connsiteY95" fmla="*/ 235840 h 1885953"/>
              <a:gd name="connsiteX96" fmla="*/ 217177 w 1876440"/>
              <a:gd name="connsiteY96" fmla="*/ 250064 h 1885953"/>
              <a:gd name="connsiteX97" fmla="*/ 204477 w 1876440"/>
              <a:gd name="connsiteY97" fmla="*/ 270638 h 1885953"/>
              <a:gd name="connsiteX98" fmla="*/ 188221 w 1876440"/>
              <a:gd name="connsiteY98" fmla="*/ 276480 h 1885953"/>
              <a:gd name="connsiteX99" fmla="*/ 172600 w 1876440"/>
              <a:gd name="connsiteY99" fmla="*/ 272797 h 1885953"/>
              <a:gd name="connsiteX100" fmla="*/ 172727 w 1876440"/>
              <a:gd name="connsiteY100" fmla="*/ 272797 h 1885953"/>
              <a:gd name="connsiteX101" fmla="*/ 181490 w 1876440"/>
              <a:gd name="connsiteY101" fmla="*/ 249175 h 1885953"/>
              <a:gd name="connsiteX102" fmla="*/ 198254 w 1876440"/>
              <a:gd name="connsiteY102" fmla="*/ 228855 h 1885953"/>
              <a:gd name="connsiteX103" fmla="*/ 215145 w 1876440"/>
              <a:gd name="connsiteY103" fmla="*/ 213361 h 1885953"/>
              <a:gd name="connsiteX104" fmla="*/ 233306 w 1876440"/>
              <a:gd name="connsiteY104" fmla="*/ 199264 h 1885953"/>
              <a:gd name="connsiteX105" fmla="*/ 258071 w 1876440"/>
              <a:gd name="connsiteY105" fmla="*/ 191517 h 1885953"/>
              <a:gd name="connsiteX106" fmla="*/ 912248 w 1876440"/>
              <a:gd name="connsiteY106" fmla="*/ 223775 h 1885953"/>
              <a:gd name="connsiteX107" fmla="*/ 933330 w 1876440"/>
              <a:gd name="connsiteY107" fmla="*/ 228855 h 1885953"/>
              <a:gd name="connsiteX108" fmla="*/ 931679 w 1876440"/>
              <a:gd name="connsiteY108" fmla="*/ 240158 h 1885953"/>
              <a:gd name="connsiteX109" fmla="*/ 924186 w 1876440"/>
              <a:gd name="connsiteY109" fmla="*/ 250953 h 1885953"/>
              <a:gd name="connsiteX110" fmla="*/ 915042 w 1876440"/>
              <a:gd name="connsiteY110" fmla="*/ 262129 h 1885953"/>
              <a:gd name="connsiteX111" fmla="*/ 900945 w 1876440"/>
              <a:gd name="connsiteY111" fmla="*/ 262891 h 1885953"/>
              <a:gd name="connsiteX112" fmla="*/ 885959 w 1876440"/>
              <a:gd name="connsiteY112" fmla="*/ 262764 h 1885953"/>
              <a:gd name="connsiteX113" fmla="*/ 873132 w 1876440"/>
              <a:gd name="connsiteY113" fmla="*/ 270257 h 1885953"/>
              <a:gd name="connsiteX114" fmla="*/ 861448 w 1876440"/>
              <a:gd name="connsiteY114" fmla="*/ 283592 h 1885953"/>
              <a:gd name="connsiteX115" fmla="*/ 848494 w 1876440"/>
              <a:gd name="connsiteY115" fmla="*/ 292101 h 1885953"/>
              <a:gd name="connsiteX116" fmla="*/ 833000 w 1876440"/>
              <a:gd name="connsiteY116" fmla="*/ 282703 h 1885953"/>
              <a:gd name="connsiteX117" fmla="*/ 832873 w 1876440"/>
              <a:gd name="connsiteY117" fmla="*/ 282703 h 1885953"/>
              <a:gd name="connsiteX118" fmla="*/ 837826 w 1876440"/>
              <a:gd name="connsiteY118" fmla="*/ 265939 h 1885953"/>
              <a:gd name="connsiteX119" fmla="*/ 851161 w 1876440"/>
              <a:gd name="connsiteY119" fmla="*/ 254890 h 1885953"/>
              <a:gd name="connsiteX120" fmla="*/ 868814 w 1876440"/>
              <a:gd name="connsiteY120" fmla="*/ 239904 h 1885953"/>
              <a:gd name="connsiteX121" fmla="*/ 890912 w 1876440"/>
              <a:gd name="connsiteY121" fmla="*/ 233173 h 1885953"/>
              <a:gd name="connsiteX122" fmla="*/ 912248 w 1876440"/>
              <a:gd name="connsiteY122" fmla="*/ 223775 h 1885953"/>
              <a:gd name="connsiteX123" fmla="*/ 732543 w 1876440"/>
              <a:gd name="connsiteY123" fmla="*/ 241174 h 1885953"/>
              <a:gd name="connsiteX124" fmla="*/ 735464 w 1876440"/>
              <a:gd name="connsiteY124" fmla="*/ 264034 h 1885953"/>
              <a:gd name="connsiteX125" fmla="*/ 724034 w 1876440"/>
              <a:gd name="connsiteY125" fmla="*/ 281687 h 1885953"/>
              <a:gd name="connsiteX126" fmla="*/ 710699 w 1876440"/>
              <a:gd name="connsiteY126" fmla="*/ 297816 h 1885953"/>
              <a:gd name="connsiteX127" fmla="*/ 696094 w 1876440"/>
              <a:gd name="connsiteY127" fmla="*/ 312802 h 1885953"/>
              <a:gd name="connsiteX128" fmla="*/ 678949 w 1876440"/>
              <a:gd name="connsiteY128" fmla="*/ 324613 h 1885953"/>
              <a:gd name="connsiteX129" fmla="*/ 663455 w 1876440"/>
              <a:gd name="connsiteY129" fmla="*/ 322835 h 1885953"/>
              <a:gd name="connsiteX130" fmla="*/ 666757 w 1876440"/>
              <a:gd name="connsiteY130" fmla="*/ 307468 h 1885953"/>
              <a:gd name="connsiteX131" fmla="*/ 674885 w 1876440"/>
              <a:gd name="connsiteY131" fmla="*/ 288037 h 1885953"/>
              <a:gd name="connsiteX132" fmla="*/ 688347 w 1876440"/>
              <a:gd name="connsiteY132" fmla="*/ 272035 h 1885953"/>
              <a:gd name="connsiteX133" fmla="*/ 700793 w 1876440"/>
              <a:gd name="connsiteY133" fmla="*/ 254890 h 1885953"/>
              <a:gd name="connsiteX134" fmla="*/ 720224 w 1876440"/>
              <a:gd name="connsiteY134" fmla="*/ 245365 h 1885953"/>
              <a:gd name="connsiteX135" fmla="*/ 720097 w 1876440"/>
              <a:gd name="connsiteY135" fmla="*/ 245365 h 1885953"/>
              <a:gd name="connsiteX136" fmla="*/ 732543 w 1876440"/>
              <a:gd name="connsiteY136" fmla="*/ 241174 h 1885953"/>
              <a:gd name="connsiteX137" fmla="*/ 65412 w 1876440"/>
              <a:gd name="connsiteY137" fmla="*/ 243079 h 1885953"/>
              <a:gd name="connsiteX138" fmla="*/ 72905 w 1876440"/>
              <a:gd name="connsiteY138" fmla="*/ 244857 h 1885953"/>
              <a:gd name="connsiteX139" fmla="*/ 69984 w 1876440"/>
              <a:gd name="connsiteY139" fmla="*/ 271273 h 1885953"/>
              <a:gd name="connsiteX140" fmla="*/ 53093 w 1876440"/>
              <a:gd name="connsiteY140" fmla="*/ 284354 h 1885953"/>
              <a:gd name="connsiteX141" fmla="*/ 38615 w 1876440"/>
              <a:gd name="connsiteY141" fmla="*/ 300229 h 1885953"/>
              <a:gd name="connsiteX142" fmla="*/ 19565 w 1876440"/>
              <a:gd name="connsiteY142" fmla="*/ 311405 h 1885953"/>
              <a:gd name="connsiteX143" fmla="*/ 1531 w 1876440"/>
              <a:gd name="connsiteY143" fmla="*/ 302896 h 1885953"/>
              <a:gd name="connsiteX144" fmla="*/ 5341 w 1876440"/>
              <a:gd name="connsiteY144" fmla="*/ 283338 h 1885953"/>
              <a:gd name="connsiteX145" fmla="*/ 22740 w 1876440"/>
              <a:gd name="connsiteY145" fmla="*/ 271273 h 1885953"/>
              <a:gd name="connsiteX146" fmla="*/ 37345 w 1876440"/>
              <a:gd name="connsiteY146" fmla="*/ 255525 h 1885953"/>
              <a:gd name="connsiteX147" fmla="*/ 55760 w 1876440"/>
              <a:gd name="connsiteY147" fmla="*/ 244984 h 1885953"/>
              <a:gd name="connsiteX148" fmla="*/ 65412 w 1876440"/>
              <a:gd name="connsiteY148" fmla="*/ 243079 h 1885953"/>
              <a:gd name="connsiteX149" fmla="*/ 547885 w 1876440"/>
              <a:gd name="connsiteY149" fmla="*/ 294006 h 1885953"/>
              <a:gd name="connsiteX150" fmla="*/ 555124 w 1876440"/>
              <a:gd name="connsiteY150" fmla="*/ 296546 h 1885953"/>
              <a:gd name="connsiteX151" fmla="*/ 550425 w 1876440"/>
              <a:gd name="connsiteY151" fmla="*/ 316104 h 1885953"/>
              <a:gd name="connsiteX152" fmla="*/ 532264 w 1876440"/>
              <a:gd name="connsiteY152" fmla="*/ 331217 h 1885953"/>
              <a:gd name="connsiteX153" fmla="*/ 513341 w 1876440"/>
              <a:gd name="connsiteY153" fmla="*/ 345060 h 1885953"/>
              <a:gd name="connsiteX154" fmla="*/ 493148 w 1876440"/>
              <a:gd name="connsiteY154" fmla="*/ 356998 h 1885953"/>
              <a:gd name="connsiteX155" fmla="*/ 481083 w 1876440"/>
              <a:gd name="connsiteY155" fmla="*/ 366269 h 1885953"/>
              <a:gd name="connsiteX156" fmla="*/ 464192 w 1876440"/>
              <a:gd name="connsiteY156" fmla="*/ 363348 h 1885953"/>
              <a:gd name="connsiteX157" fmla="*/ 479050 w 1876440"/>
              <a:gd name="connsiteY157" fmla="*/ 341377 h 1885953"/>
              <a:gd name="connsiteX158" fmla="*/ 495434 w 1876440"/>
              <a:gd name="connsiteY158" fmla="*/ 320168 h 1885953"/>
              <a:gd name="connsiteX159" fmla="*/ 515373 w 1876440"/>
              <a:gd name="connsiteY159" fmla="*/ 308357 h 1885953"/>
              <a:gd name="connsiteX160" fmla="*/ 535312 w 1876440"/>
              <a:gd name="connsiteY160" fmla="*/ 297308 h 1885953"/>
              <a:gd name="connsiteX161" fmla="*/ 547885 w 1876440"/>
              <a:gd name="connsiteY161" fmla="*/ 294006 h 1885953"/>
              <a:gd name="connsiteX162" fmla="*/ 354464 w 1876440"/>
              <a:gd name="connsiteY162" fmla="*/ 318136 h 1885953"/>
              <a:gd name="connsiteX163" fmla="*/ 358909 w 1876440"/>
              <a:gd name="connsiteY163" fmla="*/ 329693 h 1885953"/>
              <a:gd name="connsiteX164" fmla="*/ 355861 w 1876440"/>
              <a:gd name="connsiteY164" fmla="*/ 342901 h 1885953"/>
              <a:gd name="connsiteX165" fmla="*/ 345193 w 1876440"/>
              <a:gd name="connsiteY165" fmla="*/ 360554 h 1885953"/>
              <a:gd name="connsiteX166" fmla="*/ 337573 w 1876440"/>
              <a:gd name="connsiteY166" fmla="*/ 380747 h 1885953"/>
              <a:gd name="connsiteX167" fmla="*/ 325127 w 1876440"/>
              <a:gd name="connsiteY167" fmla="*/ 398019 h 1885953"/>
              <a:gd name="connsiteX168" fmla="*/ 307855 w 1876440"/>
              <a:gd name="connsiteY168" fmla="*/ 411100 h 1885953"/>
              <a:gd name="connsiteX169" fmla="*/ 288805 w 1876440"/>
              <a:gd name="connsiteY169" fmla="*/ 410211 h 1885953"/>
              <a:gd name="connsiteX170" fmla="*/ 295028 w 1876440"/>
              <a:gd name="connsiteY170" fmla="*/ 393574 h 1885953"/>
              <a:gd name="connsiteX171" fmla="*/ 298457 w 1876440"/>
              <a:gd name="connsiteY171" fmla="*/ 371857 h 1885953"/>
              <a:gd name="connsiteX172" fmla="*/ 315856 w 1876440"/>
              <a:gd name="connsiteY172" fmla="*/ 358649 h 1885953"/>
              <a:gd name="connsiteX173" fmla="*/ 324238 w 1876440"/>
              <a:gd name="connsiteY173" fmla="*/ 338710 h 1885953"/>
              <a:gd name="connsiteX174" fmla="*/ 339605 w 1876440"/>
              <a:gd name="connsiteY174" fmla="*/ 324359 h 1885953"/>
              <a:gd name="connsiteX175" fmla="*/ 354464 w 1876440"/>
              <a:gd name="connsiteY175" fmla="*/ 318136 h 1885953"/>
              <a:gd name="connsiteX176" fmla="*/ 1033660 w 1876440"/>
              <a:gd name="connsiteY176" fmla="*/ 355093 h 1885953"/>
              <a:gd name="connsiteX177" fmla="*/ 1044836 w 1876440"/>
              <a:gd name="connsiteY177" fmla="*/ 359030 h 1885953"/>
              <a:gd name="connsiteX178" fmla="*/ 1048265 w 1876440"/>
              <a:gd name="connsiteY178" fmla="*/ 375286 h 1885953"/>
              <a:gd name="connsiteX179" fmla="*/ 1038740 w 1876440"/>
              <a:gd name="connsiteY179" fmla="*/ 387351 h 1885953"/>
              <a:gd name="connsiteX180" fmla="*/ 1022103 w 1876440"/>
              <a:gd name="connsiteY180" fmla="*/ 399543 h 1885953"/>
              <a:gd name="connsiteX181" fmla="*/ 1000513 w 1876440"/>
              <a:gd name="connsiteY181" fmla="*/ 402591 h 1885953"/>
              <a:gd name="connsiteX182" fmla="*/ 985527 w 1876440"/>
              <a:gd name="connsiteY182" fmla="*/ 414275 h 1885953"/>
              <a:gd name="connsiteX183" fmla="*/ 972700 w 1876440"/>
              <a:gd name="connsiteY183" fmla="*/ 428753 h 1885953"/>
              <a:gd name="connsiteX184" fmla="*/ 947300 w 1876440"/>
              <a:gd name="connsiteY184" fmla="*/ 426086 h 1885953"/>
              <a:gd name="connsiteX185" fmla="*/ 950856 w 1876440"/>
              <a:gd name="connsiteY185" fmla="*/ 410719 h 1885953"/>
              <a:gd name="connsiteX186" fmla="*/ 957968 w 1876440"/>
              <a:gd name="connsiteY186" fmla="*/ 396114 h 1885953"/>
              <a:gd name="connsiteX187" fmla="*/ 973335 w 1876440"/>
              <a:gd name="connsiteY187" fmla="*/ 393447 h 1885953"/>
              <a:gd name="connsiteX188" fmla="*/ 988829 w 1876440"/>
              <a:gd name="connsiteY188" fmla="*/ 384176 h 1885953"/>
              <a:gd name="connsiteX189" fmla="*/ 1006990 w 1876440"/>
              <a:gd name="connsiteY189" fmla="*/ 373254 h 1885953"/>
              <a:gd name="connsiteX190" fmla="*/ 1020325 w 1876440"/>
              <a:gd name="connsiteY190" fmla="*/ 356871 h 1885953"/>
              <a:gd name="connsiteX191" fmla="*/ 1033660 w 1876440"/>
              <a:gd name="connsiteY191" fmla="*/ 355093 h 1885953"/>
              <a:gd name="connsiteX192" fmla="*/ 1153675 w 1876440"/>
              <a:gd name="connsiteY192" fmla="*/ 368047 h 1885953"/>
              <a:gd name="connsiteX193" fmla="*/ 1161803 w 1876440"/>
              <a:gd name="connsiteY193" fmla="*/ 388240 h 1885953"/>
              <a:gd name="connsiteX194" fmla="*/ 1150373 w 1876440"/>
              <a:gd name="connsiteY194" fmla="*/ 404369 h 1885953"/>
              <a:gd name="connsiteX195" fmla="*/ 1136657 w 1876440"/>
              <a:gd name="connsiteY195" fmla="*/ 418466 h 1885953"/>
              <a:gd name="connsiteX196" fmla="*/ 1118496 w 1876440"/>
              <a:gd name="connsiteY196" fmla="*/ 416307 h 1885953"/>
              <a:gd name="connsiteX197" fmla="*/ 1118115 w 1876440"/>
              <a:gd name="connsiteY197" fmla="*/ 398908 h 1885953"/>
              <a:gd name="connsiteX198" fmla="*/ 1129799 w 1876440"/>
              <a:gd name="connsiteY198" fmla="*/ 384303 h 1885953"/>
              <a:gd name="connsiteX199" fmla="*/ 1142753 w 1876440"/>
              <a:gd name="connsiteY199" fmla="*/ 371095 h 1885953"/>
              <a:gd name="connsiteX200" fmla="*/ 1142880 w 1876440"/>
              <a:gd name="connsiteY200" fmla="*/ 371095 h 1885953"/>
              <a:gd name="connsiteX201" fmla="*/ 1153675 w 1876440"/>
              <a:gd name="connsiteY201" fmla="*/ 368047 h 1885953"/>
              <a:gd name="connsiteX202" fmla="*/ 158630 w 1876440"/>
              <a:gd name="connsiteY202" fmla="*/ 375032 h 1885953"/>
              <a:gd name="connsiteX203" fmla="*/ 177172 w 1876440"/>
              <a:gd name="connsiteY203" fmla="*/ 375540 h 1885953"/>
              <a:gd name="connsiteX204" fmla="*/ 174759 w 1876440"/>
              <a:gd name="connsiteY204" fmla="*/ 397130 h 1885953"/>
              <a:gd name="connsiteX205" fmla="*/ 162948 w 1876440"/>
              <a:gd name="connsiteY205" fmla="*/ 413132 h 1885953"/>
              <a:gd name="connsiteX206" fmla="*/ 145675 w 1876440"/>
              <a:gd name="connsiteY206" fmla="*/ 423673 h 1885953"/>
              <a:gd name="connsiteX207" fmla="*/ 131325 w 1876440"/>
              <a:gd name="connsiteY207" fmla="*/ 434976 h 1885953"/>
              <a:gd name="connsiteX208" fmla="*/ 116974 w 1876440"/>
              <a:gd name="connsiteY208" fmla="*/ 447295 h 1885953"/>
              <a:gd name="connsiteX209" fmla="*/ 116974 w 1876440"/>
              <a:gd name="connsiteY209" fmla="*/ 447422 h 1885953"/>
              <a:gd name="connsiteX210" fmla="*/ 89542 w 1876440"/>
              <a:gd name="connsiteY210" fmla="*/ 450216 h 1885953"/>
              <a:gd name="connsiteX211" fmla="*/ 89923 w 1876440"/>
              <a:gd name="connsiteY211" fmla="*/ 431293 h 1885953"/>
              <a:gd name="connsiteX212" fmla="*/ 98559 w 1876440"/>
              <a:gd name="connsiteY212" fmla="*/ 416561 h 1885953"/>
              <a:gd name="connsiteX213" fmla="*/ 113672 w 1876440"/>
              <a:gd name="connsiteY213" fmla="*/ 410846 h 1885953"/>
              <a:gd name="connsiteX214" fmla="*/ 127007 w 1876440"/>
              <a:gd name="connsiteY214" fmla="*/ 399797 h 1885953"/>
              <a:gd name="connsiteX215" fmla="*/ 139834 w 1876440"/>
              <a:gd name="connsiteY215" fmla="*/ 384684 h 1885953"/>
              <a:gd name="connsiteX216" fmla="*/ 158630 w 1876440"/>
              <a:gd name="connsiteY216" fmla="*/ 375032 h 1885953"/>
              <a:gd name="connsiteX217" fmla="*/ 850653 w 1876440"/>
              <a:gd name="connsiteY217" fmla="*/ 378461 h 1885953"/>
              <a:gd name="connsiteX218" fmla="*/ 857384 w 1876440"/>
              <a:gd name="connsiteY218" fmla="*/ 394209 h 1885953"/>
              <a:gd name="connsiteX219" fmla="*/ 852177 w 1876440"/>
              <a:gd name="connsiteY219" fmla="*/ 408941 h 1885953"/>
              <a:gd name="connsiteX220" fmla="*/ 841001 w 1876440"/>
              <a:gd name="connsiteY220" fmla="*/ 416688 h 1885953"/>
              <a:gd name="connsiteX221" fmla="*/ 832111 w 1876440"/>
              <a:gd name="connsiteY221" fmla="*/ 429388 h 1885953"/>
              <a:gd name="connsiteX222" fmla="*/ 818014 w 1876440"/>
              <a:gd name="connsiteY222" fmla="*/ 434214 h 1885953"/>
              <a:gd name="connsiteX223" fmla="*/ 809759 w 1876440"/>
              <a:gd name="connsiteY223" fmla="*/ 445898 h 1885953"/>
              <a:gd name="connsiteX224" fmla="*/ 801377 w 1876440"/>
              <a:gd name="connsiteY224" fmla="*/ 460884 h 1885953"/>
              <a:gd name="connsiteX225" fmla="*/ 793249 w 1876440"/>
              <a:gd name="connsiteY225" fmla="*/ 474727 h 1885953"/>
              <a:gd name="connsiteX226" fmla="*/ 778263 w 1876440"/>
              <a:gd name="connsiteY226" fmla="*/ 468123 h 1885953"/>
              <a:gd name="connsiteX227" fmla="*/ 778263 w 1876440"/>
              <a:gd name="connsiteY227" fmla="*/ 467996 h 1885953"/>
              <a:gd name="connsiteX228" fmla="*/ 775723 w 1876440"/>
              <a:gd name="connsiteY228" fmla="*/ 454153 h 1885953"/>
              <a:gd name="connsiteX229" fmla="*/ 780549 w 1876440"/>
              <a:gd name="connsiteY229" fmla="*/ 437770 h 1885953"/>
              <a:gd name="connsiteX230" fmla="*/ 789312 w 1876440"/>
              <a:gd name="connsiteY230" fmla="*/ 415418 h 1885953"/>
              <a:gd name="connsiteX231" fmla="*/ 810013 w 1876440"/>
              <a:gd name="connsiteY231" fmla="*/ 402845 h 1885953"/>
              <a:gd name="connsiteX232" fmla="*/ 827539 w 1876440"/>
              <a:gd name="connsiteY232" fmla="*/ 388367 h 1885953"/>
              <a:gd name="connsiteX233" fmla="*/ 850653 w 1876440"/>
              <a:gd name="connsiteY233" fmla="*/ 378461 h 1885953"/>
              <a:gd name="connsiteX234" fmla="*/ 655835 w 1876440"/>
              <a:gd name="connsiteY234" fmla="*/ 426848 h 1885953"/>
              <a:gd name="connsiteX235" fmla="*/ 666122 w 1876440"/>
              <a:gd name="connsiteY235" fmla="*/ 429642 h 1885953"/>
              <a:gd name="connsiteX236" fmla="*/ 665614 w 1876440"/>
              <a:gd name="connsiteY236" fmla="*/ 444120 h 1885953"/>
              <a:gd name="connsiteX237" fmla="*/ 666376 w 1876440"/>
              <a:gd name="connsiteY237" fmla="*/ 458344 h 1885953"/>
              <a:gd name="connsiteX238" fmla="*/ 648342 w 1876440"/>
              <a:gd name="connsiteY238" fmla="*/ 470028 h 1885953"/>
              <a:gd name="connsiteX239" fmla="*/ 632594 w 1876440"/>
              <a:gd name="connsiteY239" fmla="*/ 482982 h 1885953"/>
              <a:gd name="connsiteX240" fmla="*/ 618370 w 1876440"/>
              <a:gd name="connsiteY240" fmla="*/ 493777 h 1885953"/>
              <a:gd name="connsiteX241" fmla="*/ 599828 w 1876440"/>
              <a:gd name="connsiteY241" fmla="*/ 499111 h 1885953"/>
              <a:gd name="connsiteX242" fmla="*/ 599828 w 1876440"/>
              <a:gd name="connsiteY242" fmla="*/ 498984 h 1885953"/>
              <a:gd name="connsiteX243" fmla="*/ 576079 w 1876440"/>
              <a:gd name="connsiteY243" fmla="*/ 503683 h 1885953"/>
              <a:gd name="connsiteX244" fmla="*/ 575190 w 1876440"/>
              <a:gd name="connsiteY244" fmla="*/ 486919 h 1885953"/>
              <a:gd name="connsiteX245" fmla="*/ 582683 w 1876440"/>
              <a:gd name="connsiteY245" fmla="*/ 470917 h 1885953"/>
              <a:gd name="connsiteX246" fmla="*/ 599447 w 1876440"/>
              <a:gd name="connsiteY246" fmla="*/ 467234 h 1885953"/>
              <a:gd name="connsiteX247" fmla="*/ 616465 w 1876440"/>
              <a:gd name="connsiteY247" fmla="*/ 462027 h 1885953"/>
              <a:gd name="connsiteX248" fmla="*/ 629419 w 1876440"/>
              <a:gd name="connsiteY248" fmla="*/ 444374 h 1885953"/>
              <a:gd name="connsiteX249" fmla="*/ 643770 w 1876440"/>
              <a:gd name="connsiteY249" fmla="*/ 429769 h 1885953"/>
              <a:gd name="connsiteX250" fmla="*/ 655835 w 1876440"/>
              <a:gd name="connsiteY250" fmla="*/ 426848 h 1885953"/>
              <a:gd name="connsiteX251" fmla="*/ 472320 w 1876440"/>
              <a:gd name="connsiteY251" fmla="*/ 461011 h 1885953"/>
              <a:gd name="connsiteX252" fmla="*/ 462541 w 1876440"/>
              <a:gd name="connsiteY252" fmla="*/ 480950 h 1885953"/>
              <a:gd name="connsiteX253" fmla="*/ 451619 w 1876440"/>
              <a:gd name="connsiteY253" fmla="*/ 501905 h 1885953"/>
              <a:gd name="connsiteX254" fmla="*/ 434855 w 1876440"/>
              <a:gd name="connsiteY254" fmla="*/ 518288 h 1885953"/>
              <a:gd name="connsiteX255" fmla="*/ 421012 w 1876440"/>
              <a:gd name="connsiteY255" fmla="*/ 537338 h 1885953"/>
              <a:gd name="connsiteX256" fmla="*/ 405391 w 1876440"/>
              <a:gd name="connsiteY256" fmla="*/ 544958 h 1885953"/>
              <a:gd name="connsiteX257" fmla="*/ 390659 w 1876440"/>
              <a:gd name="connsiteY257" fmla="*/ 543180 h 1885953"/>
              <a:gd name="connsiteX258" fmla="*/ 389770 w 1876440"/>
              <a:gd name="connsiteY258" fmla="*/ 529337 h 1885953"/>
              <a:gd name="connsiteX259" fmla="*/ 398279 w 1876440"/>
              <a:gd name="connsiteY259" fmla="*/ 518161 h 1885953"/>
              <a:gd name="connsiteX260" fmla="*/ 416440 w 1876440"/>
              <a:gd name="connsiteY260" fmla="*/ 498857 h 1885953"/>
              <a:gd name="connsiteX261" fmla="*/ 435363 w 1876440"/>
              <a:gd name="connsiteY261" fmla="*/ 486030 h 1885953"/>
              <a:gd name="connsiteX262" fmla="*/ 452000 w 1876440"/>
              <a:gd name="connsiteY262" fmla="*/ 470917 h 1885953"/>
              <a:gd name="connsiteX263" fmla="*/ 472320 w 1876440"/>
              <a:gd name="connsiteY263" fmla="*/ 461011 h 1885953"/>
              <a:gd name="connsiteX264" fmla="*/ 1294518 w 1876440"/>
              <a:gd name="connsiteY264" fmla="*/ 483871 h 1885953"/>
              <a:gd name="connsiteX265" fmla="*/ 1292486 w 1876440"/>
              <a:gd name="connsiteY265" fmla="*/ 501905 h 1885953"/>
              <a:gd name="connsiteX266" fmla="*/ 1276357 w 1876440"/>
              <a:gd name="connsiteY266" fmla="*/ 516002 h 1885953"/>
              <a:gd name="connsiteX267" fmla="*/ 1260482 w 1876440"/>
              <a:gd name="connsiteY267" fmla="*/ 530099 h 1885953"/>
              <a:gd name="connsiteX268" fmla="*/ 1239146 w 1876440"/>
              <a:gd name="connsiteY268" fmla="*/ 530226 h 1885953"/>
              <a:gd name="connsiteX269" fmla="*/ 1243718 w 1876440"/>
              <a:gd name="connsiteY269" fmla="*/ 514224 h 1885953"/>
              <a:gd name="connsiteX270" fmla="*/ 1255148 w 1876440"/>
              <a:gd name="connsiteY270" fmla="*/ 500254 h 1885953"/>
              <a:gd name="connsiteX271" fmla="*/ 1274071 w 1876440"/>
              <a:gd name="connsiteY271" fmla="*/ 486284 h 1885953"/>
              <a:gd name="connsiteX272" fmla="*/ 1294518 w 1876440"/>
              <a:gd name="connsiteY272" fmla="*/ 483871 h 1885953"/>
              <a:gd name="connsiteX273" fmla="*/ 1145293 w 1876440"/>
              <a:gd name="connsiteY273" fmla="*/ 490094 h 1885953"/>
              <a:gd name="connsiteX274" fmla="*/ 1141483 w 1876440"/>
              <a:gd name="connsiteY274" fmla="*/ 516891 h 1885953"/>
              <a:gd name="connsiteX275" fmla="*/ 1129799 w 1876440"/>
              <a:gd name="connsiteY275" fmla="*/ 524257 h 1885953"/>
              <a:gd name="connsiteX276" fmla="*/ 1120401 w 1876440"/>
              <a:gd name="connsiteY276" fmla="*/ 535179 h 1885953"/>
              <a:gd name="connsiteX277" fmla="*/ 1108717 w 1876440"/>
              <a:gd name="connsiteY277" fmla="*/ 542164 h 1885953"/>
              <a:gd name="connsiteX278" fmla="*/ 1096525 w 1876440"/>
              <a:gd name="connsiteY278" fmla="*/ 548387 h 1885953"/>
              <a:gd name="connsiteX279" fmla="*/ 1085857 w 1876440"/>
              <a:gd name="connsiteY279" fmla="*/ 560579 h 1885953"/>
              <a:gd name="connsiteX280" fmla="*/ 1073030 w 1876440"/>
              <a:gd name="connsiteY280" fmla="*/ 568072 h 1885953"/>
              <a:gd name="connsiteX281" fmla="*/ 1055123 w 1876440"/>
              <a:gd name="connsiteY281" fmla="*/ 566802 h 1885953"/>
              <a:gd name="connsiteX282" fmla="*/ 1057155 w 1876440"/>
              <a:gd name="connsiteY282" fmla="*/ 548006 h 1885953"/>
              <a:gd name="connsiteX283" fmla="*/ 1068331 w 1876440"/>
              <a:gd name="connsiteY283" fmla="*/ 534417 h 1885953"/>
              <a:gd name="connsiteX284" fmla="*/ 1084206 w 1876440"/>
              <a:gd name="connsiteY284" fmla="*/ 517780 h 1885953"/>
              <a:gd name="connsiteX285" fmla="*/ 1100589 w 1876440"/>
              <a:gd name="connsiteY285" fmla="*/ 501016 h 1885953"/>
              <a:gd name="connsiteX286" fmla="*/ 1123703 w 1876440"/>
              <a:gd name="connsiteY286" fmla="*/ 496063 h 1885953"/>
              <a:gd name="connsiteX287" fmla="*/ 1145293 w 1876440"/>
              <a:gd name="connsiteY287" fmla="*/ 490094 h 1885953"/>
              <a:gd name="connsiteX288" fmla="*/ 276613 w 1876440"/>
              <a:gd name="connsiteY288" fmla="*/ 508255 h 1885953"/>
              <a:gd name="connsiteX289" fmla="*/ 284233 w 1876440"/>
              <a:gd name="connsiteY289" fmla="*/ 508636 h 1885953"/>
              <a:gd name="connsiteX290" fmla="*/ 286265 w 1876440"/>
              <a:gd name="connsiteY290" fmla="*/ 520955 h 1885953"/>
              <a:gd name="connsiteX291" fmla="*/ 281566 w 1876440"/>
              <a:gd name="connsiteY291" fmla="*/ 533401 h 1885953"/>
              <a:gd name="connsiteX292" fmla="*/ 271914 w 1876440"/>
              <a:gd name="connsiteY292" fmla="*/ 542418 h 1885953"/>
              <a:gd name="connsiteX293" fmla="*/ 261246 w 1876440"/>
              <a:gd name="connsiteY293" fmla="*/ 552578 h 1885953"/>
              <a:gd name="connsiteX294" fmla="*/ 238386 w 1876440"/>
              <a:gd name="connsiteY294" fmla="*/ 566421 h 1885953"/>
              <a:gd name="connsiteX295" fmla="*/ 225432 w 1876440"/>
              <a:gd name="connsiteY295" fmla="*/ 576327 h 1885953"/>
              <a:gd name="connsiteX296" fmla="*/ 213875 w 1876440"/>
              <a:gd name="connsiteY296" fmla="*/ 586106 h 1885953"/>
              <a:gd name="connsiteX297" fmla="*/ 194698 w 1876440"/>
              <a:gd name="connsiteY297" fmla="*/ 584201 h 1885953"/>
              <a:gd name="connsiteX298" fmla="*/ 194571 w 1876440"/>
              <a:gd name="connsiteY298" fmla="*/ 584201 h 1885953"/>
              <a:gd name="connsiteX299" fmla="*/ 199905 w 1876440"/>
              <a:gd name="connsiteY299" fmla="*/ 565786 h 1885953"/>
              <a:gd name="connsiteX300" fmla="*/ 205620 w 1876440"/>
              <a:gd name="connsiteY300" fmla="*/ 548768 h 1885953"/>
              <a:gd name="connsiteX301" fmla="*/ 226067 w 1876440"/>
              <a:gd name="connsiteY301" fmla="*/ 536068 h 1885953"/>
              <a:gd name="connsiteX302" fmla="*/ 243339 w 1876440"/>
              <a:gd name="connsiteY302" fmla="*/ 521336 h 1885953"/>
              <a:gd name="connsiteX303" fmla="*/ 264294 w 1876440"/>
              <a:gd name="connsiteY303" fmla="*/ 513081 h 1885953"/>
              <a:gd name="connsiteX304" fmla="*/ 276613 w 1876440"/>
              <a:gd name="connsiteY304" fmla="*/ 508255 h 1885953"/>
              <a:gd name="connsiteX305" fmla="*/ 959365 w 1876440"/>
              <a:gd name="connsiteY305" fmla="*/ 518923 h 1885953"/>
              <a:gd name="connsiteX306" fmla="*/ 965588 w 1876440"/>
              <a:gd name="connsiteY306" fmla="*/ 529845 h 1885953"/>
              <a:gd name="connsiteX307" fmla="*/ 966731 w 1876440"/>
              <a:gd name="connsiteY307" fmla="*/ 545085 h 1885953"/>
              <a:gd name="connsiteX308" fmla="*/ 949840 w 1876440"/>
              <a:gd name="connsiteY308" fmla="*/ 558420 h 1885953"/>
              <a:gd name="connsiteX309" fmla="*/ 933584 w 1876440"/>
              <a:gd name="connsiteY309" fmla="*/ 571501 h 1885953"/>
              <a:gd name="connsiteX310" fmla="*/ 919106 w 1876440"/>
              <a:gd name="connsiteY310" fmla="*/ 584074 h 1885953"/>
              <a:gd name="connsiteX311" fmla="*/ 908565 w 1876440"/>
              <a:gd name="connsiteY311" fmla="*/ 597282 h 1885953"/>
              <a:gd name="connsiteX312" fmla="*/ 908565 w 1876440"/>
              <a:gd name="connsiteY312" fmla="*/ 597155 h 1885953"/>
              <a:gd name="connsiteX313" fmla="*/ 886340 w 1876440"/>
              <a:gd name="connsiteY313" fmla="*/ 608077 h 1885953"/>
              <a:gd name="connsiteX314" fmla="*/ 881641 w 1876440"/>
              <a:gd name="connsiteY314" fmla="*/ 590932 h 1885953"/>
              <a:gd name="connsiteX315" fmla="*/ 885197 w 1876440"/>
              <a:gd name="connsiteY315" fmla="*/ 572644 h 1885953"/>
              <a:gd name="connsiteX316" fmla="*/ 901707 w 1876440"/>
              <a:gd name="connsiteY316" fmla="*/ 566675 h 1885953"/>
              <a:gd name="connsiteX317" fmla="*/ 914026 w 1876440"/>
              <a:gd name="connsiteY317" fmla="*/ 554229 h 1885953"/>
              <a:gd name="connsiteX318" fmla="*/ 924567 w 1876440"/>
              <a:gd name="connsiteY318" fmla="*/ 536957 h 1885953"/>
              <a:gd name="connsiteX319" fmla="*/ 938537 w 1876440"/>
              <a:gd name="connsiteY319" fmla="*/ 521336 h 1885953"/>
              <a:gd name="connsiteX320" fmla="*/ 959365 w 1876440"/>
              <a:gd name="connsiteY320" fmla="*/ 518923 h 1885953"/>
              <a:gd name="connsiteX321" fmla="*/ 91320 w 1876440"/>
              <a:gd name="connsiteY321" fmla="*/ 547879 h 1885953"/>
              <a:gd name="connsiteX322" fmla="*/ 101353 w 1876440"/>
              <a:gd name="connsiteY322" fmla="*/ 552705 h 1885953"/>
              <a:gd name="connsiteX323" fmla="*/ 103258 w 1876440"/>
              <a:gd name="connsiteY323" fmla="*/ 564389 h 1885953"/>
              <a:gd name="connsiteX324" fmla="*/ 98813 w 1876440"/>
              <a:gd name="connsiteY324" fmla="*/ 577343 h 1885953"/>
              <a:gd name="connsiteX325" fmla="*/ 79255 w 1876440"/>
              <a:gd name="connsiteY325" fmla="*/ 595377 h 1885953"/>
              <a:gd name="connsiteX326" fmla="*/ 56903 w 1876440"/>
              <a:gd name="connsiteY326" fmla="*/ 610744 h 1885953"/>
              <a:gd name="connsiteX327" fmla="*/ 37725 w 1876440"/>
              <a:gd name="connsiteY327" fmla="*/ 608712 h 1885953"/>
              <a:gd name="connsiteX328" fmla="*/ 49029 w 1876440"/>
              <a:gd name="connsiteY328" fmla="*/ 586995 h 1885953"/>
              <a:gd name="connsiteX329" fmla="*/ 62491 w 1876440"/>
              <a:gd name="connsiteY329" fmla="*/ 567056 h 1885953"/>
              <a:gd name="connsiteX330" fmla="*/ 82303 w 1876440"/>
              <a:gd name="connsiteY330" fmla="*/ 551943 h 1885953"/>
              <a:gd name="connsiteX331" fmla="*/ 91320 w 1876440"/>
              <a:gd name="connsiteY331" fmla="*/ 547879 h 1885953"/>
              <a:gd name="connsiteX332" fmla="*/ 779787 w 1876440"/>
              <a:gd name="connsiteY332" fmla="*/ 576962 h 1885953"/>
              <a:gd name="connsiteX333" fmla="*/ 786010 w 1876440"/>
              <a:gd name="connsiteY333" fmla="*/ 580137 h 1885953"/>
              <a:gd name="connsiteX334" fmla="*/ 780803 w 1876440"/>
              <a:gd name="connsiteY334" fmla="*/ 598806 h 1885953"/>
              <a:gd name="connsiteX335" fmla="*/ 763404 w 1876440"/>
              <a:gd name="connsiteY335" fmla="*/ 606553 h 1885953"/>
              <a:gd name="connsiteX336" fmla="*/ 749561 w 1876440"/>
              <a:gd name="connsiteY336" fmla="*/ 625984 h 1885953"/>
              <a:gd name="connsiteX337" fmla="*/ 729114 w 1876440"/>
              <a:gd name="connsiteY337" fmla="*/ 638176 h 1885953"/>
              <a:gd name="connsiteX338" fmla="*/ 705619 w 1876440"/>
              <a:gd name="connsiteY338" fmla="*/ 642240 h 1885953"/>
              <a:gd name="connsiteX339" fmla="*/ 689363 w 1876440"/>
              <a:gd name="connsiteY339" fmla="*/ 639065 h 1885953"/>
              <a:gd name="connsiteX340" fmla="*/ 693046 w 1876440"/>
              <a:gd name="connsiteY340" fmla="*/ 630556 h 1885953"/>
              <a:gd name="connsiteX341" fmla="*/ 705111 w 1876440"/>
              <a:gd name="connsiteY341" fmla="*/ 620269 h 1885953"/>
              <a:gd name="connsiteX342" fmla="*/ 719970 w 1876440"/>
              <a:gd name="connsiteY342" fmla="*/ 605156 h 1885953"/>
              <a:gd name="connsiteX343" fmla="*/ 735845 w 1876440"/>
              <a:gd name="connsiteY343" fmla="*/ 590043 h 1885953"/>
              <a:gd name="connsiteX344" fmla="*/ 756165 w 1876440"/>
              <a:gd name="connsiteY344" fmla="*/ 581534 h 1885953"/>
              <a:gd name="connsiteX345" fmla="*/ 771405 w 1876440"/>
              <a:gd name="connsiteY345" fmla="*/ 579756 h 1885953"/>
              <a:gd name="connsiteX346" fmla="*/ 779787 w 1876440"/>
              <a:gd name="connsiteY346" fmla="*/ 576962 h 1885953"/>
              <a:gd name="connsiteX347" fmla="*/ 566300 w 1876440"/>
              <a:gd name="connsiteY347" fmla="*/ 589027 h 1885953"/>
              <a:gd name="connsiteX348" fmla="*/ 576079 w 1876440"/>
              <a:gd name="connsiteY348" fmla="*/ 589535 h 1885953"/>
              <a:gd name="connsiteX349" fmla="*/ 572396 w 1876440"/>
              <a:gd name="connsiteY349" fmla="*/ 614300 h 1885953"/>
              <a:gd name="connsiteX350" fmla="*/ 562998 w 1876440"/>
              <a:gd name="connsiteY350" fmla="*/ 636144 h 1885953"/>
              <a:gd name="connsiteX351" fmla="*/ 546742 w 1876440"/>
              <a:gd name="connsiteY351" fmla="*/ 653797 h 1885953"/>
              <a:gd name="connsiteX352" fmla="*/ 527311 w 1876440"/>
              <a:gd name="connsiteY352" fmla="*/ 667386 h 1885953"/>
              <a:gd name="connsiteX353" fmla="*/ 512198 w 1876440"/>
              <a:gd name="connsiteY353" fmla="*/ 674752 h 1885953"/>
              <a:gd name="connsiteX354" fmla="*/ 496323 w 1876440"/>
              <a:gd name="connsiteY354" fmla="*/ 677292 h 1885953"/>
              <a:gd name="connsiteX355" fmla="*/ 499879 w 1876440"/>
              <a:gd name="connsiteY355" fmla="*/ 654559 h 1885953"/>
              <a:gd name="connsiteX356" fmla="*/ 499879 w 1876440"/>
              <a:gd name="connsiteY356" fmla="*/ 654432 h 1885953"/>
              <a:gd name="connsiteX357" fmla="*/ 509785 w 1876440"/>
              <a:gd name="connsiteY357" fmla="*/ 639446 h 1885953"/>
              <a:gd name="connsiteX358" fmla="*/ 524009 w 1876440"/>
              <a:gd name="connsiteY358" fmla="*/ 627381 h 1885953"/>
              <a:gd name="connsiteX359" fmla="*/ 538360 w 1876440"/>
              <a:gd name="connsiteY359" fmla="*/ 611760 h 1885953"/>
              <a:gd name="connsiteX360" fmla="*/ 555251 w 1876440"/>
              <a:gd name="connsiteY360" fmla="*/ 598425 h 1885953"/>
              <a:gd name="connsiteX361" fmla="*/ 566300 w 1876440"/>
              <a:gd name="connsiteY361" fmla="*/ 589027 h 1885953"/>
              <a:gd name="connsiteX362" fmla="*/ 1402087 w 1876440"/>
              <a:gd name="connsiteY362" fmla="*/ 604140 h 1885953"/>
              <a:gd name="connsiteX363" fmla="*/ 1407421 w 1876440"/>
              <a:gd name="connsiteY363" fmla="*/ 630937 h 1885953"/>
              <a:gd name="connsiteX364" fmla="*/ 1390911 w 1876440"/>
              <a:gd name="connsiteY364" fmla="*/ 652019 h 1885953"/>
              <a:gd name="connsiteX365" fmla="*/ 1369575 w 1876440"/>
              <a:gd name="connsiteY365" fmla="*/ 665989 h 1885953"/>
              <a:gd name="connsiteX366" fmla="*/ 1357764 w 1876440"/>
              <a:gd name="connsiteY366" fmla="*/ 676149 h 1885953"/>
              <a:gd name="connsiteX367" fmla="*/ 1344556 w 1876440"/>
              <a:gd name="connsiteY367" fmla="*/ 671069 h 1885953"/>
              <a:gd name="connsiteX368" fmla="*/ 1342016 w 1876440"/>
              <a:gd name="connsiteY368" fmla="*/ 652400 h 1885953"/>
              <a:gd name="connsiteX369" fmla="*/ 1342016 w 1876440"/>
              <a:gd name="connsiteY369" fmla="*/ 652527 h 1885953"/>
              <a:gd name="connsiteX370" fmla="*/ 1350779 w 1876440"/>
              <a:gd name="connsiteY370" fmla="*/ 641478 h 1885953"/>
              <a:gd name="connsiteX371" fmla="*/ 1362463 w 1876440"/>
              <a:gd name="connsiteY371" fmla="*/ 633223 h 1885953"/>
              <a:gd name="connsiteX372" fmla="*/ 1383164 w 1876440"/>
              <a:gd name="connsiteY372" fmla="*/ 617221 h 1885953"/>
              <a:gd name="connsiteX373" fmla="*/ 1402087 w 1876440"/>
              <a:gd name="connsiteY373" fmla="*/ 604140 h 1885953"/>
              <a:gd name="connsiteX374" fmla="*/ 1247020 w 1876440"/>
              <a:gd name="connsiteY374" fmla="*/ 624333 h 1885953"/>
              <a:gd name="connsiteX375" fmla="*/ 1253751 w 1876440"/>
              <a:gd name="connsiteY375" fmla="*/ 627889 h 1885953"/>
              <a:gd name="connsiteX376" fmla="*/ 1250195 w 1876440"/>
              <a:gd name="connsiteY376" fmla="*/ 646431 h 1885953"/>
              <a:gd name="connsiteX377" fmla="*/ 1238384 w 1876440"/>
              <a:gd name="connsiteY377" fmla="*/ 659639 h 1885953"/>
              <a:gd name="connsiteX378" fmla="*/ 1219207 w 1876440"/>
              <a:gd name="connsiteY378" fmla="*/ 673101 h 1885953"/>
              <a:gd name="connsiteX379" fmla="*/ 1203713 w 1876440"/>
              <a:gd name="connsiteY379" fmla="*/ 690881 h 1885953"/>
              <a:gd name="connsiteX380" fmla="*/ 1181488 w 1876440"/>
              <a:gd name="connsiteY380" fmla="*/ 697866 h 1885953"/>
              <a:gd name="connsiteX381" fmla="*/ 1167010 w 1876440"/>
              <a:gd name="connsiteY381" fmla="*/ 697485 h 1885953"/>
              <a:gd name="connsiteX382" fmla="*/ 1167137 w 1876440"/>
              <a:gd name="connsiteY382" fmla="*/ 697485 h 1885953"/>
              <a:gd name="connsiteX383" fmla="*/ 1163962 w 1876440"/>
              <a:gd name="connsiteY383" fmla="*/ 684023 h 1885953"/>
              <a:gd name="connsiteX384" fmla="*/ 1175265 w 1876440"/>
              <a:gd name="connsiteY384" fmla="*/ 675260 h 1885953"/>
              <a:gd name="connsiteX385" fmla="*/ 1190251 w 1876440"/>
              <a:gd name="connsiteY385" fmla="*/ 659639 h 1885953"/>
              <a:gd name="connsiteX386" fmla="*/ 1207396 w 1876440"/>
              <a:gd name="connsiteY386" fmla="*/ 647066 h 1885953"/>
              <a:gd name="connsiteX387" fmla="*/ 1225303 w 1876440"/>
              <a:gd name="connsiteY387" fmla="*/ 635001 h 1885953"/>
              <a:gd name="connsiteX388" fmla="*/ 1238892 w 1876440"/>
              <a:gd name="connsiteY388" fmla="*/ 627000 h 1885953"/>
              <a:gd name="connsiteX389" fmla="*/ 1247020 w 1876440"/>
              <a:gd name="connsiteY389" fmla="*/ 624333 h 1885953"/>
              <a:gd name="connsiteX390" fmla="*/ 382785 w 1876440"/>
              <a:gd name="connsiteY390" fmla="*/ 645923 h 1885953"/>
              <a:gd name="connsiteX391" fmla="*/ 392564 w 1876440"/>
              <a:gd name="connsiteY391" fmla="*/ 655067 h 1885953"/>
              <a:gd name="connsiteX392" fmla="*/ 391548 w 1876440"/>
              <a:gd name="connsiteY392" fmla="*/ 668275 h 1885953"/>
              <a:gd name="connsiteX393" fmla="*/ 375800 w 1876440"/>
              <a:gd name="connsiteY393" fmla="*/ 677165 h 1885953"/>
              <a:gd name="connsiteX394" fmla="*/ 360433 w 1876440"/>
              <a:gd name="connsiteY394" fmla="*/ 694564 h 1885953"/>
              <a:gd name="connsiteX395" fmla="*/ 341256 w 1876440"/>
              <a:gd name="connsiteY395" fmla="*/ 708915 h 1885953"/>
              <a:gd name="connsiteX396" fmla="*/ 317253 w 1876440"/>
              <a:gd name="connsiteY396" fmla="*/ 708788 h 1885953"/>
              <a:gd name="connsiteX397" fmla="*/ 303537 w 1876440"/>
              <a:gd name="connsiteY397" fmla="*/ 707391 h 1885953"/>
              <a:gd name="connsiteX398" fmla="*/ 303029 w 1876440"/>
              <a:gd name="connsiteY398" fmla="*/ 694310 h 1885953"/>
              <a:gd name="connsiteX399" fmla="*/ 315983 w 1876440"/>
              <a:gd name="connsiteY399" fmla="*/ 688214 h 1885953"/>
              <a:gd name="connsiteX400" fmla="*/ 332747 w 1876440"/>
              <a:gd name="connsiteY400" fmla="*/ 675006 h 1885953"/>
              <a:gd name="connsiteX401" fmla="*/ 351289 w 1876440"/>
              <a:gd name="connsiteY401" fmla="*/ 665100 h 1885953"/>
              <a:gd name="connsiteX402" fmla="*/ 370085 w 1876440"/>
              <a:gd name="connsiteY402" fmla="*/ 653797 h 1885953"/>
              <a:gd name="connsiteX403" fmla="*/ 382785 w 1876440"/>
              <a:gd name="connsiteY403" fmla="*/ 645923 h 1885953"/>
              <a:gd name="connsiteX404" fmla="*/ 1065410 w 1876440"/>
              <a:gd name="connsiteY404" fmla="*/ 650622 h 1885953"/>
              <a:gd name="connsiteX405" fmla="*/ 1064521 w 1876440"/>
              <a:gd name="connsiteY405" fmla="*/ 676276 h 1885953"/>
              <a:gd name="connsiteX406" fmla="*/ 1050424 w 1876440"/>
              <a:gd name="connsiteY406" fmla="*/ 699771 h 1885953"/>
              <a:gd name="connsiteX407" fmla="*/ 1039375 w 1876440"/>
              <a:gd name="connsiteY407" fmla="*/ 707645 h 1885953"/>
              <a:gd name="connsiteX408" fmla="*/ 1028580 w 1876440"/>
              <a:gd name="connsiteY408" fmla="*/ 716662 h 1885953"/>
              <a:gd name="connsiteX409" fmla="*/ 1020452 w 1876440"/>
              <a:gd name="connsiteY409" fmla="*/ 731013 h 1885953"/>
              <a:gd name="connsiteX410" fmla="*/ 1013467 w 1876440"/>
              <a:gd name="connsiteY410" fmla="*/ 747523 h 1885953"/>
              <a:gd name="connsiteX411" fmla="*/ 996449 w 1876440"/>
              <a:gd name="connsiteY411" fmla="*/ 740538 h 1885953"/>
              <a:gd name="connsiteX412" fmla="*/ 996322 w 1876440"/>
              <a:gd name="connsiteY412" fmla="*/ 740538 h 1885953"/>
              <a:gd name="connsiteX413" fmla="*/ 994036 w 1876440"/>
              <a:gd name="connsiteY413" fmla="*/ 725806 h 1885953"/>
              <a:gd name="connsiteX414" fmla="*/ 998862 w 1876440"/>
              <a:gd name="connsiteY414" fmla="*/ 709296 h 1885953"/>
              <a:gd name="connsiteX415" fmla="*/ 1008260 w 1876440"/>
              <a:gd name="connsiteY415" fmla="*/ 687706 h 1885953"/>
              <a:gd name="connsiteX416" fmla="*/ 1025278 w 1876440"/>
              <a:gd name="connsiteY416" fmla="*/ 671577 h 1885953"/>
              <a:gd name="connsiteX417" fmla="*/ 1042677 w 1876440"/>
              <a:gd name="connsiteY417" fmla="*/ 655956 h 1885953"/>
              <a:gd name="connsiteX418" fmla="*/ 1065410 w 1876440"/>
              <a:gd name="connsiteY418" fmla="*/ 650622 h 1885953"/>
              <a:gd name="connsiteX419" fmla="*/ 204985 w 1876440"/>
              <a:gd name="connsiteY419" fmla="*/ 674371 h 1885953"/>
              <a:gd name="connsiteX420" fmla="*/ 206000 w 1876440"/>
              <a:gd name="connsiteY420" fmla="*/ 699644 h 1885953"/>
              <a:gd name="connsiteX421" fmla="*/ 196095 w 1876440"/>
              <a:gd name="connsiteY421" fmla="*/ 721615 h 1885953"/>
              <a:gd name="connsiteX422" fmla="*/ 185046 w 1876440"/>
              <a:gd name="connsiteY422" fmla="*/ 743713 h 1885953"/>
              <a:gd name="connsiteX423" fmla="*/ 165742 w 1876440"/>
              <a:gd name="connsiteY423" fmla="*/ 758826 h 1885953"/>
              <a:gd name="connsiteX424" fmla="*/ 151010 w 1876440"/>
              <a:gd name="connsiteY424" fmla="*/ 769367 h 1885953"/>
              <a:gd name="connsiteX425" fmla="*/ 132975 w 1876440"/>
              <a:gd name="connsiteY425" fmla="*/ 768605 h 1885953"/>
              <a:gd name="connsiteX426" fmla="*/ 132341 w 1876440"/>
              <a:gd name="connsiteY426" fmla="*/ 744348 h 1885953"/>
              <a:gd name="connsiteX427" fmla="*/ 132214 w 1876440"/>
              <a:gd name="connsiteY427" fmla="*/ 744348 h 1885953"/>
              <a:gd name="connsiteX428" fmla="*/ 141993 w 1876440"/>
              <a:gd name="connsiteY428" fmla="*/ 727965 h 1885953"/>
              <a:gd name="connsiteX429" fmla="*/ 156090 w 1876440"/>
              <a:gd name="connsiteY429" fmla="*/ 715773 h 1885953"/>
              <a:gd name="connsiteX430" fmla="*/ 173489 w 1876440"/>
              <a:gd name="connsiteY430" fmla="*/ 702819 h 1885953"/>
              <a:gd name="connsiteX431" fmla="*/ 188856 w 1876440"/>
              <a:gd name="connsiteY431" fmla="*/ 687579 h 1885953"/>
              <a:gd name="connsiteX432" fmla="*/ 204985 w 1876440"/>
              <a:gd name="connsiteY432" fmla="*/ 674371 h 1885953"/>
              <a:gd name="connsiteX433" fmla="*/ 873132 w 1876440"/>
              <a:gd name="connsiteY433" fmla="*/ 697739 h 1885953"/>
              <a:gd name="connsiteX434" fmla="*/ 880117 w 1876440"/>
              <a:gd name="connsiteY434" fmla="*/ 700533 h 1885953"/>
              <a:gd name="connsiteX435" fmla="*/ 882149 w 1876440"/>
              <a:gd name="connsiteY435" fmla="*/ 712217 h 1885953"/>
              <a:gd name="connsiteX436" fmla="*/ 877196 w 1876440"/>
              <a:gd name="connsiteY436" fmla="*/ 724282 h 1885953"/>
              <a:gd name="connsiteX437" fmla="*/ 861956 w 1876440"/>
              <a:gd name="connsiteY437" fmla="*/ 738379 h 1885953"/>
              <a:gd name="connsiteX438" fmla="*/ 844811 w 1876440"/>
              <a:gd name="connsiteY438" fmla="*/ 750063 h 1885953"/>
              <a:gd name="connsiteX439" fmla="*/ 830206 w 1876440"/>
              <a:gd name="connsiteY439" fmla="*/ 765684 h 1885953"/>
              <a:gd name="connsiteX440" fmla="*/ 811537 w 1876440"/>
              <a:gd name="connsiteY440" fmla="*/ 776225 h 1885953"/>
              <a:gd name="connsiteX441" fmla="*/ 789312 w 1876440"/>
              <a:gd name="connsiteY441" fmla="*/ 772034 h 1885953"/>
              <a:gd name="connsiteX442" fmla="*/ 799218 w 1876440"/>
              <a:gd name="connsiteY442" fmla="*/ 751460 h 1885953"/>
              <a:gd name="connsiteX443" fmla="*/ 816490 w 1876440"/>
              <a:gd name="connsiteY443" fmla="*/ 739395 h 1885953"/>
              <a:gd name="connsiteX444" fmla="*/ 831730 w 1876440"/>
              <a:gd name="connsiteY444" fmla="*/ 725552 h 1885953"/>
              <a:gd name="connsiteX445" fmla="*/ 847732 w 1876440"/>
              <a:gd name="connsiteY445" fmla="*/ 712344 h 1885953"/>
              <a:gd name="connsiteX446" fmla="*/ 864115 w 1876440"/>
              <a:gd name="connsiteY446" fmla="*/ 698755 h 1885953"/>
              <a:gd name="connsiteX447" fmla="*/ 864242 w 1876440"/>
              <a:gd name="connsiteY447" fmla="*/ 698755 h 1885953"/>
              <a:gd name="connsiteX448" fmla="*/ 873132 w 1876440"/>
              <a:gd name="connsiteY448" fmla="*/ 697739 h 1885953"/>
              <a:gd name="connsiteX449" fmla="*/ 666122 w 1876440"/>
              <a:gd name="connsiteY449" fmla="*/ 736855 h 1885953"/>
              <a:gd name="connsiteX450" fmla="*/ 680092 w 1876440"/>
              <a:gd name="connsiteY450" fmla="*/ 737871 h 1885953"/>
              <a:gd name="connsiteX451" fmla="*/ 678949 w 1876440"/>
              <a:gd name="connsiteY451" fmla="*/ 753238 h 1885953"/>
              <a:gd name="connsiteX452" fmla="*/ 668789 w 1876440"/>
              <a:gd name="connsiteY452" fmla="*/ 767589 h 1885953"/>
              <a:gd name="connsiteX453" fmla="*/ 662312 w 1876440"/>
              <a:gd name="connsiteY453" fmla="*/ 790957 h 1885953"/>
              <a:gd name="connsiteX454" fmla="*/ 644151 w 1876440"/>
              <a:gd name="connsiteY454" fmla="*/ 806070 h 1885953"/>
              <a:gd name="connsiteX455" fmla="*/ 624720 w 1876440"/>
              <a:gd name="connsiteY455" fmla="*/ 818389 h 1885953"/>
              <a:gd name="connsiteX456" fmla="*/ 607829 w 1876440"/>
              <a:gd name="connsiteY456" fmla="*/ 823342 h 1885953"/>
              <a:gd name="connsiteX457" fmla="*/ 607829 w 1876440"/>
              <a:gd name="connsiteY457" fmla="*/ 823215 h 1885953"/>
              <a:gd name="connsiteX458" fmla="*/ 604781 w 1876440"/>
              <a:gd name="connsiteY458" fmla="*/ 809245 h 1885953"/>
              <a:gd name="connsiteX459" fmla="*/ 618370 w 1876440"/>
              <a:gd name="connsiteY459" fmla="*/ 799593 h 1885953"/>
              <a:gd name="connsiteX460" fmla="*/ 621926 w 1876440"/>
              <a:gd name="connsiteY460" fmla="*/ 776479 h 1885953"/>
              <a:gd name="connsiteX461" fmla="*/ 639198 w 1876440"/>
              <a:gd name="connsiteY461" fmla="*/ 762255 h 1885953"/>
              <a:gd name="connsiteX462" fmla="*/ 653930 w 1876440"/>
              <a:gd name="connsiteY462" fmla="*/ 745237 h 1885953"/>
              <a:gd name="connsiteX463" fmla="*/ 666122 w 1876440"/>
              <a:gd name="connsiteY463" fmla="*/ 736855 h 1885953"/>
              <a:gd name="connsiteX464" fmla="*/ 1501274 w 1876440"/>
              <a:gd name="connsiteY464" fmla="*/ 757302 h 1885953"/>
              <a:gd name="connsiteX465" fmla="*/ 1497337 w 1876440"/>
              <a:gd name="connsiteY465" fmla="*/ 773558 h 1885953"/>
              <a:gd name="connsiteX466" fmla="*/ 1486796 w 1876440"/>
              <a:gd name="connsiteY466" fmla="*/ 791973 h 1885953"/>
              <a:gd name="connsiteX467" fmla="*/ 1471937 w 1876440"/>
              <a:gd name="connsiteY467" fmla="*/ 807213 h 1885953"/>
              <a:gd name="connsiteX468" fmla="*/ 1459872 w 1876440"/>
              <a:gd name="connsiteY468" fmla="*/ 813055 h 1885953"/>
              <a:gd name="connsiteX469" fmla="*/ 1448696 w 1876440"/>
              <a:gd name="connsiteY469" fmla="*/ 809880 h 1885953"/>
              <a:gd name="connsiteX470" fmla="*/ 1447934 w 1876440"/>
              <a:gd name="connsiteY470" fmla="*/ 801244 h 1885953"/>
              <a:gd name="connsiteX471" fmla="*/ 1452125 w 1876440"/>
              <a:gd name="connsiteY471" fmla="*/ 791719 h 1885953"/>
              <a:gd name="connsiteX472" fmla="*/ 1462539 w 1876440"/>
              <a:gd name="connsiteY472" fmla="*/ 776606 h 1885953"/>
              <a:gd name="connsiteX473" fmla="*/ 1480446 w 1876440"/>
              <a:gd name="connsiteY473" fmla="*/ 760858 h 1885953"/>
              <a:gd name="connsiteX474" fmla="*/ 1501274 w 1876440"/>
              <a:gd name="connsiteY474" fmla="*/ 757302 h 1885953"/>
              <a:gd name="connsiteX475" fmla="*/ 1347731 w 1876440"/>
              <a:gd name="connsiteY475" fmla="*/ 758572 h 1885953"/>
              <a:gd name="connsiteX476" fmla="*/ 1355224 w 1876440"/>
              <a:gd name="connsiteY476" fmla="*/ 762636 h 1885953"/>
              <a:gd name="connsiteX477" fmla="*/ 1354208 w 1876440"/>
              <a:gd name="connsiteY477" fmla="*/ 783972 h 1885953"/>
              <a:gd name="connsiteX478" fmla="*/ 1340111 w 1876440"/>
              <a:gd name="connsiteY478" fmla="*/ 803657 h 1885953"/>
              <a:gd name="connsiteX479" fmla="*/ 1323474 w 1876440"/>
              <a:gd name="connsiteY479" fmla="*/ 821818 h 1885953"/>
              <a:gd name="connsiteX480" fmla="*/ 1298455 w 1876440"/>
              <a:gd name="connsiteY480" fmla="*/ 826390 h 1885953"/>
              <a:gd name="connsiteX481" fmla="*/ 1283088 w 1876440"/>
              <a:gd name="connsiteY481" fmla="*/ 832613 h 1885953"/>
              <a:gd name="connsiteX482" fmla="*/ 1268737 w 1876440"/>
              <a:gd name="connsiteY482" fmla="*/ 831343 h 1885953"/>
              <a:gd name="connsiteX483" fmla="*/ 1268610 w 1876440"/>
              <a:gd name="connsiteY483" fmla="*/ 806959 h 1885953"/>
              <a:gd name="connsiteX484" fmla="*/ 1286898 w 1876440"/>
              <a:gd name="connsiteY484" fmla="*/ 798577 h 1885953"/>
              <a:gd name="connsiteX485" fmla="*/ 1303281 w 1876440"/>
              <a:gd name="connsiteY485" fmla="*/ 789814 h 1885953"/>
              <a:gd name="connsiteX486" fmla="*/ 1319791 w 1876440"/>
              <a:gd name="connsiteY486" fmla="*/ 775971 h 1885953"/>
              <a:gd name="connsiteX487" fmla="*/ 1337317 w 1876440"/>
              <a:gd name="connsiteY487" fmla="*/ 763906 h 1885953"/>
              <a:gd name="connsiteX488" fmla="*/ 1347731 w 1876440"/>
              <a:gd name="connsiteY488" fmla="*/ 758572 h 1885953"/>
              <a:gd name="connsiteX489" fmla="*/ 479432 w 1876440"/>
              <a:gd name="connsiteY489" fmla="*/ 785750 h 1885953"/>
              <a:gd name="connsiteX490" fmla="*/ 501403 w 1876440"/>
              <a:gd name="connsiteY490" fmla="*/ 792227 h 1885953"/>
              <a:gd name="connsiteX491" fmla="*/ 496069 w 1876440"/>
              <a:gd name="connsiteY491" fmla="*/ 815595 h 1885953"/>
              <a:gd name="connsiteX492" fmla="*/ 486671 w 1876440"/>
              <a:gd name="connsiteY492" fmla="*/ 826263 h 1885953"/>
              <a:gd name="connsiteX493" fmla="*/ 472193 w 1876440"/>
              <a:gd name="connsiteY493" fmla="*/ 826390 h 1885953"/>
              <a:gd name="connsiteX494" fmla="*/ 460509 w 1876440"/>
              <a:gd name="connsiteY494" fmla="*/ 834899 h 1885953"/>
              <a:gd name="connsiteX495" fmla="*/ 447174 w 1876440"/>
              <a:gd name="connsiteY495" fmla="*/ 840741 h 1885953"/>
              <a:gd name="connsiteX496" fmla="*/ 437141 w 1876440"/>
              <a:gd name="connsiteY496" fmla="*/ 854711 h 1885953"/>
              <a:gd name="connsiteX497" fmla="*/ 424314 w 1876440"/>
              <a:gd name="connsiteY497" fmla="*/ 866268 h 1885953"/>
              <a:gd name="connsiteX498" fmla="*/ 406025 w 1876440"/>
              <a:gd name="connsiteY498" fmla="*/ 856997 h 1885953"/>
              <a:gd name="connsiteX499" fmla="*/ 406153 w 1876440"/>
              <a:gd name="connsiteY499" fmla="*/ 856870 h 1885953"/>
              <a:gd name="connsiteX500" fmla="*/ 411868 w 1876440"/>
              <a:gd name="connsiteY500" fmla="*/ 839598 h 1885953"/>
              <a:gd name="connsiteX501" fmla="*/ 421900 w 1876440"/>
              <a:gd name="connsiteY501" fmla="*/ 825628 h 1885953"/>
              <a:gd name="connsiteX502" fmla="*/ 441459 w 1876440"/>
              <a:gd name="connsiteY502" fmla="*/ 813309 h 1885953"/>
              <a:gd name="connsiteX503" fmla="*/ 457715 w 1876440"/>
              <a:gd name="connsiteY503" fmla="*/ 795656 h 1885953"/>
              <a:gd name="connsiteX504" fmla="*/ 479432 w 1876440"/>
              <a:gd name="connsiteY504" fmla="*/ 785750 h 1885953"/>
              <a:gd name="connsiteX505" fmla="*/ 1158247 w 1876440"/>
              <a:gd name="connsiteY505" fmla="*/ 789433 h 1885953"/>
              <a:gd name="connsiteX506" fmla="*/ 1172217 w 1876440"/>
              <a:gd name="connsiteY506" fmla="*/ 792354 h 1885953"/>
              <a:gd name="connsiteX507" fmla="*/ 1174376 w 1876440"/>
              <a:gd name="connsiteY507" fmla="*/ 807975 h 1885953"/>
              <a:gd name="connsiteX508" fmla="*/ 1166629 w 1876440"/>
              <a:gd name="connsiteY508" fmla="*/ 823850 h 1885953"/>
              <a:gd name="connsiteX509" fmla="*/ 1153802 w 1876440"/>
              <a:gd name="connsiteY509" fmla="*/ 843789 h 1885953"/>
              <a:gd name="connsiteX510" fmla="*/ 1135260 w 1876440"/>
              <a:gd name="connsiteY510" fmla="*/ 858267 h 1885953"/>
              <a:gd name="connsiteX511" fmla="*/ 1117861 w 1876440"/>
              <a:gd name="connsiteY511" fmla="*/ 874650 h 1885953"/>
              <a:gd name="connsiteX512" fmla="*/ 1102367 w 1876440"/>
              <a:gd name="connsiteY512" fmla="*/ 872237 h 1885953"/>
              <a:gd name="connsiteX513" fmla="*/ 1098811 w 1876440"/>
              <a:gd name="connsiteY513" fmla="*/ 861188 h 1885953"/>
              <a:gd name="connsiteX514" fmla="*/ 1109860 w 1876440"/>
              <a:gd name="connsiteY514" fmla="*/ 851536 h 1885953"/>
              <a:gd name="connsiteX515" fmla="*/ 1117099 w 1876440"/>
              <a:gd name="connsiteY515" fmla="*/ 830835 h 1885953"/>
              <a:gd name="connsiteX516" fmla="*/ 1131450 w 1876440"/>
              <a:gd name="connsiteY516" fmla="*/ 814452 h 1885953"/>
              <a:gd name="connsiteX517" fmla="*/ 1149357 w 1876440"/>
              <a:gd name="connsiteY517" fmla="*/ 802514 h 1885953"/>
              <a:gd name="connsiteX518" fmla="*/ 1158247 w 1876440"/>
              <a:gd name="connsiteY518" fmla="*/ 789433 h 1885953"/>
              <a:gd name="connsiteX519" fmla="*/ 1448696 w 1876440"/>
              <a:gd name="connsiteY519" fmla="*/ 809880 h 1885953"/>
              <a:gd name="connsiteX520" fmla="*/ 314840 w 1876440"/>
              <a:gd name="connsiteY520" fmla="*/ 820294 h 1885953"/>
              <a:gd name="connsiteX521" fmla="*/ 312046 w 1876440"/>
              <a:gd name="connsiteY521" fmla="*/ 839852 h 1885953"/>
              <a:gd name="connsiteX522" fmla="*/ 297187 w 1876440"/>
              <a:gd name="connsiteY522" fmla="*/ 858013 h 1885953"/>
              <a:gd name="connsiteX523" fmla="*/ 284868 w 1876440"/>
              <a:gd name="connsiteY523" fmla="*/ 878333 h 1885953"/>
              <a:gd name="connsiteX524" fmla="*/ 264294 w 1876440"/>
              <a:gd name="connsiteY524" fmla="*/ 891414 h 1885953"/>
              <a:gd name="connsiteX525" fmla="*/ 251213 w 1876440"/>
              <a:gd name="connsiteY525" fmla="*/ 901066 h 1885953"/>
              <a:gd name="connsiteX526" fmla="*/ 238005 w 1876440"/>
              <a:gd name="connsiteY526" fmla="*/ 900685 h 1885953"/>
              <a:gd name="connsiteX527" fmla="*/ 238005 w 1876440"/>
              <a:gd name="connsiteY527" fmla="*/ 900812 h 1885953"/>
              <a:gd name="connsiteX528" fmla="*/ 246133 w 1876440"/>
              <a:gd name="connsiteY528" fmla="*/ 876936 h 1885953"/>
              <a:gd name="connsiteX529" fmla="*/ 266072 w 1876440"/>
              <a:gd name="connsiteY529" fmla="*/ 859664 h 1885953"/>
              <a:gd name="connsiteX530" fmla="*/ 279153 w 1876440"/>
              <a:gd name="connsiteY530" fmla="*/ 840995 h 1885953"/>
              <a:gd name="connsiteX531" fmla="*/ 298075 w 1876440"/>
              <a:gd name="connsiteY531" fmla="*/ 828676 h 1885953"/>
              <a:gd name="connsiteX532" fmla="*/ 314840 w 1876440"/>
              <a:gd name="connsiteY532" fmla="*/ 820294 h 1885953"/>
              <a:gd name="connsiteX533" fmla="*/ 994290 w 1876440"/>
              <a:gd name="connsiteY533" fmla="*/ 836677 h 1885953"/>
              <a:gd name="connsiteX534" fmla="*/ 980701 w 1876440"/>
              <a:gd name="connsiteY534" fmla="*/ 857378 h 1885953"/>
              <a:gd name="connsiteX535" fmla="*/ 965842 w 1876440"/>
              <a:gd name="connsiteY535" fmla="*/ 875158 h 1885953"/>
              <a:gd name="connsiteX536" fmla="*/ 947681 w 1876440"/>
              <a:gd name="connsiteY536" fmla="*/ 890017 h 1885953"/>
              <a:gd name="connsiteX537" fmla="*/ 930536 w 1876440"/>
              <a:gd name="connsiteY537" fmla="*/ 905892 h 1885953"/>
              <a:gd name="connsiteX538" fmla="*/ 914915 w 1876440"/>
              <a:gd name="connsiteY538" fmla="*/ 909194 h 1885953"/>
              <a:gd name="connsiteX539" fmla="*/ 898659 w 1876440"/>
              <a:gd name="connsiteY539" fmla="*/ 908051 h 1885953"/>
              <a:gd name="connsiteX540" fmla="*/ 911613 w 1876440"/>
              <a:gd name="connsiteY540" fmla="*/ 884302 h 1885953"/>
              <a:gd name="connsiteX541" fmla="*/ 929012 w 1876440"/>
              <a:gd name="connsiteY541" fmla="*/ 863982 h 1885953"/>
              <a:gd name="connsiteX542" fmla="*/ 949459 w 1876440"/>
              <a:gd name="connsiteY542" fmla="*/ 852933 h 1885953"/>
              <a:gd name="connsiteX543" fmla="*/ 971049 w 1876440"/>
              <a:gd name="connsiteY543" fmla="*/ 845186 h 1885953"/>
              <a:gd name="connsiteX544" fmla="*/ 994290 w 1876440"/>
              <a:gd name="connsiteY544" fmla="*/ 836677 h 1885953"/>
              <a:gd name="connsiteX545" fmla="*/ 152025 w 1876440"/>
              <a:gd name="connsiteY545" fmla="*/ 844424 h 1885953"/>
              <a:gd name="connsiteX546" fmla="*/ 152025 w 1876440"/>
              <a:gd name="connsiteY546" fmla="*/ 844424 h 1885953"/>
              <a:gd name="connsiteX547" fmla="*/ 161297 w 1876440"/>
              <a:gd name="connsiteY547" fmla="*/ 845186 h 1885953"/>
              <a:gd name="connsiteX548" fmla="*/ 162821 w 1876440"/>
              <a:gd name="connsiteY548" fmla="*/ 865633 h 1885953"/>
              <a:gd name="connsiteX549" fmla="*/ 145549 w 1876440"/>
              <a:gd name="connsiteY549" fmla="*/ 879603 h 1885953"/>
              <a:gd name="connsiteX550" fmla="*/ 125102 w 1876440"/>
              <a:gd name="connsiteY550" fmla="*/ 889001 h 1885953"/>
              <a:gd name="connsiteX551" fmla="*/ 106814 w 1876440"/>
              <a:gd name="connsiteY551" fmla="*/ 879095 h 1885953"/>
              <a:gd name="connsiteX552" fmla="*/ 115069 w 1876440"/>
              <a:gd name="connsiteY552" fmla="*/ 862331 h 1885953"/>
              <a:gd name="connsiteX553" fmla="*/ 131452 w 1876440"/>
              <a:gd name="connsiteY553" fmla="*/ 848742 h 1885953"/>
              <a:gd name="connsiteX554" fmla="*/ 152025 w 1876440"/>
              <a:gd name="connsiteY554" fmla="*/ 844424 h 1885953"/>
              <a:gd name="connsiteX555" fmla="*/ 789439 w 1876440"/>
              <a:gd name="connsiteY555" fmla="*/ 870078 h 1885953"/>
              <a:gd name="connsiteX556" fmla="*/ 790455 w 1876440"/>
              <a:gd name="connsiteY556" fmla="*/ 894589 h 1885953"/>
              <a:gd name="connsiteX557" fmla="*/ 778644 w 1876440"/>
              <a:gd name="connsiteY557" fmla="*/ 915798 h 1885953"/>
              <a:gd name="connsiteX558" fmla="*/ 761245 w 1876440"/>
              <a:gd name="connsiteY558" fmla="*/ 932054 h 1885953"/>
              <a:gd name="connsiteX559" fmla="*/ 745497 w 1876440"/>
              <a:gd name="connsiteY559" fmla="*/ 950342 h 1885953"/>
              <a:gd name="connsiteX560" fmla="*/ 730384 w 1876440"/>
              <a:gd name="connsiteY560" fmla="*/ 959867 h 1885953"/>
              <a:gd name="connsiteX561" fmla="*/ 714509 w 1876440"/>
              <a:gd name="connsiteY561" fmla="*/ 956565 h 1885953"/>
              <a:gd name="connsiteX562" fmla="*/ 717049 w 1876440"/>
              <a:gd name="connsiteY562" fmla="*/ 936118 h 1885953"/>
              <a:gd name="connsiteX563" fmla="*/ 717176 w 1876440"/>
              <a:gd name="connsiteY563" fmla="*/ 936245 h 1885953"/>
              <a:gd name="connsiteX564" fmla="*/ 724669 w 1876440"/>
              <a:gd name="connsiteY564" fmla="*/ 919354 h 1885953"/>
              <a:gd name="connsiteX565" fmla="*/ 739909 w 1876440"/>
              <a:gd name="connsiteY565" fmla="*/ 908686 h 1885953"/>
              <a:gd name="connsiteX566" fmla="*/ 753752 w 1876440"/>
              <a:gd name="connsiteY566" fmla="*/ 892303 h 1885953"/>
              <a:gd name="connsiteX567" fmla="*/ 771913 w 1876440"/>
              <a:gd name="connsiteY567" fmla="*/ 879984 h 1885953"/>
              <a:gd name="connsiteX568" fmla="*/ 789439 w 1876440"/>
              <a:gd name="connsiteY568" fmla="*/ 870078 h 1885953"/>
              <a:gd name="connsiteX569" fmla="*/ 1102240 w 1876440"/>
              <a:gd name="connsiteY569" fmla="*/ 872237 h 1885953"/>
              <a:gd name="connsiteX570" fmla="*/ 1102367 w 1876440"/>
              <a:gd name="connsiteY570" fmla="*/ 872237 h 1885953"/>
              <a:gd name="connsiteX571" fmla="*/ 1102367 w 1876440"/>
              <a:gd name="connsiteY571" fmla="*/ 872364 h 1885953"/>
              <a:gd name="connsiteX572" fmla="*/ 1102240 w 1876440"/>
              <a:gd name="connsiteY572" fmla="*/ 872237 h 1885953"/>
              <a:gd name="connsiteX573" fmla="*/ 1442727 w 1876440"/>
              <a:gd name="connsiteY573" fmla="*/ 891033 h 1885953"/>
              <a:gd name="connsiteX574" fmla="*/ 1457967 w 1876440"/>
              <a:gd name="connsiteY574" fmla="*/ 895605 h 1885953"/>
              <a:gd name="connsiteX575" fmla="*/ 1456951 w 1876440"/>
              <a:gd name="connsiteY575" fmla="*/ 918211 h 1885953"/>
              <a:gd name="connsiteX576" fmla="*/ 1444378 w 1876440"/>
              <a:gd name="connsiteY576" fmla="*/ 935356 h 1885953"/>
              <a:gd name="connsiteX577" fmla="*/ 1426598 w 1876440"/>
              <a:gd name="connsiteY577" fmla="*/ 946913 h 1885953"/>
              <a:gd name="connsiteX578" fmla="*/ 1410342 w 1876440"/>
              <a:gd name="connsiteY578" fmla="*/ 960629 h 1885953"/>
              <a:gd name="connsiteX579" fmla="*/ 1390276 w 1876440"/>
              <a:gd name="connsiteY579" fmla="*/ 968122 h 1885953"/>
              <a:gd name="connsiteX580" fmla="*/ 1370718 w 1876440"/>
              <a:gd name="connsiteY580" fmla="*/ 963931 h 1885953"/>
              <a:gd name="connsiteX581" fmla="*/ 1379100 w 1876440"/>
              <a:gd name="connsiteY581" fmla="*/ 945389 h 1885953"/>
              <a:gd name="connsiteX582" fmla="*/ 1395610 w 1876440"/>
              <a:gd name="connsiteY582" fmla="*/ 932689 h 1885953"/>
              <a:gd name="connsiteX583" fmla="*/ 1409199 w 1876440"/>
              <a:gd name="connsiteY583" fmla="*/ 916687 h 1885953"/>
              <a:gd name="connsiteX584" fmla="*/ 1426979 w 1876440"/>
              <a:gd name="connsiteY584" fmla="*/ 905765 h 1885953"/>
              <a:gd name="connsiteX585" fmla="*/ 1442727 w 1876440"/>
              <a:gd name="connsiteY585" fmla="*/ 891033 h 1885953"/>
              <a:gd name="connsiteX586" fmla="*/ 1580903 w 1876440"/>
              <a:gd name="connsiteY586" fmla="*/ 896875 h 1885953"/>
              <a:gd name="connsiteX587" fmla="*/ 1598302 w 1876440"/>
              <a:gd name="connsiteY587" fmla="*/ 897764 h 1885953"/>
              <a:gd name="connsiteX588" fmla="*/ 1607954 w 1876440"/>
              <a:gd name="connsiteY588" fmla="*/ 919862 h 1885953"/>
              <a:gd name="connsiteX589" fmla="*/ 1595000 w 1876440"/>
              <a:gd name="connsiteY589" fmla="*/ 931927 h 1885953"/>
              <a:gd name="connsiteX590" fmla="*/ 1579379 w 1876440"/>
              <a:gd name="connsiteY590" fmla="*/ 938150 h 1885953"/>
              <a:gd name="connsiteX591" fmla="*/ 1574553 w 1876440"/>
              <a:gd name="connsiteY591" fmla="*/ 953263 h 1885953"/>
              <a:gd name="connsiteX592" fmla="*/ 1562615 w 1876440"/>
              <a:gd name="connsiteY592" fmla="*/ 961645 h 1885953"/>
              <a:gd name="connsiteX593" fmla="*/ 1562615 w 1876440"/>
              <a:gd name="connsiteY593" fmla="*/ 961518 h 1885953"/>
              <a:gd name="connsiteX594" fmla="*/ 1543946 w 1876440"/>
              <a:gd name="connsiteY594" fmla="*/ 962915 h 1885953"/>
              <a:gd name="connsiteX595" fmla="*/ 1534040 w 1876440"/>
              <a:gd name="connsiteY595" fmla="*/ 951485 h 1885953"/>
              <a:gd name="connsiteX596" fmla="*/ 1538612 w 1876440"/>
              <a:gd name="connsiteY596" fmla="*/ 936245 h 1885953"/>
              <a:gd name="connsiteX597" fmla="*/ 1558932 w 1876440"/>
              <a:gd name="connsiteY597" fmla="*/ 920370 h 1885953"/>
              <a:gd name="connsiteX598" fmla="*/ 1566425 w 1876440"/>
              <a:gd name="connsiteY598" fmla="*/ 905003 h 1885953"/>
              <a:gd name="connsiteX599" fmla="*/ 1580903 w 1876440"/>
              <a:gd name="connsiteY599" fmla="*/ 896875 h 1885953"/>
              <a:gd name="connsiteX600" fmla="*/ 596780 w 1876440"/>
              <a:gd name="connsiteY600" fmla="*/ 915036 h 1885953"/>
              <a:gd name="connsiteX601" fmla="*/ 608591 w 1876440"/>
              <a:gd name="connsiteY601" fmla="*/ 917068 h 1885953"/>
              <a:gd name="connsiteX602" fmla="*/ 606813 w 1876440"/>
              <a:gd name="connsiteY602" fmla="*/ 932181 h 1885953"/>
              <a:gd name="connsiteX603" fmla="*/ 600717 w 1876440"/>
              <a:gd name="connsiteY603" fmla="*/ 944119 h 1885953"/>
              <a:gd name="connsiteX604" fmla="*/ 590049 w 1876440"/>
              <a:gd name="connsiteY604" fmla="*/ 961518 h 1885953"/>
              <a:gd name="connsiteX605" fmla="*/ 572142 w 1876440"/>
              <a:gd name="connsiteY605" fmla="*/ 971043 h 1885953"/>
              <a:gd name="connsiteX606" fmla="*/ 559950 w 1876440"/>
              <a:gd name="connsiteY606" fmla="*/ 984505 h 1885953"/>
              <a:gd name="connsiteX607" fmla="*/ 541154 w 1876440"/>
              <a:gd name="connsiteY607" fmla="*/ 989331 h 1885953"/>
              <a:gd name="connsiteX608" fmla="*/ 516008 w 1876440"/>
              <a:gd name="connsiteY608" fmla="*/ 997713 h 1885953"/>
              <a:gd name="connsiteX609" fmla="*/ 512071 w 1876440"/>
              <a:gd name="connsiteY609" fmla="*/ 977393 h 1885953"/>
              <a:gd name="connsiteX610" fmla="*/ 526168 w 1876440"/>
              <a:gd name="connsiteY610" fmla="*/ 965201 h 1885953"/>
              <a:gd name="connsiteX611" fmla="*/ 538360 w 1876440"/>
              <a:gd name="connsiteY611" fmla="*/ 953009 h 1885953"/>
              <a:gd name="connsiteX612" fmla="*/ 555251 w 1876440"/>
              <a:gd name="connsiteY612" fmla="*/ 949707 h 1885953"/>
              <a:gd name="connsiteX613" fmla="*/ 569221 w 1876440"/>
              <a:gd name="connsiteY613" fmla="*/ 934340 h 1885953"/>
              <a:gd name="connsiteX614" fmla="*/ 583318 w 1876440"/>
              <a:gd name="connsiteY614" fmla="*/ 918719 h 1885953"/>
              <a:gd name="connsiteX615" fmla="*/ 596780 w 1876440"/>
              <a:gd name="connsiteY615" fmla="*/ 915036 h 1885953"/>
              <a:gd name="connsiteX616" fmla="*/ 1266832 w 1876440"/>
              <a:gd name="connsiteY616" fmla="*/ 924053 h 1885953"/>
              <a:gd name="connsiteX617" fmla="*/ 1274706 w 1876440"/>
              <a:gd name="connsiteY617" fmla="*/ 926593 h 1885953"/>
              <a:gd name="connsiteX618" fmla="*/ 1276103 w 1876440"/>
              <a:gd name="connsiteY618" fmla="*/ 946913 h 1885953"/>
              <a:gd name="connsiteX619" fmla="*/ 1265181 w 1876440"/>
              <a:gd name="connsiteY619" fmla="*/ 967614 h 1885953"/>
              <a:gd name="connsiteX620" fmla="*/ 1252227 w 1876440"/>
              <a:gd name="connsiteY620" fmla="*/ 987807 h 1885953"/>
              <a:gd name="connsiteX621" fmla="*/ 1232669 w 1876440"/>
              <a:gd name="connsiteY621" fmla="*/ 1001523 h 1885953"/>
              <a:gd name="connsiteX622" fmla="*/ 1218953 w 1876440"/>
              <a:gd name="connsiteY622" fmla="*/ 1012318 h 1885953"/>
              <a:gd name="connsiteX623" fmla="*/ 1201173 w 1876440"/>
              <a:gd name="connsiteY623" fmla="*/ 1013588 h 1885953"/>
              <a:gd name="connsiteX624" fmla="*/ 1200157 w 1876440"/>
              <a:gd name="connsiteY624" fmla="*/ 987553 h 1885953"/>
              <a:gd name="connsiteX625" fmla="*/ 1200030 w 1876440"/>
              <a:gd name="connsiteY625" fmla="*/ 987553 h 1885953"/>
              <a:gd name="connsiteX626" fmla="*/ 1214762 w 1876440"/>
              <a:gd name="connsiteY626" fmla="*/ 975107 h 1885953"/>
              <a:gd name="connsiteX627" fmla="*/ 1229113 w 1876440"/>
              <a:gd name="connsiteY627" fmla="*/ 963296 h 1885953"/>
              <a:gd name="connsiteX628" fmla="*/ 1245623 w 1876440"/>
              <a:gd name="connsiteY628" fmla="*/ 949326 h 1885953"/>
              <a:gd name="connsiteX629" fmla="*/ 1257942 w 1876440"/>
              <a:gd name="connsiteY629" fmla="*/ 931419 h 1885953"/>
              <a:gd name="connsiteX630" fmla="*/ 1266832 w 1876440"/>
              <a:gd name="connsiteY630" fmla="*/ 924053 h 1885953"/>
              <a:gd name="connsiteX631" fmla="*/ 408439 w 1876440"/>
              <a:gd name="connsiteY631" fmla="*/ 948945 h 1885953"/>
              <a:gd name="connsiteX632" fmla="*/ 415678 w 1876440"/>
              <a:gd name="connsiteY632" fmla="*/ 950342 h 1885953"/>
              <a:gd name="connsiteX633" fmla="*/ 420250 w 1876440"/>
              <a:gd name="connsiteY633" fmla="*/ 972567 h 1885953"/>
              <a:gd name="connsiteX634" fmla="*/ 409709 w 1876440"/>
              <a:gd name="connsiteY634" fmla="*/ 994792 h 1885953"/>
              <a:gd name="connsiteX635" fmla="*/ 391802 w 1876440"/>
              <a:gd name="connsiteY635" fmla="*/ 1011429 h 1885953"/>
              <a:gd name="connsiteX636" fmla="*/ 375546 w 1876440"/>
              <a:gd name="connsiteY636" fmla="*/ 1029463 h 1885953"/>
              <a:gd name="connsiteX637" fmla="*/ 358147 w 1876440"/>
              <a:gd name="connsiteY637" fmla="*/ 1033781 h 1885953"/>
              <a:gd name="connsiteX638" fmla="*/ 340367 w 1876440"/>
              <a:gd name="connsiteY638" fmla="*/ 1039115 h 1885953"/>
              <a:gd name="connsiteX639" fmla="*/ 343923 w 1876440"/>
              <a:gd name="connsiteY639" fmla="*/ 1013461 h 1885953"/>
              <a:gd name="connsiteX640" fmla="*/ 351797 w 1876440"/>
              <a:gd name="connsiteY640" fmla="*/ 995300 h 1885953"/>
              <a:gd name="connsiteX641" fmla="*/ 368688 w 1876440"/>
              <a:gd name="connsiteY641" fmla="*/ 986537 h 1885953"/>
              <a:gd name="connsiteX642" fmla="*/ 385452 w 1876440"/>
              <a:gd name="connsiteY642" fmla="*/ 973202 h 1885953"/>
              <a:gd name="connsiteX643" fmla="*/ 400311 w 1876440"/>
              <a:gd name="connsiteY643" fmla="*/ 957454 h 1885953"/>
              <a:gd name="connsiteX644" fmla="*/ 408439 w 1876440"/>
              <a:gd name="connsiteY644" fmla="*/ 948945 h 1885953"/>
              <a:gd name="connsiteX645" fmla="*/ 1087889 w 1876440"/>
              <a:gd name="connsiteY645" fmla="*/ 965709 h 1885953"/>
              <a:gd name="connsiteX646" fmla="*/ 1097033 w 1876440"/>
              <a:gd name="connsiteY646" fmla="*/ 967868 h 1885953"/>
              <a:gd name="connsiteX647" fmla="*/ 1093858 w 1876440"/>
              <a:gd name="connsiteY647" fmla="*/ 993395 h 1885953"/>
              <a:gd name="connsiteX648" fmla="*/ 1078110 w 1876440"/>
              <a:gd name="connsiteY648" fmla="*/ 1012064 h 1885953"/>
              <a:gd name="connsiteX649" fmla="*/ 1056901 w 1876440"/>
              <a:gd name="connsiteY649" fmla="*/ 1023621 h 1885953"/>
              <a:gd name="connsiteX650" fmla="*/ 1038105 w 1876440"/>
              <a:gd name="connsiteY650" fmla="*/ 1038353 h 1885953"/>
              <a:gd name="connsiteX651" fmla="*/ 1021722 w 1876440"/>
              <a:gd name="connsiteY651" fmla="*/ 1044957 h 1885953"/>
              <a:gd name="connsiteX652" fmla="*/ 1003307 w 1876440"/>
              <a:gd name="connsiteY652" fmla="*/ 1042290 h 1885953"/>
              <a:gd name="connsiteX653" fmla="*/ 1006482 w 1876440"/>
              <a:gd name="connsiteY653" fmla="*/ 1015112 h 1885953"/>
              <a:gd name="connsiteX654" fmla="*/ 1006482 w 1876440"/>
              <a:gd name="connsiteY654" fmla="*/ 1014985 h 1885953"/>
              <a:gd name="connsiteX655" fmla="*/ 1024897 w 1876440"/>
              <a:gd name="connsiteY655" fmla="*/ 1006984 h 1885953"/>
              <a:gd name="connsiteX656" fmla="*/ 1039629 w 1876440"/>
              <a:gd name="connsiteY656" fmla="*/ 995046 h 1885953"/>
              <a:gd name="connsiteX657" fmla="*/ 1059314 w 1876440"/>
              <a:gd name="connsiteY657" fmla="*/ 986537 h 1885953"/>
              <a:gd name="connsiteX658" fmla="*/ 1075824 w 1876440"/>
              <a:gd name="connsiteY658" fmla="*/ 972948 h 1885953"/>
              <a:gd name="connsiteX659" fmla="*/ 1087889 w 1876440"/>
              <a:gd name="connsiteY659" fmla="*/ 965709 h 1885953"/>
              <a:gd name="connsiteX660" fmla="*/ 233433 w 1876440"/>
              <a:gd name="connsiteY660" fmla="*/ 1008000 h 1885953"/>
              <a:gd name="connsiteX661" fmla="*/ 240799 w 1876440"/>
              <a:gd name="connsiteY661" fmla="*/ 1014350 h 1885953"/>
              <a:gd name="connsiteX662" fmla="*/ 235592 w 1876440"/>
              <a:gd name="connsiteY662" fmla="*/ 1034416 h 1885953"/>
              <a:gd name="connsiteX663" fmla="*/ 219844 w 1876440"/>
              <a:gd name="connsiteY663" fmla="*/ 1048005 h 1885953"/>
              <a:gd name="connsiteX664" fmla="*/ 199270 w 1876440"/>
              <a:gd name="connsiteY664" fmla="*/ 1048386 h 1885953"/>
              <a:gd name="connsiteX665" fmla="*/ 187459 w 1876440"/>
              <a:gd name="connsiteY665" fmla="*/ 1042163 h 1885953"/>
              <a:gd name="connsiteX666" fmla="*/ 188221 w 1876440"/>
              <a:gd name="connsiteY666" fmla="*/ 1032511 h 1885953"/>
              <a:gd name="connsiteX667" fmla="*/ 195587 w 1876440"/>
              <a:gd name="connsiteY667" fmla="*/ 1027558 h 1885953"/>
              <a:gd name="connsiteX668" fmla="*/ 208160 w 1876440"/>
              <a:gd name="connsiteY668" fmla="*/ 1014350 h 1885953"/>
              <a:gd name="connsiteX669" fmla="*/ 225813 w 1876440"/>
              <a:gd name="connsiteY669" fmla="*/ 1009905 h 1885953"/>
              <a:gd name="connsiteX670" fmla="*/ 233433 w 1876440"/>
              <a:gd name="connsiteY670" fmla="*/ 1008000 h 1885953"/>
              <a:gd name="connsiteX671" fmla="*/ 900691 w 1876440"/>
              <a:gd name="connsiteY671" fmla="*/ 1013334 h 1885953"/>
              <a:gd name="connsiteX672" fmla="*/ 893452 w 1876440"/>
              <a:gd name="connsiteY672" fmla="*/ 1032892 h 1885953"/>
              <a:gd name="connsiteX673" fmla="*/ 879355 w 1876440"/>
              <a:gd name="connsiteY673" fmla="*/ 1051434 h 1885953"/>
              <a:gd name="connsiteX674" fmla="*/ 863226 w 1876440"/>
              <a:gd name="connsiteY674" fmla="*/ 1068452 h 1885953"/>
              <a:gd name="connsiteX675" fmla="*/ 846462 w 1876440"/>
              <a:gd name="connsiteY675" fmla="*/ 1084581 h 1885953"/>
              <a:gd name="connsiteX676" fmla="*/ 834143 w 1876440"/>
              <a:gd name="connsiteY676" fmla="*/ 1095757 h 1885953"/>
              <a:gd name="connsiteX677" fmla="*/ 820808 w 1876440"/>
              <a:gd name="connsiteY677" fmla="*/ 1089661 h 1885953"/>
              <a:gd name="connsiteX678" fmla="*/ 820681 w 1876440"/>
              <a:gd name="connsiteY678" fmla="*/ 1089788 h 1885953"/>
              <a:gd name="connsiteX679" fmla="*/ 826777 w 1876440"/>
              <a:gd name="connsiteY679" fmla="*/ 1066928 h 1885953"/>
              <a:gd name="connsiteX680" fmla="*/ 845573 w 1876440"/>
              <a:gd name="connsiteY680" fmla="*/ 1048513 h 1885953"/>
              <a:gd name="connsiteX681" fmla="*/ 861829 w 1876440"/>
              <a:gd name="connsiteY681" fmla="*/ 1032638 h 1885953"/>
              <a:gd name="connsiteX682" fmla="*/ 880752 w 1876440"/>
              <a:gd name="connsiteY682" fmla="*/ 1020065 h 1885953"/>
              <a:gd name="connsiteX683" fmla="*/ 900691 w 1876440"/>
              <a:gd name="connsiteY683" fmla="*/ 1013334 h 1885953"/>
              <a:gd name="connsiteX684" fmla="*/ 1557662 w 1876440"/>
              <a:gd name="connsiteY684" fmla="*/ 1039877 h 1885953"/>
              <a:gd name="connsiteX685" fmla="*/ 1582427 w 1876440"/>
              <a:gd name="connsiteY685" fmla="*/ 1044322 h 1885953"/>
              <a:gd name="connsiteX686" fmla="*/ 1581665 w 1876440"/>
              <a:gd name="connsiteY686" fmla="*/ 1060070 h 1885953"/>
              <a:gd name="connsiteX687" fmla="*/ 1573664 w 1876440"/>
              <a:gd name="connsiteY687" fmla="*/ 1072643 h 1885953"/>
              <a:gd name="connsiteX688" fmla="*/ 1560710 w 1876440"/>
              <a:gd name="connsiteY688" fmla="*/ 1080390 h 1885953"/>
              <a:gd name="connsiteX689" fmla="*/ 1546232 w 1876440"/>
              <a:gd name="connsiteY689" fmla="*/ 1080009 h 1885953"/>
              <a:gd name="connsiteX690" fmla="*/ 1533024 w 1876440"/>
              <a:gd name="connsiteY690" fmla="*/ 1084835 h 1885953"/>
              <a:gd name="connsiteX691" fmla="*/ 1519562 w 1876440"/>
              <a:gd name="connsiteY691" fmla="*/ 1089661 h 1885953"/>
              <a:gd name="connsiteX692" fmla="*/ 1505465 w 1876440"/>
              <a:gd name="connsiteY692" fmla="*/ 1100202 h 1885953"/>
              <a:gd name="connsiteX693" fmla="*/ 1494162 w 1876440"/>
              <a:gd name="connsiteY693" fmla="*/ 1112775 h 1885953"/>
              <a:gd name="connsiteX694" fmla="*/ 1479557 w 1876440"/>
              <a:gd name="connsiteY694" fmla="*/ 1100456 h 1885953"/>
              <a:gd name="connsiteX695" fmla="*/ 1479430 w 1876440"/>
              <a:gd name="connsiteY695" fmla="*/ 1100329 h 1885953"/>
              <a:gd name="connsiteX696" fmla="*/ 1486288 w 1876440"/>
              <a:gd name="connsiteY696" fmla="*/ 1085978 h 1885953"/>
              <a:gd name="connsiteX697" fmla="*/ 1496702 w 1876440"/>
              <a:gd name="connsiteY697" fmla="*/ 1072643 h 1885953"/>
              <a:gd name="connsiteX698" fmla="*/ 1513974 w 1876440"/>
              <a:gd name="connsiteY698" fmla="*/ 1056895 h 1885953"/>
              <a:gd name="connsiteX699" fmla="*/ 1536326 w 1876440"/>
              <a:gd name="connsiteY699" fmla="*/ 1050291 h 1885953"/>
              <a:gd name="connsiteX700" fmla="*/ 1557662 w 1876440"/>
              <a:gd name="connsiteY700" fmla="*/ 1039877 h 1885953"/>
              <a:gd name="connsiteX701" fmla="*/ 187459 w 1876440"/>
              <a:gd name="connsiteY701" fmla="*/ 1042163 h 1885953"/>
              <a:gd name="connsiteX702" fmla="*/ 1678566 w 1876440"/>
              <a:gd name="connsiteY702" fmla="*/ 1043687 h 1885953"/>
              <a:gd name="connsiteX703" fmla="*/ 1688980 w 1876440"/>
              <a:gd name="connsiteY703" fmla="*/ 1045719 h 1885953"/>
              <a:gd name="connsiteX704" fmla="*/ 1689996 w 1876440"/>
              <a:gd name="connsiteY704" fmla="*/ 1066547 h 1885953"/>
              <a:gd name="connsiteX705" fmla="*/ 1680344 w 1876440"/>
              <a:gd name="connsiteY705" fmla="*/ 1078104 h 1885953"/>
              <a:gd name="connsiteX706" fmla="*/ 1673359 w 1876440"/>
              <a:gd name="connsiteY706" fmla="*/ 1091947 h 1885953"/>
              <a:gd name="connsiteX707" fmla="*/ 1653674 w 1876440"/>
              <a:gd name="connsiteY707" fmla="*/ 1109346 h 1885953"/>
              <a:gd name="connsiteX708" fmla="*/ 1653674 w 1876440"/>
              <a:gd name="connsiteY708" fmla="*/ 1109473 h 1885953"/>
              <a:gd name="connsiteX709" fmla="*/ 1632465 w 1876440"/>
              <a:gd name="connsiteY709" fmla="*/ 1112013 h 1885953"/>
              <a:gd name="connsiteX710" fmla="*/ 1629290 w 1876440"/>
              <a:gd name="connsiteY710" fmla="*/ 1097789 h 1885953"/>
              <a:gd name="connsiteX711" fmla="*/ 1633354 w 1876440"/>
              <a:gd name="connsiteY711" fmla="*/ 1085597 h 1885953"/>
              <a:gd name="connsiteX712" fmla="*/ 1646308 w 1876440"/>
              <a:gd name="connsiteY712" fmla="*/ 1065912 h 1885953"/>
              <a:gd name="connsiteX713" fmla="*/ 1657357 w 1876440"/>
              <a:gd name="connsiteY713" fmla="*/ 1056260 h 1885953"/>
              <a:gd name="connsiteX714" fmla="*/ 1668406 w 1876440"/>
              <a:gd name="connsiteY714" fmla="*/ 1046481 h 1885953"/>
              <a:gd name="connsiteX715" fmla="*/ 1678566 w 1876440"/>
              <a:gd name="connsiteY715" fmla="*/ 1043687 h 1885953"/>
              <a:gd name="connsiteX716" fmla="*/ 694316 w 1876440"/>
              <a:gd name="connsiteY716" fmla="*/ 1054736 h 1885953"/>
              <a:gd name="connsiteX717" fmla="*/ 694443 w 1876440"/>
              <a:gd name="connsiteY717" fmla="*/ 1054736 h 1885953"/>
              <a:gd name="connsiteX718" fmla="*/ 710445 w 1876440"/>
              <a:gd name="connsiteY718" fmla="*/ 1055879 h 1885953"/>
              <a:gd name="connsiteX719" fmla="*/ 706889 w 1876440"/>
              <a:gd name="connsiteY719" fmla="*/ 1079628 h 1885953"/>
              <a:gd name="connsiteX720" fmla="*/ 691014 w 1876440"/>
              <a:gd name="connsiteY720" fmla="*/ 1092836 h 1885953"/>
              <a:gd name="connsiteX721" fmla="*/ 675393 w 1876440"/>
              <a:gd name="connsiteY721" fmla="*/ 1106298 h 1885953"/>
              <a:gd name="connsiteX722" fmla="*/ 660153 w 1876440"/>
              <a:gd name="connsiteY722" fmla="*/ 1121157 h 1885953"/>
              <a:gd name="connsiteX723" fmla="*/ 640976 w 1876440"/>
              <a:gd name="connsiteY723" fmla="*/ 1129539 h 1885953"/>
              <a:gd name="connsiteX724" fmla="*/ 625101 w 1876440"/>
              <a:gd name="connsiteY724" fmla="*/ 1124586 h 1885953"/>
              <a:gd name="connsiteX725" fmla="*/ 629419 w 1876440"/>
              <a:gd name="connsiteY725" fmla="*/ 1107187 h 1885953"/>
              <a:gd name="connsiteX726" fmla="*/ 646437 w 1876440"/>
              <a:gd name="connsiteY726" fmla="*/ 1094995 h 1885953"/>
              <a:gd name="connsiteX727" fmla="*/ 659264 w 1876440"/>
              <a:gd name="connsiteY727" fmla="*/ 1077977 h 1885953"/>
              <a:gd name="connsiteX728" fmla="*/ 677552 w 1876440"/>
              <a:gd name="connsiteY728" fmla="*/ 1067563 h 1885953"/>
              <a:gd name="connsiteX729" fmla="*/ 694316 w 1876440"/>
              <a:gd name="connsiteY729" fmla="*/ 1054736 h 1885953"/>
              <a:gd name="connsiteX730" fmla="*/ 1379735 w 1876440"/>
              <a:gd name="connsiteY730" fmla="*/ 1055117 h 1885953"/>
              <a:gd name="connsiteX731" fmla="*/ 1382148 w 1876440"/>
              <a:gd name="connsiteY731" fmla="*/ 1082676 h 1885953"/>
              <a:gd name="connsiteX732" fmla="*/ 1371861 w 1876440"/>
              <a:gd name="connsiteY732" fmla="*/ 1101218 h 1885953"/>
              <a:gd name="connsiteX733" fmla="*/ 1357637 w 1876440"/>
              <a:gd name="connsiteY733" fmla="*/ 1116839 h 1885953"/>
              <a:gd name="connsiteX734" fmla="*/ 1342778 w 1876440"/>
              <a:gd name="connsiteY734" fmla="*/ 1131952 h 1885953"/>
              <a:gd name="connsiteX735" fmla="*/ 1322585 w 1876440"/>
              <a:gd name="connsiteY735" fmla="*/ 1138937 h 1885953"/>
              <a:gd name="connsiteX736" fmla="*/ 1304424 w 1876440"/>
              <a:gd name="connsiteY736" fmla="*/ 1144779 h 1885953"/>
              <a:gd name="connsiteX737" fmla="*/ 1310901 w 1876440"/>
              <a:gd name="connsiteY737" fmla="*/ 1124586 h 1885953"/>
              <a:gd name="connsiteX738" fmla="*/ 1325506 w 1876440"/>
              <a:gd name="connsiteY738" fmla="*/ 1109727 h 1885953"/>
              <a:gd name="connsiteX739" fmla="*/ 1337063 w 1876440"/>
              <a:gd name="connsiteY739" fmla="*/ 1092709 h 1885953"/>
              <a:gd name="connsiteX740" fmla="*/ 1347985 w 1876440"/>
              <a:gd name="connsiteY740" fmla="*/ 1074421 h 1885953"/>
              <a:gd name="connsiteX741" fmla="*/ 1365257 w 1876440"/>
              <a:gd name="connsiteY741" fmla="*/ 1062610 h 1885953"/>
              <a:gd name="connsiteX742" fmla="*/ 1365257 w 1876440"/>
              <a:gd name="connsiteY742" fmla="*/ 1062483 h 1885953"/>
              <a:gd name="connsiteX743" fmla="*/ 1379735 w 1876440"/>
              <a:gd name="connsiteY743" fmla="*/ 1055117 h 1885953"/>
              <a:gd name="connsiteX744" fmla="*/ 523500 w 1876440"/>
              <a:gd name="connsiteY744" fmla="*/ 1083819 h 1885953"/>
              <a:gd name="connsiteX745" fmla="*/ 528835 w 1876440"/>
              <a:gd name="connsiteY745" fmla="*/ 1096265 h 1885953"/>
              <a:gd name="connsiteX746" fmla="*/ 520961 w 1876440"/>
              <a:gd name="connsiteY746" fmla="*/ 1107949 h 1885953"/>
              <a:gd name="connsiteX747" fmla="*/ 510800 w 1876440"/>
              <a:gd name="connsiteY747" fmla="*/ 1126364 h 1885953"/>
              <a:gd name="connsiteX748" fmla="*/ 494037 w 1876440"/>
              <a:gd name="connsiteY748" fmla="*/ 1139191 h 1885953"/>
              <a:gd name="connsiteX749" fmla="*/ 479813 w 1876440"/>
              <a:gd name="connsiteY749" fmla="*/ 1154685 h 1885953"/>
              <a:gd name="connsiteX750" fmla="*/ 461398 w 1876440"/>
              <a:gd name="connsiteY750" fmla="*/ 1164083 h 1885953"/>
              <a:gd name="connsiteX751" fmla="*/ 444253 w 1876440"/>
              <a:gd name="connsiteY751" fmla="*/ 1163575 h 1885953"/>
              <a:gd name="connsiteX752" fmla="*/ 447047 w 1876440"/>
              <a:gd name="connsiteY752" fmla="*/ 1144144 h 1885953"/>
              <a:gd name="connsiteX753" fmla="*/ 460382 w 1876440"/>
              <a:gd name="connsiteY753" fmla="*/ 1127761 h 1885953"/>
              <a:gd name="connsiteX754" fmla="*/ 475875 w 1876440"/>
              <a:gd name="connsiteY754" fmla="*/ 1113664 h 1885953"/>
              <a:gd name="connsiteX755" fmla="*/ 489846 w 1876440"/>
              <a:gd name="connsiteY755" fmla="*/ 1097789 h 1885953"/>
              <a:gd name="connsiteX756" fmla="*/ 508642 w 1876440"/>
              <a:gd name="connsiteY756" fmla="*/ 1088010 h 1885953"/>
              <a:gd name="connsiteX757" fmla="*/ 508515 w 1876440"/>
              <a:gd name="connsiteY757" fmla="*/ 1088010 h 1885953"/>
              <a:gd name="connsiteX758" fmla="*/ 523500 w 1876440"/>
              <a:gd name="connsiteY758" fmla="*/ 1083819 h 1885953"/>
              <a:gd name="connsiteX759" fmla="*/ 1193553 w 1876440"/>
              <a:gd name="connsiteY759" fmla="*/ 1109981 h 1885953"/>
              <a:gd name="connsiteX760" fmla="*/ 1201935 w 1876440"/>
              <a:gd name="connsiteY760" fmla="*/ 1113537 h 1885953"/>
              <a:gd name="connsiteX761" fmla="*/ 1193426 w 1876440"/>
              <a:gd name="connsiteY761" fmla="*/ 1131571 h 1885953"/>
              <a:gd name="connsiteX762" fmla="*/ 1180091 w 1876440"/>
              <a:gd name="connsiteY762" fmla="*/ 1151510 h 1885953"/>
              <a:gd name="connsiteX763" fmla="*/ 1160787 w 1876440"/>
              <a:gd name="connsiteY763" fmla="*/ 1165099 h 1885953"/>
              <a:gd name="connsiteX764" fmla="*/ 1142118 w 1876440"/>
              <a:gd name="connsiteY764" fmla="*/ 1179323 h 1885953"/>
              <a:gd name="connsiteX765" fmla="*/ 1126370 w 1876440"/>
              <a:gd name="connsiteY765" fmla="*/ 1182117 h 1885953"/>
              <a:gd name="connsiteX766" fmla="*/ 1112781 w 1876440"/>
              <a:gd name="connsiteY766" fmla="*/ 1180466 h 1885953"/>
              <a:gd name="connsiteX767" fmla="*/ 1122433 w 1876440"/>
              <a:gd name="connsiteY767" fmla="*/ 1156971 h 1885953"/>
              <a:gd name="connsiteX768" fmla="*/ 1143388 w 1876440"/>
              <a:gd name="connsiteY768" fmla="*/ 1140842 h 1885953"/>
              <a:gd name="connsiteX769" fmla="*/ 1161930 w 1876440"/>
              <a:gd name="connsiteY769" fmla="*/ 1127634 h 1885953"/>
              <a:gd name="connsiteX770" fmla="*/ 1179710 w 1876440"/>
              <a:gd name="connsiteY770" fmla="*/ 1112394 h 1885953"/>
              <a:gd name="connsiteX771" fmla="*/ 1193553 w 1876440"/>
              <a:gd name="connsiteY771" fmla="*/ 1109981 h 1885953"/>
              <a:gd name="connsiteX772" fmla="*/ 334779 w 1876440"/>
              <a:gd name="connsiteY772" fmla="*/ 1134492 h 1885953"/>
              <a:gd name="connsiteX773" fmla="*/ 344939 w 1876440"/>
              <a:gd name="connsiteY773" fmla="*/ 1135254 h 1885953"/>
              <a:gd name="connsiteX774" fmla="*/ 336175 w 1876440"/>
              <a:gd name="connsiteY774" fmla="*/ 1157098 h 1885953"/>
              <a:gd name="connsiteX775" fmla="*/ 318396 w 1876440"/>
              <a:gd name="connsiteY775" fmla="*/ 1171957 h 1885953"/>
              <a:gd name="connsiteX776" fmla="*/ 299981 w 1876440"/>
              <a:gd name="connsiteY776" fmla="*/ 1186054 h 1885953"/>
              <a:gd name="connsiteX777" fmla="*/ 277629 w 1876440"/>
              <a:gd name="connsiteY777" fmla="*/ 1185038 h 1885953"/>
              <a:gd name="connsiteX778" fmla="*/ 284487 w 1876440"/>
              <a:gd name="connsiteY778" fmla="*/ 1168655 h 1885953"/>
              <a:gd name="connsiteX779" fmla="*/ 298330 w 1876440"/>
              <a:gd name="connsiteY779" fmla="*/ 1154812 h 1885953"/>
              <a:gd name="connsiteX780" fmla="*/ 319412 w 1876440"/>
              <a:gd name="connsiteY780" fmla="*/ 1140588 h 1885953"/>
              <a:gd name="connsiteX781" fmla="*/ 334779 w 1876440"/>
              <a:gd name="connsiteY781" fmla="*/ 1134492 h 1885953"/>
              <a:gd name="connsiteX782" fmla="*/ 1000640 w 1876440"/>
              <a:gd name="connsiteY782" fmla="*/ 1134619 h 1885953"/>
              <a:gd name="connsiteX783" fmla="*/ 1007625 w 1876440"/>
              <a:gd name="connsiteY783" fmla="*/ 1147573 h 1885953"/>
              <a:gd name="connsiteX784" fmla="*/ 1005466 w 1876440"/>
              <a:gd name="connsiteY784" fmla="*/ 1162686 h 1885953"/>
              <a:gd name="connsiteX785" fmla="*/ 995814 w 1876440"/>
              <a:gd name="connsiteY785" fmla="*/ 1181609 h 1885953"/>
              <a:gd name="connsiteX786" fmla="*/ 983749 w 1876440"/>
              <a:gd name="connsiteY786" fmla="*/ 1199008 h 1885953"/>
              <a:gd name="connsiteX787" fmla="*/ 972192 w 1876440"/>
              <a:gd name="connsiteY787" fmla="*/ 1217423 h 1885953"/>
              <a:gd name="connsiteX788" fmla="*/ 950856 w 1876440"/>
              <a:gd name="connsiteY788" fmla="*/ 1224662 h 1885953"/>
              <a:gd name="connsiteX789" fmla="*/ 930790 w 1876440"/>
              <a:gd name="connsiteY789" fmla="*/ 1231774 h 1885953"/>
              <a:gd name="connsiteX790" fmla="*/ 938664 w 1876440"/>
              <a:gd name="connsiteY790" fmla="*/ 1210438 h 1885953"/>
              <a:gd name="connsiteX791" fmla="*/ 948316 w 1876440"/>
              <a:gd name="connsiteY791" fmla="*/ 1192404 h 1885953"/>
              <a:gd name="connsiteX792" fmla="*/ 960635 w 1876440"/>
              <a:gd name="connsiteY792" fmla="*/ 1175767 h 1885953"/>
              <a:gd name="connsiteX793" fmla="*/ 971303 w 1876440"/>
              <a:gd name="connsiteY793" fmla="*/ 1157733 h 1885953"/>
              <a:gd name="connsiteX794" fmla="*/ 987051 w 1876440"/>
              <a:gd name="connsiteY794" fmla="*/ 1144271 h 1885953"/>
              <a:gd name="connsiteX795" fmla="*/ 986924 w 1876440"/>
              <a:gd name="connsiteY795" fmla="*/ 1144271 h 1885953"/>
              <a:gd name="connsiteX796" fmla="*/ 1000640 w 1876440"/>
              <a:gd name="connsiteY796" fmla="*/ 1134619 h 1885953"/>
              <a:gd name="connsiteX797" fmla="*/ 1665231 w 1876440"/>
              <a:gd name="connsiteY797" fmla="*/ 1172719 h 1885953"/>
              <a:gd name="connsiteX798" fmla="*/ 1686313 w 1876440"/>
              <a:gd name="connsiteY798" fmla="*/ 1180847 h 1885953"/>
              <a:gd name="connsiteX799" fmla="*/ 1691647 w 1876440"/>
              <a:gd name="connsiteY799" fmla="*/ 1192785 h 1885953"/>
              <a:gd name="connsiteX800" fmla="*/ 1685043 w 1876440"/>
              <a:gd name="connsiteY800" fmla="*/ 1205739 h 1885953"/>
              <a:gd name="connsiteX801" fmla="*/ 1666247 w 1876440"/>
              <a:gd name="connsiteY801" fmla="*/ 1213105 h 1885953"/>
              <a:gd name="connsiteX802" fmla="*/ 1647197 w 1876440"/>
              <a:gd name="connsiteY802" fmla="*/ 1222249 h 1885953"/>
              <a:gd name="connsiteX803" fmla="*/ 1634497 w 1876440"/>
              <a:gd name="connsiteY803" fmla="*/ 1236346 h 1885953"/>
              <a:gd name="connsiteX804" fmla="*/ 1616082 w 1876440"/>
              <a:gd name="connsiteY804" fmla="*/ 1239140 h 1885953"/>
              <a:gd name="connsiteX805" fmla="*/ 1595000 w 1876440"/>
              <a:gd name="connsiteY805" fmla="*/ 1241934 h 1885953"/>
              <a:gd name="connsiteX806" fmla="*/ 1594746 w 1876440"/>
              <a:gd name="connsiteY806" fmla="*/ 1227837 h 1885953"/>
              <a:gd name="connsiteX807" fmla="*/ 1603255 w 1876440"/>
              <a:gd name="connsiteY807" fmla="*/ 1213486 h 1885953"/>
              <a:gd name="connsiteX808" fmla="*/ 1616209 w 1876440"/>
              <a:gd name="connsiteY808" fmla="*/ 1204088 h 1885953"/>
              <a:gd name="connsiteX809" fmla="*/ 1631576 w 1876440"/>
              <a:gd name="connsiteY809" fmla="*/ 1199135 h 1885953"/>
              <a:gd name="connsiteX810" fmla="*/ 1651896 w 1876440"/>
              <a:gd name="connsiteY810" fmla="*/ 1190499 h 1885953"/>
              <a:gd name="connsiteX811" fmla="*/ 1665231 w 1876440"/>
              <a:gd name="connsiteY811" fmla="*/ 1172719 h 1885953"/>
              <a:gd name="connsiteX812" fmla="*/ 813950 w 1876440"/>
              <a:gd name="connsiteY812" fmla="*/ 1189737 h 1885953"/>
              <a:gd name="connsiteX813" fmla="*/ 822713 w 1876440"/>
              <a:gd name="connsiteY813" fmla="*/ 1193674 h 1885953"/>
              <a:gd name="connsiteX814" fmla="*/ 820173 w 1876440"/>
              <a:gd name="connsiteY814" fmla="*/ 1214883 h 1885953"/>
              <a:gd name="connsiteX815" fmla="*/ 807219 w 1876440"/>
              <a:gd name="connsiteY815" fmla="*/ 1228091 h 1885953"/>
              <a:gd name="connsiteX816" fmla="*/ 791598 w 1876440"/>
              <a:gd name="connsiteY816" fmla="*/ 1241934 h 1885953"/>
              <a:gd name="connsiteX817" fmla="*/ 778517 w 1876440"/>
              <a:gd name="connsiteY817" fmla="*/ 1254507 h 1885953"/>
              <a:gd name="connsiteX818" fmla="*/ 762388 w 1876440"/>
              <a:gd name="connsiteY818" fmla="*/ 1264540 h 1885953"/>
              <a:gd name="connsiteX819" fmla="*/ 762388 w 1876440"/>
              <a:gd name="connsiteY819" fmla="*/ 1264667 h 1885953"/>
              <a:gd name="connsiteX820" fmla="*/ 734702 w 1876440"/>
              <a:gd name="connsiteY820" fmla="*/ 1268731 h 1885953"/>
              <a:gd name="connsiteX821" fmla="*/ 731527 w 1876440"/>
              <a:gd name="connsiteY821" fmla="*/ 1247903 h 1885953"/>
              <a:gd name="connsiteX822" fmla="*/ 742449 w 1876440"/>
              <a:gd name="connsiteY822" fmla="*/ 1232282 h 1885953"/>
              <a:gd name="connsiteX823" fmla="*/ 757562 w 1876440"/>
              <a:gd name="connsiteY823" fmla="*/ 1222884 h 1885953"/>
              <a:gd name="connsiteX824" fmla="*/ 775088 w 1876440"/>
              <a:gd name="connsiteY824" fmla="*/ 1221106 h 1885953"/>
              <a:gd name="connsiteX825" fmla="*/ 785248 w 1876440"/>
              <a:gd name="connsiteY825" fmla="*/ 1202183 h 1885953"/>
              <a:gd name="connsiteX826" fmla="*/ 803790 w 1876440"/>
              <a:gd name="connsiteY826" fmla="*/ 1191515 h 1885953"/>
              <a:gd name="connsiteX827" fmla="*/ 813950 w 1876440"/>
              <a:gd name="connsiteY827" fmla="*/ 1189737 h 1885953"/>
              <a:gd name="connsiteX828" fmla="*/ 1485399 w 1876440"/>
              <a:gd name="connsiteY828" fmla="*/ 1199389 h 1885953"/>
              <a:gd name="connsiteX829" fmla="*/ 1494416 w 1876440"/>
              <a:gd name="connsiteY829" fmla="*/ 1199643 h 1885953"/>
              <a:gd name="connsiteX830" fmla="*/ 1498861 w 1876440"/>
              <a:gd name="connsiteY830" fmla="*/ 1212216 h 1885953"/>
              <a:gd name="connsiteX831" fmla="*/ 1494162 w 1876440"/>
              <a:gd name="connsiteY831" fmla="*/ 1225297 h 1885953"/>
              <a:gd name="connsiteX832" fmla="*/ 1486669 w 1876440"/>
              <a:gd name="connsiteY832" fmla="*/ 1234568 h 1885953"/>
              <a:gd name="connsiteX833" fmla="*/ 1476763 w 1876440"/>
              <a:gd name="connsiteY833" fmla="*/ 1245617 h 1885953"/>
              <a:gd name="connsiteX834" fmla="*/ 1465714 w 1876440"/>
              <a:gd name="connsiteY834" fmla="*/ 1253999 h 1885953"/>
              <a:gd name="connsiteX835" fmla="*/ 1456316 w 1876440"/>
              <a:gd name="connsiteY835" fmla="*/ 1264413 h 1885953"/>
              <a:gd name="connsiteX836" fmla="*/ 1447045 w 1876440"/>
              <a:gd name="connsiteY836" fmla="*/ 1278637 h 1885953"/>
              <a:gd name="connsiteX837" fmla="*/ 1437901 w 1876440"/>
              <a:gd name="connsiteY837" fmla="*/ 1290321 h 1885953"/>
              <a:gd name="connsiteX838" fmla="*/ 1420502 w 1876440"/>
              <a:gd name="connsiteY838" fmla="*/ 1289051 h 1885953"/>
              <a:gd name="connsiteX839" fmla="*/ 1422534 w 1876440"/>
              <a:gd name="connsiteY839" fmla="*/ 1272414 h 1885953"/>
              <a:gd name="connsiteX840" fmla="*/ 1427106 w 1876440"/>
              <a:gd name="connsiteY840" fmla="*/ 1256158 h 1885953"/>
              <a:gd name="connsiteX841" fmla="*/ 1437901 w 1876440"/>
              <a:gd name="connsiteY841" fmla="*/ 1235711 h 1885953"/>
              <a:gd name="connsiteX842" fmla="*/ 1453522 w 1876440"/>
              <a:gd name="connsiteY842" fmla="*/ 1218439 h 1885953"/>
              <a:gd name="connsiteX843" fmla="*/ 1472699 w 1876440"/>
              <a:gd name="connsiteY843" fmla="*/ 1205358 h 1885953"/>
              <a:gd name="connsiteX844" fmla="*/ 1485399 w 1876440"/>
              <a:gd name="connsiteY844" fmla="*/ 1199389 h 1885953"/>
              <a:gd name="connsiteX845" fmla="*/ 1767847 w 1876440"/>
              <a:gd name="connsiteY845" fmla="*/ 1202564 h 1885953"/>
              <a:gd name="connsiteX846" fmla="*/ 1779277 w 1876440"/>
              <a:gd name="connsiteY846" fmla="*/ 1223011 h 1885953"/>
              <a:gd name="connsiteX847" fmla="*/ 1764291 w 1876440"/>
              <a:gd name="connsiteY847" fmla="*/ 1238886 h 1885953"/>
              <a:gd name="connsiteX848" fmla="*/ 1751083 w 1876440"/>
              <a:gd name="connsiteY848" fmla="*/ 1255777 h 1885953"/>
              <a:gd name="connsiteX849" fmla="*/ 1730763 w 1876440"/>
              <a:gd name="connsiteY849" fmla="*/ 1252983 h 1885953"/>
              <a:gd name="connsiteX850" fmla="*/ 1731652 w 1876440"/>
              <a:gd name="connsiteY850" fmla="*/ 1234441 h 1885953"/>
              <a:gd name="connsiteX851" fmla="*/ 1742320 w 1876440"/>
              <a:gd name="connsiteY851" fmla="*/ 1217550 h 1885953"/>
              <a:gd name="connsiteX852" fmla="*/ 1756544 w 1876440"/>
              <a:gd name="connsiteY852" fmla="*/ 1203326 h 1885953"/>
              <a:gd name="connsiteX853" fmla="*/ 1767847 w 1876440"/>
              <a:gd name="connsiteY853" fmla="*/ 1202564 h 1885953"/>
              <a:gd name="connsiteX854" fmla="*/ 634499 w 1876440"/>
              <a:gd name="connsiteY854" fmla="*/ 1220852 h 1885953"/>
              <a:gd name="connsiteX855" fmla="*/ 636658 w 1876440"/>
              <a:gd name="connsiteY855" fmla="*/ 1235330 h 1885953"/>
              <a:gd name="connsiteX856" fmla="*/ 632975 w 1876440"/>
              <a:gd name="connsiteY856" fmla="*/ 1248030 h 1885953"/>
              <a:gd name="connsiteX857" fmla="*/ 626498 w 1876440"/>
              <a:gd name="connsiteY857" fmla="*/ 1258952 h 1885953"/>
              <a:gd name="connsiteX858" fmla="*/ 617354 w 1876440"/>
              <a:gd name="connsiteY858" fmla="*/ 1269747 h 1885953"/>
              <a:gd name="connsiteX859" fmla="*/ 601987 w 1876440"/>
              <a:gd name="connsiteY859" fmla="*/ 1291845 h 1885953"/>
              <a:gd name="connsiteX860" fmla="*/ 588525 w 1876440"/>
              <a:gd name="connsiteY860" fmla="*/ 1303021 h 1885953"/>
              <a:gd name="connsiteX861" fmla="*/ 579381 w 1876440"/>
              <a:gd name="connsiteY861" fmla="*/ 1314451 h 1885953"/>
              <a:gd name="connsiteX862" fmla="*/ 559315 w 1876440"/>
              <a:gd name="connsiteY862" fmla="*/ 1317372 h 1885953"/>
              <a:gd name="connsiteX863" fmla="*/ 564522 w 1876440"/>
              <a:gd name="connsiteY863" fmla="*/ 1297941 h 1885953"/>
              <a:gd name="connsiteX864" fmla="*/ 565030 w 1876440"/>
              <a:gd name="connsiteY864" fmla="*/ 1280161 h 1885953"/>
              <a:gd name="connsiteX865" fmla="*/ 577222 w 1876440"/>
              <a:gd name="connsiteY865" fmla="*/ 1259968 h 1885953"/>
              <a:gd name="connsiteX866" fmla="*/ 591319 w 1876440"/>
              <a:gd name="connsiteY866" fmla="*/ 1241045 h 1885953"/>
              <a:gd name="connsiteX867" fmla="*/ 610877 w 1876440"/>
              <a:gd name="connsiteY867" fmla="*/ 1227583 h 1885953"/>
              <a:gd name="connsiteX868" fmla="*/ 634499 w 1876440"/>
              <a:gd name="connsiteY868" fmla="*/ 1220852 h 1885953"/>
              <a:gd name="connsiteX869" fmla="*/ 1291343 w 1876440"/>
              <a:gd name="connsiteY869" fmla="*/ 1251586 h 1885953"/>
              <a:gd name="connsiteX870" fmla="*/ 1307980 w 1876440"/>
              <a:gd name="connsiteY870" fmla="*/ 1251967 h 1885953"/>
              <a:gd name="connsiteX871" fmla="*/ 1313822 w 1876440"/>
              <a:gd name="connsiteY871" fmla="*/ 1262000 h 1885953"/>
              <a:gd name="connsiteX872" fmla="*/ 1313314 w 1876440"/>
              <a:gd name="connsiteY872" fmla="*/ 1276986 h 1885953"/>
              <a:gd name="connsiteX873" fmla="*/ 1293756 w 1876440"/>
              <a:gd name="connsiteY873" fmla="*/ 1287527 h 1885953"/>
              <a:gd name="connsiteX874" fmla="*/ 1275087 w 1876440"/>
              <a:gd name="connsiteY874" fmla="*/ 1296290 h 1885953"/>
              <a:gd name="connsiteX875" fmla="*/ 1262768 w 1876440"/>
              <a:gd name="connsiteY875" fmla="*/ 1310133 h 1885953"/>
              <a:gd name="connsiteX876" fmla="*/ 1246893 w 1876440"/>
              <a:gd name="connsiteY876" fmla="*/ 1320293 h 1885953"/>
              <a:gd name="connsiteX877" fmla="*/ 1225176 w 1876440"/>
              <a:gd name="connsiteY877" fmla="*/ 1317753 h 1885953"/>
              <a:gd name="connsiteX878" fmla="*/ 1221874 w 1876440"/>
              <a:gd name="connsiteY878" fmla="*/ 1305053 h 1885953"/>
              <a:gd name="connsiteX879" fmla="*/ 1230383 w 1876440"/>
              <a:gd name="connsiteY879" fmla="*/ 1291083 h 1885953"/>
              <a:gd name="connsiteX880" fmla="*/ 1244988 w 1876440"/>
              <a:gd name="connsiteY880" fmla="*/ 1284225 h 1885953"/>
              <a:gd name="connsiteX881" fmla="*/ 1259847 w 1876440"/>
              <a:gd name="connsiteY881" fmla="*/ 1276224 h 1885953"/>
              <a:gd name="connsiteX882" fmla="*/ 1277119 w 1876440"/>
              <a:gd name="connsiteY882" fmla="*/ 1263778 h 1885953"/>
              <a:gd name="connsiteX883" fmla="*/ 1291343 w 1876440"/>
              <a:gd name="connsiteY883" fmla="*/ 1251586 h 1885953"/>
              <a:gd name="connsiteX884" fmla="*/ 433585 w 1876440"/>
              <a:gd name="connsiteY884" fmla="*/ 1268604 h 1885953"/>
              <a:gd name="connsiteX885" fmla="*/ 448063 w 1876440"/>
              <a:gd name="connsiteY885" fmla="*/ 1274700 h 1885953"/>
              <a:gd name="connsiteX886" fmla="*/ 454286 w 1876440"/>
              <a:gd name="connsiteY886" fmla="*/ 1294893 h 1885953"/>
              <a:gd name="connsiteX887" fmla="*/ 431807 w 1876440"/>
              <a:gd name="connsiteY887" fmla="*/ 1310514 h 1885953"/>
              <a:gd name="connsiteX888" fmla="*/ 410979 w 1876440"/>
              <a:gd name="connsiteY888" fmla="*/ 1322325 h 1885953"/>
              <a:gd name="connsiteX889" fmla="*/ 393072 w 1876440"/>
              <a:gd name="connsiteY889" fmla="*/ 1322452 h 1885953"/>
              <a:gd name="connsiteX890" fmla="*/ 394342 w 1876440"/>
              <a:gd name="connsiteY890" fmla="*/ 1298195 h 1885953"/>
              <a:gd name="connsiteX891" fmla="*/ 408185 w 1876440"/>
              <a:gd name="connsiteY891" fmla="*/ 1279907 h 1885953"/>
              <a:gd name="connsiteX892" fmla="*/ 420885 w 1876440"/>
              <a:gd name="connsiteY892" fmla="*/ 1274192 h 1885953"/>
              <a:gd name="connsiteX893" fmla="*/ 433585 w 1876440"/>
              <a:gd name="connsiteY893" fmla="*/ 1268604 h 1885953"/>
              <a:gd name="connsiteX894" fmla="*/ 1107447 w 1876440"/>
              <a:gd name="connsiteY894" fmla="*/ 1281177 h 1885953"/>
              <a:gd name="connsiteX895" fmla="*/ 1114686 w 1876440"/>
              <a:gd name="connsiteY895" fmla="*/ 1283336 h 1885953"/>
              <a:gd name="connsiteX896" fmla="*/ 1109606 w 1876440"/>
              <a:gd name="connsiteY896" fmla="*/ 1299846 h 1885953"/>
              <a:gd name="connsiteX897" fmla="*/ 1096652 w 1876440"/>
              <a:gd name="connsiteY897" fmla="*/ 1319277 h 1885953"/>
              <a:gd name="connsiteX898" fmla="*/ 1084333 w 1876440"/>
              <a:gd name="connsiteY898" fmla="*/ 1339597 h 1885953"/>
              <a:gd name="connsiteX899" fmla="*/ 1063505 w 1876440"/>
              <a:gd name="connsiteY899" fmla="*/ 1352170 h 1885953"/>
              <a:gd name="connsiteX900" fmla="*/ 1052075 w 1876440"/>
              <a:gd name="connsiteY900" fmla="*/ 1365251 h 1885953"/>
              <a:gd name="connsiteX901" fmla="*/ 1035184 w 1876440"/>
              <a:gd name="connsiteY901" fmla="*/ 1361695 h 1885953"/>
              <a:gd name="connsiteX902" fmla="*/ 1035311 w 1876440"/>
              <a:gd name="connsiteY902" fmla="*/ 1361695 h 1885953"/>
              <a:gd name="connsiteX903" fmla="*/ 1035311 w 1876440"/>
              <a:gd name="connsiteY903" fmla="*/ 1347217 h 1885953"/>
              <a:gd name="connsiteX904" fmla="*/ 1046614 w 1876440"/>
              <a:gd name="connsiteY904" fmla="*/ 1337946 h 1885953"/>
              <a:gd name="connsiteX905" fmla="*/ 1062362 w 1876440"/>
              <a:gd name="connsiteY905" fmla="*/ 1316991 h 1885953"/>
              <a:gd name="connsiteX906" fmla="*/ 1079761 w 1876440"/>
              <a:gd name="connsiteY906" fmla="*/ 1302259 h 1885953"/>
              <a:gd name="connsiteX907" fmla="*/ 1095763 w 1876440"/>
              <a:gd name="connsiteY907" fmla="*/ 1285749 h 1885953"/>
              <a:gd name="connsiteX908" fmla="*/ 1107447 w 1876440"/>
              <a:gd name="connsiteY908" fmla="*/ 1281177 h 1885953"/>
              <a:gd name="connsiteX909" fmla="*/ 1763021 w 1876440"/>
              <a:gd name="connsiteY909" fmla="*/ 1320928 h 1885953"/>
              <a:gd name="connsiteX910" fmla="*/ 1782706 w 1876440"/>
              <a:gd name="connsiteY910" fmla="*/ 1323214 h 1885953"/>
              <a:gd name="connsiteX911" fmla="*/ 1781182 w 1876440"/>
              <a:gd name="connsiteY911" fmla="*/ 1345566 h 1885953"/>
              <a:gd name="connsiteX912" fmla="*/ 1763021 w 1876440"/>
              <a:gd name="connsiteY912" fmla="*/ 1362457 h 1885953"/>
              <a:gd name="connsiteX913" fmla="*/ 1740542 w 1876440"/>
              <a:gd name="connsiteY913" fmla="*/ 1373887 h 1885953"/>
              <a:gd name="connsiteX914" fmla="*/ 1734446 w 1876440"/>
              <a:gd name="connsiteY914" fmla="*/ 1388111 h 1885953"/>
              <a:gd name="connsiteX915" fmla="*/ 1720476 w 1876440"/>
              <a:gd name="connsiteY915" fmla="*/ 1394715 h 1885953"/>
              <a:gd name="connsiteX916" fmla="*/ 1705744 w 1876440"/>
              <a:gd name="connsiteY916" fmla="*/ 1389000 h 1885953"/>
              <a:gd name="connsiteX917" fmla="*/ 1705617 w 1876440"/>
              <a:gd name="connsiteY917" fmla="*/ 1373379 h 1885953"/>
              <a:gd name="connsiteX918" fmla="*/ 1714380 w 1876440"/>
              <a:gd name="connsiteY918" fmla="*/ 1360171 h 1885953"/>
              <a:gd name="connsiteX919" fmla="*/ 1728223 w 1876440"/>
              <a:gd name="connsiteY919" fmla="*/ 1344550 h 1885953"/>
              <a:gd name="connsiteX920" fmla="*/ 1743717 w 1876440"/>
              <a:gd name="connsiteY920" fmla="*/ 1330199 h 1885953"/>
              <a:gd name="connsiteX921" fmla="*/ 1763021 w 1876440"/>
              <a:gd name="connsiteY921" fmla="*/ 1320928 h 1885953"/>
              <a:gd name="connsiteX922" fmla="*/ 932314 w 1876440"/>
              <a:gd name="connsiteY922" fmla="*/ 1323849 h 1885953"/>
              <a:gd name="connsiteX923" fmla="*/ 936886 w 1876440"/>
              <a:gd name="connsiteY923" fmla="*/ 1339470 h 1885953"/>
              <a:gd name="connsiteX924" fmla="*/ 928377 w 1876440"/>
              <a:gd name="connsiteY924" fmla="*/ 1351916 h 1885953"/>
              <a:gd name="connsiteX925" fmla="*/ 919868 w 1876440"/>
              <a:gd name="connsiteY925" fmla="*/ 1363727 h 1885953"/>
              <a:gd name="connsiteX926" fmla="*/ 904882 w 1876440"/>
              <a:gd name="connsiteY926" fmla="*/ 1366013 h 1885953"/>
              <a:gd name="connsiteX927" fmla="*/ 884054 w 1876440"/>
              <a:gd name="connsiteY927" fmla="*/ 1384301 h 1885953"/>
              <a:gd name="connsiteX928" fmla="*/ 872370 w 1876440"/>
              <a:gd name="connsiteY928" fmla="*/ 1395477 h 1885953"/>
              <a:gd name="connsiteX929" fmla="*/ 860178 w 1876440"/>
              <a:gd name="connsiteY929" fmla="*/ 1406653 h 1885953"/>
              <a:gd name="connsiteX930" fmla="*/ 839985 w 1876440"/>
              <a:gd name="connsiteY930" fmla="*/ 1402208 h 1885953"/>
              <a:gd name="connsiteX931" fmla="*/ 839858 w 1876440"/>
              <a:gd name="connsiteY931" fmla="*/ 1402208 h 1885953"/>
              <a:gd name="connsiteX932" fmla="*/ 849510 w 1876440"/>
              <a:gd name="connsiteY932" fmla="*/ 1385444 h 1885953"/>
              <a:gd name="connsiteX933" fmla="*/ 854717 w 1876440"/>
              <a:gd name="connsiteY933" fmla="*/ 1369188 h 1885953"/>
              <a:gd name="connsiteX934" fmla="*/ 867544 w 1876440"/>
              <a:gd name="connsiteY934" fmla="*/ 1349249 h 1885953"/>
              <a:gd name="connsiteX935" fmla="*/ 889642 w 1876440"/>
              <a:gd name="connsiteY935" fmla="*/ 1340105 h 1885953"/>
              <a:gd name="connsiteX936" fmla="*/ 909835 w 1876440"/>
              <a:gd name="connsiteY936" fmla="*/ 1330707 h 1885953"/>
              <a:gd name="connsiteX937" fmla="*/ 932314 w 1876440"/>
              <a:gd name="connsiteY937" fmla="*/ 1323849 h 1885953"/>
              <a:gd name="connsiteX938" fmla="*/ 1595127 w 1876440"/>
              <a:gd name="connsiteY938" fmla="*/ 1334136 h 1885953"/>
              <a:gd name="connsiteX939" fmla="*/ 1605795 w 1876440"/>
              <a:gd name="connsiteY939" fmla="*/ 1335406 h 1885953"/>
              <a:gd name="connsiteX940" fmla="*/ 1610621 w 1876440"/>
              <a:gd name="connsiteY940" fmla="*/ 1347725 h 1885953"/>
              <a:gd name="connsiteX941" fmla="*/ 1609097 w 1876440"/>
              <a:gd name="connsiteY941" fmla="*/ 1361695 h 1885953"/>
              <a:gd name="connsiteX942" fmla="*/ 1597159 w 1876440"/>
              <a:gd name="connsiteY942" fmla="*/ 1378586 h 1885953"/>
              <a:gd name="connsiteX943" fmla="*/ 1581157 w 1876440"/>
              <a:gd name="connsiteY943" fmla="*/ 1391159 h 1885953"/>
              <a:gd name="connsiteX944" fmla="*/ 1566806 w 1876440"/>
              <a:gd name="connsiteY944" fmla="*/ 1403478 h 1885953"/>
              <a:gd name="connsiteX945" fmla="*/ 1555122 w 1876440"/>
              <a:gd name="connsiteY945" fmla="*/ 1416432 h 1885953"/>
              <a:gd name="connsiteX946" fmla="*/ 1531373 w 1876440"/>
              <a:gd name="connsiteY946" fmla="*/ 1426846 h 1885953"/>
              <a:gd name="connsiteX947" fmla="*/ 1528579 w 1876440"/>
              <a:gd name="connsiteY947" fmla="*/ 1408939 h 1885953"/>
              <a:gd name="connsiteX948" fmla="*/ 1534802 w 1876440"/>
              <a:gd name="connsiteY948" fmla="*/ 1393699 h 1885953"/>
              <a:gd name="connsiteX949" fmla="*/ 1545724 w 1876440"/>
              <a:gd name="connsiteY949" fmla="*/ 1379983 h 1885953"/>
              <a:gd name="connsiteX950" fmla="*/ 1561345 w 1876440"/>
              <a:gd name="connsiteY950" fmla="*/ 1373887 h 1885953"/>
              <a:gd name="connsiteX951" fmla="*/ 1576458 w 1876440"/>
              <a:gd name="connsiteY951" fmla="*/ 1358266 h 1885953"/>
              <a:gd name="connsiteX952" fmla="*/ 1583824 w 1876440"/>
              <a:gd name="connsiteY952" fmla="*/ 1338835 h 1885953"/>
              <a:gd name="connsiteX953" fmla="*/ 1595127 w 1876440"/>
              <a:gd name="connsiteY953" fmla="*/ 1334136 h 1885953"/>
              <a:gd name="connsiteX954" fmla="*/ 743465 w 1876440"/>
              <a:gd name="connsiteY954" fmla="*/ 1367283 h 1885953"/>
              <a:gd name="connsiteX955" fmla="*/ 748164 w 1876440"/>
              <a:gd name="connsiteY955" fmla="*/ 1369696 h 1885953"/>
              <a:gd name="connsiteX956" fmla="*/ 744227 w 1876440"/>
              <a:gd name="connsiteY956" fmla="*/ 1383031 h 1885953"/>
              <a:gd name="connsiteX957" fmla="*/ 735972 w 1876440"/>
              <a:gd name="connsiteY957" fmla="*/ 1398398 h 1885953"/>
              <a:gd name="connsiteX958" fmla="*/ 720732 w 1876440"/>
              <a:gd name="connsiteY958" fmla="*/ 1415416 h 1885953"/>
              <a:gd name="connsiteX959" fmla="*/ 703333 w 1876440"/>
              <a:gd name="connsiteY959" fmla="*/ 1430275 h 1885953"/>
              <a:gd name="connsiteX960" fmla="*/ 682124 w 1876440"/>
              <a:gd name="connsiteY960" fmla="*/ 1438530 h 1885953"/>
              <a:gd name="connsiteX961" fmla="*/ 662058 w 1876440"/>
              <a:gd name="connsiteY961" fmla="*/ 1445261 h 1885953"/>
              <a:gd name="connsiteX962" fmla="*/ 662185 w 1876440"/>
              <a:gd name="connsiteY962" fmla="*/ 1445134 h 1885953"/>
              <a:gd name="connsiteX963" fmla="*/ 664979 w 1876440"/>
              <a:gd name="connsiteY963" fmla="*/ 1428243 h 1885953"/>
              <a:gd name="connsiteX964" fmla="*/ 676409 w 1876440"/>
              <a:gd name="connsiteY964" fmla="*/ 1418718 h 1885953"/>
              <a:gd name="connsiteX965" fmla="*/ 690887 w 1876440"/>
              <a:gd name="connsiteY965" fmla="*/ 1402970 h 1885953"/>
              <a:gd name="connsiteX966" fmla="*/ 707270 w 1876440"/>
              <a:gd name="connsiteY966" fmla="*/ 1389635 h 1885953"/>
              <a:gd name="connsiteX967" fmla="*/ 723780 w 1876440"/>
              <a:gd name="connsiteY967" fmla="*/ 1375665 h 1885953"/>
              <a:gd name="connsiteX968" fmla="*/ 738004 w 1876440"/>
              <a:gd name="connsiteY968" fmla="*/ 1371220 h 1885953"/>
              <a:gd name="connsiteX969" fmla="*/ 743465 w 1876440"/>
              <a:gd name="connsiteY969" fmla="*/ 1367283 h 1885953"/>
              <a:gd name="connsiteX970" fmla="*/ 1415549 w 1876440"/>
              <a:gd name="connsiteY970" fmla="*/ 1394207 h 1885953"/>
              <a:gd name="connsiteX971" fmla="*/ 1429900 w 1876440"/>
              <a:gd name="connsiteY971" fmla="*/ 1398779 h 1885953"/>
              <a:gd name="connsiteX972" fmla="*/ 1427995 w 1876440"/>
              <a:gd name="connsiteY972" fmla="*/ 1418083 h 1885953"/>
              <a:gd name="connsiteX973" fmla="*/ 1411866 w 1876440"/>
              <a:gd name="connsiteY973" fmla="*/ 1427227 h 1885953"/>
              <a:gd name="connsiteX974" fmla="*/ 1395356 w 1876440"/>
              <a:gd name="connsiteY974" fmla="*/ 1444118 h 1885953"/>
              <a:gd name="connsiteX975" fmla="*/ 1375544 w 1876440"/>
              <a:gd name="connsiteY975" fmla="*/ 1458088 h 1885953"/>
              <a:gd name="connsiteX976" fmla="*/ 1351541 w 1876440"/>
              <a:gd name="connsiteY976" fmla="*/ 1461644 h 1885953"/>
              <a:gd name="connsiteX977" fmla="*/ 1328300 w 1876440"/>
              <a:gd name="connsiteY977" fmla="*/ 1459866 h 1885953"/>
              <a:gd name="connsiteX978" fmla="*/ 1328173 w 1876440"/>
              <a:gd name="connsiteY978" fmla="*/ 1459866 h 1885953"/>
              <a:gd name="connsiteX979" fmla="*/ 1336428 w 1876440"/>
              <a:gd name="connsiteY979" fmla="*/ 1445261 h 1885953"/>
              <a:gd name="connsiteX980" fmla="*/ 1350144 w 1876440"/>
              <a:gd name="connsiteY980" fmla="*/ 1437641 h 1885953"/>
              <a:gd name="connsiteX981" fmla="*/ 1367543 w 1876440"/>
              <a:gd name="connsiteY981" fmla="*/ 1425576 h 1885953"/>
              <a:gd name="connsiteX982" fmla="*/ 1381386 w 1876440"/>
              <a:gd name="connsiteY982" fmla="*/ 1407923 h 1885953"/>
              <a:gd name="connsiteX983" fmla="*/ 1402849 w 1876440"/>
              <a:gd name="connsiteY983" fmla="*/ 1403732 h 1885953"/>
              <a:gd name="connsiteX984" fmla="*/ 1415549 w 1876440"/>
              <a:gd name="connsiteY984" fmla="*/ 1394207 h 1885953"/>
              <a:gd name="connsiteX985" fmla="*/ 1222509 w 1876440"/>
              <a:gd name="connsiteY985" fmla="*/ 1406653 h 1885953"/>
              <a:gd name="connsiteX986" fmla="*/ 1217683 w 1876440"/>
              <a:gd name="connsiteY986" fmla="*/ 1432053 h 1885953"/>
              <a:gd name="connsiteX987" fmla="*/ 1209047 w 1876440"/>
              <a:gd name="connsiteY987" fmla="*/ 1454278 h 1885953"/>
              <a:gd name="connsiteX988" fmla="*/ 1193045 w 1876440"/>
              <a:gd name="connsiteY988" fmla="*/ 1472185 h 1885953"/>
              <a:gd name="connsiteX989" fmla="*/ 1176154 w 1876440"/>
              <a:gd name="connsiteY989" fmla="*/ 1489965 h 1885953"/>
              <a:gd name="connsiteX990" fmla="*/ 1157866 w 1876440"/>
              <a:gd name="connsiteY990" fmla="*/ 1492632 h 1885953"/>
              <a:gd name="connsiteX991" fmla="*/ 1143007 w 1876440"/>
              <a:gd name="connsiteY991" fmla="*/ 1494029 h 1885953"/>
              <a:gd name="connsiteX992" fmla="*/ 1142118 w 1876440"/>
              <a:gd name="connsiteY992" fmla="*/ 1470661 h 1885953"/>
              <a:gd name="connsiteX993" fmla="*/ 1156088 w 1876440"/>
              <a:gd name="connsiteY993" fmla="*/ 1458215 h 1885953"/>
              <a:gd name="connsiteX994" fmla="*/ 1169296 w 1876440"/>
              <a:gd name="connsiteY994" fmla="*/ 1444753 h 1885953"/>
              <a:gd name="connsiteX995" fmla="*/ 1186949 w 1876440"/>
              <a:gd name="connsiteY995" fmla="*/ 1432688 h 1885953"/>
              <a:gd name="connsiteX996" fmla="*/ 1202570 w 1876440"/>
              <a:gd name="connsiteY996" fmla="*/ 1417829 h 1885953"/>
              <a:gd name="connsiteX997" fmla="*/ 1222509 w 1876440"/>
              <a:gd name="connsiteY997" fmla="*/ 1406653 h 1885953"/>
              <a:gd name="connsiteX998" fmla="*/ 542297 w 1876440"/>
              <a:gd name="connsiteY998" fmla="*/ 1407669 h 1885953"/>
              <a:gd name="connsiteX999" fmla="*/ 563125 w 1876440"/>
              <a:gd name="connsiteY999" fmla="*/ 1411098 h 1885953"/>
              <a:gd name="connsiteX1000" fmla="*/ 567570 w 1876440"/>
              <a:gd name="connsiteY1000" fmla="*/ 1434466 h 1885953"/>
              <a:gd name="connsiteX1001" fmla="*/ 550298 w 1876440"/>
              <a:gd name="connsiteY1001" fmla="*/ 1441832 h 1885953"/>
              <a:gd name="connsiteX1002" fmla="*/ 535947 w 1876440"/>
              <a:gd name="connsiteY1002" fmla="*/ 1452373 h 1885953"/>
              <a:gd name="connsiteX1003" fmla="*/ 521977 w 1876440"/>
              <a:gd name="connsiteY1003" fmla="*/ 1465073 h 1885953"/>
              <a:gd name="connsiteX1004" fmla="*/ 508642 w 1876440"/>
              <a:gd name="connsiteY1004" fmla="*/ 1459485 h 1885953"/>
              <a:gd name="connsiteX1005" fmla="*/ 508769 w 1876440"/>
              <a:gd name="connsiteY1005" fmla="*/ 1459485 h 1885953"/>
              <a:gd name="connsiteX1006" fmla="*/ 513214 w 1876440"/>
              <a:gd name="connsiteY1006" fmla="*/ 1435609 h 1885953"/>
              <a:gd name="connsiteX1007" fmla="*/ 523374 w 1876440"/>
              <a:gd name="connsiteY1007" fmla="*/ 1417448 h 1885953"/>
              <a:gd name="connsiteX1008" fmla="*/ 542297 w 1876440"/>
              <a:gd name="connsiteY1008" fmla="*/ 1407669 h 1885953"/>
              <a:gd name="connsiteX1009" fmla="*/ 1869955 w 1876440"/>
              <a:gd name="connsiteY1009" fmla="*/ 1461136 h 1885953"/>
              <a:gd name="connsiteX1010" fmla="*/ 1875416 w 1876440"/>
              <a:gd name="connsiteY1010" fmla="*/ 1464819 h 1885953"/>
              <a:gd name="connsiteX1011" fmla="*/ 1872368 w 1876440"/>
              <a:gd name="connsiteY1011" fmla="*/ 1478662 h 1885953"/>
              <a:gd name="connsiteX1012" fmla="*/ 1867669 w 1876440"/>
              <a:gd name="connsiteY1012" fmla="*/ 1491870 h 1885953"/>
              <a:gd name="connsiteX1013" fmla="*/ 1847603 w 1876440"/>
              <a:gd name="connsiteY1013" fmla="*/ 1508634 h 1885953"/>
              <a:gd name="connsiteX1014" fmla="*/ 1824362 w 1876440"/>
              <a:gd name="connsiteY1014" fmla="*/ 1518540 h 1885953"/>
              <a:gd name="connsiteX1015" fmla="*/ 1805693 w 1876440"/>
              <a:gd name="connsiteY1015" fmla="*/ 1519937 h 1885953"/>
              <a:gd name="connsiteX1016" fmla="*/ 1818393 w 1876440"/>
              <a:gd name="connsiteY1016" fmla="*/ 1498982 h 1885953"/>
              <a:gd name="connsiteX1017" fmla="*/ 1830839 w 1876440"/>
              <a:gd name="connsiteY1017" fmla="*/ 1478154 h 1885953"/>
              <a:gd name="connsiteX1018" fmla="*/ 1853572 w 1876440"/>
              <a:gd name="connsiteY1018" fmla="*/ 1470407 h 1885953"/>
              <a:gd name="connsiteX1019" fmla="*/ 1869955 w 1876440"/>
              <a:gd name="connsiteY1019" fmla="*/ 1461136 h 1885953"/>
              <a:gd name="connsiteX1020" fmla="*/ 1711840 w 1876440"/>
              <a:gd name="connsiteY1020" fmla="*/ 1466978 h 1885953"/>
              <a:gd name="connsiteX1021" fmla="*/ 1711586 w 1876440"/>
              <a:gd name="connsiteY1021" fmla="*/ 1494664 h 1885953"/>
              <a:gd name="connsiteX1022" fmla="*/ 1692536 w 1876440"/>
              <a:gd name="connsiteY1022" fmla="*/ 1512825 h 1885953"/>
              <a:gd name="connsiteX1023" fmla="*/ 1683519 w 1876440"/>
              <a:gd name="connsiteY1023" fmla="*/ 1524001 h 1885953"/>
              <a:gd name="connsiteX1024" fmla="*/ 1677423 w 1876440"/>
              <a:gd name="connsiteY1024" fmla="*/ 1536574 h 1885953"/>
              <a:gd name="connsiteX1025" fmla="*/ 1668279 w 1876440"/>
              <a:gd name="connsiteY1025" fmla="*/ 1550036 h 1885953"/>
              <a:gd name="connsiteX1026" fmla="*/ 1657230 w 1876440"/>
              <a:gd name="connsiteY1026" fmla="*/ 1561593 h 1885953"/>
              <a:gd name="connsiteX1027" fmla="*/ 1641609 w 1876440"/>
              <a:gd name="connsiteY1027" fmla="*/ 1558799 h 1885953"/>
              <a:gd name="connsiteX1028" fmla="*/ 1641482 w 1876440"/>
              <a:gd name="connsiteY1028" fmla="*/ 1558799 h 1885953"/>
              <a:gd name="connsiteX1029" fmla="*/ 1637545 w 1876440"/>
              <a:gd name="connsiteY1029" fmla="*/ 1543178 h 1885953"/>
              <a:gd name="connsiteX1030" fmla="*/ 1645419 w 1876440"/>
              <a:gd name="connsiteY1030" fmla="*/ 1527684 h 1885953"/>
              <a:gd name="connsiteX1031" fmla="*/ 1651261 w 1876440"/>
              <a:gd name="connsiteY1031" fmla="*/ 1503681 h 1885953"/>
              <a:gd name="connsiteX1032" fmla="*/ 1670819 w 1876440"/>
              <a:gd name="connsiteY1032" fmla="*/ 1489330 h 1885953"/>
              <a:gd name="connsiteX1033" fmla="*/ 1690123 w 1876440"/>
              <a:gd name="connsiteY1033" fmla="*/ 1476757 h 1885953"/>
              <a:gd name="connsiteX1034" fmla="*/ 1711840 w 1876440"/>
              <a:gd name="connsiteY1034" fmla="*/ 1466978 h 1885953"/>
              <a:gd name="connsiteX1035" fmla="*/ 1029342 w 1876440"/>
              <a:gd name="connsiteY1035" fmla="*/ 1467232 h 1885953"/>
              <a:gd name="connsiteX1036" fmla="*/ 1037724 w 1876440"/>
              <a:gd name="connsiteY1036" fmla="*/ 1473201 h 1885953"/>
              <a:gd name="connsiteX1037" fmla="*/ 1037343 w 1876440"/>
              <a:gd name="connsiteY1037" fmla="*/ 1486282 h 1885953"/>
              <a:gd name="connsiteX1038" fmla="*/ 1023119 w 1876440"/>
              <a:gd name="connsiteY1038" fmla="*/ 1496823 h 1885953"/>
              <a:gd name="connsiteX1039" fmla="*/ 1007752 w 1876440"/>
              <a:gd name="connsiteY1039" fmla="*/ 1514984 h 1885953"/>
              <a:gd name="connsiteX1040" fmla="*/ 984765 w 1876440"/>
              <a:gd name="connsiteY1040" fmla="*/ 1521207 h 1885953"/>
              <a:gd name="connsiteX1041" fmla="*/ 963048 w 1876440"/>
              <a:gd name="connsiteY1041" fmla="*/ 1527303 h 1885953"/>
              <a:gd name="connsiteX1042" fmla="*/ 943490 w 1876440"/>
              <a:gd name="connsiteY1042" fmla="*/ 1527684 h 1885953"/>
              <a:gd name="connsiteX1043" fmla="*/ 950602 w 1876440"/>
              <a:gd name="connsiteY1043" fmla="*/ 1514476 h 1885953"/>
              <a:gd name="connsiteX1044" fmla="*/ 959873 w 1876440"/>
              <a:gd name="connsiteY1044" fmla="*/ 1504062 h 1885953"/>
              <a:gd name="connsiteX1045" fmla="*/ 974986 w 1876440"/>
              <a:gd name="connsiteY1045" fmla="*/ 1488060 h 1885953"/>
              <a:gd name="connsiteX1046" fmla="*/ 997846 w 1876440"/>
              <a:gd name="connsiteY1046" fmla="*/ 1484885 h 1885953"/>
              <a:gd name="connsiteX1047" fmla="*/ 1016261 w 1876440"/>
              <a:gd name="connsiteY1047" fmla="*/ 1473836 h 1885953"/>
              <a:gd name="connsiteX1048" fmla="*/ 1029342 w 1876440"/>
              <a:gd name="connsiteY1048" fmla="*/ 1467232 h 1885953"/>
              <a:gd name="connsiteX1049" fmla="*/ 841255 w 1876440"/>
              <a:gd name="connsiteY1049" fmla="*/ 1495045 h 1885953"/>
              <a:gd name="connsiteX1050" fmla="*/ 848367 w 1876440"/>
              <a:gd name="connsiteY1050" fmla="*/ 1495426 h 1885953"/>
              <a:gd name="connsiteX1051" fmla="*/ 849510 w 1876440"/>
              <a:gd name="connsiteY1051" fmla="*/ 1517016 h 1885953"/>
              <a:gd name="connsiteX1052" fmla="*/ 840366 w 1876440"/>
              <a:gd name="connsiteY1052" fmla="*/ 1538606 h 1885953"/>
              <a:gd name="connsiteX1053" fmla="*/ 831095 w 1876440"/>
              <a:gd name="connsiteY1053" fmla="*/ 1561847 h 1885953"/>
              <a:gd name="connsiteX1054" fmla="*/ 810140 w 1876440"/>
              <a:gd name="connsiteY1054" fmla="*/ 1575055 h 1885953"/>
              <a:gd name="connsiteX1055" fmla="*/ 794646 w 1876440"/>
              <a:gd name="connsiteY1055" fmla="*/ 1582675 h 1885953"/>
              <a:gd name="connsiteX1056" fmla="*/ 781057 w 1876440"/>
              <a:gd name="connsiteY1056" fmla="*/ 1583564 h 1885953"/>
              <a:gd name="connsiteX1057" fmla="*/ 778263 w 1876440"/>
              <a:gd name="connsiteY1057" fmla="*/ 1562355 h 1885953"/>
              <a:gd name="connsiteX1058" fmla="*/ 778136 w 1876440"/>
              <a:gd name="connsiteY1058" fmla="*/ 1562355 h 1885953"/>
              <a:gd name="connsiteX1059" fmla="*/ 787026 w 1876440"/>
              <a:gd name="connsiteY1059" fmla="*/ 1545210 h 1885953"/>
              <a:gd name="connsiteX1060" fmla="*/ 802901 w 1876440"/>
              <a:gd name="connsiteY1060" fmla="*/ 1534923 h 1885953"/>
              <a:gd name="connsiteX1061" fmla="*/ 820935 w 1876440"/>
              <a:gd name="connsiteY1061" fmla="*/ 1522350 h 1885953"/>
              <a:gd name="connsiteX1062" fmla="*/ 833635 w 1876440"/>
              <a:gd name="connsiteY1062" fmla="*/ 1504697 h 1885953"/>
              <a:gd name="connsiteX1063" fmla="*/ 841255 w 1876440"/>
              <a:gd name="connsiteY1063" fmla="*/ 1495045 h 1885953"/>
              <a:gd name="connsiteX1064" fmla="*/ 1509910 w 1876440"/>
              <a:gd name="connsiteY1064" fmla="*/ 1516889 h 1885953"/>
              <a:gd name="connsiteX1065" fmla="*/ 1526674 w 1876440"/>
              <a:gd name="connsiteY1065" fmla="*/ 1516889 h 1885953"/>
              <a:gd name="connsiteX1066" fmla="*/ 1531500 w 1876440"/>
              <a:gd name="connsiteY1066" fmla="*/ 1530605 h 1885953"/>
              <a:gd name="connsiteX1067" fmla="*/ 1523245 w 1876440"/>
              <a:gd name="connsiteY1067" fmla="*/ 1542543 h 1885953"/>
              <a:gd name="connsiteX1068" fmla="*/ 1508767 w 1876440"/>
              <a:gd name="connsiteY1068" fmla="*/ 1557402 h 1885953"/>
              <a:gd name="connsiteX1069" fmla="*/ 1491749 w 1876440"/>
              <a:gd name="connsiteY1069" fmla="*/ 1569594 h 1885953"/>
              <a:gd name="connsiteX1070" fmla="*/ 1473461 w 1876440"/>
              <a:gd name="connsiteY1070" fmla="*/ 1579373 h 1885953"/>
              <a:gd name="connsiteX1071" fmla="*/ 1455554 w 1876440"/>
              <a:gd name="connsiteY1071" fmla="*/ 1588644 h 1885953"/>
              <a:gd name="connsiteX1072" fmla="*/ 1434980 w 1876440"/>
              <a:gd name="connsiteY1072" fmla="*/ 1589787 h 1885953"/>
              <a:gd name="connsiteX1073" fmla="*/ 1444124 w 1876440"/>
              <a:gd name="connsiteY1073" fmla="*/ 1568705 h 1885953"/>
              <a:gd name="connsiteX1074" fmla="*/ 1459237 w 1876440"/>
              <a:gd name="connsiteY1074" fmla="*/ 1553973 h 1885953"/>
              <a:gd name="connsiteX1075" fmla="*/ 1475366 w 1876440"/>
              <a:gd name="connsiteY1075" fmla="*/ 1540765 h 1885953"/>
              <a:gd name="connsiteX1076" fmla="*/ 1495305 w 1876440"/>
              <a:gd name="connsiteY1076" fmla="*/ 1533018 h 1885953"/>
              <a:gd name="connsiteX1077" fmla="*/ 1510037 w 1876440"/>
              <a:gd name="connsiteY1077" fmla="*/ 1517016 h 1885953"/>
              <a:gd name="connsiteX1078" fmla="*/ 1509910 w 1876440"/>
              <a:gd name="connsiteY1078" fmla="*/ 1516889 h 1885953"/>
              <a:gd name="connsiteX1079" fmla="*/ 677552 w 1876440"/>
              <a:gd name="connsiteY1079" fmla="*/ 1522350 h 1885953"/>
              <a:gd name="connsiteX1080" fmla="*/ 693173 w 1876440"/>
              <a:gd name="connsiteY1080" fmla="*/ 1526922 h 1885953"/>
              <a:gd name="connsiteX1081" fmla="*/ 695713 w 1876440"/>
              <a:gd name="connsiteY1081" fmla="*/ 1547623 h 1885953"/>
              <a:gd name="connsiteX1082" fmla="*/ 683013 w 1876440"/>
              <a:gd name="connsiteY1082" fmla="*/ 1567181 h 1885953"/>
              <a:gd name="connsiteX1083" fmla="*/ 661931 w 1876440"/>
              <a:gd name="connsiteY1083" fmla="*/ 1576198 h 1885953"/>
              <a:gd name="connsiteX1084" fmla="*/ 661804 w 1876440"/>
              <a:gd name="connsiteY1084" fmla="*/ 1576198 h 1885953"/>
              <a:gd name="connsiteX1085" fmla="*/ 642500 w 1876440"/>
              <a:gd name="connsiteY1085" fmla="*/ 1572007 h 1885953"/>
              <a:gd name="connsiteX1086" fmla="*/ 642373 w 1876440"/>
              <a:gd name="connsiteY1086" fmla="*/ 1546099 h 1885953"/>
              <a:gd name="connsiteX1087" fmla="*/ 661296 w 1876440"/>
              <a:gd name="connsiteY1087" fmla="*/ 1539622 h 1885953"/>
              <a:gd name="connsiteX1088" fmla="*/ 677552 w 1876440"/>
              <a:gd name="connsiteY1088" fmla="*/ 1522350 h 1885953"/>
              <a:gd name="connsiteX1089" fmla="*/ 1320045 w 1876440"/>
              <a:gd name="connsiteY1089" fmla="*/ 1552322 h 1885953"/>
              <a:gd name="connsiteX1090" fmla="*/ 1326903 w 1876440"/>
              <a:gd name="connsiteY1090" fmla="*/ 1554354 h 1885953"/>
              <a:gd name="connsiteX1091" fmla="*/ 1323855 w 1876440"/>
              <a:gd name="connsiteY1091" fmla="*/ 1570737 h 1885953"/>
              <a:gd name="connsiteX1092" fmla="*/ 1318775 w 1876440"/>
              <a:gd name="connsiteY1092" fmla="*/ 1587628 h 1885953"/>
              <a:gd name="connsiteX1093" fmla="*/ 1305186 w 1876440"/>
              <a:gd name="connsiteY1093" fmla="*/ 1606551 h 1885953"/>
              <a:gd name="connsiteX1094" fmla="*/ 1290327 w 1876440"/>
              <a:gd name="connsiteY1094" fmla="*/ 1624585 h 1885953"/>
              <a:gd name="connsiteX1095" fmla="*/ 1271023 w 1876440"/>
              <a:gd name="connsiteY1095" fmla="*/ 1637666 h 1885953"/>
              <a:gd name="connsiteX1096" fmla="*/ 1251846 w 1876440"/>
              <a:gd name="connsiteY1096" fmla="*/ 1642492 h 1885953"/>
              <a:gd name="connsiteX1097" fmla="*/ 1253497 w 1876440"/>
              <a:gd name="connsiteY1097" fmla="*/ 1629411 h 1885953"/>
              <a:gd name="connsiteX1098" fmla="*/ 1262133 w 1876440"/>
              <a:gd name="connsiteY1098" fmla="*/ 1616330 h 1885953"/>
              <a:gd name="connsiteX1099" fmla="*/ 1266578 w 1876440"/>
              <a:gd name="connsiteY1099" fmla="*/ 1593597 h 1885953"/>
              <a:gd name="connsiteX1100" fmla="*/ 1284485 w 1876440"/>
              <a:gd name="connsiteY1100" fmla="*/ 1579754 h 1885953"/>
              <a:gd name="connsiteX1101" fmla="*/ 1299852 w 1876440"/>
              <a:gd name="connsiteY1101" fmla="*/ 1563752 h 1885953"/>
              <a:gd name="connsiteX1102" fmla="*/ 1312933 w 1876440"/>
              <a:gd name="connsiteY1102" fmla="*/ 1556259 h 1885953"/>
              <a:gd name="connsiteX1103" fmla="*/ 1320045 w 1876440"/>
              <a:gd name="connsiteY1103" fmla="*/ 1552322 h 1885953"/>
              <a:gd name="connsiteX1104" fmla="*/ 1813313 w 1876440"/>
              <a:gd name="connsiteY1104" fmla="*/ 1606678 h 1885953"/>
              <a:gd name="connsiteX1105" fmla="*/ 1819663 w 1876440"/>
              <a:gd name="connsiteY1105" fmla="*/ 1608710 h 1885953"/>
              <a:gd name="connsiteX1106" fmla="*/ 1820171 w 1876440"/>
              <a:gd name="connsiteY1106" fmla="*/ 1625855 h 1885953"/>
              <a:gd name="connsiteX1107" fmla="*/ 1810773 w 1876440"/>
              <a:gd name="connsiteY1107" fmla="*/ 1640968 h 1885953"/>
              <a:gd name="connsiteX1108" fmla="*/ 1796803 w 1876440"/>
              <a:gd name="connsiteY1108" fmla="*/ 1659510 h 1885953"/>
              <a:gd name="connsiteX1109" fmla="*/ 1781182 w 1876440"/>
              <a:gd name="connsiteY1109" fmla="*/ 1676528 h 1885953"/>
              <a:gd name="connsiteX1110" fmla="*/ 1763402 w 1876440"/>
              <a:gd name="connsiteY1110" fmla="*/ 1692403 h 1885953"/>
              <a:gd name="connsiteX1111" fmla="*/ 1744352 w 1876440"/>
              <a:gd name="connsiteY1111" fmla="*/ 1693419 h 1885953"/>
              <a:gd name="connsiteX1112" fmla="*/ 1746511 w 1876440"/>
              <a:gd name="connsiteY1112" fmla="*/ 1680592 h 1885953"/>
              <a:gd name="connsiteX1113" fmla="*/ 1755020 w 1876440"/>
              <a:gd name="connsiteY1113" fmla="*/ 1669162 h 1885953"/>
              <a:gd name="connsiteX1114" fmla="*/ 1764799 w 1876440"/>
              <a:gd name="connsiteY1114" fmla="*/ 1650112 h 1885953"/>
              <a:gd name="connsiteX1115" fmla="*/ 1775594 w 1876440"/>
              <a:gd name="connsiteY1115" fmla="*/ 1630808 h 1885953"/>
              <a:gd name="connsiteX1116" fmla="*/ 1793882 w 1876440"/>
              <a:gd name="connsiteY1116" fmla="*/ 1618489 h 1885953"/>
              <a:gd name="connsiteX1117" fmla="*/ 1806709 w 1876440"/>
              <a:gd name="connsiteY1117" fmla="*/ 1610996 h 1885953"/>
              <a:gd name="connsiteX1118" fmla="*/ 1813313 w 1876440"/>
              <a:gd name="connsiteY1118" fmla="*/ 1606678 h 1885953"/>
              <a:gd name="connsiteX1119" fmla="*/ 1126116 w 1876440"/>
              <a:gd name="connsiteY1119" fmla="*/ 1607567 h 1885953"/>
              <a:gd name="connsiteX1120" fmla="*/ 1146182 w 1876440"/>
              <a:gd name="connsiteY1120" fmla="*/ 1610869 h 1885953"/>
              <a:gd name="connsiteX1121" fmla="*/ 1144785 w 1876440"/>
              <a:gd name="connsiteY1121" fmla="*/ 1635888 h 1885953"/>
              <a:gd name="connsiteX1122" fmla="*/ 1131196 w 1876440"/>
              <a:gd name="connsiteY1122" fmla="*/ 1640460 h 1885953"/>
              <a:gd name="connsiteX1123" fmla="*/ 1118369 w 1876440"/>
              <a:gd name="connsiteY1123" fmla="*/ 1646175 h 1885953"/>
              <a:gd name="connsiteX1124" fmla="*/ 1106558 w 1876440"/>
              <a:gd name="connsiteY1124" fmla="*/ 1653541 h 1885953"/>
              <a:gd name="connsiteX1125" fmla="*/ 1093223 w 1876440"/>
              <a:gd name="connsiteY1125" fmla="*/ 1659002 h 1885953"/>
              <a:gd name="connsiteX1126" fmla="*/ 1081920 w 1876440"/>
              <a:gd name="connsiteY1126" fmla="*/ 1671829 h 1885953"/>
              <a:gd name="connsiteX1127" fmla="*/ 1070236 w 1876440"/>
              <a:gd name="connsiteY1127" fmla="*/ 1685418 h 1885953"/>
              <a:gd name="connsiteX1128" fmla="*/ 1053345 w 1876440"/>
              <a:gd name="connsiteY1128" fmla="*/ 1673988 h 1885953"/>
              <a:gd name="connsiteX1129" fmla="*/ 1053472 w 1876440"/>
              <a:gd name="connsiteY1129" fmla="*/ 1673988 h 1885953"/>
              <a:gd name="connsiteX1130" fmla="*/ 1057536 w 1876440"/>
              <a:gd name="connsiteY1130" fmla="*/ 1657478 h 1885953"/>
              <a:gd name="connsiteX1131" fmla="*/ 1068204 w 1876440"/>
              <a:gd name="connsiteY1131" fmla="*/ 1644016 h 1885953"/>
              <a:gd name="connsiteX1132" fmla="*/ 1086365 w 1876440"/>
              <a:gd name="connsiteY1132" fmla="*/ 1630173 h 1885953"/>
              <a:gd name="connsiteX1133" fmla="*/ 1103637 w 1876440"/>
              <a:gd name="connsiteY1133" fmla="*/ 1614171 h 1885953"/>
              <a:gd name="connsiteX1134" fmla="*/ 1126116 w 1876440"/>
              <a:gd name="connsiteY1134" fmla="*/ 1607567 h 1885953"/>
              <a:gd name="connsiteX1135" fmla="*/ 950475 w 1876440"/>
              <a:gd name="connsiteY1135" fmla="*/ 1636396 h 1885953"/>
              <a:gd name="connsiteX1136" fmla="*/ 960889 w 1876440"/>
              <a:gd name="connsiteY1136" fmla="*/ 1637666 h 1885953"/>
              <a:gd name="connsiteX1137" fmla="*/ 953777 w 1876440"/>
              <a:gd name="connsiteY1137" fmla="*/ 1657097 h 1885953"/>
              <a:gd name="connsiteX1138" fmla="*/ 944379 w 1876440"/>
              <a:gd name="connsiteY1138" fmla="*/ 1681862 h 1885953"/>
              <a:gd name="connsiteX1139" fmla="*/ 923678 w 1876440"/>
              <a:gd name="connsiteY1139" fmla="*/ 1697610 h 1885953"/>
              <a:gd name="connsiteX1140" fmla="*/ 911232 w 1876440"/>
              <a:gd name="connsiteY1140" fmla="*/ 1704976 h 1885953"/>
              <a:gd name="connsiteX1141" fmla="*/ 896754 w 1876440"/>
              <a:gd name="connsiteY1141" fmla="*/ 1702944 h 1885953"/>
              <a:gd name="connsiteX1142" fmla="*/ 896627 w 1876440"/>
              <a:gd name="connsiteY1142" fmla="*/ 1702944 h 1885953"/>
              <a:gd name="connsiteX1143" fmla="*/ 905390 w 1876440"/>
              <a:gd name="connsiteY1143" fmla="*/ 1682878 h 1885953"/>
              <a:gd name="connsiteX1144" fmla="*/ 914153 w 1876440"/>
              <a:gd name="connsiteY1144" fmla="*/ 1662304 h 1885953"/>
              <a:gd name="connsiteX1145" fmla="*/ 927996 w 1876440"/>
              <a:gd name="connsiteY1145" fmla="*/ 1656208 h 1885953"/>
              <a:gd name="connsiteX1146" fmla="*/ 935616 w 1876440"/>
              <a:gd name="connsiteY1146" fmla="*/ 1643508 h 1885953"/>
              <a:gd name="connsiteX1147" fmla="*/ 950475 w 1876440"/>
              <a:gd name="connsiteY1147" fmla="*/ 1636396 h 1885953"/>
              <a:gd name="connsiteX1148" fmla="*/ 1639577 w 1876440"/>
              <a:gd name="connsiteY1148" fmla="*/ 1654811 h 1885953"/>
              <a:gd name="connsiteX1149" fmla="*/ 1630687 w 1876440"/>
              <a:gd name="connsiteY1149" fmla="*/ 1679068 h 1885953"/>
              <a:gd name="connsiteX1150" fmla="*/ 1612399 w 1876440"/>
              <a:gd name="connsiteY1150" fmla="*/ 1694054 h 1885953"/>
              <a:gd name="connsiteX1151" fmla="*/ 1592206 w 1876440"/>
              <a:gd name="connsiteY1151" fmla="*/ 1706373 h 1885953"/>
              <a:gd name="connsiteX1152" fmla="*/ 1577601 w 1876440"/>
              <a:gd name="connsiteY1152" fmla="*/ 1725550 h 1885953"/>
              <a:gd name="connsiteX1153" fmla="*/ 1560456 w 1876440"/>
              <a:gd name="connsiteY1153" fmla="*/ 1727455 h 1885953"/>
              <a:gd name="connsiteX1154" fmla="*/ 1544962 w 1876440"/>
              <a:gd name="connsiteY1154" fmla="*/ 1725550 h 1885953"/>
              <a:gd name="connsiteX1155" fmla="*/ 1545089 w 1876440"/>
              <a:gd name="connsiteY1155" fmla="*/ 1725550 h 1885953"/>
              <a:gd name="connsiteX1156" fmla="*/ 1560202 w 1876440"/>
              <a:gd name="connsiteY1156" fmla="*/ 1705103 h 1885953"/>
              <a:gd name="connsiteX1157" fmla="*/ 1574553 w 1876440"/>
              <a:gd name="connsiteY1157" fmla="*/ 1681608 h 1885953"/>
              <a:gd name="connsiteX1158" fmla="*/ 1597286 w 1876440"/>
              <a:gd name="connsiteY1158" fmla="*/ 1674115 h 1885953"/>
              <a:gd name="connsiteX1159" fmla="*/ 1616844 w 1876440"/>
              <a:gd name="connsiteY1159" fmla="*/ 1663193 h 1885953"/>
              <a:gd name="connsiteX1160" fmla="*/ 1639577 w 1876440"/>
              <a:gd name="connsiteY1160" fmla="*/ 1654811 h 1885953"/>
              <a:gd name="connsiteX1161" fmla="*/ 1425201 w 1876440"/>
              <a:gd name="connsiteY1161" fmla="*/ 1689736 h 1885953"/>
              <a:gd name="connsiteX1162" fmla="*/ 1431805 w 1876440"/>
              <a:gd name="connsiteY1162" fmla="*/ 1691514 h 1885953"/>
              <a:gd name="connsiteX1163" fmla="*/ 1432186 w 1876440"/>
              <a:gd name="connsiteY1163" fmla="*/ 1711072 h 1885953"/>
              <a:gd name="connsiteX1164" fmla="*/ 1425455 w 1876440"/>
              <a:gd name="connsiteY1164" fmla="*/ 1734440 h 1885953"/>
              <a:gd name="connsiteX1165" fmla="*/ 1407929 w 1876440"/>
              <a:gd name="connsiteY1165" fmla="*/ 1751077 h 1885953"/>
              <a:gd name="connsiteX1166" fmla="*/ 1387736 w 1876440"/>
              <a:gd name="connsiteY1166" fmla="*/ 1763396 h 1885953"/>
              <a:gd name="connsiteX1167" fmla="*/ 1375163 w 1876440"/>
              <a:gd name="connsiteY1167" fmla="*/ 1775461 h 1885953"/>
              <a:gd name="connsiteX1168" fmla="*/ 1360177 w 1876440"/>
              <a:gd name="connsiteY1168" fmla="*/ 1774318 h 1885953"/>
              <a:gd name="connsiteX1169" fmla="*/ 1357891 w 1876440"/>
              <a:gd name="connsiteY1169" fmla="*/ 1751712 h 1885953"/>
              <a:gd name="connsiteX1170" fmla="*/ 1370845 w 1876440"/>
              <a:gd name="connsiteY1170" fmla="*/ 1737996 h 1885953"/>
              <a:gd name="connsiteX1171" fmla="*/ 1385958 w 1876440"/>
              <a:gd name="connsiteY1171" fmla="*/ 1726947 h 1885953"/>
              <a:gd name="connsiteX1172" fmla="*/ 1400055 w 1876440"/>
              <a:gd name="connsiteY1172" fmla="*/ 1710945 h 1885953"/>
              <a:gd name="connsiteX1173" fmla="*/ 1417454 w 1876440"/>
              <a:gd name="connsiteY1173" fmla="*/ 1697737 h 1885953"/>
              <a:gd name="connsiteX1174" fmla="*/ 1425201 w 1876440"/>
              <a:gd name="connsiteY1174" fmla="*/ 1689736 h 1885953"/>
              <a:gd name="connsiteX1175" fmla="*/ 1855350 w 1876440"/>
              <a:gd name="connsiteY1175" fmla="*/ 1696340 h 1885953"/>
              <a:gd name="connsiteX1176" fmla="*/ 1856493 w 1876440"/>
              <a:gd name="connsiteY1176" fmla="*/ 1720216 h 1885953"/>
              <a:gd name="connsiteX1177" fmla="*/ 1842396 w 1876440"/>
              <a:gd name="connsiteY1177" fmla="*/ 1739520 h 1885953"/>
              <a:gd name="connsiteX1178" fmla="*/ 1825759 w 1876440"/>
              <a:gd name="connsiteY1178" fmla="*/ 1756665 h 1885953"/>
              <a:gd name="connsiteX1179" fmla="*/ 1800359 w 1876440"/>
              <a:gd name="connsiteY1179" fmla="*/ 1761237 h 1885953"/>
              <a:gd name="connsiteX1180" fmla="*/ 1799851 w 1876440"/>
              <a:gd name="connsiteY1180" fmla="*/ 1742949 h 1885953"/>
              <a:gd name="connsiteX1181" fmla="*/ 1799978 w 1876440"/>
              <a:gd name="connsiteY1181" fmla="*/ 1742949 h 1885953"/>
              <a:gd name="connsiteX1182" fmla="*/ 1820171 w 1876440"/>
              <a:gd name="connsiteY1182" fmla="*/ 1725804 h 1885953"/>
              <a:gd name="connsiteX1183" fmla="*/ 1836300 w 1876440"/>
              <a:gd name="connsiteY1183" fmla="*/ 1707897 h 1885953"/>
              <a:gd name="connsiteX1184" fmla="*/ 1855350 w 1876440"/>
              <a:gd name="connsiteY1184" fmla="*/ 1696340 h 1885953"/>
              <a:gd name="connsiteX1185" fmla="*/ 1242321 w 1876440"/>
              <a:gd name="connsiteY1185" fmla="*/ 1735837 h 1885953"/>
              <a:gd name="connsiteX1186" fmla="*/ 1250830 w 1876440"/>
              <a:gd name="connsiteY1186" fmla="*/ 1738885 h 1885953"/>
              <a:gd name="connsiteX1187" fmla="*/ 1251084 w 1876440"/>
              <a:gd name="connsiteY1187" fmla="*/ 1761745 h 1885953"/>
              <a:gd name="connsiteX1188" fmla="*/ 1239908 w 1876440"/>
              <a:gd name="connsiteY1188" fmla="*/ 1772794 h 1885953"/>
              <a:gd name="connsiteX1189" fmla="*/ 1223525 w 1876440"/>
              <a:gd name="connsiteY1189" fmla="*/ 1778890 h 1885953"/>
              <a:gd name="connsiteX1190" fmla="*/ 1213238 w 1876440"/>
              <a:gd name="connsiteY1190" fmla="*/ 1790447 h 1885953"/>
              <a:gd name="connsiteX1191" fmla="*/ 1201046 w 1876440"/>
              <a:gd name="connsiteY1191" fmla="*/ 1797940 h 1885953"/>
              <a:gd name="connsiteX1192" fmla="*/ 1201173 w 1876440"/>
              <a:gd name="connsiteY1192" fmla="*/ 1797940 h 1885953"/>
              <a:gd name="connsiteX1193" fmla="*/ 1180599 w 1876440"/>
              <a:gd name="connsiteY1193" fmla="*/ 1799337 h 1885953"/>
              <a:gd name="connsiteX1194" fmla="*/ 1176027 w 1876440"/>
              <a:gd name="connsiteY1194" fmla="*/ 1784859 h 1885953"/>
              <a:gd name="connsiteX1195" fmla="*/ 1185171 w 1876440"/>
              <a:gd name="connsiteY1195" fmla="*/ 1773048 h 1885953"/>
              <a:gd name="connsiteX1196" fmla="*/ 1208666 w 1876440"/>
              <a:gd name="connsiteY1196" fmla="*/ 1760094 h 1885953"/>
              <a:gd name="connsiteX1197" fmla="*/ 1220096 w 1876440"/>
              <a:gd name="connsiteY1197" fmla="*/ 1747648 h 1885953"/>
              <a:gd name="connsiteX1198" fmla="*/ 1233050 w 1876440"/>
              <a:gd name="connsiteY1198" fmla="*/ 1737996 h 1885953"/>
              <a:gd name="connsiteX1199" fmla="*/ 1242321 w 1876440"/>
              <a:gd name="connsiteY1199" fmla="*/ 1735837 h 1885953"/>
              <a:gd name="connsiteX1200" fmla="*/ 1072903 w 1876440"/>
              <a:gd name="connsiteY1200" fmla="*/ 1750188 h 1885953"/>
              <a:gd name="connsiteX1201" fmla="*/ 1080777 w 1876440"/>
              <a:gd name="connsiteY1201" fmla="*/ 1752601 h 1885953"/>
              <a:gd name="connsiteX1202" fmla="*/ 1088524 w 1876440"/>
              <a:gd name="connsiteY1202" fmla="*/ 1770889 h 1885953"/>
              <a:gd name="connsiteX1203" fmla="*/ 1077602 w 1876440"/>
              <a:gd name="connsiteY1203" fmla="*/ 1788669 h 1885953"/>
              <a:gd name="connsiteX1204" fmla="*/ 1060965 w 1876440"/>
              <a:gd name="connsiteY1204" fmla="*/ 1799464 h 1885953"/>
              <a:gd name="connsiteX1205" fmla="*/ 1037343 w 1876440"/>
              <a:gd name="connsiteY1205" fmla="*/ 1803528 h 1885953"/>
              <a:gd name="connsiteX1206" fmla="*/ 1031501 w 1876440"/>
              <a:gd name="connsiteY1206" fmla="*/ 1784478 h 1885953"/>
              <a:gd name="connsiteX1207" fmla="*/ 1031628 w 1876440"/>
              <a:gd name="connsiteY1207" fmla="*/ 1784478 h 1885953"/>
              <a:gd name="connsiteX1208" fmla="*/ 1050932 w 1876440"/>
              <a:gd name="connsiteY1208" fmla="*/ 1772286 h 1885953"/>
              <a:gd name="connsiteX1209" fmla="*/ 1065664 w 1876440"/>
              <a:gd name="connsiteY1209" fmla="*/ 1757681 h 1885953"/>
              <a:gd name="connsiteX1210" fmla="*/ 1072903 w 1876440"/>
              <a:gd name="connsiteY1210" fmla="*/ 1750188 h 1885953"/>
              <a:gd name="connsiteX1211" fmla="*/ 1737113 w 1876440"/>
              <a:gd name="connsiteY1211" fmla="*/ 1782319 h 1885953"/>
              <a:gd name="connsiteX1212" fmla="*/ 1744479 w 1876440"/>
              <a:gd name="connsiteY1212" fmla="*/ 1785875 h 1885953"/>
              <a:gd name="connsiteX1213" fmla="*/ 1741304 w 1876440"/>
              <a:gd name="connsiteY1213" fmla="*/ 1807719 h 1885953"/>
              <a:gd name="connsiteX1214" fmla="*/ 1734319 w 1876440"/>
              <a:gd name="connsiteY1214" fmla="*/ 1827912 h 1885953"/>
              <a:gd name="connsiteX1215" fmla="*/ 1718190 w 1876440"/>
              <a:gd name="connsiteY1215" fmla="*/ 1841818 h 1885953"/>
              <a:gd name="connsiteX1216" fmla="*/ 1697743 w 1876440"/>
              <a:gd name="connsiteY1216" fmla="*/ 1847559 h 1885953"/>
              <a:gd name="connsiteX1217" fmla="*/ 1681741 w 1876440"/>
              <a:gd name="connsiteY1217" fmla="*/ 1849286 h 1885953"/>
              <a:gd name="connsiteX1218" fmla="*/ 1666120 w 1876440"/>
              <a:gd name="connsiteY1218" fmla="*/ 1847876 h 1885953"/>
              <a:gd name="connsiteX1219" fmla="*/ 1668279 w 1876440"/>
              <a:gd name="connsiteY1219" fmla="*/ 1823480 h 1885953"/>
              <a:gd name="connsiteX1220" fmla="*/ 1668279 w 1876440"/>
              <a:gd name="connsiteY1220" fmla="*/ 1823530 h 1885953"/>
              <a:gd name="connsiteX1221" fmla="*/ 1680471 w 1876440"/>
              <a:gd name="connsiteY1221" fmla="*/ 1812672 h 1885953"/>
              <a:gd name="connsiteX1222" fmla="*/ 1695584 w 1876440"/>
              <a:gd name="connsiteY1222" fmla="*/ 1808989 h 1885953"/>
              <a:gd name="connsiteX1223" fmla="*/ 1719841 w 1876440"/>
              <a:gd name="connsiteY1223" fmla="*/ 1796416 h 1885953"/>
              <a:gd name="connsiteX1224" fmla="*/ 1729112 w 1876440"/>
              <a:gd name="connsiteY1224" fmla="*/ 1784986 h 1885953"/>
              <a:gd name="connsiteX1225" fmla="*/ 1737113 w 1876440"/>
              <a:gd name="connsiteY1225" fmla="*/ 1782319 h 1885953"/>
              <a:gd name="connsiteX1226" fmla="*/ 1537469 w 1876440"/>
              <a:gd name="connsiteY1226" fmla="*/ 1830528 h 1885953"/>
              <a:gd name="connsiteX1227" fmla="*/ 1546105 w 1876440"/>
              <a:gd name="connsiteY1227" fmla="*/ 1831214 h 1885953"/>
              <a:gd name="connsiteX1228" fmla="*/ 1541787 w 1876440"/>
              <a:gd name="connsiteY1228" fmla="*/ 1849553 h 1885953"/>
              <a:gd name="connsiteX1229" fmla="*/ 1529722 w 1876440"/>
              <a:gd name="connsiteY1229" fmla="*/ 1867371 h 1885953"/>
              <a:gd name="connsiteX1230" fmla="*/ 1512069 w 1876440"/>
              <a:gd name="connsiteY1230" fmla="*/ 1880172 h 1885953"/>
              <a:gd name="connsiteX1231" fmla="*/ 1489590 w 1876440"/>
              <a:gd name="connsiteY1231" fmla="*/ 1882204 h 1885953"/>
              <a:gd name="connsiteX1232" fmla="*/ 1494543 w 1876440"/>
              <a:gd name="connsiteY1232" fmla="*/ 1864805 h 1885953"/>
              <a:gd name="connsiteX1233" fmla="*/ 1505211 w 1876440"/>
              <a:gd name="connsiteY1233" fmla="*/ 1849705 h 1885953"/>
              <a:gd name="connsiteX1234" fmla="*/ 1525150 w 1876440"/>
              <a:gd name="connsiteY1234" fmla="*/ 1836700 h 1885953"/>
              <a:gd name="connsiteX1235" fmla="*/ 1537469 w 1876440"/>
              <a:gd name="connsiteY1235" fmla="*/ 1830528 h 1885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</a:cxnLst>
            <a:rect l="l" t="t" r="r" b="b"/>
            <a:pathLst>
              <a:path w="1876440" h="1885953">
                <a:moveTo>
                  <a:pt x="465462" y="382"/>
                </a:moveTo>
                <a:cubicBezTo>
                  <a:pt x="467621" y="-380"/>
                  <a:pt x="469780" y="-126"/>
                  <a:pt x="471812" y="2287"/>
                </a:cubicBezTo>
                <a:cubicBezTo>
                  <a:pt x="475749" y="6732"/>
                  <a:pt x="474479" y="12828"/>
                  <a:pt x="471939" y="18797"/>
                </a:cubicBezTo>
                <a:cubicBezTo>
                  <a:pt x="469018" y="25401"/>
                  <a:pt x="465716" y="32005"/>
                  <a:pt x="464319" y="34672"/>
                </a:cubicBezTo>
                <a:cubicBezTo>
                  <a:pt x="463049" y="36958"/>
                  <a:pt x="460255" y="43435"/>
                  <a:pt x="454540" y="51436"/>
                </a:cubicBezTo>
                <a:cubicBezTo>
                  <a:pt x="451365" y="55881"/>
                  <a:pt x="447555" y="61469"/>
                  <a:pt x="441840" y="66168"/>
                </a:cubicBezTo>
                <a:cubicBezTo>
                  <a:pt x="437268" y="69724"/>
                  <a:pt x="432188" y="74423"/>
                  <a:pt x="425584" y="77471"/>
                </a:cubicBezTo>
                <a:cubicBezTo>
                  <a:pt x="420377" y="80011"/>
                  <a:pt x="411487" y="81027"/>
                  <a:pt x="408312" y="77344"/>
                </a:cubicBezTo>
                <a:cubicBezTo>
                  <a:pt x="404121" y="72645"/>
                  <a:pt x="404502" y="69978"/>
                  <a:pt x="406788" y="65533"/>
                </a:cubicBezTo>
                <a:cubicBezTo>
                  <a:pt x="408820" y="61469"/>
                  <a:pt x="413519" y="58294"/>
                  <a:pt x="415932" y="53849"/>
                </a:cubicBezTo>
                <a:cubicBezTo>
                  <a:pt x="419615" y="46864"/>
                  <a:pt x="418472" y="37212"/>
                  <a:pt x="425584" y="28703"/>
                </a:cubicBezTo>
                <a:cubicBezTo>
                  <a:pt x="429775" y="23369"/>
                  <a:pt x="438030" y="19940"/>
                  <a:pt x="447809" y="13971"/>
                </a:cubicBezTo>
                <a:cubicBezTo>
                  <a:pt x="451111" y="11939"/>
                  <a:pt x="455429" y="8129"/>
                  <a:pt x="459239" y="4827"/>
                </a:cubicBezTo>
                <a:cubicBezTo>
                  <a:pt x="461271" y="2922"/>
                  <a:pt x="463430" y="1144"/>
                  <a:pt x="465462" y="382"/>
                </a:cubicBezTo>
                <a:close/>
                <a:moveTo>
                  <a:pt x="581286" y="16384"/>
                </a:moveTo>
                <a:cubicBezTo>
                  <a:pt x="584588" y="16130"/>
                  <a:pt x="587890" y="17527"/>
                  <a:pt x="591700" y="20702"/>
                </a:cubicBezTo>
                <a:cubicBezTo>
                  <a:pt x="597669" y="25782"/>
                  <a:pt x="596653" y="33148"/>
                  <a:pt x="593351" y="41149"/>
                </a:cubicBezTo>
                <a:cubicBezTo>
                  <a:pt x="590938" y="46991"/>
                  <a:pt x="587763" y="53595"/>
                  <a:pt x="581540" y="59564"/>
                </a:cubicBezTo>
                <a:cubicBezTo>
                  <a:pt x="576714" y="64263"/>
                  <a:pt x="570618" y="68581"/>
                  <a:pt x="563760" y="72772"/>
                </a:cubicBezTo>
                <a:cubicBezTo>
                  <a:pt x="560585" y="74804"/>
                  <a:pt x="554870" y="75693"/>
                  <a:pt x="549663" y="77471"/>
                </a:cubicBezTo>
                <a:cubicBezTo>
                  <a:pt x="544329" y="79249"/>
                  <a:pt x="540011" y="79884"/>
                  <a:pt x="536455" y="76836"/>
                </a:cubicBezTo>
                <a:cubicBezTo>
                  <a:pt x="531375" y="72391"/>
                  <a:pt x="532645" y="63501"/>
                  <a:pt x="534931" y="57151"/>
                </a:cubicBezTo>
                <a:lnTo>
                  <a:pt x="534804" y="57151"/>
                </a:lnTo>
                <a:cubicBezTo>
                  <a:pt x="536709" y="52071"/>
                  <a:pt x="537090" y="46610"/>
                  <a:pt x="541281" y="44070"/>
                </a:cubicBezTo>
                <a:cubicBezTo>
                  <a:pt x="545091" y="41657"/>
                  <a:pt x="550552" y="41403"/>
                  <a:pt x="554870" y="38355"/>
                </a:cubicBezTo>
                <a:cubicBezTo>
                  <a:pt x="562744" y="32894"/>
                  <a:pt x="566046" y="25528"/>
                  <a:pt x="570237" y="21972"/>
                </a:cubicBezTo>
                <a:cubicBezTo>
                  <a:pt x="574428" y="18543"/>
                  <a:pt x="577857" y="16638"/>
                  <a:pt x="581286" y="16384"/>
                </a:cubicBezTo>
                <a:close/>
                <a:moveTo>
                  <a:pt x="345193" y="21972"/>
                </a:moveTo>
                <a:cubicBezTo>
                  <a:pt x="348622" y="25655"/>
                  <a:pt x="344050" y="30862"/>
                  <a:pt x="335922" y="40133"/>
                </a:cubicBezTo>
                <a:cubicBezTo>
                  <a:pt x="331477" y="45213"/>
                  <a:pt x="324492" y="48896"/>
                  <a:pt x="318015" y="54738"/>
                </a:cubicBezTo>
                <a:cubicBezTo>
                  <a:pt x="312554" y="59691"/>
                  <a:pt x="309633" y="68327"/>
                  <a:pt x="303283" y="73534"/>
                </a:cubicBezTo>
                <a:cubicBezTo>
                  <a:pt x="297441" y="78487"/>
                  <a:pt x="293123" y="85853"/>
                  <a:pt x="286900" y="90679"/>
                </a:cubicBezTo>
                <a:cubicBezTo>
                  <a:pt x="282836" y="93981"/>
                  <a:pt x="274835" y="90806"/>
                  <a:pt x="269120" y="91441"/>
                </a:cubicBezTo>
                <a:cubicBezTo>
                  <a:pt x="262008" y="92330"/>
                  <a:pt x="256166" y="93854"/>
                  <a:pt x="254896" y="89536"/>
                </a:cubicBezTo>
                <a:lnTo>
                  <a:pt x="254769" y="89536"/>
                </a:lnTo>
                <a:cubicBezTo>
                  <a:pt x="252991" y="83694"/>
                  <a:pt x="260357" y="76455"/>
                  <a:pt x="267977" y="68581"/>
                </a:cubicBezTo>
                <a:cubicBezTo>
                  <a:pt x="275597" y="60707"/>
                  <a:pt x="279915" y="48515"/>
                  <a:pt x="283217" y="45975"/>
                </a:cubicBezTo>
                <a:cubicBezTo>
                  <a:pt x="288550" y="41657"/>
                  <a:pt x="297314" y="39625"/>
                  <a:pt x="303918" y="35434"/>
                </a:cubicBezTo>
                <a:cubicBezTo>
                  <a:pt x="310649" y="31116"/>
                  <a:pt x="318269" y="28449"/>
                  <a:pt x="324492" y="25528"/>
                </a:cubicBezTo>
                <a:cubicBezTo>
                  <a:pt x="334652" y="20702"/>
                  <a:pt x="342272" y="18924"/>
                  <a:pt x="345193" y="21972"/>
                </a:cubicBezTo>
                <a:close/>
                <a:moveTo>
                  <a:pt x="133357" y="49785"/>
                </a:moveTo>
                <a:cubicBezTo>
                  <a:pt x="137421" y="48642"/>
                  <a:pt x="141358" y="49023"/>
                  <a:pt x="144279" y="51563"/>
                </a:cubicBezTo>
                <a:cubicBezTo>
                  <a:pt x="149105" y="55881"/>
                  <a:pt x="148724" y="66803"/>
                  <a:pt x="145295" y="76836"/>
                </a:cubicBezTo>
                <a:cubicBezTo>
                  <a:pt x="143009" y="83440"/>
                  <a:pt x="135516" y="88774"/>
                  <a:pt x="130563" y="96140"/>
                </a:cubicBezTo>
                <a:cubicBezTo>
                  <a:pt x="126245" y="102363"/>
                  <a:pt x="123324" y="110237"/>
                  <a:pt x="117482" y="116206"/>
                </a:cubicBezTo>
                <a:cubicBezTo>
                  <a:pt x="112021" y="121794"/>
                  <a:pt x="103766" y="123953"/>
                  <a:pt x="97162" y="128652"/>
                </a:cubicBezTo>
                <a:cubicBezTo>
                  <a:pt x="93352" y="131192"/>
                  <a:pt x="90812" y="140590"/>
                  <a:pt x="85097" y="142876"/>
                </a:cubicBezTo>
                <a:cubicBezTo>
                  <a:pt x="78493" y="145416"/>
                  <a:pt x="71762" y="142622"/>
                  <a:pt x="68206" y="139320"/>
                </a:cubicBezTo>
                <a:cubicBezTo>
                  <a:pt x="63125" y="134875"/>
                  <a:pt x="65031" y="124715"/>
                  <a:pt x="68587" y="116968"/>
                </a:cubicBezTo>
                <a:lnTo>
                  <a:pt x="68587" y="116841"/>
                </a:lnTo>
                <a:cubicBezTo>
                  <a:pt x="71508" y="110745"/>
                  <a:pt x="75699" y="107316"/>
                  <a:pt x="80525" y="103379"/>
                </a:cubicBezTo>
                <a:cubicBezTo>
                  <a:pt x="84843" y="99823"/>
                  <a:pt x="88272" y="94489"/>
                  <a:pt x="93860" y="90171"/>
                </a:cubicBezTo>
                <a:cubicBezTo>
                  <a:pt x="100210" y="85345"/>
                  <a:pt x="105671" y="81027"/>
                  <a:pt x="110116" y="76455"/>
                </a:cubicBezTo>
                <a:cubicBezTo>
                  <a:pt x="116085" y="70359"/>
                  <a:pt x="117609" y="62231"/>
                  <a:pt x="121546" y="57786"/>
                </a:cubicBezTo>
                <a:cubicBezTo>
                  <a:pt x="124975" y="53722"/>
                  <a:pt x="129293" y="50928"/>
                  <a:pt x="133357" y="49785"/>
                </a:cubicBezTo>
                <a:close/>
                <a:moveTo>
                  <a:pt x="631197" y="105919"/>
                </a:moveTo>
                <a:cubicBezTo>
                  <a:pt x="636150" y="110110"/>
                  <a:pt x="633356" y="118619"/>
                  <a:pt x="630054" y="128779"/>
                </a:cubicBezTo>
                <a:cubicBezTo>
                  <a:pt x="627895" y="135383"/>
                  <a:pt x="626117" y="143257"/>
                  <a:pt x="621164" y="150750"/>
                </a:cubicBezTo>
                <a:cubicBezTo>
                  <a:pt x="616973" y="157100"/>
                  <a:pt x="609353" y="160910"/>
                  <a:pt x="603638" y="166879"/>
                </a:cubicBezTo>
                <a:cubicBezTo>
                  <a:pt x="598177" y="172594"/>
                  <a:pt x="594113" y="179706"/>
                  <a:pt x="587509" y="184278"/>
                </a:cubicBezTo>
                <a:cubicBezTo>
                  <a:pt x="583826" y="186945"/>
                  <a:pt x="578873" y="191517"/>
                  <a:pt x="573031" y="193803"/>
                </a:cubicBezTo>
                <a:cubicBezTo>
                  <a:pt x="566554" y="196470"/>
                  <a:pt x="559569" y="198375"/>
                  <a:pt x="555886" y="195073"/>
                </a:cubicBezTo>
                <a:cubicBezTo>
                  <a:pt x="550806" y="190628"/>
                  <a:pt x="556013" y="179706"/>
                  <a:pt x="559442" y="171959"/>
                </a:cubicBezTo>
                <a:lnTo>
                  <a:pt x="559442" y="171832"/>
                </a:lnTo>
                <a:cubicBezTo>
                  <a:pt x="562236" y="165609"/>
                  <a:pt x="561855" y="158116"/>
                  <a:pt x="566681" y="154052"/>
                </a:cubicBezTo>
                <a:cubicBezTo>
                  <a:pt x="570999" y="150496"/>
                  <a:pt x="576587" y="147956"/>
                  <a:pt x="582175" y="143511"/>
                </a:cubicBezTo>
                <a:cubicBezTo>
                  <a:pt x="588398" y="138685"/>
                  <a:pt x="591954" y="132589"/>
                  <a:pt x="596399" y="127890"/>
                </a:cubicBezTo>
                <a:cubicBezTo>
                  <a:pt x="602241" y="121794"/>
                  <a:pt x="611385" y="120397"/>
                  <a:pt x="615195" y="115952"/>
                </a:cubicBezTo>
                <a:cubicBezTo>
                  <a:pt x="622180" y="107697"/>
                  <a:pt x="625482" y="100966"/>
                  <a:pt x="631197" y="105919"/>
                </a:cubicBezTo>
                <a:close/>
                <a:moveTo>
                  <a:pt x="754006" y="111888"/>
                </a:moveTo>
                <a:cubicBezTo>
                  <a:pt x="760102" y="114809"/>
                  <a:pt x="764674" y="127509"/>
                  <a:pt x="762896" y="132081"/>
                </a:cubicBezTo>
                <a:cubicBezTo>
                  <a:pt x="760356" y="138685"/>
                  <a:pt x="755784" y="145797"/>
                  <a:pt x="750577" y="152274"/>
                </a:cubicBezTo>
                <a:cubicBezTo>
                  <a:pt x="745370" y="158878"/>
                  <a:pt x="738893" y="163958"/>
                  <a:pt x="732797" y="167641"/>
                </a:cubicBezTo>
                <a:cubicBezTo>
                  <a:pt x="724923" y="172594"/>
                  <a:pt x="717811" y="173737"/>
                  <a:pt x="711969" y="168276"/>
                </a:cubicBezTo>
                <a:cubicBezTo>
                  <a:pt x="708159" y="164593"/>
                  <a:pt x="708794" y="156592"/>
                  <a:pt x="713620" y="147321"/>
                </a:cubicBezTo>
                <a:cubicBezTo>
                  <a:pt x="716795" y="141225"/>
                  <a:pt x="721494" y="134748"/>
                  <a:pt x="726447" y="128779"/>
                </a:cubicBezTo>
                <a:cubicBezTo>
                  <a:pt x="731654" y="122429"/>
                  <a:pt x="737369" y="116333"/>
                  <a:pt x="742449" y="113031"/>
                </a:cubicBezTo>
                <a:lnTo>
                  <a:pt x="742576" y="113031"/>
                </a:lnTo>
                <a:cubicBezTo>
                  <a:pt x="746132" y="110618"/>
                  <a:pt x="750450" y="110110"/>
                  <a:pt x="754006" y="111888"/>
                </a:cubicBezTo>
                <a:close/>
                <a:moveTo>
                  <a:pt x="441840" y="146051"/>
                </a:moveTo>
                <a:cubicBezTo>
                  <a:pt x="446285" y="145289"/>
                  <a:pt x="450349" y="146051"/>
                  <a:pt x="452635" y="148972"/>
                </a:cubicBezTo>
                <a:cubicBezTo>
                  <a:pt x="456572" y="154052"/>
                  <a:pt x="449841" y="164085"/>
                  <a:pt x="444634" y="173356"/>
                </a:cubicBezTo>
                <a:cubicBezTo>
                  <a:pt x="441205" y="179452"/>
                  <a:pt x="439173" y="188215"/>
                  <a:pt x="432950" y="194565"/>
                </a:cubicBezTo>
                <a:cubicBezTo>
                  <a:pt x="427616" y="199899"/>
                  <a:pt x="421393" y="205741"/>
                  <a:pt x="414535" y="210567"/>
                </a:cubicBezTo>
                <a:cubicBezTo>
                  <a:pt x="408058" y="215012"/>
                  <a:pt x="398660" y="214631"/>
                  <a:pt x="391294" y="217933"/>
                </a:cubicBezTo>
                <a:cubicBezTo>
                  <a:pt x="387103" y="219838"/>
                  <a:pt x="382404" y="227712"/>
                  <a:pt x="376435" y="228855"/>
                </a:cubicBezTo>
                <a:cubicBezTo>
                  <a:pt x="369577" y="230125"/>
                  <a:pt x="362973" y="226442"/>
                  <a:pt x="360052" y="222505"/>
                </a:cubicBezTo>
                <a:cubicBezTo>
                  <a:pt x="355861" y="217171"/>
                  <a:pt x="361830" y="208535"/>
                  <a:pt x="366783" y="201550"/>
                </a:cubicBezTo>
                <a:cubicBezTo>
                  <a:pt x="370847" y="195962"/>
                  <a:pt x="372498" y="189739"/>
                  <a:pt x="377959" y="186818"/>
                </a:cubicBezTo>
                <a:cubicBezTo>
                  <a:pt x="382912" y="184151"/>
                  <a:pt x="389262" y="183262"/>
                  <a:pt x="395485" y="180214"/>
                </a:cubicBezTo>
                <a:cubicBezTo>
                  <a:pt x="402597" y="176658"/>
                  <a:pt x="409709" y="174118"/>
                  <a:pt x="414916" y="170435"/>
                </a:cubicBezTo>
                <a:cubicBezTo>
                  <a:pt x="421774" y="165609"/>
                  <a:pt x="423679" y="156211"/>
                  <a:pt x="428250" y="152528"/>
                </a:cubicBezTo>
                <a:cubicBezTo>
                  <a:pt x="432569" y="149226"/>
                  <a:pt x="437395" y="146813"/>
                  <a:pt x="441840" y="146051"/>
                </a:cubicBezTo>
                <a:close/>
                <a:moveTo>
                  <a:pt x="258071" y="191517"/>
                </a:moveTo>
                <a:cubicBezTo>
                  <a:pt x="261881" y="194819"/>
                  <a:pt x="255785" y="205487"/>
                  <a:pt x="248673" y="215647"/>
                </a:cubicBezTo>
                <a:cubicBezTo>
                  <a:pt x="244863" y="221108"/>
                  <a:pt x="242069" y="229236"/>
                  <a:pt x="236227" y="235840"/>
                </a:cubicBezTo>
                <a:cubicBezTo>
                  <a:pt x="231400" y="241301"/>
                  <a:pt x="222892" y="244222"/>
                  <a:pt x="217177" y="250064"/>
                </a:cubicBezTo>
                <a:cubicBezTo>
                  <a:pt x="211843" y="255525"/>
                  <a:pt x="210065" y="265050"/>
                  <a:pt x="204477" y="270638"/>
                </a:cubicBezTo>
                <a:cubicBezTo>
                  <a:pt x="200794" y="274321"/>
                  <a:pt x="193555" y="275337"/>
                  <a:pt x="188221" y="276480"/>
                </a:cubicBezTo>
                <a:cubicBezTo>
                  <a:pt x="181236" y="277877"/>
                  <a:pt x="174378" y="276988"/>
                  <a:pt x="172600" y="272797"/>
                </a:cubicBezTo>
                <a:lnTo>
                  <a:pt x="172727" y="272797"/>
                </a:lnTo>
                <a:cubicBezTo>
                  <a:pt x="170314" y="267209"/>
                  <a:pt x="174886" y="257811"/>
                  <a:pt x="181490" y="249175"/>
                </a:cubicBezTo>
                <a:cubicBezTo>
                  <a:pt x="188221" y="240539"/>
                  <a:pt x="195333" y="231776"/>
                  <a:pt x="198254" y="228855"/>
                </a:cubicBezTo>
                <a:cubicBezTo>
                  <a:pt x="203080" y="224029"/>
                  <a:pt x="208922" y="218314"/>
                  <a:pt x="215145" y="213361"/>
                </a:cubicBezTo>
                <a:cubicBezTo>
                  <a:pt x="221241" y="208281"/>
                  <a:pt x="227464" y="202947"/>
                  <a:pt x="233306" y="199264"/>
                </a:cubicBezTo>
                <a:cubicBezTo>
                  <a:pt x="242704" y="193295"/>
                  <a:pt x="254896" y="188850"/>
                  <a:pt x="258071" y="191517"/>
                </a:cubicBezTo>
                <a:close/>
                <a:moveTo>
                  <a:pt x="912248" y="223775"/>
                </a:moveTo>
                <a:cubicBezTo>
                  <a:pt x="922789" y="222251"/>
                  <a:pt x="930282" y="224664"/>
                  <a:pt x="933330" y="228855"/>
                </a:cubicBezTo>
                <a:cubicBezTo>
                  <a:pt x="935743" y="232030"/>
                  <a:pt x="933965" y="234951"/>
                  <a:pt x="931679" y="240158"/>
                </a:cubicBezTo>
                <a:cubicBezTo>
                  <a:pt x="929647" y="244349"/>
                  <a:pt x="927234" y="247778"/>
                  <a:pt x="924186" y="250953"/>
                </a:cubicBezTo>
                <a:cubicBezTo>
                  <a:pt x="920503" y="254763"/>
                  <a:pt x="919106" y="260859"/>
                  <a:pt x="915042" y="262129"/>
                </a:cubicBezTo>
                <a:cubicBezTo>
                  <a:pt x="910851" y="263272"/>
                  <a:pt x="905771" y="261748"/>
                  <a:pt x="900945" y="262891"/>
                </a:cubicBezTo>
                <a:cubicBezTo>
                  <a:pt x="896881" y="263780"/>
                  <a:pt x="890912" y="260986"/>
                  <a:pt x="885959" y="262764"/>
                </a:cubicBezTo>
                <a:cubicBezTo>
                  <a:pt x="882022" y="264161"/>
                  <a:pt x="877577" y="267336"/>
                  <a:pt x="873132" y="270257"/>
                </a:cubicBezTo>
                <a:cubicBezTo>
                  <a:pt x="867544" y="273940"/>
                  <a:pt x="864750" y="279909"/>
                  <a:pt x="861448" y="283592"/>
                </a:cubicBezTo>
                <a:cubicBezTo>
                  <a:pt x="857003" y="288672"/>
                  <a:pt x="854082" y="291974"/>
                  <a:pt x="848494" y="292101"/>
                </a:cubicBezTo>
                <a:cubicBezTo>
                  <a:pt x="841763" y="292355"/>
                  <a:pt x="834778" y="287910"/>
                  <a:pt x="833000" y="282703"/>
                </a:cubicBezTo>
                <a:lnTo>
                  <a:pt x="832873" y="282703"/>
                </a:lnTo>
                <a:cubicBezTo>
                  <a:pt x="831095" y="277750"/>
                  <a:pt x="834016" y="271146"/>
                  <a:pt x="837826" y="265939"/>
                </a:cubicBezTo>
                <a:cubicBezTo>
                  <a:pt x="841636" y="260605"/>
                  <a:pt x="848367" y="257557"/>
                  <a:pt x="851161" y="254890"/>
                </a:cubicBezTo>
                <a:cubicBezTo>
                  <a:pt x="856749" y="249683"/>
                  <a:pt x="862083" y="243841"/>
                  <a:pt x="868814" y="239904"/>
                </a:cubicBezTo>
                <a:cubicBezTo>
                  <a:pt x="875672" y="235967"/>
                  <a:pt x="883927" y="235713"/>
                  <a:pt x="890912" y="233173"/>
                </a:cubicBezTo>
                <a:cubicBezTo>
                  <a:pt x="898913" y="230252"/>
                  <a:pt x="905390" y="224664"/>
                  <a:pt x="912248" y="223775"/>
                </a:cubicBezTo>
                <a:close/>
                <a:moveTo>
                  <a:pt x="732543" y="241174"/>
                </a:moveTo>
                <a:cubicBezTo>
                  <a:pt x="739020" y="243841"/>
                  <a:pt x="739147" y="257430"/>
                  <a:pt x="735464" y="264034"/>
                </a:cubicBezTo>
                <a:cubicBezTo>
                  <a:pt x="732289" y="269495"/>
                  <a:pt x="728606" y="275718"/>
                  <a:pt x="724034" y="281687"/>
                </a:cubicBezTo>
                <a:cubicBezTo>
                  <a:pt x="719970" y="287148"/>
                  <a:pt x="715398" y="292482"/>
                  <a:pt x="710699" y="297816"/>
                </a:cubicBezTo>
                <a:cubicBezTo>
                  <a:pt x="705873" y="303023"/>
                  <a:pt x="701047" y="308484"/>
                  <a:pt x="696094" y="312802"/>
                </a:cubicBezTo>
                <a:cubicBezTo>
                  <a:pt x="690252" y="318009"/>
                  <a:pt x="684156" y="321692"/>
                  <a:pt x="678949" y="324613"/>
                </a:cubicBezTo>
                <a:cubicBezTo>
                  <a:pt x="670694" y="329058"/>
                  <a:pt x="667392" y="327661"/>
                  <a:pt x="663455" y="322835"/>
                </a:cubicBezTo>
                <a:cubicBezTo>
                  <a:pt x="660915" y="319914"/>
                  <a:pt x="661550" y="316612"/>
                  <a:pt x="666757" y="307468"/>
                </a:cubicBezTo>
                <a:cubicBezTo>
                  <a:pt x="669805" y="302261"/>
                  <a:pt x="670440" y="294133"/>
                  <a:pt x="674885" y="288037"/>
                </a:cubicBezTo>
                <a:cubicBezTo>
                  <a:pt x="678949" y="282703"/>
                  <a:pt x="683775" y="277369"/>
                  <a:pt x="688347" y="272035"/>
                </a:cubicBezTo>
                <a:cubicBezTo>
                  <a:pt x="693046" y="266701"/>
                  <a:pt x="696094" y="259589"/>
                  <a:pt x="700793" y="254890"/>
                </a:cubicBezTo>
                <a:cubicBezTo>
                  <a:pt x="706254" y="249429"/>
                  <a:pt x="715525" y="248921"/>
                  <a:pt x="720224" y="245365"/>
                </a:cubicBezTo>
                <a:lnTo>
                  <a:pt x="720097" y="245365"/>
                </a:lnTo>
                <a:cubicBezTo>
                  <a:pt x="725431" y="241301"/>
                  <a:pt x="728860" y="239650"/>
                  <a:pt x="732543" y="241174"/>
                </a:cubicBezTo>
                <a:close/>
                <a:moveTo>
                  <a:pt x="65412" y="243079"/>
                </a:moveTo>
                <a:cubicBezTo>
                  <a:pt x="68587" y="243079"/>
                  <a:pt x="71381" y="243841"/>
                  <a:pt x="72905" y="244857"/>
                </a:cubicBezTo>
                <a:cubicBezTo>
                  <a:pt x="78620" y="248540"/>
                  <a:pt x="74937" y="265812"/>
                  <a:pt x="69984" y="271273"/>
                </a:cubicBezTo>
                <a:cubicBezTo>
                  <a:pt x="65412" y="276480"/>
                  <a:pt x="58427" y="279655"/>
                  <a:pt x="53093" y="284354"/>
                </a:cubicBezTo>
                <a:cubicBezTo>
                  <a:pt x="47632" y="289180"/>
                  <a:pt x="44075" y="296546"/>
                  <a:pt x="38615" y="300229"/>
                </a:cubicBezTo>
                <a:cubicBezTo>
                  <a:pt x="31884" y="304674"/>
                  <a:pt x="25407" y="309627"/>
                  <a:pt x="19565" y="311405"/>
                </a:cubicBezTo>
                <a:cubicBezTo>
                  <a:pt x="11056" y="314072"/>
                  <a:pt x="4833" y="309119"/>
                  <a:pt x="1531" y="302896"/>
                </a:cubicBezTo>
                <a:cubicBezTo>
                  <a:pt x="-628" y="298959"/>
                  <a:pt x="-1390" y="290958"/>
                  <a:pt x="5341" y="283338"/>
                </a:cubicBezTo>
                <a:cubicBezTo>
                  <a:pt x="9278" y="278766"/>
                  <a:pt x="17025" y="275972"/>
                  <a:pt x="22740" y="271273"/>
                </a:cubicBezTo>
                <a:cubicBezTo>
                  <a:pt x="27947" y="266828"/>
                  <a:pt x="31503" y="259462"/>
                  <a:pt x="37345" y="255525"/>
                </a:cubicBezTo>
                <a:cubicBezTo>
                  <a:pt x="43314" y="251461"/>
                  <a:pt x="50045" y="247778"/>
                  <a:pt x="55760" y="244984"/>
                </a:cubicBezTo>
                <a:cubicBezTo>
                  <a:pt x="58681" y="243587"/>
                  <a:pt x="62237" y="242952"/>
                  <a:pt x="65412" y="243079"/>
                </a:cubicBezTo>
                <a:close/>
                <a:moveTo>
                  <a:pt x="547885" y="294006"/>
                </a:moveTo>
                <a:cubicBezTo>
                  <a:pt x="551314" y="294006"/>
                  <a:pt x="553727" y="295022"/>
                  <a:pt x="555124" y="296546"/>
                </a:cubicBezTo>
                <a:cubicBezTo>
                  <a:pt x="558553" y="300229"/>
                  <a:pt x="558553" y="306833"/>
                  <a:pt x="550425" y="316104"/>
                </a:cubicBezTo>
                <a:cubicBezTo>
                  <a:pt x="545980" y="321057"/>
                  <a:pt x="538741" y="325248"/>
                  <a:pt x="532264" y="331217"/>
                </a:cubicBezTo>
                <a:cubicBezTo>
                  <a:pt x="526803" y="336170"/>
                  <a:pt x="519691" y="339853"/>
                  <a:pt x="513341" y="345060"/>
                </a:cubicBezTo>
                <a:cubicBezTo>
                  <a:pt x="507499" y="350013"/>
                  <a:pt x="499371" y="352172"/>
                  <a:pt x="493148" y="356998"/>
                </a:cubicBezTo>
                <a:cubicBezTo>
                  <a:pt x="489084" y="360173"/>
                  <a:pt x="485909" y="365253"/>
                  <a:pt x="481083" y="366269"/>
                </a:cubicBezTo>
                <a:cubicBezTo>
                  <a:pt x="474479" y="367793"/>
                  <a:pt x="465589" y="367666"/>
                  <a:pt x="464192" y="363348"/>
                </a:cubicBezTo>
                <a:cubicBezTo>
                  <a:pt x="462414" y="357633"/>
                  <a:pt x="471431" y="349251"/>
                  <a:pt x="479050" y="341377"/>
                </a:cubicBezTo>
                <a:cubicBezTo>
                  <a:pt x="486671" y="333630"/>
                  <a:pt x="492259" y="322835"/>
                  <a:pt x="495434" y="320168"/>
                </a:cubicBezTo>
                <a:cubicBezTo>
                  <a:pt x="500895" y="315977"/>
                  <a:pt x="508642" y="312675"/>
                  <a:pt x="515373" y="308357"/>
                </a:cubicBezTo>
                <a:cubicBezTo>
                  <a:pt x="521977" y="304166"/>
                  <a:pt x="529089" y="300356"/>
                  <a:pt x="535312" y="297308"/>
                </a:cubicBezTo>
                <a:cubicBezTo>
                  <a:pt x="540392" y="294895"/>
                  <a:pt x="544583" y="293879"/>
                  <a:pt x="547885" y="294006"/>
                </a:cubicBezTo>
                <a:close/>
                <a:moveTo>
                  <a:pt x="354464" y="318136"/>
                </a:moveTo>
                <a:cubicBezTo>
                  <a:pt x="358020" y="319279"/>
                  <a:pt x="358655" y="323724"/>
                  <a:pt x="358909" y="329693"/>
                </a:cubicBezTo>
                <a:cubicBezTo>
                  <a:pt x="359036" y="335027"/>
                  <a:pt x="357512" y="339599"/>
                  <a:pt x="355861" y="342901"/>
                </a:cubicBezTo>
                <a:cubicBezTo>
                  <a:pt x="353194" y="348616"/>
                  <a:pt x="349257" y="354204"/>
                  <a:pt x="345193" y="360554"/>
                </a:cubicBezTo>
                <a:cubicBezTo>
                  <a:pt x="341510" y="366269"/>
                  <a:pt x="341891" y="375286"/>
                  <a:pt x="337573" y="380747"/>
                </a:cubicBezTo>
                <a:cubicBezTo>
                  <a:pt x="333255" y="386462"/>
                  <a:pt x="329699" y="393320"/>
                  <a:pt x="325127" y="398019"/>
                </a:cubicBezTo>
                <a:cubicBezTo>
                  <a:pt x="319666" y="403734"/>
                  <a:pt x="312935" y="407798"/>
                  <a:pt x="307855" y="411100"/>
                </a:cubicBezTo>
                <a:cubicBezTo>
                  <a:pt x="299981" y="416307"/>
                  <a:pt x="293250" y="414656"/>
                  <a:pt x="288805" y="410211"/>
                </a:cubicBezTo>
                <a:cubicBezTo>
                  <a:pt x="286138" y="407290"/>
                  <a:pt x="290583" y="403099"/>
                  <a:pt x="295028" y="393574"/>
                </a:cubicBezTo>
                <a:cubicBezTo>
                  <a:pt x="297568" y="388113"/>
                  <a:pt x="294393" y="378334"/>
                  <a:pt x="298457" y="371857"/>
                </a:cubicBezTo>
                <a:cubicBezTo>
                  <a:pt x="302013" y="366142"/>
                  <a:pt x="311665" y="364237"/>
                  <a:pt x="315856" y="358649"/>
                </a:cubicBezTo>
                <a:cubicBezTo>
                  <a:pt x="320047" y="352934"/>
                  <a:pt x="319920" y="343790"/>
                  <a:pt x="324238" y="338710"/>
                </a:cubicBezTo>
                <a:cubicBezTo>
                  <a:pt x="329318" y="332868"/>
                  <a:pt x="335160" y="328296"/>
                  <a:pt x="339605" y="324359"/>
                </a:cubicBezTo>
                <a:cubicBezTo>
                  <a:pt x="344558" y="319914"/>
                  <a:pt x="350654" y="316866"/>
                  <a:pt x="354464" y="318136"/>
                </a:cubicBezTo>
                <a:close/>
                <a:moveTo>
                  <a:pt x="1033660" y="355093"/>
                </a:moveTo>
                <a:cubicBezTo>
                  <a:pt x="1038359" y="355474"/>
                  <a:pt x="1042677" y="356617"/>
                  <a:pt x="1044836" y="359030"/>
                </a:cubicBezTo>
                <a:cubicBezTo>
                  <a:pt x="1047884" y="362332"/>
                  <a:pt x="1049281" y="370079"/>
                  <a:pt x="1048265" y="375286"/>
                </a:cubicBezTo>
                <a:cubicBezTo>
                  <a:pt x="1047249" y="380112"/>
                  <a:pt x="1041534" y="383668"/>
                  <a:pt x="1038740" y="387351"/>
                </a:cubicBezTo>
                <a:cubicBezTo>
                  <a:pt x="1034041" y="393447"/>
                  <a:pt x="1030104" y="396622"/>
                  <a:pt x="1022103" y="399543"/>
                </a:cubicBezTo>
                <a:cubicBezTo>
                  <a:pt x="1017277" y="401321"/>
                  <a:pt x="1008260" y="398019"/>
                  <a:pt x="1000513" y="402591"/>
                </a:cubicBezTo>
                <a:cubicBezTo>
                  <a:pt x="993528" y="406782"/>
                  <a:pt x="989083" y="411227"/>
                  <a:pt x="985527" y="414275"/>
                </a:cubicBezTo>
                <a:cubicBezTo>
                  <a:pt x="980701" y="418085"/>
                  <a:pt x="980193" y="426467"/>
                  <a:pt x="972700" y="428753"/>
                </a:cubicBezTo>
                <a:cubicBezTo>
                  <a:pt x="968763" y="429896"/>
                  <a:pt x="953015" y="432309"/>
                  <a:pt x="947300" y="426086"/>
                </a:cubicBezTo>
                <a:cubicBezTo>
                  <a:pt x="943871" y="422530"/>
                  <a:pt x="948316" y="417069"/>
                  <a:pt x="950856" y="410719"/>
                </a:cubicBezTo>
                <a:cubicBezTo>
                  <a:pt x="953015" y="405512"/>
                  <a:pt x="953269" y="399416"/>
                  <a:pt x="957968" y="396114"/>
                </a:cubicBezTo>
                <a:cubicBezTo>
                  <a:pt x="964064" y="391923"/>
                  <a:pt x="968255" y="394082"/>
                  <a:pt x="973335" y="393447"/>
                </a:cubicBezTo>
                <a:cubicBezTo>
                  <a:pt x="977907" y="392812"/>
                  <a:pt x="982225" y="387732"/>
                  <a:pt x="988829" y="384176"/>
                </a:cubicBezTo>
                <a:cubicBezTo>
                  <a:pt x="996322" y="380112"/>
                  <a:pt x="1002799" y="377572"/>
                  <a:pt x="1006990" y="373254"/>
                </a:cubicBezTo>
                <a:cubicBezTo>
                  <a:pt x="1011435" y="368682"/>
                  <a:pt x="1012578" y="359792"/>
                  <a:pt x="1020325" y="356871"/>
                </a:cubicBezTo>
                <a:cubicBezTo>
                  <a:pt x="1024008" y="355474"/>
                  <a:pt x="1029088" y="354839"/>
                  <a:pt x="1033660" y="355093"/>
                </a:cubicBezTo>
                <a:close/>
                <a:moveTo>
                  <a:pt x="1153675" y="368047"/>
                </a:moveTo>
                <a:cubicBezTo>
                  <a:pt x="1159644" y="371222"/>
                  <a:pt x="1163073" y="384430"/>
                  <a:pt x="1161803" y="388240"/>
                </a:cubicBezTo>
                <a:cubicBezTo>
                  <a:pt x="1159898" y="394082"/>
                  <a:pt x="1154818" y="398908"/>
                  <a:pt x="1150373" y="404369"/>
                </a:cubicBezTo>
                <a:cubicBezTo>
                  <a:pt x="1145801" y="409830"/>
                  <a:pt x="1142245" y="415926"/>
                  <a:pt x="1136657" y="418466"/>
                </a:cubicBezTo>
                <a:cubicBezTo>
                  <a:pt x="1130180" y="421514"/>
                  <a:pt x="1124084" y="421260"/>
                  <a:pt x="1118496" y="416307"/>
                </a:cubicBezTo>
                <a:cubicBezTo>
                  <a:pt x="1114686" y="412878"/>
                  <a:pt x="1114686" y="406401"/>
                  <a:pt x="1118115" y="398908"/>
                </a:cubicBezTo>
                <a:cubicBezTo>
                  <a:pt x="1120401" y="393701"/>
                  <a:pt x="1125608" y="389256"/>
                  <a:pt x="1129799" y="384303"/>
                </a:cubicBezTo>
                <a:cubicBezTo>
                  <a:pt x="1134244" y="378969"/>
                  <a:pt x="1138181" y="373635"/>
                  <a:pt x="1142753" y="371095"/>
                </a:cubicBezTo>
                <a:lnTo>
                  <a:pt x="1142880" y="371095"/>
                </a:lnTo>
                <a:cubicBezTo>
                  <a:pt x="1146055" y="369317"/>
                  <a:pt x="1150246" y="366269"/>
                  <a:pt x="1153675" y="368047"/>
                </a:cubicBezTo>
                <a:close/>
                <a:moveTo>
                  <a:pt x="158630" y="375032"/>
                </a:moveTo>
                <a:cubicBezTo>
                  <a:pt x="165615" y="371476"/>
                  <a:pt x="172219" y="371349"/>
                  <a:pt x="177172" y="375540"/>
                </a:cubicBezTo>
                <a:cubicBezTo>
                  <a:pt x="183649" y="381001"/>
                  <a:pt x="179839" y="388875"/>
                  <a:pt x="174759" y="397130"/>
                </a:cubicBezTo>
                <a:cubicBezTo>
                  <a:pt x="170695" y="403861"/>
                  <a:pt x="170441" y="409322"/>
                  <a:pt x="162948" y="413132"/>
                </a:cubicBezTo>
                <a:cubicBezTo>
                  <a:pt x="158375" y="415418"/>
                  <a:pt x="152915" y="418212"/>
                  <a:pt x="145675" y="423673"/>
                </a:cubicBezTo>
                <a:cubicBezTo>
                  <a:pt x="139072" y="428626"/>
                  <a:pt x="134627" y="431674"/>
                  <a:pt x="131325" y="434976"/>
                </a:cubicBezTo>
                <a:cubicBezTo>
                  <a:pt x="127007" y="439421"/>
                  <a:pt x="124086" y="444247"/>
                  <a:pt x="116974" y="447295"/>
                </a:cubicBezTo>
                <a:lnTo>
                  <a:pt x="116974" y="447422"/>
                </a:lnTo>
                <a:cubicBezTo>
                  <a:pt x="113291" y="449073"/>
                  <a:pt x="95892" y="455804"/>
                  <a:pt x="89542" y="450216"/>
                </a:cubicBezTo>
                <a:cubicBezTo>
                  <a:pt x="85859" y="447041"/>
                  <a:pt x="88145" y="437897"/>
                  <a:pt x="89923" y="431293"/>
                </a:cubicBezTo>
                <a:cubicBezTo>
                  <a:pt x="91574" y="425832"/>
                  <a:pt x="94241" y="420244"/>
                  <a:pt x="98559" y="416561"/>
                </a:cubicBezTo>
                <a:cubicBezTo>
                  <a:pt x="104147" y="411735"/>
                  <a:pt x="108973" y="412497"/>
                  <a:pt x="113672" y="410846"/>
                </a:cubicBezTo>
                <a:cubicBezTo>
                  <a:pt x="117990" y="409449"/>
                  <a:pt x="120784" y="403988"/>
                  <a:pt x="127007" y="399797"/>
                </a:cubicBezTo>
                <a:cubicBezTo>
                  <a:pt x="133992" y="394971"/>
                  <a:pt x="136150" y="389510"/>
                  <a:pt x="139834" y="384684"/>
                </a:cubicBezTo>
                <a:cubicBezTo>
                  <a:pt x="143771" y="379604"/>
                  <a:pt x="151264" y="378715"/>
                  <a:pt x="158630" y="375032"/>
                </a:cubicBezTo>
                <a:close/>
                <a:moveTo>
                  <a:pt x="850653" y="378461"/>
                </a:moveTo>
                <a:cubicBezTo>
                  <a:pt x="853955" y="380493"/>
                  <a:pt x="857130" y="388240"/>
                  <a:pt x="857384" y="394209"/>
                </a:cubicBezTo>
                <a:cubicBezTo>
                  <a:pt x="857511" y="399162"/>
                  <a:pt x="853955" y="404750"/>
                  <a:pt x="852177" y="408941"/>
                </a:cubicBezTo>
                <a:cubicBezTo>
                  <a:pt x="850145" y="413894"/>
                  <a:pt x="845065" y="414275"/>
                  <a:pt x="841001" y="416688"/>
                </a:cubicBezTo>
                <a:cubicBezTo>
                  <a:pt x="837064" y="419228"/>
                  <a:pt x="836175" y="426594"/>
                  <a:pt x="832111" y="429388"/>
                </a:cubicBezTo>
                <a:cubicBezTo>
                  <a:pt x="828682" y="431801"/>
                  <a:pt x="821697" y="430404"/>
                  <a:pt x="818014" y="434214"/>
                </a:cubicBezTo>
                <a:cubicBezTo>
                  <a:pt x="815220" y="437262"/>
                  <a:pt x="812680" y="441580"/>
                  <a:pt x="809759" y="445898"/>
                </a:cubicBezTo>
                <a:cubicBezTo>
                  <a:pt x="805949" y="451486"/>
                  <a:pt x="803282" y="456566"/>
                  <a:pt x="801377" y="460884"/>
                </a:cubicBezTo>
                <a:cubicBezTo>
                  <a:pt x="798710" y="467107"/>
                  <a:pt x="798329" y="472441"/>
                  <a:pt x="793249" y="474727"/>
                </a:cubicBezTo>
                <a:cubicBezTo>
                  <a:pt x="787026" y="477394"/>
                  <a:pt x="781946" y="472441"/>
                  <a:pt x="778263" y="468123"/>
                </a:cubicBezTo>
                <a:lnTo>
                  <a:pt x="778263" y="467996"/>
                </a:lnTo>
                <a:cubicBezTo>
                  <a:pt x="774834" y="463932"/>
                  <a:pt x="774199" y="460376"/>
                  <a:pt x="775723" y="454153"/>
                </a:cubicBezTo>
                <a:cubicBezTo>
                  <a:pt x="777247" y="447803"/>
                  <a:pt x="778898" y="441326"/>
                  <a:pt x="780549" y="437770"/>
                </a:cubicBezTo>
                <a:cubicBezTo>
                  <a:pt x="783724" y="430912"/>
                  <a:pt x="784486" y="421641"/>
                  <a:pt x="789312" y="415418"/>
                </a:cubicBezTo>
                <a:cubicBezTo>
                  <a:pt x="794138" y="409195"/>
                  <a:pt x="804425" y="407925"/>
                  <a:pt x="810013" y="402845"/>
                </a:cubicBezTo>
                <a:cubicBezTo>
                  <a:pt x="816236" y="397130"/>
                  <a:pt x="821570" y="391796"/>
                  <a:pt x="827539" y="388367"/>
                </a:cubicBezTo>
                <a:cubicBezTo>
                  <a:pt x="836810" y="383033"/>
                  <a:pt x="846208" y="375667"/>
                  <a:pt x="850653" y="378461"/>
                </a:cubicBezTo>
                <a:close/>
                <a:moveTo>
                  <a:pt x="655835" y="426848"/>
                </a:moveTo>
                <a:cubicBezTo>
                  <a:pt x="659899" y="426721"/>
                  <a:pt x="663709" y="427483"/>
                  <a:pt x="666122" y="429642"/>
                </a:cubicBezTo>
                <a:cubicBezTo>
                  <a:pt x="669551" y="432563"/>
                  <a:pt x="665868" y="439040"/>
                  <a:pt x="665614" y="444120"/>
                </a:cubicBezTo>
                <a:cubicBezTo>
                  <a:pt x="665487" y="448565"/>
                  <a:pt x="668789" y="454407"/>
                  <a:pt x="666376" y="458344"/>
                </a:cubicBezTo>
                <a:cubicBezTo>
                  <a:pt x="662185" y="464821"/>
                  <a:pt x="655962" y="466472"/>
                  <a:pt x="648342" y="470028"/>
                </a:cubicBezTo>
                <a:cubicBezTo>
                  <a:pt x="643643" y="472314"/>
                  <a:pt x="639960" y="477648"/>
                  <a:pt x="632594" y="482982"/>
                </a:cubicBezTo>
                <a:cubicBezTo>
                  <a:pt x="625863" y="487681"/>
                  <a:pt x="621799" y="490602"/>
                  <a:pt x="618370" y="493777"/>
                </a:cubicBezTo>
                <a:cubicBezTo>
                  <a:pt x="614052" y="498095"/>
                  <a:pt x="607067" y="496190"/>
                  <a:pt x="599828" y="499111"/>
                </a:cubicBezTo>
                <a:lnTo>
                  <a:pt x="599828" y="498984"/>
                </a:lnTo>
                <a:cubicBezTo>
                  <a:pt x="596018" y="500635"/>
                  <a:pt x="582302" y="509398"/>
                  <a:pt x="576079" y="503683"/>
                </a:cubicBezTo>
                <a:cubicBezTo>
                  <a:pt x="572396" y="500381"/>
                  <a:pt x="573158" y="493523"/>
                  <a:pt x="575190" y="486919"/>
                </a:cubicBezTo>
                <a:cubicBezTo>
                  <a:pt x="576841" y="481585"/>
                  <a:pt x="578365" y="474600"/>
                  <a:pt x="582683" y="470917"/>
                </a:cubicBezTo>
                <a:cubicBezTo>
                  <a:pt x="588398" y="466218"/>
                  <a:pt x="594494" y="468377"/>
                  <a:pt x="599447" y="467234"/>
                </a:cubicBezTo>
                <a:cubicBezTo>
                  <a:pt x="603892" y="466218"/>
                  <a:pt x="610115" y="466218"/>
                  <a:pt x="616465" y="462027"/>
                </a:cubicBezTo>
                <a:cubicBezTo>
                  <a:pt x="623577" y="457328"/>
                  <a:pt x="625736" y="448946"/>
                  <a:pt x="629419" y="444374"/>
                </a:cubicBezTo>
                <a:cubicBezTo>
                  <a:pt x="633483" y="439294"/>
                  <a:pt x="636277" y="433452"/>
                  <a:pt x="643770" y="429769"/>
                </a:cubicBezTo>
                <a:cubicBezTo>
                  <a:pt x="647326" y="428118"/>
                  <a:pt x="651644" y="426975"/>
                  <a:pt x="655835" y="426848"/>
                </a:cubicBezTo>
                <a:close/>
                <a:moveTo>
                  <a:pt x="472320" y="461011"/>
                </a:moveTo>
                <a:cubicBezTo>
                  <a:pt x="476130" y="464059"/>
                  <a:pt x="469272" y="470663"/>
                  <a:pt x="462541" y="480950"/>
                </a:cubicBezTo>
                <a:cubicBezTo>
                  <a:pt x="458858" y="486538"/>
                  <a:pt x="457207" y="495047"/>
                  <a:pt x="451619" y="501905"/>
                </a:cubicBezTo>
                <a:cubicBezTo>
                  <a:pt x="446920" y="507493"/>
                  <a:pt x="440316" y="512192"/>
                  <a:pt x="434855" y="518288"/>
                </a:cubicBezTo>
                <a:cubicBezTo>
                  <a:pt x="429648" y="524003"/>
                  <a:pt x="426473" y="531750"/>
                  <a:pt x="421012" y="537338"/>
                </a:cubicBezTo>
                <a:cubicBezTo>
                  <a:pt x="417456" y="541148"/>
                  <a:pt x="410598" y="542926"/>
                  <a:pt x="405391" y="544958"/>
                </a:cubicBezTo>
                <a:cubicBezTo>
                  <a:pt x="398533" y="547625"/>
                  <a:pt x="392564" y="547371"/>
                  <a:pt x="390659" y="543180"/>
                </a:cubicBezTo>
                <a:cubicBezTo>
                  <a:pt x="389262" y="540005"/>
                  <a:pt x="387611" y="534671"/>
                  <a:pt x="389770" y="529337"/>
                </a:cubicBezTo>
                <a:cubicBezTo>
                  <a:pt x="391421" y="525400"/>
                  <a:pt x="395485" y="521971"/>
                  <a:pt x="398279" y="518161"/>
                </a:cubicBezTo>
                <a:cubicBezTo>
                  <a:pt x="404629" y="509271"/>
                  <a:pt x="413646" y="501905"/>
                  <a:pt x="416440" y="498857"/>
                </a:cubicBezTo>
                <a:cubicBezTo>
                  <a:pt x="421139" y="493904"/>
                  <a:pt x="429394" y="491237"/>
                  <a:pt x="435363" y="486030"/>
                </a:cubicBezTo>
                <a:cubicBezTo>
                  <a:pt x="441332" y="480823"/>
                  <a:pt x="446285" y="474854"/>
                  <a:pt x="452000" y="470917"/>
                </a:cubicBezTo>
                <a:cubicBezTo>
                  <a:pt x="461271" y="464694"/>
                  <a:pt x="469018" y="458344"/>
                  <a:pt x="472320" y="461011"/>
                </a:cubicBezTo>
                <a:close/>
                <a:moveTo>
                  <a:pt x="1294518" y="483871"/>
                </a:moveTo>
                <a:cubicBezTo>
                  <a:pt x="1298582" y="487808"/>
                  <a:pt x="1298455" y="493650"/>
                  <a:pt x="1292486" y="501905"/>
                </a:cubicBezTo>
                <a:cubicBezTo>
                  <a:pt x="1288930" y="506985"/>
                  <a:pt x="1281818" y="510414"/>
                  <a:pt x="1276357" y="516002"/>
                </a:cubicBezTo>
                <a:cubicBezTo>
                  <a:pt x="1271531" y="520955"/>
                  <a:pt x="1265816" y="525273"/>
                  <a:pt x="1260482" y="530099"/>
                </a:cubicBezTo>
                <a:cubicBezTo>
                  <a:pt x="1254513" y="535433"/>
                  <a:pt x="1242702" y="536957"/>
                  <a:pt x="1239146" y="530226"/>
                </a:cubicBezTo>
                <a:cubicBezTo>
                  <a:pt x="1236479" y="525273"/>
                  <a:pt x="1239654" y="519939"/>
                  <a:pt x="1243718" y="514224"/>
                </a:cubicBezTo>
                <a:cubicBezTo>
                  <a:pt x="1248036" y="508128"/>
                  <a:pt x="1253116" y="502159"/>
                  <a:pt x="1255148" y="500254"/>
                </a:cubicBezTo>
                <a:cubicBezTo>
                  <a:pt x="1260228" y="495428"/>
                  <a:pt x="1267213" y="490094"/>
                  <a:pt x="1274071" y="486284"/>
                </a:cubicBezTo>
                <a:cubicBezTo>
                  <a:pt x="1283215" y="481077"/>
                  <a:pt x="1290708" y="480061"/>
                  <a:pt x="1294518" y="483871"/>
                </a:cubicBezTo>
                <a:close/>
                <a:moveTo>
                  <a:pt x="1145293" y="490094"/>
                </a:moveTo>
                <a:cubicBezTo>
                  <a:pt x="1150627" y="494920"/>
                  <a:pt x="1146817" y="508509"/>
                  <a:pt x="1141483" y="516891"/>
                </a:cubicBezTo>
                <a:cubicBezTo>
                  <a:pt x="1138689" y="521336"/>
                  <a:pt x="1133355" y="521590"/>
                  <a:pt x="1129799" y="524257"/>
                </a:cubicBezTo>
                <a:cubicBezTo>
                  <a:pt x="1126370" y="526924"/>
                  <a:pt x="1124973" y="533147"/>
                  <a:pt x="1120401" y="535179"/>
                </a:cubicBezTo>
                <a:cubicBezTo>
                  <a:pt x="1116591" y="536957"/>
                  <a:pt x="1113162" y="539624"/>
                  <a:pt x="1108717" y="542164"/>
                </a:cubicBezTo>
                <a:cubicBezTo>
                  <a:pt x="1105161" y="544196"/>
                  <a:pt x="1100335" y="544704"/>
                  <a:pt x="1096525" y="548387"/>
                </a:cubicBezTo>
                <a:cubicBezTo>
                  <a:pt x="1091826" y="553086"/>
                  <a:pt x="1088651" y="557150"/>
                  <a:pt x="1085857" y="560579"/>
                </a:cubicBezTo>
                <a:cubicBezTo>
                  <a:pt x="1081920" y="565532"/>
                  <a:pt x="1078491" y="566675"/>
                  <a:pt x="1073030" y="568072"/>
                </a:cubicBezTo>
                <a:cubicBezTo>
                  <a:pt x="1066426" y="569723"/>
                  <a:pt x="1058044" y="571501"/>
                  <a:pt x="1055123" y="566802"/>
                </a:cubicBezTo>
                <a:cubicBezTo>
                  <a:pt x="1052456" y="562103"/>
                  <a:pt x="1054615" y="553848"/>
                  <a:pt x="1057155" y="548006"/>
                </a:cubicBezTo>
                <a:cubicBezTo>
                  <a:pt x="1059822" y="542037"/>
                  <a:pt x="1066045" y="537465"/>
                  <a:pt x="1068331" y="534417"/>
                </a:cubicBezTo>
                <a:cubicBezTo>
                  <a:pt x="1072649" y="528194"/>
                  <a:pt x="1078364" y="523114"/>
                  <a:pt x="1084206" y="517780"/>
                </a:cubicBezTo>
                <a:cubicBezTo>
                  <a:pt x="1090048" y="512446"/>
                  <a:pt x="1094366" y="505080"/>
                  <a:pt x="1100589" y="501016"/>
                </a:cubicBezTo>
                <a:cubicBezTo>
                  <a:pt x="1107828" y="496444"/>
                  <a:pt x="1117226" y="498349"/>
                  <a:pt x="1123703" y="496063"/>
                </a:cubicBezTo>
                <a:cubicBezTo>
                  <a:pt x="1133736" y="492380"/>
                  <a:pt x="1141483" y="486665"/>
                  <a:pt x="1145293" y="490094"/>
                </a:cubicBezTo>
                <a:close/>
                <a:moveTo>
                  <a:pt x="276613" y="508255"/>
                </a:moveTo>
                <a:cubicBezTo>
                  <a:pt x="279915" y="507112"/>
                  <a:pt x="282328" y="506985"/>
                  <a:pt x="284233" y="508636"/>
                </a:cubicBezTo>
                <a:cubicBezTo>
                  <a:pt x="287154" y="511303"/>
                  <a:pt x="287027" y="515367"/>
                  <a:pt x="286265" y="520955"/>
                </a:cubicBezTo>
                <a:cubicBezTo>
                  <a:pt x="285630" y="525527"/>
                  <a:pt x="283979" y="529591"/>
                  <a:pt x="281566" y="533401"/>
                </a:cubicBezTo>
                <a:cubicBezTo>
                  <a:pt x="278772" y="537846"/>
                  <a:pt x="275724" y="540005"/>
                  <a:pt x="271914" y="542418"/>
                </a:cubicBezTo>
                <a:cubicBezTo>
                  <a:pt x="268104" y="544958"/>
                  <a:pt x="265818" y="550419"/>
                  <a:pt x="261246" y="552578"/>
                </a:cubicBezTo>
                <a:cubicBezTo>
                  <a:pt x="254388" y="555626"/>
                  <a:pt x="246768" y="558039"/>
                  <a:pt x="238386" y="566421"/>
                </a:cubicBezTo>
                <a:cubicBezTo>
                  <a:pt x="233687" y="571247"/>
                  <a:pt x="228353" y="573152"/>
                  <a:pt x="225432" y="576327"/>
                </a:cubicBezTo>
                <a:cubicBezTo>
                  <a:pt x="221114" y="580772"/>
                  <a:pt x="219336" y="584836"/>
                  <a:pt x="213875" y="586106"/>
                </a:cubicBezTo>
                <a:cubicBezTo>
                  <a:pt x="207271" y="587757"/>
                  <a:pt x="197492" y="588900"/>
                  <a:pt x="194698" y="584201"/>
                </a:cubicBezTo>
                <a:lnTo>
                  <a:pt x="194571" y="584201"/>
                </a:lnTo>
                <a:cubicBezTo>
                  <a:pt x="191904" y="579502"/>
                  <a:pt x="197365" y="571628"/>
                  <a:pt x="199905" y="565786"/>
                </a:cubicBezTo>
                <a:cubicBezTo>
                  <a:pt x="202572" y="559690"/>
                  <a:pt x="203334" y="551943"/>
                  <a:pt x="205620" y="548768"/>
                </a:cubicBezTo>
                <a:cubicBezTo>
                  <a:pt x="209938" y="542545"/>
                  <a:pt x="220352" y="541402"/>
                  <a:pt x="226067" y="536068"/>
                </a:cubicBezTo>
                <a:cubicBezTo>
                  <a:pt x="231909" y="530734"/>
                  <a:pt x="237116" y="525273"/>
                  <a:pt x="243339" y="521336"/>
                </a:cubicBezTo>
                <a:cubicBezTo>
                  <a:pt x="250578" y="516764"/>
                  <a:pt x="257817" y="515494"/>
                  <a:pt x="264294" y="513081"/>
                </a:cubicBezTo>
                <a:cubicBezTo>
                  <a:pt x="269374" y="511303"/>
                  <a:pt x="273311" y="509398"/>
                  <a:pt x="276613" y="508255"/>
                </a:cubicBezTo>
                <a:close/>
                <a:moveTo>
                  <a:pt x="959365" y="518923"/>
                </a:moveTo>
                <a:cubicBezTo>
                  <a:pt x="963302" y="521209"/>
                  <a:pt x="965461" y="524384"/>
                  <a:pt x="965588" y="529845"/>
                </a:cubicBezTo>
                <a:cubicBezTo>
                  <a:pt x="965842" y="534544"/>
                  <a:pt x="968255" y="540894"/>
                  <a:pt x="966731" y="545085"/>
                </a:cubicBezTo>
                <a:cubicBezTo>
                  <a:pt x="963937" y="552324"/>
                  <a:pt x="956571" y="553467"/>
                  <a:pt x="949840" y="558420"/>
                </a:cubicBezTo>
                <a:cubicBezTo>
                  <a:pt x="945649" y="561468"/>
                  <a:pt x="939807" y="564897"/>
                  <a:pt x="933584" y="571501"/>
                </a:cubicBezTo>
                <a:cubicBezTo>
                  <a:pt x="927996" y="577597"/>
                  <a:pt x="921773" y="580264"/>
                  <a:pt x="919106" y="584074"/>
                </a:cubicBezTo>
                <a:cubicBezTo>
                  <a:pt x="915550" y="589154"/>
                  <a:pt x="915042" y="592964"/>
                  <a:pt x="908565" y="597282"/>
                </a:cubicBezTo>
                <a:lnTo>
                  <a:pt x="908565" y="597155"/>
                </a:lnTo>
                <a:cubicBezTo>
                  <a:pt x="905263" y="599568"/>
                  <a:pt x="893579" y="612395"/>
                  <a:pt x="886340" y="608077"/>
                </a:cubicBezTo>
                <a:cubicBezTo>
                  <a:pt x="882149" y="605664"/>
                  <a:pt x="880879" y="597790"/>
                  <a:pt x="881641" y="590932"/>
                </a:cubicBezTo>
                <a:cubicBezTo>
                  <a:pt x="882149" y="585344"/>
                  <a:pt x="881641" y="577089"/>
                  <a:pt x="885197" y="572644"/>
                </a:cubicBezTo>
                <a:cubicBezTo>
                  <a:pt x="889896" y="566802"/>
                  <a:pt x="896754" y="568453"/>
                  <a:pt x="901707" y="566675"/>
                </a:cubicBezTo>
                <a:cubicBezTo>
                  <a:pt x="906279" y="565024"/>
                  <a:pt x="908565" y="559563"/>
                  <a:pt x="914026" y="554229"/>
                </a:cubicBezTo>
                <a:cubicBezTo>
                  <a:pt x="920122" y="548260"/>
                  <a:pt x="921773" y="542291"/>
                  <a:pt x="924567" y="536957"/>
                </a:cubicBezTo>
                <a:cubicBezTo>
                  <a:pt x="927488" y="531242"/>
                  <a:pt x="931933" y="526416"/>
                  <a:pt x="938537" y="521336"/>
                </a:cubicBezTo>
                <a:cubicBezTo>
                  <a:pt x="944887" y="516637"/>
                  <a:pt x="953777" y="515748"/>
                  <a:pt x="959365" y="518923"/>
                </a:cubicBezTo>
                <a:close/>
                <a:moveTo>
                  <a:pt x="91320" y="547879"/>
                </a:moveTo>
                <a:cubicBezTo>
                  <a:pt x="94495" y="547117"/>
                  <a:pt x="97797" y="547879"/>
                  <a:pt x="101353" y="552705"/>
                </a:cubicBezTo>
                <a:cubicBezTo>
                  <a:pt x="104528" y="557150"/>
                  <a:pt x="104528" y="560198"/>
                  <a:pt x="103258" y="564389"/>
                </a:cubicBezTo>
                <a:cubicBezTo>
                  <a:pt x="101607" y="569723"/>
                  <a:pt x="99956" y="575184"/>
                  <a:pt x="98813" y="577343"/>
                </a:cubicBezTo>
                <a:cubicBezTo>
                  <a:pt x="97416" y="579502"/>
                  <a:pt x="89669" y="587249"/>
                  <a:pt x="79255" y="595377"/>
                </a:cubicBezTo>
                <a:cubicBezTo>
                  <a:pt x="73032" y="600330"/>
                  <a:pt x="66428" y="608839"/>
                  <a:pt x="56903" y="610744"/>
                </a:cubicBezTo>
                <a:cubicBezTo>
                  <a:pt x="52458" y="611760"/>
                  <a:pt x="40520" y="612522"/>
                  <a:pt x="37725" y="608712"/>
                </a:cubicBezTo>
                <a:cubicBezTo>
                  <a:pt x="30614" y="598806"/>
                  <a:pt x="44838" y="593726"/>
                  <a:pt x="49029" y="586995"/>
                </a:cubicBezTo>
                <a:cubicBezTo>
                  <a:pt x="51950" y="582042"/>
                  <a:pt x="54871" y="573914"/>
                  <a:pt x="62491" y="567056"/>
                </a:cubicBezTo>
                <a:cubicBezTo>
                  <a:pt x="67698" y="562357"/>
                  <a:pt x="73286" y="554991"/>
                  <a:pt x="82303" y="551943"/>
                </a:cubicBezTo>
                <a:cubicBezTo>
                  <a:pt x="85224" y="550927"/>
                  <a:pt x="88145" y="548641"/>
                  <a:pt x="91320" y="547879"/>
                </a:cubicBezTo>
                <a:close/>
                <a:moveTo>
                  <a:pt x="779787" y="576962"/>
                </a:moveTo>
                <a:cubicBezTo>
                  <a:pt x="782454" y="576581"/>
                  <a:pt x="784740" y="577216"/>
                  <a:pt x="786010" y="580137"/>
                </a:cubicBezTo>
                <a:cubicBezTo>
                  <a:pt x="788423" y="585598"/>
                  <a:pt x="784994" y="593980"/>
                  <a:pt x="780803" y="598806"/>
                </a:cubicBezTo>
                <a:cubicBezTo>
                  <a:pt x="776231" y="604267"/>
                  <a:pt x="765563" y="604394"/>
                  <a:pt x="763404" y="606553"/>
                </a:cubicBezTo>
                <a:cubicBezTo>
                  <a:pt x="761626" y="608331"/>
                  <a:pt x="759213" y="619253"/>
                  <a:pt x="749561" y="625984"/>
                </a:cubicBezTo>
                <a:cubicBezTo>
                  <a:pt x="743846" y="629921"/>
                  <a:pt x="736861" y="634874"/>
                  <a:pt x="729114" y="638176"/>
                </a:cubicBezTo>
                <a:cubicBezTo>
                  <a:pt x="722256" y="641097"/>
                  <a:pt x="713620" y="640970"/>
                  <a:pt x="705619" y="642240"/>
                </a:cubicBezTo>
                <a:cubicBezTo>
                  <a:pt x="699904" y="643002"/>
                  <a:pt x="691395" y="643383"/>
                  <a:pt x="689363" y="639065"/>
                </a:cubicBezTo>
                <a:cubicBezTo>
                  <a:pt x="686696" y="633096"/>
                  <a:pt x="688601" y="633858"/>
                  <a:pt x="693046" y="630556"/>
                </a:cubicBezTo>
                <a:cubicBezTo>
                  <a:pt x="697110" y="627635"/>
                  <a:pt x="701682" y="623698"/>
                  <a:pt x="705111" y="620269"/>
                </a:cubicBezTo>
                <a:cubicBezTo>
                  <a:pt x="709048" y="616459"/>
                  <a:pt x="712985" y="610490"/>
                  <a:pt x="719970" y="605156"/>
                </a:cubicBezTo>
                <a:cubicBezTo>
                  <a:pt x="725050" y="601219"/>
                  <a:pt x="728733" y="593599"/>
                  <a:pt x="735845" y="590043"/>
                </a:cubicBezTo>
                <a:cubicBezTo>
                  <a:pt x="741814" y="587249"/>
                  <a:pt x="748545" y="583439"/>
                  <a:pt x="756165" y="581534"/>
                </a:cubicBezTo>
                <a:cubicBezTo>
                  <a:pt x="759975" y="580645"/>
                  <a:pt x="766452" y="581788"/>
                  <a:pt x="771405" y="579756"/>
                </a:cubicBezTo>
                <a:cubicBezTo>
                  <a:pt x="774072" y="578613"/>
                  <a:pt x="777120" y="577343"/>
                  <a:pt x="779787" y="576962"/>
                </a:cubicBezTo>
                <a:close/>
                <a:moveTo>
                  <a:pt x="566300" y="589027"/>
                </a:moveTo>
                <a:cubicBezTo>
                  <a:pt x="569856" y="587249"/>
                  <a:pt x="573285" y="586995"/>
                  <a:pt x="576079" y="589535"/>
                </a:cubicBezTo>
                <a:cubicBezTo>
                  <a:pt x="580778" y="593980"/>
                  <a:pt x="576079" y="604267"/>
                  <a:pt x="572396" y="614300"/>
                </a:cubicBezTo>
                <a:cubicBezTo>
                  <a:pt x="569983" y="620777"/>
                  <a:pt x="568332" y="628905"/>
                  <a:pt x="562998" y="636144"/>
                </a:cubicBezTo>
                <a:cubicBezTo>
                  <a:pt x="558680" y="642367"/>
                  <a:pt x="552838" y="647955"/>
                  <a:pt x="546742" y="653797"/>
                </a:cubicBezTo>
                <a:cubicBezTo>
                  <a:pt x="541154" y="659258"/>
                  <a:pt x="534042" y="662941"/>
                  <a:pt x="527311" y="667386"/>
                </a:cubicBezTo>
                <a:cubicBezTo>
                  <a:pt x="523500" y="669926"/>
                  <a:pt x="517913" y="672720"/>
                  <a:pt x="512198" y="674752"/>
                </a:cubicBezTo>
                <a:cubicBezTo>
                  <a:pt x="505594" y="677165"/>
                  <a:pt x="499752" y="680594"/>
                  <a:pt x="496323" y="677292"/>
                </a:cubicBezTo>
                <a:cubicBezTo>
                  <a:pt x="491370" y="672593"/>
                  <a:pt x="496069" y="662179"/>
                  <a:pt x="499879" y="654559"/>
                </a:cubicBezTo>
                <a:lnTo>
                  <a:pt x="499879" y="654432"/>
                </a:lnTo>
                <a:cubicBezTo>
                  <a:pt x="502927" y="648463"/>
                  <a:pt x="504832" y="643256"/>
                  <a:pt x="509785" y="639446"/>
                </a:cubicBezTo>
                <a:cubicBezTo>
                  <a:pt x="514230" y="636144"/>
                  <a:pt x="518294" y="631445"/>
                  <a:pt x="524009" y="627381"/>
                </a:cubicBezTo>
                <a:cubicBezTo>
                  <a:pt x="530359" y="622682"/>
                  <a:pt x="533788" y="616332"/>
                  <a:pt x="538360" y="611760"/>
                </a:cubicBezTo>
                <a:cubicBezTo>
                  <a:pt x="544456" y="605918"/>
                  <a:pt x="551314" y="602743"/>
                  <a:pt x="555251" y="598425"/>
                </a:cubicBezTo>
                <a:cubicBezTo>
                  <a:pt x="558934" y="594361"/>
                  <a:pt x="562744" y="590932"/>
                  <a:pt x="566300" y="589027"/>
                </a:cubicBezTo>
                <a:close/>
                <a:moveTo>
                  <a:pt x="1402087" y="604140"/>
                </a:moveTo>
                <a:cubicBezTo>
                  <a:pt x="1407929" y="609093"/>
                  <a:pt x="1410850" y="620777"/>
                  <a:pt x="1407421" y="630937"/>
                </a:cubicBezTo>
                <a:cubicBezTo>
                  <a:pt x="1404881" y="638176"/>
                  <a:pt x="1397007" y="644907"/>
                  <a:pt x="1390911" y="652019"/>
                </a:cubicBezTo>
                <a:cubicBezTo>
                  <a:pt x="1385577" y="658369"/>
                  <a:pt x="1377195" y="661417"/>
                  <a:pt x="1369575" y="665989"/>
                </a:cubicBezTo>
                <a:cubicBezTo>
                  <a:pt x="1366400" y="667894"/>
                  <a:pt x="1363098" y="674371"/>
                  <a:pt x="1357764" y="676149"/>
                </a:cubicBezTo>
                <a:cubicBezTo>
                  <a:pt x="1352430" y="678054"/>
                  <a:pt x="1348112" y="674244"/>
                  <a:pt x="1344556" y="671069"/>
                </a:cubicBezTo>
                <a:cubicBezTo>
                  <a:pt x="1339476" y="666624"/>
                  <a:pt x="1339603" y="658750"/>
                  <a:pt x="1342016" y="652400"/>
                </a:cubicBezTo>
                <a:lnTo>
                  <a:pt x="1342016" y="652527"/>
                </a:lnTo>
                <a:cubicBezTo>
                  <a:pt x="1343921" y="647320"/>
                  <a:pt x="1346715" y="644145"/>
                  <a:pt x="1350779" y="641478"/>
                </a:cubicBezTo>
                <a:cubicBezTo>
                  <a:pt x="1354335" y="639192"/>
                  <a:pt x="1358018" y="636398"/>
                  <a:pt x="1362463" y="633223"/>
                </a:cubicBezTo>
                <a:cubicBezTo>
                  <a:pt x="1370972" y="627508"/>
                  <a:pt x="1378592" y="622555"/>
                  <a:pt x="1383164" y="617221"/>
                </a:cubicBezTo>
                <a:cubicBezTo>
                  <a:pt x="1391673" y="607315"/>
                  <a:pt x="1394848" y="597917"/>
                  <a:pt x="1402087" y="604140"/>
                </a:cubicBezTo>
                <a:close/>
                <a:moveTo>
                  <a:pt x="1247020" y="624333"/>
                </a:moveTo>
                <a:cubicBezTo>
                  <a:pt x="1249687" y="624206"/>
                  <a:pt x="1252100" y="625222"/>
                  <a:pt x="1253751" y="627889"/>
                </a:cubicBezTo>
                <a:cubicBezTo>
                  <a:pt x="1256799" y="632969"/>
                  <a:pt x="1253751" y="640970"/>
                  <a:pt x="1250195" y="646431"/>
                </a:cubicBezTo>
                <a:cubicBezTo>
                  <a:pt x="1246258" y="652400"/>
                  <a:pt x="1240289" y="657353"/>
                  <a:pt x="1238384" y="659639"/>
                </a:cubicBezTo>
                <a:cubicBezTo>
                  <a:pt x="1236860" y="661671"/>
                  <a:pt x="1228097" y="665227"/>
                  <a:pt x="1219207" y="673101"/>
                </a:cubicBezTo>
                <a:cubicBezTo>
                  <a:pt x="1214000" y="677673"/>
                  <a:pt x="1210952" y="686563"/>
                  <a:pt x="1203713" y="690881"/>
                </a:cubicBezTo>
                <a:cubicBezTo>
                  <a:pt x="1197363" y="694564"/>
                  <a:pt x="1189235" y="695707"/>
                  <a:pt x="1181488" y="697866"/>
                </a:cubicBezTo>
                <a:cubicBezTo>
                  <a:pt x="1175900" y="699517"/>
                  <a:pt x="1169550" y="701676"/>
                  <a:pt x="1167010" y="697485"/>
                </a:cubicBezTo>
                <a:lnTo>
                  <a:pt x="1167137" y="697485"/>
                </a:lnTo>
                <a:cubicBezTo>
                  <a:pt x="1163708" y="692024"/>
                  <a:pt x="1160660" y="687706"/>
                  <a:pt x="1163962" y="684023"/>
                </a:cubicBezTo>
                <a:cubicBezTo>
                  <a:pt x="1166883" y="680848"/>
                  <a:pt x="1172344" y="679197"/>
                  <a:pt x="1175265" y="675260"/>
                </a:cubicBezTo>
                <a:cubicBezTo>
                  <a:pt x="1178694" y="670942"/>
                  <a:pt x="1184028" y="665862"/>
                  <a:pt x="1190251" y="659639"/>
                </a:cubicBezTo>
                <a:cubicBezTo>
                  <a:pt x="1194696" y="655067"/>
                  <a:pt x="1200665" y="651384"/>
                  <a:pt x="1207396" y="647066"/>
                </a:cubicBezTo>
                <a:cubicBezTo>
                  <a:pt x="1212857" y="643383"/>
                  <a:pt x="1218064" y="637922"/>
                  <a:pt x="1225303" y="635001"/>
                </a:cubicBezTo>
                <a:cubicBezTo>
                  <a:pt x="1228859" y="633604"/>
                  <a:pt x="1233939" y="629794"/>
                  <a:pt x="1238892" y="627000"/>
                </a:cubicBezTo>
                <a:cubicBezTo>
                  <a:pt x="1241559" y="625476"/>
                  <a:pt x="1244353" y="624333"/>
                  <a:pt x="1247020" y="624333"/>
                </a:cubicBezTo>
                <a:close/>
                <a:moveTo>
                  <a:pt x="382785" y="645923"/>
                </a:moveTo>
                <a:cubicBezTo>
                  <a:pt x="387611" y="644653"/>
                  <a:pt x="390150" y="649352"/>
                  <a:pt x="392564" y="655067"/>
                </a:cubicBezTo>
                <a:cubicBezTo>
                  <a:pt x="394977" y="660655"/>
                  <a:pt x="395739" y="663576"/>
                  <a:pt x="391548" y="668275"/>
                </a:cubicBezTo>
                <a:cubicBezTo>
                  <a:pt x="386722" y="673609"/>
                  <a:pt x="377959" y="675133"/>
                  <a:pt x="375800" y="677165"/>
                </a:cubicBezTo>
                <a:cubicBezTo>
                  <a:pt x="373895" y="678943"/>
                  <a:pt x="370339" y="688087"/>
                  <a:pt x="360433" y="694564"/>
                </a:cubicBezTo>
                <a:cubicBezTo>
                  <a:pt x="354591" y="698374"/>
                  <a:pt x="349130" y="705740"/>
                  <a:pt x="341256" y="708915"/>
                </a:cubicBezTo>
                <a:cubicBezTo>
                  <a:pt x="334398" y="711582"/>
                  <a:pt x="325254" y="707772"/>
                  <a:pt x="317253" y="708788"/>
                </a:cubicBezTo>
                <a:cubicBezTo>
                  <a:pt x="311538" y="709423"/>
                  <a:pt x="305315" y="711836"/>
                  <a:pt x="303537" y="707391"/>
                </a:cubicBezTo>
                <a:cubicBezTo>
                  <a:pt x="300997" y="701422"/>
                  <a:pt x="299473" y="697231"/>
                  <a:pt x="303029" y="694310"/>
                </a:cubicBezTo>
                <a:cubicBezTo>
                  <a:pt x="306204" y="691643"/>
                  <a:pt x="312427" y="691516"/>
                  <a:pt x="315983" y="688214"/>
                </a:cubicBezTo>
                <a:cubicBezTo>
                  <a:pt x="320047" y="684531"/>
                  <a:pt x="325762" y="680213"/>
                  <a:pt x="332747" y="675006"/>
                </a:cubicBezTo>
                <a:cubicBezTo>
                  <a:pt x="337954" y="671196"/>
                  <a:pt x="344050" y="668275"/>
                  <a:pt x="351289" y="665100"/>
                </a:cubicBezTo>
                <a:cubicBezTo>
                  <a:pt x="357258" y="662433"/>
                  <a:pt x="362465" y="655575"/>
                  <a:pt x="370085" y="653797"/>
                </a:cubicBezTo>
                <a:cubicBezTo>
                  <a:pt x="373895" y="653035"/>
                  <a:pt x="378086" y="647066"/>
                  <a:pt x="382785" y="645923"/>
                </a:cubicBezTo>
                <a:close/>
                <a:moveTo>
                  <a:pt x="1065410" y="650622"/>
                </a:moveTo>
                <a:cubicBezTo>
                  <a:pt x="1071506" y="654178"/>
                  <a:pt x="1068077" y="667005"/>
                  <a:pt x="1064521" y="676276"/>
                </a:cubicBezTo>
                <a:cubicBezTo>
                  <a:pt x="1060838" y="686309"/>
                  <a:pt x="1058425" y="693929"/>
                  <a:pt x="1050424" y="699771"/>
                </a:cubicBezTo>
                <a:cubicBezTo>
                  <a:pt x="1047122" y="702311"/>
                  <a:pt x="1043058" y="703962"/>
                  <a:pt x="1039375" y="707645"/>
                </a:cubicBezTo>
                <a:cubicBezTo>
                  <a:pt x="1036454" y="710439"/>
                  <a:pt x="1031374" y="712217"/>
                  <a:pt x="1028580" y="716662"/>
                </a:cubicBezTo>
                <a:cubicBezTo>
                  <a:pt x="1024897" y="722250"/>
                  <a:pt x="1022230" y="726949"/>
                  <a:pt x="1020452" y="731013"/>
                </a:cubicBezTo>
                <a:cubicBezTo>
                  <a:pt x="1017785" y="736982"/>
                  <a:pt x="1018547" y="745110"/>
                  <a:pt x="1013467" y="747523"/>
                </a:cubicBezTo>
                <a:cubicBezTo>
                  <a:pt x="1007371" y="750444"/>
                  <a:pt x="1000132" y="744602"/>
                  <a:pt x="996449" y="740538"/>
                </a:cubicBezTo>
                <a:lnTo>
                  <a:pt x="996322" y="740538"/>
                </a:lnTo>
                <a:cubicBezTo>
                  <a:pt x="992766" y="736601"/>
                  <a:pt x="992766" y="732029"/>
                  <a:pt x="994036" y="725806"/>
                </a:cubicBezTo>
                <a:cubicBezTo>
                  <a:pt x="995560" y="719329"/>
                  <a:pt x="997211" y="712852"/>
                  <a:pt x="998862" y="709296"/>
                </a:cubicBezTo>
                <a:cubicBezTo>
                  <a:pt x="1001783" y="702311"/>
                  <a:pt x="1003688" y="694056"/>
                  <a:pt x="1008260" y="687706"/>
                </a:cubicBezTo>
                <a:cubicBezTo>
                  <a:pt x="1012959" y="681229"/>
                  <a:pt x="1019944" y="676784"/>
                  <a:pt x="1025278" y="671577"/>
                </a:cubicBezTo>
                <a:cubicBezTo>
                  <a:pt x="1031374" y="665608"/>
                  <a:pt x="1036962" y="659512"/>
                  <a:pt x="1042677" y="655956"/>
                </a:cubicBezTo>
                <a:cubicBezTo>
                  <a:pt x="1051821" y="650241"/>
                  <a:pt x="1060838" y="647955"/>
                  <a:pt x="1065410" y="650622"/>
                </a:cubicBezTo>
                <a:close/>
                <a:moveTo>
                  <a:pt x="204985" y="674371"/>
                </a:moveTo>
                <a:cubicBezTo>
                  <a:pt x="210065" y="678308"/>
                  <a:pt x="208795" y="689357"/>
                  <a:pt x="206000" y="699644"/>
                </a:cubicBezTo>
                <a:cubicBezTo>
                  <a:pt x="204096" y="706375"/>
                  <a:pt x="200667" y="713868"/>
                  <a:pt x="196095" y="721615"/>
                </a:cubicBezTo>
                <a:cubicBezTo>
                  <a:pt x="192158" y="728092"/>
                  <a:pt x="190507" y="737363"/>
                  <a:pt x="185046" y="743713"/>
                </a:cubicBezTo>
                <a:cubicBezTo>
                  <a:pt x="179839" y="749555"/>
                  <a:pt x="172092" y="753873"/>
                  <a:pt x="165742" y="758826"/>
                </a:cubicBezTo>
                <a:cubicBezTo>
                  <a:pt x="162059" y="761747"/>
                  <a:pt x="156725" y="766827"/>
                  <a:pt x="151010" y="769367"/>
                </a:cubicBezTo>
                <a:cubicBezTo>
                  <a:pt x="144787" y="772288"/>
                  <a:pt x="136786" y="771526"/>
                  <a:pt x="132975" y="768605"/>
                </a:cubicBezTo>
                <a:cubicBezTo>
                  <a:pt x="127769" y="764414"/>
                  <a:pt x="129166" y="752349"/>
                  <a:pt x="132341" y="744348"/>
                </a:cubicBezTo>
                <a:lnTo>
                  <a:pt x="132214" y="744348"/>
                </a:lnTo>
                <a:cubicBezTo>
                  <a:pt x="134754" y="737998"/>
                  <a:pt x="137421" y="732156"/>
                  <a:pt x="141993" y="727965"/>
                </a:cubicBezTo>
                <a:cubicBezTo>
                  <a:pt x="146184" y="724282"/>
                  <a:pt x="150756" y="720345"/>
                  <a:pt x="156090" y="715773"/>
                </a:cubicBezTo>
                <a:cubicBezTo>
                  <a:pt x="162059" y="710566"/>
                  <a:pt x="169171" y="707772"/>
                  <a:pt x="173489" y="702819"/>
                </a:cubicBezTo>
                <a:cubicBezTo>
                  <a:pt x="178950" y="696469"/>
                  <a:pt x="185427" y="692151"/>
                  <a:pt x="188856" y="687579"/>
                </a:cubicBezTo>
                <a:cubicBezTo>
                  <a:pt x="195460" y="678943"/>
                  <a:pt x="199016" y="669799"/>
                  <a:pt x="204985" y="674371"/>
                </a:cubicBezTo>
                <a:close/>
                <a:moveTo>
                  <a:pt x="873132" y="697739"/>
                </a:moveTo>
                <a:cubicBezTo>
                  <a:pt x="875926" y="698247"/>
                  <a:pt x="878466" y="699390"/>
                  <a:pt x="880117" y="700533"/>
                </a:cubicBezTo>
                <a:cubicBezTo>
                  <a:pt x="883165" y="702692"/>
                  <a:pt x="883165" y="706629"/>
                  <a:pt x="882149" y="712217"/>
                </a:cubicBezTo>
                <a:cubicBezTo>
                  <a:pt x="881387" y="717297"/>
                  <a:pt x="879609" y="721615"/>
                  <a:pt x="877196" y="724282"/>
                </a:cubicBezTo>
                <a:cubicBezTo>
                  <a:pt x="873132" y="729108"/>
                  <a:pt x="867544" y="733426"/>
                  <a:pt x="861956" y="738379"/>
                </a:cubicBezTo>
                <a:cubicBezTo>
                  <a:pt x="856876" y="742951"/>
                  <a:pt x="850399" y="745872"/>
                  <a:pt x="844811" y="750063"/>
                </a:cubicBezTo>
                <a:cubicBezTo>
                  <a:pt x="838969" y="754381"/>
                  <a:pt x="835921" y="762255"/>
                  <a:pt x="830206" y="765684"/>
                </a:cubicBezTo>
                <a:cubicBezTo>
                  <a:pt x="823475" y="769494"/>
                  <a:pt x="817252" y="774447"/>
                  <a:pt x="811537" y="776225"/>
                </a:cubicBezTo>
                <a:cubicBezTo>
                  <a:pt x="802647" y="779019"/>
                  <a:pt x="792233" y="777495"/>
                  <a:pt x="789312" y="772034"/>
                </a:cubicBezTo>
                <a:cubicBezTo>
                  <a:pt x="787407" y="768478"/>
                  <a:pt x="792487" y="759461"/>
                  <a:pt x="799218" y="751460"/>
                </a:cubicBezTo>
                <a:cubicBezTo>
                  <a:pt x="803282" y="746888"/>
                  <a:pt x="810902" y="744475"/>
                  <a:pt x="816490" y="739395"/>
                </a:cubicBezTo>
                <a:cubicBezTo>
                  <a:pt x="821443" y="734950"/>
                  <a:pt x="826269" y="729870"/>
                  <a:pt x="831730" y="725552"/>
                </a:cubicBezTo>
                <a:cubicBezTo>
                  <a:pt x="837318" y="721234"/>
                  <a:pt x="842271" y="716027"/>
                  <a:pt x="847732" y="712344"/>
                </a:cubicBezTo>
                <a:cubicBezTo>
                  <a:pt x="854209" y="708026"/>
                  <a:pt x="858908" y="701295"/>
                  <a:pt x="864115" y="698755"/>
                </a:cubicBezTo>
                <a:lnTo>
                  <a:pt x="864242" y="698755"/>
                </a:lnTo>
                <a:cubicBezTo>
                  <a:pt x="867163" y="697358"/>
                  <a:pt x="870338" y="697231"/>
                  <a:pt x="873132" y="697739"/>
                </a:cubicBezTo>
                <a:close/>
                <a:moveTo>
                  <a:pt x="666122" y="736855"/>
                </a:moveTo>
                <a:cubicBezTo>
                  <a:pt x="670694" y="733426"/>
                  <a:pt x="675901" y="733172"/>
                  <a:pt x="680092" y="737871"/>
                </a:cubicBezTo>
                <a:cubicBezTo>
                  <a:pt x="684156" y="742189"/>
                  <a:pt x="681362" y="747142"/>
                  <a:pt x="678949" y="753238"/>
                </a:cubicBezTo>
                <a:cubicBezTo>
                  <a:pt x="676155" y="759842"/>
                  <a:pt x="670059" y="764922"/>
                  <a:pt x="668789" y="767589"/>
                </a:cubicBezTo>
                <a:cubicBezTo>
                  <a:pt x="667646" y="769875"/>
                  <a:pt x="669551" y="781559"/>
                  <a:pt x="662312" y="790957"/>
                </a:cubicBezTo>
                <a:cubicBezTo>
                  <a:pt x="658121" y="796418"/>
                  <a:pt x="650501" y="800482"/>
                  <a:pt x="644151" y="806070"/>
                </a:cubicBezTo>
                <a:cubicBezTo>
                  <a:pt x="638563" y="811023"/>
                  <a:pt x="631959" y="814833"/>
                  <a:pt x="624720" y="818389"/>
                </a:cubicBezTo>
                <a:cubicBezTo>
                  <a:pt x="619513" y="821056"/>
                  <a:pt x="611131" y="826898"/>
                  <a:pt x="607829" y="823342"/>
                </a:cubicBezTo>
                <a:lnTo>
                  <a:pt x="607829" y="823215"/>
                </a:lnTo>
                <a:cubicBezTo>
                  <a:pt x="603384" y="818389"/>
                  <a:pt x="601352" y="813944"/>
                  <a:pt x="604781" y="809245"/>
                </a:cubicBezTo>
                <a:cubicBezTo>
                  <a:pt x="607956" y="805181"/>
                  <a:pt x="616211" y="803784"/>
                  <a:pt x="618370" y="799593"/>
                </a:cubicBezTo>
                <a:cubicBezTo>
                  <a:pt x="620910" y="794640"/>
                  <a:pt x="616973" y="783718"/>
                  <a:pt x="621926" y="776479"/>
                </a:cubicBezTo>
                <a:cubicBezTo>
                  <a:pt x="625482" y="771145"/>
                  <a:pt x="633483" y="767843"/>
                  <a:pt x="639198" y="762255"/>
                </a:cubicBezTo>
                <a:cubicBezTo>
                  <a:pt x="644024" y="757683"/>
                  <a:pt x="647326" y="749428"/>
                  <a:pt x="653930" y="745237"/>
                </a:cubicBezTo>
                <a:cubicBezTo>
                  <a:pt x="657105" y="743205"/>
                  <a:pt x="661931" y="740030"/>
                  <a:pt x="666122" y="736855"/>
                </a:cubicBezTo>
                <a:close/>
                <a:moveTo>
                  <a:pt x="1501274" y="757302"/>
                </a:moveTo>
                <a:cubicBezTo>
                  <a:pt x="1505719" y="760858"/>
                  <a:pt x="1502544" y="764795"/>
                  <a:pt x="1497337" y="773558"/>
                </a:cubicBezTo>
                <a:cubicBezTo>
                  <a:pt x="1494162" y="778892"/>
                  <a:pt x="1491876" y="785877"/>
                  <a:pt x="1486796" y="791973"/>
                </a:cubicBezTo>
                <a:cubicBezTo>
                  <a:pt x="1482478" y="797180"/>
                  <a:pt x="1476890" y="801879"/>
                  <a:pt x="1471937" y="807213"/>
                </a:cubicBezTo>
                <a:cubicBezTo>
                  <a:pt x="1469270" y="810007"/>
                  <a:pt x="1464571" y="812293"/>
                  <a:pt x="1459872" y="813055"/>
                </a:cubicBezTo>
                <a:lnTo>
                  <a:pt x="1448696" y="809880"/>
                </a:lnTo>
                <a:lnTo>
                  <a:pt x="1447934" y="801244"/>
                </a:lnTo>
                <a:cubicBezTo>
                  <a:pt x="1448696" y="798069"/>
                  <a:pt x="1450347" y="794640"/>
                  <a:pt x="1452125" y="791719"/>
                </a:cubicBezTo>
                <a:cubicBezTo>
                  <a:pt x="1455808" y="785115"/>
                  <a:pt x="1460634" y="778638"/>
                  <a:pt x="1462539" y="776606"/>
                </a:cubicBezTo>
                <a:cubicBezTo>
                  <a:pt x="1467111" y="771399"/>
                  <a:pt x="1473842" y="765303"/>
                  <a:pt x="1480446" y="760858"/>
                </a:cubicBezTo>
                <a:cubicBezTo>
                  <a:pt x="1489082" y="754889"/>
                  <a:pt x="1497083" y="753873"/>
                  <a:pt x="1501274" y="757302"/>
                </a:cubicBezTo>
                <a:close/>
                <a:moveTo>
                  <a:pt x="1347731" y="758572"/>
                </a:moveTo>
                <a:cubicBezTo>
                  <a:pt x="1350525" y="758318"/>
                  <a:pt x="1352938" y="759715"/>
                  <a:pt x="1355224" y="762636"/>
                </a:cubicBezTo>
                <a:cubicBezTo>
                  <a:pt x="1359288" y="767716"/>
                  <a:pt x="1359415" y="774828"/>
                  <a:pt x="1354208" y="783972"/>
                </a:cubicBezTo>
                <a:cubicBezTo>
                  <a:pt x="1350779" y="790068"/>
                  <a:pt x="1346461" y="797307"/>
                  <a:pt x="1340111" y="803657"/>
                </a:cubicBezTo>
                <a:cubicBezTo>
                  <a:pt x="1334777" y="808991"/>
                  <a:pt x="1330332" y="817119"/>
                  <a:pt x="1323474" y="821818"/>
                </a:cubicBezTo>
                <a:cubicBezTo>
                  <a:pt x="1316997" y="826263"/>
                  <a:pt x="1305821" y="823088"/>
                  <a:pt x="1298455" y="826390"/>
                </a:cubicBezTo>
                <a:cubicBezTo>
                  <a:pt x="1294264" y="828295"/>
                  <a:pt x="1289184" y="831470"/>
                  <a:pt x="1283088" y="832613"/>
                </a:cubicBezTo>
                <a:cubicBezTo>
                  <a:pt x="1276230" y="833883"/>
                  <a:pt x="1271785" y="835153"/>
                  <a:pt x="1268737" y="831343"/>
                </a:cubicBezTo>
                <a:cubicBezTo>
                  <a:pt x="1264673" y="825882"/>
                  <a:pt x="1263784" y="813817"/>
                  <a:pt x="1268610" y="806959"/>
                </a:cubicBezTo>
                <a:cubicBezTo>
                  <a:pt x="1272674" y="801371"/>
                  <a:pt x="1281310" y="801498"/>
                  <a:pt x="1286898" y="798577"/>
                </a:cubicBezTo>
                <a:cubicBezTo>
                  <a:pt x="1291724" y="796037"/>
                  <a:pt x="1296931" y="792989"/>
                  <a:pt x="1303281" y="789814"/>
                </a:cubicBezTo>
                <a:cubicBezTo>
                  <a:pt x="1310266" y="786258"/>
                  <a:pt x="1314584" y="779781"/>
                  <a:pt x="1319791" y="775971"/>
                </a:cubicBezTo>
                <a:cubicBezTo>
                  <a:pt x="1326649" y="771145"/>
                  <a:pt x="1332745" y="767462"/>
                  <a:pt x="1337317" y="763906"/>
                </a:cubicBezTo>
                <a:cubicBezTo>
                  <a:pt x="1341508" y="760604"/>
                  <a:pt x="1344937" y="758699"/>
                  <a:pt x="1347731" y="758572"/>
                </a:cubicBezTo>
                <a:close/>
                <a:moveTo>
                  <a:pt x="479432" y="785750"/>
                </a:moveTo>
                <a:cubicBezTo>
                  <a:pt x="489846" y="783083"/>
                  <a:pt x="497974" y="788290"/>
                  <a:pt x="501403" y="792227"/>
                </a:cubicBezTo>
                <a:cubicBezTo>
                  <a:pt x="506229" y="797434"/>
                  <a:pt x="502165" y="807848"/>
                  <a:pt x="496069" y="815595"/>
                </a:cubicBezTo>
                <a:cubicBezTo>
                  <a:pt x="492767" y="819913"/>
                  <a:pt x="490862" y="824866"/>
                  <a:pt x="486671" y="826263"/>
                </a:cubicBezTo>
                <a:cubicBezTo>
                  <a:pt x="482353" y="827533"/>
                  <a:pt x="476765" y="824866"/>
                  <a:pt x="472193" y="826390"/>
                </a:cubicBezTo>
                <a:cubicBezTo>
                  <a:pt x="468256" y="827787"/>
                  <a:pt x="464954" y="831978"/>
                  <a:pt x="460509" y="834899"/>
                </a:cubicBezTo>
                <a:cubicBezTo>
                  <a:pt x="456825" y="837058"/>
                  <a:pt x="451238" y="837312"/>
                  <a:pt x="447174" y="840741"/>
                </a:cubicBezTo>
                <a:cubicBezTo>
                  <a:pt x="441967" y="844932"/>
                  <a:pt x="440062" y="851155"/>
                  <a:pt x="437141" y="854711"/>
                </a:cubicBezTo>
                <a:cubicBezTo>
                  <a:pt x="432950" y="860045"/>
                  <a:pt x="429902" y="865506"/>
                  <a:pt x="424314" y="866268"/>
                </a:cubicBezTo>
                <a:cubicBezTo>
                  <a:pt x="417710" y="867157"/>
                  <a:pt x="408312" y="861950"/>
                  <a:pt x="406025" y="856997"/>
                </a:cubicBezTo>
                <a:lnTo>
                  <a:pt x="406153" y="856870"/>
                </a:lnTo>
                <a:cubicBezTo>
                  <a:pt x="403867" y="852044"/>
                  <a:pt x="408693" y="845186"/>
                  <a:pt x="411868" y="839598"/>
                </a:cubicBezTo>
                <a:cubicBezTo>
                  <a:pt x="415170" y="833883"/>
                  <a:pt x="419361" y="828549"/>
                  <a:pt x="421900" y="825628"/>
                </a:cubicBezTo>
                <a:cubicBezTo>
                  <a:pt x="426981" y="819913"/>
                  <a:pt x="435109" y="817881"/>
                  <a:pt x="441459" y="813309"/>
                </a:cubicBezTo>
                <a:cubicBezTo>
                  <a:pt x="447809" y="808610"/>
                  <a:pt x="450984" y="798958"/>
                  <a:pt x="457715" y="795656"/>
                </a:cubicBezTo>
                <a:cubicBezTo>
                  <a:pt x="465335" y="791846"/>
                  <a:pt x="472828" y="787401"/>
                  <a:pt x="479432" y="785750"/>
                </a:cubicBezTo>
                <a:close/>
                <a:moveTo>
                  <a:pt x="1158247" y="789433"/>
                </a:moveTo>
                <a:cubicBezTo>
                  <a:pt x="1162692" y="786004"/>
                  <a:pt x="1168153" y="787528"/>
                  <a:pt x="1172217" y="792354"/>
                </a:cubicBezTo>
                <a:cubicBezTo>
                  <a:pt x="1176154" y="796799"/>
                  <a:pt x="1176916" y="802006"/>
                  <a:pt x="1174376" y="807975"/>
                </a:cubicBezTo>
                <a:cubicBezTo>
                  <a:pt x="1171455" y="814579"/>
                  <a:pt x="1167899" y="821183"/>
                  <a:pt x="1166629" y="823850"/>
                </a:cubicBezTo>
                <a:cubicBezTo>
                  <a:pt x="1165359" y="826136"/>
                  <a:pt x="1161168" y="834518"/>
                  <a:pt x="1153802" y="843789"/>
                </a:cubicBezTo>
                <a:cubicBezTo>
                  <a:pt x="1149484" y="849123"/>
                  <a:pt x="1141737" y="852806"/>
                  <a:pt x="1135260" y="858267"/>
                </a:cubicBezTo>
                <a:cubicBezTo>
                  <a:pt x="1129672" y="863093"/>
                  <a:pt x="1125227" y="871094"/>
                  <a:pt x="1117861" y="874650"/>
                </a:cubicBezTo>
                <a:lnTo>
                  <a:pt x="1102367" y="872237"/>
                </a:lnTo>
                <a:lnTo>
                  <a:pt x="1098811" y="861188"/>
                </a:lnTo>
                <a:cubicBezTo>
                  <a:pt x="1101351" y="857759"/>
                  <a:pt x="1107574" y="855854"/>
                  <a:pt x="1109860" y="851536"/>
                </a:cubicBezTo>
                <a:cubicBezTo>
                  <a:pt x="1112527" y="846710"/>
                  <a:pt x="1112019" y="837947"/>
                  <a:pt x="1117099" y="830835"/>
                </a:cubicBezTo>
                <a:cubicBezTo>
                  <a:pt x="1120782" y="825501"/>
                  <a:pt x="1125608" y="819913"/>
                  <a:pt x="1131450" y="814452"/>
                </a:cubicBezTo>
                <a:cubicBezTo>
                  <a:pt x="1136276" y="810007"/>
                  <a:pt x="1142753" y="806578"/>
                  <a:pt x="1149357" y="802514"/>
                </a:cubicBezTo>
                <a:cubicBezTo>
                  <a:pt x="1152786" y="800482"/>
                  <a:pt x="1154183" y="792735"/>
                  <a:pt x="1158247" y="789433"/>
                </a:cubicBezTo>
                <a:close/>
                <a:moveTo>
                  <a:pt x="1448696" y="809880"/>
                </a:moveTo>
                <a:lnTo>
                  <a:pt x="314840" y="820294"/>
                </a:lnTo>
                <a:cubicBezTo>
                  <a:pt x="318904" y="823215"/>
                  <a:pt x="318523" y="829311"/>
                  <a:pt x="312046" y="839852"/>
                </a:cubicBezTo>
                <a:cubicBezTo>
                  <a:pt x="308617" y="845567"/>
                  <a:pt x="302648" y="851155"/>
                  <a:pt x="297187" y="858013"/>
                </a:cubicBezTo>
                <a:cubicBezTo>
                  <a:pt x="292615" y="863855"/>
                  <a:pt x="290202" y="872110"/>
                  <a:pt x="284868" y="878333"/>
                </a:cubicBezTo>
                <a:cubicBezTo>
                  <a:pt x="279788" y="884175"/>
                  <a:pt x="269628" y="885572"/>
                  <a:pt x="264294" y="891414"/>
                </a:cubicBezTo>
                <a:cubicBezTo>
                  <a:pt x="260865" y="895224"/>
                  <a:pt x="256674" y="898907"/>
                  <a:pt x="251213" y="901066"/>
                </a:cubicBezTo>
                <a:cubicBezTo>
                  <a:pt x="244228" y="903860"/>
                  <a:pt x="240037" y="904876"/>
                  <a:pt x="238005" y="900685"/>
                </a:cubicBezTo>
                <a:lnTo>
                  <a:pt x="238005" y="900812"/>
                </a:lnTo>
                <a:cubicBezTo>
                  <a:pt x="235338" y="895351"/>
                  <a:pt x="240037" y="885953"/>
                  <a:pt x="246133" y="876936"/>
                </a:cubicBezTo>
                <a:cubicBezTo>
                  <a:pt x="252356" y="868046"/>
                  <a:pt x="263405" y="862712"/>
                  <a:pt x="266072" y="859664"/>
                </a:cubicBezTo>
                <a:cubicBezTo>
                  <a:pt x="270644" y="854584"/>
                  <a:pt x="273311" y="846329"/>
                  <a:pt x="279153" y="840995"/>
                </a:cubicBezTo>
                <a:cubicBezTo>
                  <a:pt x="284995" y="835534"/>
                  <a:pt x="292488" y="832613"/>
                  <a:pt x="298075" y="828676"/>
                </a:cubicBezTo>
                <a:cubicBezTo>
                  <a:pt x="307220" y="822072"/>
                  <a:pt x="311411" y="817754"/>
                  <a:pt x="314840" y="820294"/>
                </a:cubicBezTo>
                <a:close/>
                <a:moveTo>
                  <a:pt x="994290" y="836677"/>
                </a:moveTo>
                <a:cubicBezTo>
                  <a:pt x="997719" y="840360"/>
                  <a:pt x="988956" y="848107"/>
                  <a:pt x="980701" y="857378"/>
                </a:cubicBezTo>
                <a:cubicBezTo>
                  <a:pt x="976383" y="862331"/>
                  <a:pt x="972319" y="869316"/>
                  <a:pt x="965842" y="875158"/>
                </a:cubicBezTo>
                <a:cubicBezTo>
                  <a:pt x="960381" y="880111"/>
                  <a:pt x="954031" y="884810"/>
                  <a:pt x="947681" y="890017"/>
                </a:cubicBezTo>
                <a:cubicBezTo>
                  <a:pt x="941839" y="894843"/>
                  <a:pt x="936759" y="901066"/>
                  <a:pt x="930536" y="905892"/>
                </a:cubicBezTo>
                <a:cubicBezTo>
                  <a:pt x="926345" y="909067"/>
                  <a:pt x="920503" y="908432"/>
                  <a:pt x="914915" y="909194"/>
                </a:cubicBezTo>
                <a:cubicBezTo>
                  <a:pt x="907549" y="909956"/>
                  <a:pt x="899929" y="912369"/>
                  <a:pt x="898659" y="908051"/>
                </a:cubicBezTo>
                <a:cubicBezTo>
                  <a:pt x="897008" y="902209"/>
                  <a:pt x="903993" y="892176"/>
                  <a:pt x="911613" y="884302"/>
                </a:cubicBezTo>
                <a:cubicBezTo>
                  <a:pt x="919106" y="876555"/>
                  <a:pt x="925837" y="866522"/>
                  <a:pt x="929012" y="863982"/>
                </a:cubicBezTo>
                <a:cubicBezTo>
                  <a:pt x="934473" y="859791"/>
                  <a:pt x="942728" y="857124"/>
                  <a:pt x="949459" y="852933"/>
                </a:cubicBezTo>
                <a:cubicBezTo>
                  <a:pt x="956063" y="848615"/>
                  <a:pt x="964826" y="848107"/>
                  <a:pt x="971049" y="845186"/>
                </a:cubicBezTo>
                <a:cubicBezTo>
                  <a:pt x="981209" y="840233"/>
                  <a:pt x="991369" y="833629"/>
                  <a:pt x="994290" y="836677"/>
                </a:cubicBezTo>
                <a:close/>
                <a:moveTo>
                  <a:pt x="152025" y="844424"/>
                </a:moveTo>
                <a:lnTo>
                  <a:pt x="152025" y="844424"/>
                </a:lnTo>
                <a:lnTo>
                  <a:pt x="161297" y="845186"/>
                </a:lnTo>
                <a:cubicBezTo>
                  <a:pt x="165869" y="850266"/>
                  <a:pt x="165742" y="862077"/>
                  <a:pt x="162821" y="865633"/>
                </a:cubicBezTo>
                <a:cubicBezTo>
                  <a:pt x="158375" y="870713"/>
                  <a:pt x="152407" y="875666"/>
                  <a:pt x="145549" y="879603"/>
                </a:cubicBezTo>
                <a:cubicBezTo>
                  <a:pt x="138818" y="883540"/>
                  <a:pt x="131706" y="887985"/>
                  <a:pt x="125102" y="889001"/>
                </a:cubicBezTo>
                <a:cubicBezTo>
                  <a:pt x="116593" y="890271"/>
                  <a:pt x="110243" y="886207"/>
                  <a:pt x="106814" y="879095"/>
                </a:cubicBezTo>
                <a:cubicBezTo>
                  <a:pt x="104528" y="874396"/>
                  <a:pt x="107957" y="868681"/>
                  <a:pt x="115069" y="862331"/>
                </a:cubicBezTo>
                <a:cubicBezTo>
                  <a:pt x="119895" y="858013"/>
                  <a:pt x="125102" y="852171"/>
                  <a:pt x="131452" y="848742"/>
                </a:cubicBezTo>
                <a:lnTo>
                  <a:pt x="152025" y="844424"/>
                </a:lnTo>
                <a:close/>
                <a:moveTo>
                  <a:pt x="789439" y="870078"/>
                </a:moveTo>
                <a:cubicBezTo>
                  <a:pt x="794392" y="874269"/>
                  <a:pt x="793884" y="884556"/>
                  <a:pt x="790455" y="894589"/>
                </a:cubicBezTo>
                <a:cubicBezTo>
                  <a:pt x="788169" y="901193"/>
                  <a:pt x="783724" y="908432"/>
                  <a:pt x="778644" y="915798"/>
                </a:cubicBezTo>
                <a:cubicBezTo>
                  <a:pt x="774326" y="922021"/>
                  <a:pt x="767087" y="926085"/>
                  <a:pt x="761245" y="932054"/>
                </a:cubicBezTo>
                <a:cubicBezTo>
                  <a:pt x="755657" y="937642"/>
                  <a:pt x="752101" y="945770"/>
                  <a:pt x="745497" y="950342"/>
                </a:cubicBezTo>
                <a:cubicBezTo>
                  <a:pt x="741687" y="953009"/>
                  <a:pt x="736226" y="957581"/>
                  <a:pt x="730384" y="959867"/>
                </a:cubicBezTo>
                <a:cubicBezTo>
                  <a:pt x="723907" y="962407"/>
                  <a:pt x="718065" y="959867"/>
                  <a:pt x="714509" y="956565"/>
                </a:cubicBezTo>
                <a:cubicBezTo>
                  <a:pt x="709429" y="952120"/>
                  <a:pt x="713493" y="943865"/>
                  <a:pt x="717049" y="936118"/>
                </a:cubicBezTo>
                <a:lnTo>
                  <a:pt x="717176" y="936245"/>
                </a:lnTo>
                <a:cubicBezTo>
                  <a:pt x="719970" y="930022"/>
                  <a:pt x="719843" y="923291"/>
                  <a:pt x="724669" y="919354"/>
                </a:cubicBezTo>
                <a:cubicBezTo>
                  <a:pt x="728987" y="915798"/>
                  <a:pt x="734321" y="913004"/>
                  <a:pt x="739909" y="908686"/>
                </a:cubicBezTo>
                <a:cubicBezTo>
                  <a:pt x="746259" y="903860"/>
                  <a:pt x="749307" y="896875"/>
                  <a:pt x="753752" y="892303"/>
                </a:cubicBezTo>
                <a:cubicBezTo>
                  <a:pt x="759594" y="886334"/>
                  <a:pt x="768103" y="884302"/>
                  <a:pt x="771913" y="879984"/>
                </a:cubicBezTo>
                <a:cubicBezTo>
                  <a:pt x="779025" y="871856"/>
                  <a:pt x="783724" y="865125"/>
                  <a:pt x="789439" y="870078"/>
                </a:cubicBezTo>
                <a:close/>
                <a:moveTo>
                  <a:pt x="1102240" y="872237"/>
                </a:moveTo>
                <a:lnTo>
                  <a:pt x="1102367" y="872237"/>
                </a:lnTo>
                <a:lnTo>
                  <a:pt x="1102367" y="872364"/>
                </a:lnTo>
                <a:lnTo>
                  <a:pt x="1102240" y="872237"/>
                </a:lnTo>
                <a:close/>
                <a:moveTo>
                  <a:pt x="1442727" y="891033"/>
                </a:moveTo>
                <a:cubicBezTo>
                  <a:pt x="1448696" y="888112"/>
                  <a:pt x="1454665" y="893319"/>
                  <a:pt x="1457967" y="895605"/>
                </a:cubicBezTo>
                <a:cubicBezTo>
                  <a:pt x="1463809" y="899542"/>
                  <a:pt x="1461904" y="912496"/>
                  <a:pt x="1456951" y="918211"/>
                </a:cubicBezTo>
                <a:cubicBezTo>
                  <a:pt x="1452760" y="922910"/>
                  <a:pt x="1449966" y="930403"/>
                  <a:pt x="1444378" y="935356"/>
                </a:cubicBezTo>
                <a:cubicBezTo>
                  <a:pt x="1439298" y="939928"/>
                  <a:pt x="1432186" y="942722"/>
                  <a:pt x="1426598" y="946913"/>
                </a:cubicBezTo>
                <a:cubicBezTo>
                  <a:pt x="1420756" y="951231"/>
                  <a:pt x="1416057" y="957327"/>
                  <a:pt x="1410342" y="960629"/>
                </a:cubicBezTo>
                <a:cubicBezTo>
                  <a:pt x="1403611" y="964566"/>
                  <a:pt x="1395864" y="966344"/>
                  <a:pt x="1390276" y="968122"/>
                </a:cubicBezTo>
                <a:cubicBezTo>
                  <a:pt x="1381259" y="970916"/>
                  <a:pt x="1373766" y="969392"/>
                  <a:pt x="1370718" y="963931"/>
                </a:cubicBezTo>
                <a:cubicBezTo>
                  <a:pt x="1368940" y="960375"/>
                  <a:pt x="1372369" y="953263"/>
                  <a:pt x="1379100" y="945389"/>
                </a:cubicBezTo>
                <a:cubicBezTo>
                  <a:pt x="1383164" y="940817"/>
                  <a:pt x="1389895" y="937769"/>
                  <a:pt x="1395610" y="932689"/>
                </a:cubicBezTo>
                <a:cubicBezTo>
                  <a:pt x="1400563" y="928244"/>
                  <a:pt x="1403611" y="920878"/>
                  <a:pt x="1409199" y="916687"/>
                </a:cubicBezTo>
                <a:cubicBezTo>
                  <a:pt x="1414787" y="912242"/>
                  <a:pt x="1421391" y="909321"/>
                  <a:pt x="1426979" y="905765"/>
                </a:cubicBezTo>
                <a:cubicBezTo>
                  <a:pt x="1433329" y="901447"/>
                  <a:pt x="1437520" y="893573"/>
                  <a:pt x="1442727" y="891033"/>
                </a:cubicBezTo>
                <a:close/>
                <a:moveTo>
                  <a:pt x="1580903" y="896875"/>
                </a:moveTo>
                <a:cubicBezTo>
                  <a:pt x="1586110" y="893446"/>
                  <a:pt x="1592841" y="894335"/>
                  <a:pt x="1598302" y="897764"/>
                </a:cubicBezTo>
                <a:cubicBezTo>
                  <a:pt x="1605287" y="902463"/>
                  <a:pt x="1610240" y="912242"/>
                  <a:pt x="1607954" y="919862"/>
                </a:cubicBezTo>
                <a:cubicBezTo>
                  <a:pt x="1606049" y="925831"/>
                  <a:pt x="1600715" y="928498"/>
                  <a:pt x="1595000" y="931927"/>
                </a:cubicBezTo>
                <a:cubicBezTo>
                  <a:pt x="1591571" y="933959"/>
                  <a:pt x="1584205" y="933070"/>
                  <a:pt x="1579379" y="938150"/>
                </a:cubicBezTo>
                <a:cubicBezTo>
                  <a:pt x="1574807" y="942976"/>
                  <a:pt x="1576331" y="949707"/>
                  <a:pt x="1574553" y="953263"/>
                </a:cubicBezTo>
                <a:cubicBezTo>
                  <a:pt x="1572394" y="957835"/>
                  <a:pt x="1567949" y="958597"/>
                  <a:pt x="1562615" y="961645"/>
                </a:cubicBezTo>
                <a:lnTo>
                  <a:pt x="1562615" y="961518"/>
                </a:lnTo>
                <a:cubicBezTo>
                  <a:pt x="1559694" y="963169"/>
                  <a:pt x="1550931" y="967487"/>
                  <a:pt x="1543946" y="962915"/>
                </a:cubicBezTo>
                <a:cubicBezTo>
                  <a:pt x="1540136" y="960375"/>
                  <a:pt x="1534802" y="956819"/>
                  <a:pt x="1534040" y="951485"/>
                </a:cubicBezTo>
                <a:cubicBezTo>
                  <a:pt x="1533278" y="946151"/>
                  <a:pt x="1535564" y="940055"/>
                  <a:pt x="1538612" y="936245"/>
                </a:cubicBezTo>
                <a:cubicBezTo>
                  <a:pt x="1545597" y="927609"/>
                  <a:pt x="1549661" y="928879"/>
                  <a:pt x="1558932" y="920370"/>
                </a:cubicBezTo>
                <a:cubicBezTo>
                  <a:pt x="1563758" y="915798"/>
                  <a:pt x="1563377" y="908559"/>
                  <a:pt x="1566425" y="905003"/>
                </a:cubicBezTo>
                <a:cubicBezTo>
                  <a:pt x="1569600" y="901193"/>
                  <a:pt x="1575442" y="900431"/>
                  <a:pt x="1580903" y="896875"/>
                </a:cubicBezTo>
                <a:close/>
                <a:moveTo>
                  <a:pt x="596780" y="915036"/>
                </a:moveTo>
                <a:cubicBezTo>
                  <a:pt x="601606" y="914528"/>
                  <a:pt x="606178" y="915036"/>
                  <a:pt x="608591" y="917068"/>
                </a:cubicBezTo>
                <a:cubicBezTo>
                  <a:pt x="612147" y="920116"/>
                  <a:pt x="608210" y="926847"/>
                  <a:pt x="606813" y="932181"/>
                </a:cubicBezTo>
                <a:cubicBezTo>
                  <a:pt x="605670" y="936753"/>
                  <a:pt x="603003" y="940436"/>
                  <a:pt x="600717" y="944119"/>
                </a:cubicBezTo>
                <a:cubicBezTo>
                  <a:pt x="596653" y="950850"/>
                  <a:pt x="597669" y="957835"/>
                  <a:pt x="590049" y="961518"/>
                </a:cubicBezTo>
                <a:cubicBezTo>
                  <a:pt x="585477" y="963931"/>
                  <a:pt x="579508" y="965582"/>
                  <a:pt x="572142" y="971043"/>
                </a:cubicBezTo>
                <a:cubicBezTo>
                  <a:pt x="565538" y="975996"/>
                  <a:pt x="563252" y="981203"/>
                  <a:pt x="559950" y="984505"/>
                </a:cubicBezTo>
                <a:cubicBezTo>
                  <a:pt x="555632" y="988823"/>
                  <a:pt x="548266" y="986283"/>
                  <a:pt x="541154" y="989331"/>
                </a:cubicBezTo>
                <a:cubicBezTo>
                  <a:pt x="537471" y="990982"/>
                  <a:pt x="522358" y="1003301"/>
                  <a:pt x="516008" y="997713"/>
                </a:cubicBezTo>
                <a:cubicBezTo>
                  <a:pt x="512325" y="994538"/>
                  <a:pt x="510166" y="983997"/>
                  <a:pt x="512071" y="977393"/>
                </a:cubicBezTo>
                <a:cubicBezTo>
                  <a:pt x="513595" y="971932"/>
                  <a:pt x="521850" y="968884"/>
                  <a:pt x="526168" y="965201"/>
                </a:cubicBezTo>
                <a:cubicBezTo>
                  <a:pt x="531756" y="960375"/>
                  <a:pt x="533280" y="954152"/>
                  <a:pt x="538360" y="953009"/>
                </a:cubicBezTo>
                <a:cubicBezTo>
                  <a:pt x="542805" y="951739"/>
                  <a:pt x="549028" y="954025"/>
                  <a:pt x="555251" y="949707"/>
                </a:cubicBezTo>
                <a:cubicBezTo>
                  <a:pt x="562363" y="945008"/>
                  <a:pt x="565538" y="939039"/>
                  <a:pt x="569221" y="934340"/>
                </a:cubicBezTo>
                <a:cubicBezTo>
                  <a:pt x="573158" y="929260"/>
                  <a:pt x="575952" y="922529"/>
                  <a:pt x="583318" y="918719"/>
                </a:cubicBezTo>
                <a:cubicBezTo>
                  <a:pt x="586874" y="916941"/>
                  <a:pt x="591954" y="915417"/>
                  <a:pt x="596780" y="915036"/>
                </a:cubicBezTo>
                <a:close/>
                <a:moveTo>
                  <a:pt x="1266832" y="924053"/>
                </a:moveTo>
                <a:cubicBezTo>
                  <a:pt x="1269372" y="923291"/>
                  <a:pt x="1271785" y="924053"/>
                  <a:pt x="1274706" y="926593"/>
                </a:cubicBezTo>
                <a:cubicBezTo>
                  <a:pt x="1279659" y="930784"/>
                  <a:pt x="1279405" y="936753"/>
                  <a:pt x="1276103" y="946913"/>
                </a:cubicBezTo>
                <a:cubicBezTo>
                  <a:pt x="1273944" y="953517"/>
                  <a:pt x="1270134" y="960248"/>
                  <a:pt x="1265181" y="967614"/>
                </a:cubicBezTo>
                <a:cubicBezTo>
                  <a:pt x="1260990" y="973964"/>
                  <a:pt x="1257942" y="981711"/>
                  <a:pt x="1252227" y="987807"/>
                </a:cubicBezTo>
                <a:cubicBezTo>
                  <a:pt x="1246766" y="993395"/>
                  <a:pt x="1239273" y="996951"/>
                  <a:pt x="1232669" y="1001523"/>
                </a:cubicBezTo>
                <a:cubicBezTo>
                  <a:pt x="1228986" y="1004190"/>
                  <a:pt x="1224668" y="1009905"/>
                  <a:pt x="1218953" y="1012318"/>
                </a:cubicBezTo>
                <a:cubicBezTo>
                  <a:pt x="1212476" y="1014858"/>
                  <a:pt x="1204856" y="1016763"/>
                  <a:pt x="1201173" y="1013588"/>
                </a:cubicBezTo>
                <a:cubicBezTo>
                  <a:pt x="1196093" y="1009016"/>
                  <a:pt x="1196601" y="995300"/>
                  <a:pt x="1200157" y="987553"/>
                </a:cubicBezTo>
                <a:lnTo>
                  <a:pt x="1200030" y="987553"/>
                </a:lnTo>
                <a:cubicBezTo>
                  <a:pt x="1202824" y="981330"/>
                  <a:pt x="1209936" y="979044"/>
                  <a:pt x="1214762" y="975107"/>
                </a:cubicBezTo>
                <a:cubicBezTo>
                  <a:pt x="1218953" y="971551"/>
                  <a:pt x="1223525" y="967614"/>
                  <a:pt x="1229113" y="963296"/>
                </a:cubicBezTo>
                <a:cubicBezTo>
                  <a:pt x="1235336" y="958343"/>
                  <a:pt x="1241178" y="954025"/>
                  <a:pt x="1245623" y="949326"/>
                </a:cubicBezTo>
                <a:cubicBezTo>
                  <a:pt x="1251465" y="943230"/>
                  <a:pt x="1254132" y="935864"/>
                  <a:pt x="1257942" y="931419"/>
                </a:cubicBezTo>
                <a:cubicBezTo>
                  <a:pt x="1261498" y="927355"/>
                  <a:pt x="1264165" y="924942"/>
                  <a:pt x="1266832" y="924053"/>
                </a:cubicBezTo>
                <a:close/>
                <a:moveTo>
                  <a:pt x="408439" y="948945"/>
                </a:moveTo>
                <a:cubicBezTo>
                  <a:pt x="410725" y="947675"/>
                  <a:pt x="412757" y="947929"/>
                  <a:pt x="415678" y="950342"/>
                </a:cubicBezTo>
                <a:cubicBezTo>
                  <a:pt x="420631" y="954660"/>
                  <a:pt x="423552" y="962407"/>
                  <a:pt x="420250" y="972567"/>
                </a:cubicBezTo>
                <a:cubicBezTo>
                  <a:pt x="417964" y="979171"/>
                  <a:pt x="414662" y="987426"/>
                  <a:pt x="409709" y="994792"/>
                </a:cubicBezTo>
                <a:cubicBezTo>
                  <a:pt x="405518" y="1001142"/>
                  <a:pt x="397644" y="1005333"/>
                  <a:pt x="391802" y="1011429"/>
                </a:cubicBezTo>
                <a:cubicBezTo>
                  <a:pt x="386341" y="1017017"/>
                  <a:pt x="382150" y="1024764"/>
                  <a:pt x="375546" y="1029463"/>
                </a:cubicBezTo>
                <a:cubicBezTo>
                  <a:pt x="371863" y="1032003"/>
                  <a:pt x="363989" y="1031495"/>
                  <a:pt x="358147" y="1033781"/>
                </a:cubicBezTo>
                <a:cubicBezTo>
                  <a:pt x="351797" y="1036448"/>
                  <a:pt x="344050" y="1042290"/>
                  <a:pt x="340367" y="1039115"/>
                </a:cubicBezTo>
                <a:cubicBezTo>
                  <a:pt x="335287" y="1034670"/>
                  <a:pt x="340367" y="1021208"/>
                  <a:pt x="343923" y="1013461"/>
                </a:cubicBezTo>
                <a:cubicBezTo>
                  <a:pt x="346717" y="1007238"/>
                  <a:pt x="346971" y="999237"/>
                  <a:pt x="351797" y="995300"/>
                </a:cubicBezTo>
                <a:cubicBezTo>
                  <a:pt x="355988" y="991744"/>
                  <a:pt x="363100" y="990855"/>
                  <a:pt x="368688" y="986537"/>
                </a:cubicBezTo>
                <a:cubicBezTo>
                  <a:pt x="374911" y="981711"/>
                  <a:pt x="381007" y="977774"/>
                  <a:pt x="385452" y="973202"/>
                </a:cubicBezTo>
                <a:cubicBezTo>
                  <a:pt x="391294" y="967106"/>
                  <a:pt x="396500" y="961899"/>
                  <a:pt x="400311" y="957454"/>
                </a:cubicBezTo>
                <a:cubicBezTo>
                  <a:pt x="403867" y="953390"/>
                  <a:pt x="406280" y="950342"/>
                  <a:pt x="408439" y="948945"/>
                </a:cubicBezTo>
                <a:close/>
                <a:moveTo>
                  <a:pt x="1087889" y="965709"/>
                </a:moveTo>
                <a:cubicBezTo>
                  <a:pt x="1091572" y="964439"/>
                  <a:pt x="1094747" y="964947"/>
                  <a:pt x="1097033" y="967868"/>
                </a:cubicBezTo>
                <a:cubicBezTo>
                  <a:pt x="1101097" y="972948"/>
                  <a:pt x="1099192" y="984124"/>
                  <a:pt x="1093858" y="993395"/>
                </a:cubicBezTo>
                <a:cubicBezTo>
                  <a:pt x="1090429" y="999364"/>
                  <a:pt x="1084460" y="1005714"/>
                  <a:pt x="1078110" y="1012064"/>
                </a:cubicBezTo>
                <a:cubicBezTo>
                  <a:pt x="1072776" y="1017398"/>
                  <a:pt x="1063759" y="1018795"/>
                  <a:pt x="1056901" y="1023621"/>
                </a:cubicBezTo>
                <a:cubicBezTo>
                  <a:pt x="1050424" y="1028066"/>
                  <a:pt x="1045471" y="1035051"/>
                  <a:pt x="1038105" y="1038353"/>
                </a:cubicBezTo>
                <a:cubicBezTo>
                  <a:pt x="1033914" y="1040258"/>
                  <a:pt x="1027818" y="1043814"/>
                  <a:pt x="1021722" y="1044957"/>
                </a:cubicBezTo>
                <a:cubicBezTo>
                  <a:pt x="1014864" y="1046227"/>
                  <a:pt x="1006355" y="1046227"/>
                  <a:pt x="1003307" y="1042290"/>
                </a:cubicBezTo>
                <a:cubicBezTo>
                  <a:pt x="999243" y="1036956"/>
                  <a:pt x="1001529" y="1021970"/>
                  <a:pt x="1006482" y="1015112"/>
                </a:cubicBezTo>
                <a:lnTo>
                  <a:pt x="1006482" y="1014985"/>
                </a:lnTo>
                <a:cubicBezTo>
                  <a:pt x="1010419" y="1009524"/>
                  <a:pt x="1019309" y="1009905"/>
                  <a:pt x="1024897" y="1006984"/>
                </a:cubicBezTo>
                <a:cubicBezTo>
                  <a:pt x="1029723" y="1004317"/>
                  <a:pt x="1033406" y="998094"/>
                  <a:pt x="1039629" y="995046"/>
                </a:cubicBezTo>
                <a:cubicBezTo>
                  <a:pt x="1046741" y="991490"/>
                  <a:pt x="1053980" y="990220"/>
                  <a:pt x="1059314" y="986537"/>
                </a:cubicBezTo>
                <a:cubicBezTo>
                  <a:pt x="1066172" y="981711"/>
                  <a:pt x="1071379" y="976504"/>
                  <a:pt x="1075824" y="972948"/>
                </a:cubicBezTo>
                <a:cubicBezTo>
                  <a:pt x="1080142" y="969519"/>
                  <a:pt x="1084206" y="966852"/>
                  <a:pt x="1087889" y="965709"/>
                </a:cubicBezTo>
                <a:close/>
                <a:moveTo>
                  <a:pt x="233433" y="1008000"/>
                </a:moveTo>
                <a:cubicBezTo>
                  <a:pt x="235846" y="1007746"/>
                  <a:pt x="238386" y="1008762"/>
                  <a:pt x="240799" y="1014350"/>
                </a:cubicBezTo>
                <a:cubicBezTo>
                  <a:pt x="245752" y="1025907"/>
                  <a:pt x="237624" y="1031876"/>
                  <a:pt x="235592" y="1034416"/>
                </a:cubicBezTo>
                <a:cubicBezTo>
                  <a:pt x="234322" y="1036067"/>
                  <a:pt x="229115" y="1044068"/>
                  <a:pt x="219844" y="1048005"/>
                </a:cubicBezTo>
                <a:cubicBezTo>
                  <a:pt x="214383" y="1050291"/>
                  <a:pt x="207017" y="1049656"/>
                  <a:pt x="199270" y="1048386"/>
                </a:cubicBezTo>
                <a:lnTo>
                  <a:pt x="187459" y="1042163"/>
                </a:lnTo>
                <a:lnTo>
                  <a:pt x="188221" y="1032511"/>
                </a:lnTo>
                <a:cubicBezTo>
                  <a:pt x="190380" y="1030733"/>
                  <a:pt x="193682" y="1029971"/>
                  <a:pt x="195587" y="1027558"/>
                </a:cubicBezTo>
                <a:cubicBezTo>
                  <a:pt x="198508" y="1024129"/>
                  <a:pt x="201302" y="1018033"/>
                  <a:pt x="208160" y="1014350"/>
                </a:cubicBezTo>
                <a:cubicBezTo>
                  <a:pt x="212732" y="1011937"/>
                  <a:pt x="218320" y="1009778"/>
                  <a:pt x="225813" y="1009905"/>
                </a:cubicBezTo>
                <a:cubicBezTo>
                  <a:pt x="228353" y="1009905"/>
                  <a:pt x="230893" y="1008254"/>
                  <a:pt x="233433" y="1008000"/>
                </a:cubicBezTo>
                <a:close/>
                <a:moveTo>
                  <a:pt x="900691" y="1013334"/>
                </a:moveTo>
                <a:cubicBezTo>
                  <a:pt x="904374" y="1016509"/>
                  <a:pt x="900564" y="1022859"/>
                  <a:pt x="893452" y="1032892"/>
                </a:cubicBezTo>
                <a:cubicBezTo>
                  <a:pt x="889642" y="1038353"/>
                  <a:pt x="885197" y="1044830"/>
                  <a:pt x="879355" y="1051434"/>
                </a:cubicBezTo>
                <a:cubicBezTo>
                  <a:pt x="874529" y="1057022"/>
                  <a:pt x="868941" y="1062483"/>
                  <a:pt x="863226" y="1068452"/>
                </a:cubicBezTo>
                <a:cubicBezTo>
                  <a:pt x="858019" y="1073913"/>
                  <a:pt x="852050" y="1079120"/>
                  <a:pt x="846462" y="1084581"/>
                </a:cubicBezTo>
                <a:cubicBezTo>
                  <a:pt x="842652" y="1088264"/>
                  <a:pt x="839604" y="1094741"/>
                  <a:pt x="834143" y="1095757"/>
                </a:cubicBezTo>
                <a:cubicBezTo>
                  <a:pt x="827285" y="1097154"/>
                  <a:pt x="822586" y="1093852"/>
                  <a:pt x="820808" y="1089661"/>
                </a:cubicBezTo>
                <a:lnTo>
                  <a:pt x="820681" y="1089788"/>
                </a:lnTo>
                <a:cubicBezTo>
                  <a:pt x="818268" y="1084073"/>
                  <a:pt x="820046" y="1075564"/>
                  <a:pt x="826777" y="1066928"/>
                </a:cubicBezTo>
                <a:cubicBezTo>
                  <a:pt x="833381" y="1058292"/>
                  <a:pt x="842652" y="1051434"/>
                  <a:pt x="845573" y="1048513"/>
                </a:cubicBezTo>
                <a:cubicBezTo>
                  <a:pt x="850399" y="1043560"/>
                  <a:pt x="855606" y="1037591"/>
                  <a:pt x="861829" y="1032638"/>
                </a:cubicBezTo>
                <a:cubicBezTo>
                  <a:pt x="867925" y="1027558"/>
                  <a:pt x="874910" y="1023748"/>
                  <a:pt x="880752" y="1020065"/>
                </a:cubicBezTo>
                <a:cubicBezTo>
                  <a:pt x="890150" y="1014096"/>
                  <a:pt x="897389" y="1010540"/>
                  <a:pt x="900691" y="1013334"/>
                </a:cubicBezTo>
                <a:close/>
                <a:moveTo>
                  <a:pt x="1557662" y="1039877"/>
                </a:moveTo>
                <a:cubicBezTo>
                  <a:pt x="1568203" y="1038353"/>
                  <a:pt x="1579379" y="1040131"/>
                  <a:pt x="1582427" y="1044322"/>
                </a:cubicBezTo>
                <a:cubicBezTo>
                  <a:pt x="1584713" y="1047497"/>
                  <a:pt x="1584078" y="1054990"/>
                  <a:pt x="1581665" y="1060070"/>
                </a:cubicBezTo>
                <a:cubicBezTo>
                  <a:pt x="1579760" y="1064388"/>
                  <a:pt x="1576712" y="1069468"/>
                  <a:pt x="1573664" y="1072643"/>
                </a:cubicBezTo>
                <a:cubicBezTo>
                  <a:pt x="1569854" y="1076453"/>
                  <a:pt x="1564774" y="1079120"/>
                  <a:pt x="1560710" y="1080390"/>
                </a:cubicBezTo>
                <a:cubicBezTo>
                  <a:pt x="1556519" y="1081533"/>
                  <a:pt x="1551185" y="1078866"/>
                  <a:pt x="1546232" y="1080009"/>
                </a:cubicBezTo>
                <a:cubicBezTo>
                  <a:pt x="1542168" y="1080898"/>
                  <a:pt x="1537977" y="1083057"/>
                  <a:pt x="1533024" y="1084835"/>
                </a:cubicBezTo>
                <a:cubicBezTo>
                  <a:pt x="1529087" y="1086359"/>
                  <a:pt x="1524007" y="1086740"/>
                  <a:pt x="1519562" y="1089661"/>
                </a:cubicBezTo>
                <a:cubicBezTo>
                  <a:pt x="1513974" y="1093344"/>
                  <a:pt x="1508640" y="1096519"/>
                  <a:pt x="1505465" y="1100202"/>
                </a:cubicBezTo>
                <a:cubicBezTo>
                  <a:pt x="1501020" y="1105409"/>
                  <a:pt x="1499750" y="1112521"/>
                  <a:pt x="1494162" y="1112775"/>
                </a:cubicBezTo>
                <a:cubicBezTo>
                  <a:pt x="1487431" y="1112902"/>
                  <a:pt x="1481335" y="1105790"/>
                  <a:pt x="1479557" y="1100456"/>
                </a:cubicBezTo>
                <a:lnTo>
                  <a:pt x="1479430" y="1100329"/>
                </a:lnTo>
                <a:cubicBezTo>
                  <a:pt x="1477779" y="1095249"/>
                  <a:pt x="1482478" y="1091058"/>
                  <a:pt x="1486288" y="1085978"/>
                </a:cubicBezTo>
                <a:cubicBezTo>
                  <a:pt x="1490098" y="1080644"/>
                  <a:pt x="1493781" y="1075183"/>
                  <a:pt x="1496702" y="1072643"/>
                </a:cubicBezTo>
                <a:cubicBezTo>
                  <a:pt x="1502163" y="1067436"/>
                  <a:pt x="1507243" y="1060832"/>
                  <a:pt x="1513974" y="1056895"/>
                </a:cubicBezTo>
                <a:cubicBezTo>
                  <a:pt x="1520705" y="1052958"/>
                  <a:pt x="1529341" y="1052958"/>
                  <a:pt x="1536326" y="1050291"/>
                </a:cubicBezTo>
                <a:cubicBezTo>
                  <a:pt x="1544327" y="1047370"/>
                  <a:pt x="1550931" y="1040766"/>
                  <a:pt x="1557662" y="1039877"/>
                </a:cubicBezTo>
                <a:close/>
                <a:moveTo>
                  <a:pt x="187459" y="1042163"/>
                </a:moveTo>
                <a:lnTo>
                  <a:pt x="1678566" y="1043687"/>
                </a:lnTo>
                <a:cubicBezTo>
                  <a:pt x="1682503" y="1043433"/>
                  <a:pt x="1686440" y="1043941"/>
                  <a:pt x="1688980" y="1045719"/>
                </a:cubicBezTo>
                <a:cubicBezTo>
                  <a:pt x="1695838" y="1050545"/>
                  <a:pt x="1691139" y="1059181"/>
                  <a:pt x="1689996" y="1066547"/>
                </a:cubicBezTo>
                <a:cubicBezTo>
                  <a:pt x="1689107" y="1071754"/>
                  <a:pt x="1684281" y="1073405"/>
                  <a:pt x="1680344" y="1078104"/>
                </a:cubicBezTo>
                <a:cubicBezTo>
                  <a:pt x="1677931" y="1081025"/>
                  <a:pt x="1677931" y="1087502"/>
                  <a:pt x="1673359" y="1091947"/>
                </a:cubicBezTo>
                <a:cubicBezTo>
                  <a:pt x="1663707" y="1101345"/>
                  <a:pt x="1662691" y="1105028"/>
                  <a:pt x="1653674" y="1109346"/>
                </a:cubicBezTo>
                <a:lnTo>
                  <a:pt x="1653674" y="1109473"/>
                </a:lnTo>
                <a:cubicBezTo>
                  <a:pt x="1650880" y="1110743"/>
                  <a:pt x="1639196" y="1116966"/>
                  <a:pt x="1632465" y="1112013"/>
                </a:cubicBezTo>
                <a:cubicBezTo>
                  <a:pt x="1628782" y="1109346"/>
                  <a:pt x="1629417" y="1103250"/>
                  <a:pt x="1629290" y="1097789"/>
                </a:cubicBezTo>
                <a:cubicBezTo>
                  <a:pt x="1629036" y="1092455"/>
                  <a:pt x="1630560" y="1088899"/>
                  <a:pt x="1633354" y="1085597"/>
                </a:cubicBezTo>
                <a:cubicBezTo>
                  <a:pt x="1639831" y="1077850"/>
                  <a:pt x="1637545" y="1073278"/>
                  <a:pt x="1646308" y="1065912"/>
                </a:cubicBezTo>
                <a:cubicBezTo>
                  <a:pt x="1650880" y="1061975"/>
                  <a:pt x="1654563" y="1059435"/>
                  <a:pt x="1657357" y="1056260"/>
                </a:cubicBezTo>
                <a:cubicBezTo>
                  <a:pt x="1660405" y="1052958"/>
                  <a:pt x="1663199" y="1049529"/>
                  <a:pt x="1668406" y="1046481"/>
                </a:cubicBezTo>
                <a:cubicBezTo>
                  <a:pt x="1670946" y="1045084"/>
                  <a:pt x="1674756" y="1043941"/>
                  <a:pt x="1678566" y="1043687"/>
                </a:cubicBezTo>
                <a:close/>
                <a:moveTo>
                  <a:pt x="694316" y="1054736"/>
                </a:moveTo>
                <a:lnTo>
                  <a:pt x="694443" y="1054736"/>
                </a:lnTo>
                <a:cubicBezTo>
                  <a:pt x="700412" y="1051942"/>
                  <a:pt x="707143" y="1053720"/>
                  <a:pt x="710445" y="1055879"/>
                </a:cubicBezTo>
                <a:cubicBezTo>
                  <a:pt x="716287" y="1059816"/>
                  <a:pt x="711842" y="1073913"/>
                  <a:pt x="706889" y="1079628"/>
                </a:cubicBezTo>
                <a:cubicBezTo>
                  <a:pt x="702698" y="1084454"/>
                  <a:pt x="696602" y="1087883"/>
                  <a:pt x="691014" y="1092836"/>
                </a:cubicBezTo>
                <a:cubicBezTo>
                  <a:pt x="685934" y="1097408"/>
                  <a:pt x="681108" y="1102234"/>
                  <a:pt x="675393" y="1106298"/>
                </a:cubicBezTo>
                <a:cubicBezTo>
                  <a:pt x="669551" y="1110616"/>
                  <a:pt x="665995" y="1117728"/>
                  <a:pt x="660153" y="1121157"/>
                </a:cubicBezTo>
                <a:cubicBezTo>
                  <a:pt x="653422" y="1124967"/>
                  <a:pt x="646691" y="1127761"/>
                  <a:pt x="640976" y="1129539"/>
                </a:cubicBezTo>
                <a:cubicBezTo>
                  <a:pt x="632086" y="1132333"/>
                  <a:pt x="628022" y="1130047"/>
                  <a:pt x="625101" y="1124586"/>
                </a:cubicBezTo>
                <a:cubicBezTo>
                  <a:pt x="623196" y="1121030"/>
                  <a:pt x="622561" y="1115061"/>
                  <a:pt x="629419" y="1107187"/>
                </a:cubicBezTo>
                <a:cubicBezTo>
                  <a:pt x="633356" y="1102615"/>
                  <a:pt x="640849" y="1100075"/>
                  <a:pt x="646437" y="1094995"/>
                </a:cubicBezTo>
                <a:cubicBezTo>
                  <a:pt x="651390" y="1090423"/>
                  <a:pt x="653803" y="1082295"/>
                  <a:pt x="659264" y="1077977"/>
                </a:cubicBezTo>
                <a:cubicBezTo>
                  <a:pt x="664979" y="1073659"/>
                  <a:pt x="672091" y="1071246"/>
                  <a:pt x="677552" y="1067563"/>
                </a:cubicBezTo>
                <a:cubicBezTo>
                  <a:pt x="684029" y="1063245"/>
                  <a:pt x="689109" y="1057276"/>
                  <a:pt x="694316" y="1054736"/>
                </a:cubicBezTo>
                <a:close/>
                <a:moveTo>
                  <a:pt x="1379735" y="1055117"/>
                </a:moveTo>
                <a:cubicBezTo>
                  <a:pt x="1386212" y="1057911"/>
                  <a:pt x="1385958" y="1076072"/>
                  <a:pt x="1382148" y="1082676"/>
                </a:cubicBezTo>
                <a:cubicBezTo>
                  <a:pt x="1378973" y="1088137"/>
                  <a:pt x="1376433" y="1095249"/>
                  <a:pt x="1371861" y="1101218"/>
                </a:cubicBezTo>
                <a:cubicBezTo>
                  <a:pt x="1367797" y="1106679"/>
                  <a:pt x="1362336" y="1111632"/>
                  <a:pt x="1357637" y="1116839"/>
                </a:cubicBezTo>
                <a:cubicBezTo>
                  <a:pt x="1352811" y="1122173"/>
                  <a:pt x="1347731" y="1127507"/>
                  <a:pt x="1342778" y="1131952"/>
                </a:cubicBezTo>
                <a:cubicBezTo>
                  <a:pt x="1336936" y="1137032"/>
                  <a:pt x="1327919" y="1136016"/>
                  <a:pt x="1322585" y="1138937"/>
                </a:cubicBezTo>
                <a:cubicBezTo>
                  <a:pt x="1314457" y="1143382"/>
                  <a:pt x="1308488" y="1149605"/>
                  <a:pt x="1304424" y="1144779"/>
                </a:cubicBezTo>
                <a:cubicBezTo>
                  <a:pt x="1301884" y="1141731"/>
                  <a:pt x="1305821" y="1133603"/>
                  <a:pt x="1310901" y="1124586"/>
                </a:cubicBezTo>
                <a:cubicBezTo>
                  <a:pt x="1313949" y="1119379"/>
                  <a:pt x="1321061" y="1115823"/>
                  <a:pt x="1325506" y="1109727"/>
                </a:cubicBezTo>
                <a:cubicBezTo>
                  <a:pt x="1329570" y="1104393"/>
                  <a:pt x="1332491" y="1098043"/>
                  <a:pt x="1337063" y="1092709"/>
                </a:cubicBezTo>
                <a:cubicBezTo>
                  <a:pt x="1341762" y="1087502"/>
                  <a:pt x="1343286" y="1079120"/>
                  <a:pt x="1347985" y="1074421"/>
                </a:cubicBezTo>
                <a:cubicBezTo>
                  <a:pt x="1353446" y="1068960"/>
                  <a:pt x="1360558" y="1066166"/>
                  <a:pt x="1365257" y="1062610"/>
                </a:cubicBezTo>
                <a:lnTo>
                  <a:pt x="1365257" y="1062483"/>
                </a:lnTo>
                <a:cubicBezTo>
                  <a:pt x="1370591" y="1058546"/>
                  <a:pt x="1376052" y="1053593"/>
                  <a:pt x="1379735" y="1055117"/>
                </a:cubicBezTo>
                <a:close/>
                <a:moveTo>
                  <a:pt x="523500" y="1083819"/>
                </a:moveTo>
                <a:cubicBezTo>
                  <a:pt x="526803" y="1085597"/>
                  <a:pt x="529470" y="1090423"/>
                  <a:pt x="528835" y="1096265"/>
                </a:cubicBezTo>
                <a:cubicBezTo>
                  <a:pt x="528327" y="1101345"/>
                  <a:pt x="522993" y="1105028"/>
                  <a:pt x="520961" y="1107949"/>
                </a:cubicBezTo>
                <a:cubicBezTo>
                  <a:pt x="517278" y="1113156"/>
                  <a:pt x="515754" y="1120776"/>
                  <a:pt x="510800" y="1126364"/>
                </a:cubicBezTo>
                <a:cubicBezTo>
                  <a:pt x="506229" y="1131444"/>
                  <a:pt x="499244" y="1134365"/>
                  <a:pt x="494037" y="1139191"/>
                </a:cubicBezTo>
                <a:cubicBezTo>
                  <a:pt x="488830" y="1144144"/>
                  <a:pt x="485274" y="1150748"/>
                  <a:pt x="479813" y="1154685"/>
                </a:cubicBezTo>
                <a:cubicBezTo>
                  <a:pt x="473590" y="1159384"/>
                  <a:pt x="466859" y="1161670"/>
                  <a:pt x="461398" y="1164083"/>
                </a:cubicBezTo>
                <a:cubicBezTo>
                  <a:pt x="452762" y="1167893"/>
                  <a:pt x="447809" y="1168655"/>
                  <a:pt x="444253" y="1163575"/>
                </a:cubicBezTo>
                <a:cubicBezTo>
                  <a:pt x="441967" y="1160400"/>
                  <a:pt x="441205" y="1152653"/>
                  <a:pt x="447047" y="1144144"/>
                </a:cubicBezTo>
                <a:cubicBezTo>
                  <a:pt x="450475" y="1139064"/>
                  <a:pt x="455429" y="1133476"/>
                  <a:pt x="460382" y="1127761"/>
                </a:cubicBezTo>
                <a:cubicBezTo>
                  <a:pt x="464827" y="1122681"/>
                  <a:pt x="470923" y="1118617"/>
                  <a:pt x="475875" y="1113664"/>
                </a:cubicBezTo>
                <a:cubicBezTo>
                  <a:pt x="480956" y="1108711"/>
                  <a:pt x="484766" y="1102107"/>
                  <a:pt x="489846" y="1097789"/>
                </a:cubicBezTo>
                <a:cubicBezTo>
                  <a:pt x="495815" y="1092836"/>
                  <a:pt x="503689" y="1091185"/>
                  <a:pt x="508642" y="1088010"/>
                </a:cubicBezTo>
                <a:lnTo>
                  <a:pt x="508515" y="1088010"/>
                </a:lnTo>
                <a:cubicBezTo>
                  <a:pt x="514230" y="1084454"/>
                  <a:pt x="519945" y="1081914"/>
                  <a:pt x="523500" y="1083819"/>
                </a:cubicBezTo>
                <a:close/>
                <a:moveTo>
                  <a:pt x="1193553" y="1109981"/>
                </a:moveTo>
                <a:cubicBezTo>
                  <a:pt x="1197490" y="1110489"/>
                  <a:pt x="1200538" y="1112013"/>
                  <a:pt x="1201935" y="1113537"/>
                </a:cubicBezTo>
                <a:cubicBezTo>
                  <a:pt x="1205364" y="1117093"/>
                  <a:pt x="1201681" y="1122300"/>
                  <a:pt x="1193426" y="1131571"/>
                </a:cubicBezTo>
                <a:cubicBezTo>
                  <a:pt x="1189108" y="1136651"/>
                  <a:pt x="1186568" y="1145541"/>
                  <a:pt x="1180091" y="1151510"/>
                </a:cubicBezTo>
                <a:cubicBezTo>
                  <a:pt x="1174630" y="1156463"/>
                  <a:pt x="1167010" y="1159765"/>
                  <a:pt x="1160787" y="1165099"/>
                </a:cubicBezTo>
                <a:cubicBezTo>
                  <a:pt x="1154818" y="1169925"/>
                  <a:pt x="1148341" y="1174497"/>
                  <a:pt x="1142118" y="1179323"/>
                </a:cubicBezTo>
                <a:cubicBezTo>
                  <a:pt x="1138181" y="1182498"/>
                  <a:pt x="1131196" y="1181101"/>
                  <a:pt x="1126370" y="1182117"/>
                </a:cubicBezTo>
                <a:cubicBezTo>
                  <a:pt x="1119766" y="1183641"/>
                  <a:pt x="1114051" y="1184784"/>
                  <a:pt x="1112781" y="1180466"/>
                </a:cubicBezTo>
                <a:cubicBezTo>
                  <a:pt x="1111003" y="1174497"/>
                  <a:pt x="1114813" y="1164718"/>
                  <a:pt x="1122433" y="1156971"/>
                </a:cubicBezTo>
                <a:cubicBezTo>
                  <a:pt x="1129926" y="1149097"/>
                  <a:pt x="1140213" y="1143382"/>
                  <a:pt x="1143388" y="1140842"/>
                </a:cubicBezTo>
                <a:cubicBezTo>
                  <a:pt x="1148722" y="1136524"/>
                  <a:pt x="1155326" y="1131952"/>
                  <a:pt x="1161930" y="1127634"/>
                </a:cubicBezTo>
                <a:cubicBezTo>
                  <a:pt x="1168534" y="1123443"/>
                  <a:pt x="1173487" y="1115315"/>
                  <a:pt x="1179710" y="1112394"/>
                </a:cubicBezTo>
                <a:cubicBezTo>
                  <a:pt x="1184790" y="1109981"/>
                  <a:pt x="1189616" y="1109473"/>
                  <a:pt x="1193553" y="1109981"/>
                </a:cubicBezTo>
                <a:close/>
                <a:moveTo>
                  <a:pt x="334779" y="1134492"/>
                </a:moveTo>
                <a:cubicBezTo>
                  <a:pt x="339350" y="1133349"/>
                  <a:pt x="343161" y="1133349"/>
                  <a:pt x="344939" y="1135254"/>
                </a:cubicBezTo>
                <a:cubicBezTo>
                  <a:pt x="348875" y="1139572"/>
                  <a:pt x="343796" y="1148335"/>
                  <a:pt x="336175" y="1157098"/>
                </a:cubicBezTo>
                <a:cubicBezTo>
                  <a:pt x="331731" y="1162178"/>
                  <a:pt x="324873" y="1166369"/>
                  <a:pt x="318396" y="1171957"/>
                </a:cubicBezTo>
                <a:cubicBezTo>
                  <a:pt x="312808" y="1176910"/>
                  <a:pt x="306204" y="1181228"/>
                  <a:pt x="299981" y="1186054"/>
                </a:cubicBezTo>
                <a:cubicBezTo>
                  <a:pt x="293123" y="1191388"/>
                  <a:pt x="280550" y="1192150"/>
                  <a:pt x="277629" y="1185038"/>
                </a:cubicBezTo>
                <a:cubicBezTo>
                  <a:pt x="275470" y="1179704"/>
                  <a:pt x="279407" y="1174497"/>
                  <a:pt x="284487" y="1168655"/>
                </a:cubicBezTo>
                <a:cubicBezTo>
                  <a:pt x="289821" y="1162432"/>
                  <a:pt x="295917" y="1156844"/>
                  <a:pt x="298330" y="1154812"/>
                </a:cubicBezTo>
                <a:cubicBezTo>
                  <a:pt x="304299" y="1150113"/>
                  <a:pt x="311792" y="1144398"/>
                  <a:pt x="319412" y="1140588"/>
                </a:cubicBezTo>
                <a:cubicBezTo>
                  <a:pt x="324619" y="1138048"/>
                  <a:pt x="330080" y="1135762"/>
                  <a:pt x="334779" y="1134492"/>
                </a:cubicBezTo>
                <a:close/>
                <a:moveTo>
                  <a:pt x="1000640" y="1134619"/>
                </a:moveTo>
                <a:cubicBezTo>
                  <a:pt x="1004069" y="1135762"/>
                  <a:pt x="1007498" y="1141604"/>
                  <a:pt x="1007625" y="1147573"/>
                </a:cubicBezTo>
                <a:cubicBezTo>
                  <a:pt x="1007879" y="1152907"/>
                  <a:pt x="1006990" y="1159511"/>
                  <a:pt x="1005466" y="1162686"/>
                </a:cubicBezTo>
                <a:cubicBezTo>
                  <a:pt x="1002672" y="1168528"/>
                  <a:pt x="999878" y="1175386"/>
                  <a:pt x="995814" y="1181609"/>
                </a:cubicBezTo>
                <a:cubicBezTo>
                  <a:pt x="992131" y="1187451"/>
                  <a:pt x="988067" y="1193547"/>
                  <a:pt x="983749" y="1199008"/>
                </a:cubicBezTo>
                <a:cubicBezTo>
                  <a:pt x="979304" y="1204723"/>
                  <a:pt x="976764" y="1212597"/>
                  <a:pt x="972192" y="1217423"/>
                </a:cubicBezTo>
                <a:cubicBezTo>
                  <a:pt x="966731" y="1223011"/>
                  <a:pt x="955809" y="1221487"/>
                  <a:pt x="950856" y="1224662"/>
                </a:cubicBezTo>
                <a:cubicBezTo>
                  <a:pt x="942982" y="1229869"/>
                  <a:pt x="935108" y="1236219"/>
                  <a:pt x="930790" y="1231774"/>
                </a:cubicBezTo>
                <a:cubicBezTo>
                  <a:pt x="927996" y="1228853"/>
                  <a:pt x="934219" y="1219963"/>
                  <a:pt x="938664" y="1210438"/>
                </a:cubicBezTo>
                <a:cubicBezTo>
                  <a:pt x="941204" y="1204977"/>
                  <a:pt x="944379" y="1198881"/>
                  <a:pt x="948316" y="1192404"/>
                </a:cubicBezTo>
                <a:cubicBezTo>
                  <a:pt x="951999" y="1186816"/>
                  <a:pt x="956444" y="1181482"/>
                  <a:pt x="960635" y="1175767"/>
                </a:cubicBezTo>
                <a:cubicBezTo>
                  <a:pt x="964826" y="1170052"/>
                  <a:pt x="966985" y="1162813"/>
                  <a:pt x="971303" y="1157733"/>
                </a:cubicBezTo>
                <a:cubicBezTo>
                  <a:pt x="976256" y="1151891"/>
                  <a:pt x="982606" y="1148208"/>
                  <a:pt x="987051" y="1144271"/>
                </a:cubicBezTo>
                <a:lnTo>
                  <a:pt x="986924" y="1144271"/>
                </a:lnTo>
                <a:cubicBezTo>
                  <a:pt x="991877" y="1139826"/>
                  <a:pt x="996703" y="1133349"/>
                  <a:pt x="1000640" y="1134619"/>
                </a:cubicBezTo>
                <a:close/>
                <a:moveTo>
                  <a:pt x="1665231" y="1172719"/>
                </a:moveTo>
                <a:cubicBezTo>
                  <a:pt x="1672597" y="1169925"/>
                  <a:pt x="1681868" y="1176021"/>
                  <a:pt x="1686313" y="1180847"/>
                </a:cubicBezTo>
                <a:cubicBezTo>
                  <a:pt x="1689488" y="1184022"/>
                  <a:pt x="1692663" y="1187451"/>
                  <a:pt x="1691647" y="1192785"/>
                </a:cubicBezTo>
                <a:cubicBezTo>
                  <a:pt x="1690631" y="1197484"/>
                  <a:pt x="1687837" y="1202056"/>
                  <a:pt x="1685043" y="1205739"/>
                </a:cubicBezTo>
                <a:cubicBezTo>
                  <a:pt x="1680344" y="1211835"/>
                  <a:pt x="1674121" y="1210184"/>
                  <a:pt x="1666247" y="1213105"/>
                </a:cubicBezTo>
                <a:cubicBezTo>
                  <a:pt x="1661294" y="1214883"/>
                  <a:pt x="1654944" y="1217677"/>
                  <a:pt x="1647197" y="1222249"/>
                </a:cubicBezTo>
                <a:cubicBezTo>
                  <a:pt x="1640212" y="1226440"/>
                  <a:pt x="1638180" y="1233425"/>
                  <a:pt x="1634497" y="1236346"/>
                </a:cubicBezTo>
                <a:cubicBezTo>
                  <a:pt x="1629671" y="1240156"/>
                  <a:pt x="1623448" y="1236854"/>
                  <a:pt x="1616082" y="1239140"/>
                </a:cubicBezTo>
                <a:cubicBezTo>
                  <a:pt x="1612145" y="1240283"/>
                  <a:pt x="1600715" y="1248030"/>
                  <a:pt x="1595000" y="1241934"/>
                </a:cubicBezTo>
                <a:cubicBezTo>
                  <a:pt x="1591698" y="1238251"/>
                  <a:pt x="1592079" y="1234187"/>
                  <a:pt x="1594746" y="1227837"/>
                </a:cubicBezTo>
                <a:cubicBezTo>
                  <a:pt x="1596905" y="1222630"/>
                  <a:pt x="1598556" y="1216788"/>
                  <a:pt x="1603255" y="1213486"/>
                </a:cubicBezTo>
                <a:cubicBezTo>
                  <a:pt x="1609351" y="1209295"/>
                  <a:pt x="1612018" y="1205993"/>
                  <a:pt x="1616209" y="1204088"/>
                </a:cubicBezTo>
                <a:cubicBezTo>
                  <a:pt x="1619892" y="1202310"/>
                  <a:pt x="1624972" y="1202691"/>
                  <a:pt x="1631576" y="1199135"/>
                </a:cubicBezTo>
                <a:cubicBezTo>
                  <a:pt x="1639196" y="1195198"/>
                  <a:pt x="1647705" y="1194817"/>
                  <a:pt x="1651896" y="1190499"/>
                </a:cubicBezTo>
                <a:cubicBezTo>
                  <a:pt x="1656341" y="1185800"/>
                  <a:pt x="1657357" y="1175640"/>
                  <a:pt x="1665231" y="1172719"/>
                </a:cubicBezTo>
                <a:close/>
                <a:moveTo>
                  <a:pt x="813950" y="1189737"/>
                </a:moveTo>
                <a:cubicBezTo>
                  <a:pt x="817252" y="1190245"/>
                  <a:pt x="820173" y="1191642"/>
                  <a:pt x="822713" y="1193674"/>
                </a:cubicBezTo>
                <a:cubicBezTo>
                  <a:pt x="829190" y="1199262"/>
                  <a:pt x="825126" y="1206628"/>
                  <a:pt x="820173" y="1214883"/>
                </a:cubicBezTo>
                <a:cubicBezTo>
                  <a:pt x="816109" y="1221487"/>
                  <a:pt x="814839" y="1224408"/>
                  <a:pt x="807219" y="1228091"/>
                </a:cubicBezTo>
                <a:cubicBezTo>
                  <a:pt x="802647" y="1230377"/>
                  <a:pt x="798837" y="1236473"/>
                  <a:pt x="791598" y="1241934"/>
                </a:cubicBezTo>
                <a:cubicBezTo>
                  <a:pt x="785121" y="1246887"/>
                  <a:pt x="781946" y="1251205"/>
                  <a:pt x="778517" y="1254507"/>
                </a:cubicBezTo>
                <a:cubicBezTo>
                  <a:pt x="774199" y="1258825"/>
                  <a:pt x="769500" y="1261492"/>
                  <a:pt x="762388" y="1264540"/>
                </a:cubicBezTo>
                <a:lnTo>
                  <a:pt x="762388" y="1264667"/>
                </a:lnTo>
                <a:cubicBezTo>
                  <a:pt x="758705" y="1266191"/>
                  <a:pt x="741052" y="1274192"/>
                  <a:pt x="734702" y="1268731"/>
                </a:cubicBezTo>
                <a:cubicBezTo>
                  <a:pt x="731019" y="1265556"/>
                  <a:pt x="729749" y="1254507"/>
                  <a:pt x="731527" y="1247903"/>
                </a:cubicBezTo>
                <a:cubicBezTo>
                  <a:pt x="733178" y="1242442"/>
                  <a:pt x="738131" y="1235965"/>
                  <a:pt x="742449" y="1232282"/>
                </a:cubicBezTo>
                <a:cubicBezTo>
                  <a:pt x="748037" y="1227329"/>
                  <a:pt x="752863" y="1224408"/>
                  <a:pt x="757562" y="1222884"/>
                </a:cubicBezTo>
                <a:cubicBezTo>
                  <a:pt x="761880" y="1221360"/>
                  <a:pt x="768865" y="1225297"/>
                  <a:pt x="775088" y="1221106"/>
                </a:cubicBezTo>
                <a:cubicBezTo>
                  <a:pt x="782200" y="1216407"/>
                  <a:pt x="781565" y="1207009"/>
                  <a:pt x="785248" y="1202183"/>
                </a:cubicBezTo>
                <a:cubicBezTo>
                  <a:pt x="789185" y="1197230"/>
                  <a:pt x="796297" y="1195325"/>
                  <a:pt x="803790" y="1191515"/>
                </a:cubicBezTo>
                <a:cubicBezTo>
                  <a:pt x="807219" y="1189737"/>
                  <a:pt x="810775" y="1189229"/>
                  <a:pt x="813950" y="1189737"/>
                </a:cubicBezTo>
                <a:close/>
                <a:moveTo>
                  <a:pt x="1485399" y="1199389"/>
                </a:moveTo>
                <a:cubicBezTo>
                  <a:pt x="1489082" y="1198246"/>
                  <a:pt x="1492130" y="1198246"/>
                  <a:pt x="1494416" y="1199643"/>
                </a:cubicBezTo>
                <a:cubicBezTo>
                  <a:pt x="1497718" y="1201675"/>
                  <a:pt x="1498607" y="1206374"/>
                  <a:pt x="1498861" y="1212216"/>
                </a:cubicBezTo>
                <a:cubicBezTo>
                  <a:pt x="1499115" y="1217296"/>
                  <a:pt x="1495940" y="1221106"/>
                  <a:pt x="1494162" y="1225297"/>
                </a:cubicBezTo>
                <a:cubicBezTo>
                  <a:pt x="1492130" y="1230250"/>
                  <a:pt x="1490606" y="1232155"/>
                  <a:pt x="1486669" y="1234568"/>
                </a:cubicBezTo>
                <a:cubicBezTo>
                  <a:pt x="1482605" y="1236981"/>
                  <a:pt x="1480827" y="1242950"/>
                  <a:pt x="1476763" y="1245617"/>
                </a:cubicBezTo>
                <a:cubicBezTo>
                  <a:pt x="1473334" y="1248030"/>
                  <a:pt x="1469397" y="1250189"/>
                  <a:pt x="1465714" y="1253999"/>
                </a:cubicBezTo>
                <a:cubicBezTo>
                  <a:pt x="1462920" y="1257047"/>
                  <a:pt x="1459364" y="1260095"/>
                  <a:pt x="1456316" y="1264413"/>
                </a:cubicBezTo>
                <a:cubicBezTo>
                  <a:pt x="1452633" y="1269874"/>
                  <a:pt x="1448950" y="1274319"/>
                  <a:pt x="1447045" y="1278637"/>
                </a:cubicBezTo>
                <a:cubicBezTo>
                  <a:pt x="1444378" y="1284860"/>
                  <a:pt x="1442981" y="1288035"/>
                  <a:pt x="1437901" y="1290321"/>
                </a:cubicBezTo>
                <a:cubicBezTo>
                  <a:pt x="1431678" y="1292988"/>
                  <a:pt x="1424058" y="1293242"/>
                  <a:pt x="1420502" y="1289051"/>
                </a:cubicBezTo>
                <a:cubicBezTo>
                  <a:pt x="1416946" y="1284987"/>
                  <a:pt x="1421010" y="1278637"/>
                  <a:pt x="1422534" y="1272414"/>
                </a:cubicBezTo>
                <a:cubicBezTo>
                  <a:pt x="1424058" y="1266064"/>
                  <a:pt x="1425455" y="1259714"/>
                  <a:pt x="1427106" y="1256158"/>
                </a:cubicBezTo>
                <a:cubicBezTo>
                  <a:pt x="1430281" y="1249300"/>
                  <a:pt x="1433075" y="1241934"/>
                  <a:pt x="1437901" y="1235711"/>
                </a:cubicBezTo>
                <a:cubicBezTo>
                  <a:pt x="1442727" y="1229361"/>
                  <a:pt x="1447934" y="1223519"/>
                  <a:pt x="1453522" y="1218439"/>
                </a:cubicBezTo>
                <a:cubicBezTo>
                  <a:pt x="1459745" y="1212597"/>
                  <a:pt x="1466730" y="1208787"/>
                  <a:pt x="1472699" y="1205358"/>
                </a:cubicBezTo>
                <a:cubicBezTo>
                  <a:pt x="1477271" y="1202691"/>
                  <a:pt x="1481589" y="1200532"/>
                  <a:pt x="1485399" y="1199389"/>
                </a:cubicBezTo>
                <a:close/>
                <a:moveTo>
                  <a:pt x="1767847" y="1202564"/>
                </a:moveTo>
                <a:cubicBezTo>
                  <a:pt x="1773943" y="1205612"/>
                  <a:pt x="1780547" y="1218947"/>
                  <a:pt x="1779277" y="1223011"/>
                </a:cubicBezTo>
                <a:cubicBezTo>
                  <a:pt x="1777245" y="1228980"/>
                  <a:pt x="1768990" y="1233171"/>
                  <a:pt x="1764291" y="1238886"/>
                </a:cubicBezTo>
                <a:cubicBezTo>
                  <a:pt x="1759592" y="1244728"/>
                  <a:pt x="1756798" y="1252856"/>
                  <a:pt x="1751083" y="1255777"/>
                </a:cubicBezTo>
                <a:cubicBezTo>
                  <a:pt x="1744225" y="1259333"/>
                  <a:pt x="1736478" y="1258190"/>
                  <a:pt x="1730763" y="1252983"/>
                </a:cubicBezTo>
                <a:cubicBezTo>
                  <a:pt x="1726953" y="1249554"/>
                  <a:pt x="1727842" y="1242315"/>
                  <a:pt x="1731652" y="1234441"/>
                </a:cubicBezTo>
                <a:cubicBezTo>
                  <a:pt x="1734319" y="1228853"/>
                  <a:pt x="1738002" y="1222757"/>
                  <a:pt x="1742320" y="1217550"/>
                </a:cubicBezTo>
                <a:cubicBezTo>
                  <a:pt x="1746892" y="1211962"/>
                  <a:pt x="1751718" y="1206120"/>
                  <a:pt x="1756544" y="1203326"/>
                </a:cubicBezTo>
                <a:cubicBezTo>
                  <a:pt x="1759846" y="1201294"/>
                  <a:pt x="1764418" y="1200786"/>
                  <a:pt x="1767847" y="1202564"/>
                </a:cubicBezTo>
                <a:close/>
                <a:moveTo>
                  <a:pt x="634499" y="1220852"/>
                </a:moveTo>
                <a:cubicBezTo>
                  <a:pt x="637801" y="1222757"/>
                  <a:pt x="636531" y="1229615"/>
                  <a:pt x="636658" y="1235330"/>
                </a:cubicBezTo>
                <a:cubicBezTo>
                  <a:pt x="636785" y="1240029"/>
                  <a:pt x="634626" y="1243839"/>
                  <a:pt x="632975" y="1248030"/>
                </a:cubicBezTo>
                <a:cubicBezTo>
                  <a:pt x="631070" y="1252983"/>
                  <a:pt x="629800" y="1255904"/>
                  <a:pt x="626498" y="1258952"/>
                </a:cubicBezTo>
                <a:cubicBezTo>
                  <a:pt x="623323" y="1262000"/>
                  <a:pt x="621418" y="1266826"/>
                  <a:pt x="617354" y="1269747"/>
                </a:cubicBezTo>
                <a:cubicBezTo>
                  <a:pt x="611385" y="1274192"/>
                  <a:pt x="608464" y="1281939"/>
                  <a:pt x="601987" y="1291845"/>
                </a:cubicBezTo>
                <a:cubicBezTo>
                  <a:pt x="598431" y="1297433"/>
                  <a:pt x="590684" y="1299084"/>
                  <a:pt x="588525" y="1303021"/>
                </a:cubicBezTo>
                <a:cubicBezTo>
                  <a:pt x="585477" y="1308609"/>
                  <a:pt x="584461" y="1312038"/>
                  <a:pt x="579381" y="1314451"/>
                </a:cubicBezTo>
                <a:cubicBezTo>
                  <a:pt x="573285" y="1317372"/>
                  <a:pt x="562998" y="1321436"/>
                  <a:pt x="559315" y="1317372"/>
                </a:cubicBezTo>
                <a:cubicBezTo>
                  <a:pt x="555632" y="1313435"/>
                  <a:pt x="563125" y="1304291"/>
                  <a:pt x="564522" y="1297941"/>
                </a:cubicBezTo>
                <a:cubicBezTo>
                  <a:pt x="565792" y="1291718"/>
                  <a:pt x="563506" y="1283717"/>
                  <a:pt x="565030" y="1280161"/>
                </a:cubicBezTo>
                <a:cubicBezTo>
                  <a:pt x="568078" y="1273176"/>
                  <a:pt x="572650" y="1266318"/>
                  <a:pt x="577222" y="1259968"/>
                </a:cubicBezTo>
                <a:cubicBezTo>
                  <a:pt x="581794" y="1253618"/>
                  <a:pt x="585985" y="1246252"/>
                  <a:pt x="591319" y="1241045"/>
                </a:cubicBezTo>
                <a:cubicBezTo>
                  <a:pt x="597415" y="1235076"/>
                  <a:pt x="605035" y="1231139"/>
                  <a:pt x="610877" y="1227583"/>
                </a:cubicBezTo>
                <a:cubicBezTo>
                  <a:pt x="620021" y="1221868"/>
                  <a:pt x="630054" y="1218185"/>
                  <a:pt x="634499" y="1220852"/>
                </a:cubicBezTo>
                <a:close/>
                <a:moveTo>
                  <a:pt x="1291343" y="1251586"/>
                </a:moveTo>
                <a:cubicBezTo>
                  <a:pt x="1298455" y="1248157"/>
                  <a:pt x="1303027" y="1247649"/>
                  <a:pt x="1307980" y="1251967"/>
                </a:cubicBezTo>
                <a:cubicBezTo>
                  <a:pt x="1311282" y="1254888"/>
                  <a:pt x="1313949" y="1256920"/>
                  <a:pt x="1313822" y="1262000"/>
                </a:cubicBezTo>
                <a:cubicBezTo>
                  <a:pt x="1313568" y="1266572"/>
                  <a:pt x="1315727" y="1273049"/>
                  <a:pt x="1313314" y="1276986"/>
                </a:cubicBezTo>
                <a:cubicBezTo>
                  <a:pt x="1309123" y="1283463"/>
                  <a:pt x="1301376" y="1283971"/>
                  <a:pt x="1293756" y="1287527"/>
                </a:cubicBezTo>
                <a:cubicBezTo>
                  <a:pt x="1289184" y="1289686"/>
                  <a:pt x="1282453" y="1291083"/>
                  <a:pt x="1275087" y="1296290"/>
                </a:cubicBezTo>
                <a:cubicBezTo>
                  <a:pt x="1268356" y="1301116"/>
                  <a:pt x="1266070" y="1306958"/>
                  <a:pt x="1262768" y="1310133"/>
                </a:cubicBezTo>
                <a:cubicBezTo>
                  <a:pt x="1258323" y="1314324"/>
                  <a:pt x="1254005" y="1317245"/>
                  <a:pt x="1246893" y="1320293"/>
                </a:cubicBezTo>
                <a:cubicBezTo>
                  <a:pt x="1243083" y="1321817"/>
                  <a:pt x="1231399" y="1323468"/>
                  <a:pt x="1225176" y="1317753"/>
                </a:cubicBezTo>
                <a:cubicBezTo>
                  <a:pt x="1221493" y="1314451"/>
                  <a:pt x="1219842" y="1311657"/>
                  <a:pt x="1221874" y="1305053"/>
                </a:cubicBezTo>
                <a:cubicBezTo>
                  <a:pt x="1223525" y="1299592"/>
                  <a:pt x="1226065" y="1294766"/>
                  <a:pt x="1230383" y="1291083"/>
                </a:cubicBezTo>
                <a:cubicBezTo>
                  <a:pt x="1236098" y="1286384"/>
                  <a:pt x="1240035" y="1285368"/>
                  <a:pt x="1244988" y="1284225"/>
                </a:cubicBezTo>
                <a:cubicBezTo>
                  <a:pt x="1249433" y="1283336"/>
                  <a:pt x="1253497" y="1280415"/>
                  <a:pt x="1259847" y="1276224"/>
                </a:cubicBezTo>
                <a:cubicBezTo>
                  <a:pt x="1266959" y="1271652"/>
                  <a:pt x="1273309" y="1268350"/>
                  <a:pt x="1277119" y="1263778"/>
                </a:cubicBezTo>
                <a:cubicBezTo>
                  <a:pt x="1281183" y="1258698"/>
                  <a:pt x="1283723" y="1255142"/>
                  <a:pt x="1291343" y="1251586"/>
                </a:cubicBezTo>
                <a:close/>
                <a:moveTo>
                  <a:pt x="433585" y="1268604"/>
                </a:moveTo>
                <a:cubicBezTo>
                  <a:pt x="438665" y="1266699"/>
                  <a:pt x="443491" y="1270255"/>
                  <a:pt x="448063" y="1274700"/>
                </a:cubicBezTo>
                <a:cubicBezTo>
                  <a:pt x="454159" y="1280542"/>
                  <a:pt x="456953" y="1288543"/>
                  <a:pt x="454286" y="1294893"/>
                </a:cubicBezTo>
                <a:cubicBezTo>
                  <a:pt x="450857" y="1303148"/>
                  <a:pt x="444634" y="1301116"/>
                  <a:pt x="431807" y="1310514"/>
                </a:cubicBezTo>
                <a:cubicBezTo>
                  <a:pt x="421393" y="1318007"/>
                  <a:pt x="420123" y="1319531"/>
                  <a:pt x="410979" y="1322325"/>
                </a:cubicBezTo>
                <a:cubicBezTo>
                  <a:pt x="408312" y="1323214"/>
                  <a:pt x="399041" y="1328294"/>
                  <a:pt x="393072" y="1322452"/>
                </a:cubicBezTo>
                <a:cubicBezTo>
                  <a:pt x="386722" y="1316229"/>
                  <a:pt x="388119" y="1303910"/>
                  <a:pt x="394342" y="1298195"/>
                </a:cubicBezTo>
                <a:cubicBezTo>
                  <a:pt x="401454" y="1291845"/>
                  <a:pt x="399041" y="1285622"/>
                  <a:pt x="408185" y="1279907"/>
                </a:cubicBezTo>
                <a:cubicBezTo>
                  <a:pt x="413138" y="1276859"/>
                  <a:pt x="417456" y="1275970"/>
                  <a:pt x="420885" y="1274192"/>
                </a:cubicBezTo>
                <a:cubicBezTo>
                  <a:pt x="424568" y="1272414"/>
                  <a:pt x="428250" y="1270763"/>
                  <a:pt x="433585" y="1268604"/>
                </a:cubicBezTo>
                <a:close/>
                <a:moveTo>
                  <a:pt x="1107447" y="1281177"/>
                </a:moveTo>
                <a:cubicBezTo>
                  <a:pt x="1110622" y="1281050"/>
                  <a:pt x="1113035" y="1282066"/>
                  <a:pt x="1114686" y="1283336"/>
                </a:cubicBezTo>
                <a:cubicBezTo>
                  <a:pt x="1118496" y="1286384"/>
                  <a:pt x="1116464" y="1289559"/>
                  <a:pt x="1109606" y="1299846"/>
                </a:cubicBezTo>
                <a:cubicBezTo>
                  <a:pt x="1105923" y="1305434"/>
                  <a:pt x="1102240" y="1312419"/>
                  <a:pt x="1096652" y="1319277"/>
                </a:cubicBezTo>
                <a:cubicBezTo>
                  <a:pt x="1092080" y="1324865"/>
                  <a:pt x="1089794" y="1333501"/>
                  <a:pt x="1084333" y="1339597"/>
                </a:cubicBezTo>
                <a:cubicBezTo>
                  <a:pt x="1079126" y="1345312"/>
                  <a:pt x="1068966" y="1346455"/>
                  <a:pt x="1063505" y="1352170"/>
                </a:cubicBezTo>
                <a:cubicBezTo>
                  <a:pt x="1059949" y="1355980"/>
                  <a:pt x="1057155" y="1363346"/>
                  <a:pt x="1052075" y="1365251"/>
                </a:cubicBezTo>
                <a:cubicBezTo>
                  <a:pt x="1045217" y="1367918"/>
                  <a:pt x="1037089" y="1365886"/>
                  <a:pt x="1035184" y="1361695"/>
                </a:cubicBezTo>
                <a:lnTo>
                  <a:pt x="1035311" y="1361695"/>
                </a:lnTo>
                <a:cubicBezTo>
                  <a:pt x="1033787" y="1358520"/>
                  <a:pt x="1033152" y="1352551"/>
                  <a:pt x="1035311" y="1347217"/>
                </a:cubicBezTo>
                <a:cubicBezTo>
                  <a:pt x="1036962" y="1343280"/>
                  <a:pt x="1043820" y="1341756"/>
                  <a:pt x="1046614" y="1337946"/>
                </a:cubicBezTo>
                <a:cubicBezTo>
                  <a:pt x="1052964" y="1329056"/>
                  <a:pt x="1059568" y="1319912"/>
                  <a:pt x="1062362" y="1316991"/>
                </a:cubicBezTo>
                <a:cubicBezTo>
                  <a:pt x="1067061" y="1311911"/>
                  <a:pt x="1073792" y="1307593"/>
                  <a:pt x="1079761" y="1302259"/>
                </a:cubicBezTo>
                <a:cubicBezTo>
                  <a:pt x="1085603" y="1297052"/>
                  <a:pt x="1090048" y="1289686"/>
                  <a:pt x="1095763" y="1285749"/>
                </a:cubicBezTo>
                <a:cubicBezTo>
                  <a:pt x="1100335" y="1282574"/>
                  <a:pt x="1104272" y="1281431"/>
                  <a:pt x="1107447" y="1281177"/>
                </a:cubicBezTo>
                <a:close/>
                <a:moveTo>
                  <a:pt x="1763021" y="1320928"/>
                </a:moveTo>
                <a:cubicBezTo>
                  <a:pt x="1772419" y="1317880"/>
                  <a:pt x="1778896" y="1319658"/>
                  <a:pt x="1782706" y="1323214"/>
                </a:cubicBezTo>
                <a:cubicBezTo>
                  <a:pt x="1787913" y="1328040"/>
                  <a:pt x="1785881" y="1337692"/>
                  <a:pt x="1781182" y="1345566"/>
                </a:cubicBezTo>
                <a:cubicBezTo>
                  <a:pt x="1776229" y="1354075"/>
                  <a:pt x="1771276" y="1358901"/>
                  <a:pt x="1763021" y="1362457"/>
                </a:cubicBezTo>
                <a:cubicBezTo>
                  <a:pt x="1756671" y="1365124"/>
                  <a:pt x="1748035" y="1366140"/>
                  <a:pt x="1740542" y="1373887"/>
                </a:cubicBezTo>
                <a:cubicBezTo>
                  <a:pt x="1736351" y="1378332"/>
                  <a:pt x="1736859" y="1384936"/>
                  <a:pt x="1734446" y="1388111"/>
                </a:cubicBezTo>
                <a:cubicBezTo>
                  <a:pt x="1730890" y="1392683"/>
                  <a:pt x="1725556" y="1393699"/>
                  <a:pt x="1720476" y="1394715"/>
                </a:cubicBezTo>
                <a:cubicBezTo>
                  <a:pt x="1714380" y="1395985"/>
                  <a:pt x="1708538" y="1393699"/>
                  <a:pt x="1705744" y="1389000"/>
                </a:cubicBezTo>
                <a:cubicBezTo>
                  <a:pt x="1702950" y="1384428"/>
                  <a:pt x="1703458" y="1378967"/>
                  <a:pt x="1705617" y="1373379"/>
                </a:cubicBezTo>
                <a:cubicBezTo>
                  <a:pt x="1707903" y="1367791"/>
                  <a:pt x="1712475" y="1363092"/>
                  <a:pt x="1714380" y="1360171"/>
                </a:cubicBezTo>
                <a:cubicBezTo>
                  <a:pt x="1718190" y="1354456"/>
                  <a:pt x="1723016" y="1349376"/>
                  <a:pt x="1728223" y="1344550"/>
                </a:cubicBezTo>
                <a:cubicBezTo>
                  <a:pt x="1733557" y="1339597"/>
                  <a:pt x="1738002" y="1333755"/>
                  <a:pt x="1743717" y="1330199"/>
                </a:cubicBezTo>
                <a:cubicBezTo>
                  <a:pt x="1750321" y="1326135"/>
                  <a:pt x="1757052" y="1322833"/>
                  <a:pt x="1763021" y="1320928"/>
                </a:cubicBezTo>
                <a:close/>
                <a:moveTo>
                  <a:pt x="932314" y="1323849"/>
                </a:moveTo>
                <a:cubicBezTo>
                  <a:pt x="935235" y="1326389"/>
                  <a:pt x="937648" y="1333882"/>
                  <a:pt x="936886" y="1339470"/>
                </a:cubicBezTo>
                <a:cubicBezTo>
                  <a:pt x="936251" y="1344042"/>
                  <a:pt x="930790" y="1348106"/>
                  <a:pt x="928377" y="1351916"/>
                </a:cubicBezTo>
                <a:cubicBezTo>
                  <a:pt x="925583" y="1356361"/>
                  <a:pt x="923678" y="1361187"/>
                  <a:pt x="919868" y="1363727"/>
                </a:cubicBezTo>
                <a:cubicBezTo>
                  <a:pt x="916058" y="1366140"/>
                  <a:pt x="909454" y="1363854"/>
                  <a:pt x="904882" y="1366013"/>
                </a:cubicBezTo>
                <a:cubicBezTo>
                  <a:pt x="898151" y="1369188"/>
                  <a:pt x="892436" y="1375792"/>
                  <a:pt x="884054" y="1384301"/>
                </a:cubicBezTo>
                <a:cubicBezTo>
                  <a:pt x="879355" y="1389000"/>
                  <a:pt x="875418" y="1392302"/>
                  <a:pt x="872370" y="1395477"/>
                </a:cubicBezTo>
                <a:cubicBezTo>
                  <a:pt x="868052" y="1399922"/>
                  <a:pt x="865639" y="1405383"/>
                  <a:pt x="860178" y="1406653"/>
                </a:cubicBezTo>
                <a:cubicBezTo>
                  <a:pt x="853701" y="1408304"/>
                  <a:pt x="842779" y="1406907"/>
                  <a:pt x="839985" y="1402208"/>
                </a:cubicBezTo>
                <a:lnTo>
                  <a:pt x="839858" y="1402208"/>
                </a:lnTo>
                <a:cubicBezTo>
                  <a:pt x="837191" y="1397636"/>
                  <a:pt x="846970" y="1391286"/>
                  <a:pt x="849510" y="1385444"/>
                </a:cubicBezTo>
                <a:cubicBezTo>
                  <a:pt x="852050" y="1379475"/>
                  <a:pt x="852558" y="1372363"/>
                  <a:pt x="854717" y="1369188"/>
                </a:cubicBezTo>
                <a:cubicBezTo>
                  <a:pt x="859162" y="1362965"/>
                  <a:pt x="861829" y="1354456"/>
                  <a:pt x="867544" y="1349249"/>
                </a:cubicBezTo>
                <a:cubicBezTo>
                  <a:pt x="873259" y="1343915"/>
                  <a:pt x="883292" y="1344169"/>
                  <a:pt x="889642" y="1340105"/>
                </a:cubicBezTo>
                <a:cubicBezTo>
                  <a:pt x="896754" y="1335533"/>
                  <a:pt x="903485" y="1333120"/>
                  <a:pt x="909835" y="1330707"/>
                </a:cubicBezTo>
                <a:cubicBezTo>
                  <a:pt x="919995" y="1327024"/>
                  <a:pt x="928377" y="1320420"/>
                  <a:pt x="932314" y="1323849"/>
                </a:cubicBezTo>
                <a:close/>
                <a:moveTo>
                  <a:pt x="1595127" y="1334136"/>
                </a:moveTo>
                <a:cubicBezTo>
                  <a:pt x="1599064" y="1333374"/>
                  <a:pt x="1603001" y="1333755"/>
                  <a:pt x="1605795" y="1335406"/>
                </a:cubicBezTo>
                <a:cubicBezTo>
                  <a:pt x="1609732" y="1337692"/>
                  <a:pt x="1610367" y="1342264"/>
                  <a:pt x="1610621" y="1347725"/>
                </a:cubicBezTo>
                <a:cubicBezTo>
                  <a:pt x="1610875" y="1352424"/>
                  <a:pt x="1610621" y="1357377"/>
                  <a:pt x="1609097" y="1361695"/>
                </a:cubicBezTo>
                <a:cubicBezTo>
                  <a:pt x="1606303" y="1368934"/>
                  <a:pt x="1604017" y="1373633"/>
                  <a:pt x="1597159" y="1378586"/>
                </a:cubicBezTo>
                <a:cubicBezTo>
                  <a:pt x="1592968" y="1381634"/>
                  <a:pt x="1587253" y="1384555"/>
                  <a:pt x="1581157" y="1391159"/>
                </a:cubicBezTo>
                <a:cubicBezTo>
                  <a:pt x="1575569" y="1397255"/>
                  <a:pt x="1569600" y="1399541"/>
                  <a:pt x="1566806" y="1403478"/>
                </a:cubicBezTo>
                <a:cubicBezTo>
                  <a:pt x="1563377" y="1408558"/>
                  <a:pt x="1561599" y="1412114"/>
                  <a:pt x="1555122" y="1416432"/>
                </a:cubicBezTo>
                <a:cubicBezTo>
                  <a:pt x="1551693" y="1418718"/>
                  <a:pt x="1538739" y="1431164"/>
                  <a:pt x="1531373" y="1426846"/>
                </a:cubicBezTo>
                <a:cubicBezTo>
                  <a:pt x="1527182" y="1424306"/>
                  <a:pt x="1527944" y="1415797"/>
                  <a:pt x="1528579" y="1408939"/>
                </a:cubicBezTo>
                <a:cubicBezTo>
                  <a:pt x="1529214" y="1403351"/>
                  <a:pt x="1531246" y="1398144"/>
                  <a:pt x="1534802" y="1393699"/>
                </a:cubicBezTo>
                <a:cubicBezTo>
                  <a:pt x="1539501" y="1387857"/>
                  <a:pt x="1540644" y="1381761"/>
                  <a:pt x="1545724" y="1379983"/>
                </a:cubicBezTo>
                <a:cubicBezTo>
                  <a:pt x="1550296" y="1378332"/>
                  <a:pt x="1556011" y="1379094"/>
                  <a:pt x="1561345" y="1373887"/>
                </a:cubicBezTo>
                <a:cubicBezTo>
                  <a:pt x="1567441" y="1367918"/>
                  <a:pt x="1573664" y="1363473"/>
                  <a:pt x="1576458" y="1358266"/>
                </a:cubicBezTo>
                <a:cubicBezTo>
                  <a:pt x="1579506" y="1352551"/>
                  <a:pt x="1577220" y="1343788"/>
                  <a:pt x="1583824" y="1338835"/>
                </a:cubicBezTo>
                <a:cubicBezTo>
                  <a:pt x="1586999" y="1336422"/>
                  <a:pt x="1591063" y="1334771"/>
                  <a:pt x="1595127" y="1334136"/>
                </a:cubicBezTo>
                <a:close/>
                <a:moveTo>
                  <a:pt x="743465" y="1367283"/>
                </a:moveTo>
                <a:cubicBezTo>
                  <a:pt x="744989" y="1366648"/>
                  <a:pt x="746386" y="1367029"/>
                  <a:pt x="748164" y="1369696"/>
                </a:cubicBezTo>
                <a:cubicBezTo>
                  <a:pt x="751593" y="1374649"/>
                  <a:pt x="747529" y="1377443"/>
                  <a:pt x="744227" y="1383031"/>
                </a:cubicBezTo>
                <a:cubicBezTo>
                  <a:pt x="740544" y="1389127"/>
                  <a:pt x="737750" y="1395985"/>
                  <a:pt x="735972" y="1398398"/>
                </a:cubicBezTo>
                <a:cubicBezTo>
                  <a:pt x="734575" y="1400430"/>
                  <a:pt x="729114" y="1407161"/>
                  <a:pt x="720732" y="1415416"/>
                </a:cubicBezTo>
                <a:cubicBezTo>
                  <a:pt x="715779" y="1420242"/>
                  <a:pt x="710318" y="1425703"/>
                  <a:pt x="703333" y="1430275"/>
                </a:cubicBezTo>
                <a:cubicBezTo>
                  <a:pt x="697110" y="1434466"/>
                  <a:pt x="689871" y="1435990"/>
                  <a:pt x="682124" y="1438530"/>
                </a:cubicBezTo>
                <a:cubicBezTo>
                  <a:pt x="676663" y="1440308"/>
                  <a:pt x="664725" y="1449198"/>
                  <a:pt x="662058" y="1445261"/>
                </a:cubicBezTo>
                <a:lnTo>
                  <a:pt x="662185" y="1445134"/>
                </a:lnTo>
                <a:cubicBezTo>
                  <a:pt x="658629" y="1439800"/>
                  <a:pt x="661423" y="1432053"/>
                  <a:pt x="664979" y="1428243"/>
                </a:cubicBezTo>
                <a:cubicBezTo>
                  <a:pt x="668027" y="1424687"/>
                  <a:pt x="673488" y="1422655"/>
                  <a:pt x="676409" y="1418718"/>
                </a:cubicBezTo>
                <a:cubicBezTo>
                  <a:pt x="679457" y="1414273"/>
                  <a:pt x="685045" y="1409447"/>
                  <a:pt x="690887" y="1402970"/>
                </a:cubicBezTo>
                <a:cubicBezTo>
                  <a:pt x="695205" y="1398144"/>
                  <a:pt x="700793" y="1394334"/>
                  <a:pt x="707270" y="1389635"/>
                </a:cubicBezTo>
                <a:cubicBezTo>
                  <a:pt x="712604" y="1385825"/>
                  <a:pt x="716541" y="1378840"/>
                  <a:pt x="723780" y="1375665"/>
                </a:cubicBezTo>
                <a:cubicBezTo>
                  <a:pt x="727209" y="1374014"/>
                  <a:pt x="733940" y="1374141"/>
                  <a:pt x="738004" y="1371220"/>
                </a:cubicBezTo>
                <a:cubicBezTo>
                  <a:pt x="740290" y="1369569"/>
                  <a:pt x="741941" y="1367791"/>
                  <a:pt x="743465" y="1367283"/>
                </a:cubicBezTo>
                <a:close/>
                <a:moveTo>
                  <a:pt x="1415549" y="1394207"/>
                </a:moveTo>
                <a:cubicBezTo>
                  <a:pt x="1420883" y="1391921"/>
                  <a:pt x="1427233" y="1392937"/>
                  <a:pt x="1429900" y="1398779"/>
                </a:cubicBezTo>
                <a:cubicBezTo>
                  <a:pt x="1432313" y="1404240"/>
                  <a:pt x="1432186" y="1413130"/>
                  <a:pt x="1427995" y="1418083"/>
                </a:cubicBezTo>
                <a:cubicBezTo>
                  <a:pt x="1423423" y="1423544"/>
                  <a:pt x="1413898" y="1425195"/>
                  <a:pt x="1411866" y="1427227"/>
                </a:cubicBezTo>
                <a:cubicBezTo>
                  <a:pt x="1410088" y="1429005"/>
                  <a:pt x="1405008" y="1437514"/>
                  <a:pt x="1395356" y="1444118"/>
                </a:cubicBezTo>
                <a:cubicBezTo>
                  <a:pt x="1389641" y="1448055"/>
                  <a:pt x="1383291" y="1454786"/>
                  <a:pt x="1375544" y="1458088"/>
                </a:cubicBezTo>
                <a:cubicBezTo>
                  <a:pt x="1368686" y="1461009"/>
                  <a:pt x="1359542" y="1460501"/>
                  <a:pt x="1351541" y="1461644"/>
                </a:cubicBezTo>
                <a:cubicBezTo>
                  <a:pt x="1345826" y="1462533"/>
                  <a:pt x="1330205" y="1464311"/>
                  <a:pt x="1328300" y="1459866"/>
                </a:cubicBezTo>
                <a:lnTo>
                  <a:pt x="1328173" y="1459866"/>
                </a:lnTo>
                <a:cubicBezTo>
                  <a:pt x="1325506" y="1453897"/>
                  <a:pt x="1331856" y="1448563"/>
                  <a:pt x="1336428" y="1445261"/>
                </a:cubicBezTo>
                <a:cubicBezTo>
                  <a:pt x="1340365" y="1442340"/>
                  <a:pt x="1346715" y="1441070"/>
                  <a:pt x="1350144" y="1437641"/>
                </a:cubicBezTo>
                <a:cubicBezTo>
                  <a:pt x="1354081" y="1433831"/>
                  <a:pt x="1360558" y="1430910"/>
                  <a:pt x="1367543" y="1425576"/>
                </a:cubicBezTo>
                <a:cubicBezTo>
                  <a:pt x="1372623" y="1421639"/>
                  <a:pt x="1374274" y="1411352"/>
                  <a:pt x="1381386" y="1407923"/>
                </a:cubicBezTo>
                <a:cubicBezTo>
                  <a:pt x="1387355" y="1405002"/>
                  <a:pt x="1395229" y="1405637"/>
                  <a:pt x="1402849" y="1403732"/>
                </a:cubicBezTo>
                <a:cubicBezTo>
                  <a:pt x="1406659" y="1402843"/>
                  <a:pt x="1410596" y="1396239"/>
                  <a:pt x="1415549" y="1394207"/>
                </a:cubicBezTo>
                <a:close/>
                <a:moveTo>
                  <a:pt x="1222509" y="1406653"/>
                </a:moveTo>
                <a:cubicBezTo>
                  <a:pt x="1227335" y="1410971"/>
                  <a:pt x="1221366" y="1422020"/>
                  <a:pt x="1217683" y="1432053"/>
                </a:cubicBezTo>
                <a:cubicBezTo>
                  <a:pt x="1215270" y="1438530"/>
                  <a:pt x="1214254" y="1447039"/>
                  <a:pt x="1209047" y="1454278"/>
                </a:cubicBezTo>
                <a:cubicBezTo>
                  <a:pt x="1204602" y="1460374"/>
                  <a:pt x="1199141" y="1466470"/>
                  <a:pt x="1193045" y="1472185"/>
                </a:cubicBezTo>
                <a:cubicBezTo>
                  <a:pt x="1187457" y="1477773"/>
                  <a:pt x="1182885" y="1485520"/>
                  <a:pt x="1176154" y="1489965"/>
                </a:cubicBezTo>
                <a:cubicBezTo>
                  <a:pt x="1172217" y="1492505"/>
                  <a:pt x="1163708" y="1490600"/>
                  <a:pt x="1157866" y="1492632"/>
                </a:cubicBezTo>
                <a:cubicBezTo>
                  <a:pt x="1151262" y="1495045"/>
                  <a:pt x="1146563" y="1497331"/>
                  <a:pt x="1143007" y="1494029"/>
                </a:cubicBezTo>
                <a:cubicBezTo>
                  <a:pt x="1138054" y="1489330"/>
                  <a:pt x="1138308" y="1478408"/>
                  <a:pt x="1142118" y="1470661"/>
                </a:cubicBezTo>
                <a:cubicBezTo>
                  <a:pt x="1145166" y="1464565"/>
                  <a:pt x="1151135" y="1462025"/>
                  <a:pt x="1156088" y="1458215"/>
                </a:cubicBezTo>
                <a:cubicBezTo>
                  <a:pt x="1160533" y="1454786"/>
                  <a:pt x="1163581" y="1448817"/>
                  <a:pt x="1169296" y="1444753"/>
                </a:cubicBezTo>
                <a:cubicBezTo>
                  <a:pt x="1175773" y="1440054"/>
                  <a:pt x="1182377" y="1437133"/>
                  <a:pt x="1186949" y="1432688"/>
                </a:cubicBezTo>
                <a:cubicBezTo>
                  <a:pt x="1193045" y="1426719"/>
                  <a:pt x="1198633" y="1422147"/>
                  <a:pt x="1202570" y="1417829"/>
                </a:cubicBezTo>
                <a:cubicBezTo>
                  <a:pt x="1209809" y="1409828"/>
                  <a:pt x="1217048" y="1401446"/>
                  <a:pt x="1222509" y="1406653"/>
                </a:cubicBezTo>
                <a:close/>
                <a:moveTo>
                  <a:pt x="542297" y="1407669"/>
                </a:moveTo>
                <a:cubicBezTo>
                  <a:pt x="550552" y="1405510"/>
                  <a:pt x="559061" y="1407034"/>
                  <a:pt x="563125" y="1411098"/>
                </a:cubicBezTo>
                <a:cubicBezTo>
                  <a:pt x="568078" y="1416178"/>
                  <a:pt x="570110" y="1428243"/>
                  <a:pt x="567570" y="1434466"/>
                </a:cubicBezTo>
                <a:cubicBezTo>
                  <a:pt x="564776" y="1441070"/>
                  <a:pt x="556521" y="1439927"/>
                  <a:pt x="550298" y="1441832"/>
                </a:cubicBezTo>
                <a:cubicBezTo>
                  <a:pt x="545599" y="1443229"/>
                  <a:pt x="540900" y="1446531"/>
                  <a:pt x="535947" y="1452373"/>
                </a:cubicBezTo>
                <a:cubicBezTo>
                  <a:pt x="529216" y="1460120"/>
                  <a:pt x="528708" y="1464819"/>
                  <a:pt x="521977" y="1465073"/>
                </a:cubicBezTo>
                <a:cubicBezTo>
                  <a:pt x="517278" y="1465200"/>
                  <a:pt x="511690" y="1464184"/>
                  <a:pt x="508642" y="1459485"/>
                </a:cubicBezTo>
                <a:lnTo>
                  <a:pt x="508769" y="1459485"/>
                </a:lnTo>
                <a:cubicBezTo>
                  <a:pt x="502800" y="1450468"/>
                  <a:pt x="510928" y="1440181"/>
                  <a:pt x="513214" y="1435609"/>
                </a:cubicBezTo>
                <a:cubicBezTo>
                  <a:pt x="516516" y="1429259"/>
                  <a:pt x="517913" y="1421639"/>
                  <a:pt x="523374" y="1417448"/>
                </a:cubicBezTo>
                <a:cubicBezTo>
                  <a:pt x="529216" y="1412876"/>
                  <a:pt x="536201" y="1409320"/>
                  <a:pt x="542297" y="1407669"/>
                </a:cubicBezTo>
                <a:close/>
                <a:moveTo>
                  <a:pt x="1869955" y="1461136"/>
                </a:moveTo>
                <a:cubicBezTo>
                  <a:pt x="1871860" y="1461263"/>
                  <a:pt x="1873765" y="1462279"/>
                  <a:pt x="1875416" y="1464819"/>
                </a:cubicBezTo>
                <a:cubicBezTo>
                  <a:pt x="1878464" y="1469391"/>
                  <a:pt x="1873892" y="1474471"/>
                  <a:pt x="1872368" y="1478662"/>
                </a:cubicBezTo>
                <a:cubicBezTo>
                  <a:pt x="1870336" y="1484250"/>
                  <a:pt x="1868939" y="1489838"/>
                  <a:pt x="1867669" y="1491870"/>
                </a:cubicBezTo>
                <a:cubicBezTo>
                  <a:pt x="1866272" y="1494029"/>
                  <a:pt x="1858017" y="1501014"/>
                  <a:pt x="1847603" y="1508634"/>
                </a:cubicBezTo>
                <a:cubicBezTo>
                  <a:pt x="1841253" y="1513206"/>
                  <a:pt x="1833887" y="1517016"/>
                  <a:pt x="1824362" y="1518540"/>
                </a:cubicBezTo>
                <a:cubicBezTo>
                  <a:pt x="1819917" y="1519302"/>
                  <a:pt x="1808360" y="1524001"/>
                  <a:pt x="1805693" y="1519937"/>
                </a:cubicBezTo>
                <a:cubicBezTo>
                  <a:pt x="1799089" y="1509777"/>
                  <a:pt x="1814075" y="1505459"/>
                  <a:pt x="1818393" y="1498982"/>
                </a:cubicBezTo>
                <a:cubicBezTo>
                  <a:pt x="1821568" y="1494283"/>
                  <a:pt x="1823092" y="1484631"/>
                  <a:pt x="1830839" y="1478154"/>
                </a:cubicBezTo>
                <a:cubicBezTo>
                  <a:pt x="1836173" y="1473836"/>
                  <a:pt x="1844555" y="1473074"/>
                  <a:pt x="1853572" y="1470407"/>
                </a:cubicBezTo>
                <a:cubicBezTo>
                  <a:pt x="1857890" y="1469264"/>
                  <a:pt x="1864240" y="1461009"/>
                  <a:pt x="1869955" y="1461136"/>
                </a:cubicBezTo>
                <a:close/>
                <a:moveTo>
                  <a:pt x="1711840" y="1466978"/>
                </a:moveTo>
                <a:cubicBezTo>
                  <a:pt x="1717936" y="1470534"/>
                  <a:pt x="1715015" y="1485393"/>
                  <a:pt x="1711586" y="1494664"/>
                </a:cubicBezTo>
                <a:cubicBezTo>
                  <a:pt x="1707776" y="1504697"/>
                  <a:pt x="1700537" y="1506983"/>
                  <a:pt x="1692536" y="1512825"/>
                </a:cubicBezTo>
                <a:cubicBezTo>
                  <a:pt x="1689234" y="1515238"/>
                  <a:pt x="1687202" y="1520318"/>
                  <a:pt x="1683519" y="1524001"/>
                </a:cubicBezTo>
                <a:cubicBezTo>
                  <a:pt x="1680598" y="1526795"/>
                  <a:pt x="1680217" y="1532129"/>
                  <a:pt x="1677423" y="1536574"/>
                </a:cubicBezTo>
                <a:cubicBezTo>
                  <a:pt x="1673740" y="1542162"/>
                  <a:pt x="1670184" y="1545972"/>
                  <a:pt x="1668279" y="1550036"/>
                </a:cubicBezTo>
                <a:cubicBezTo>
                  <a:pt x="1665612" y="1555878"/>
                  <a:pt x="1662310" y="1559180"/>
                  <a:pt x="1657230" y="1561593"/>
                </a:cubicBezTo>
                <a:cubicBezTo>
                  <a:pt x="1651134" y="1564514"/>
                  <a:pt x="1645292" y="1562863"/>
                  <a:pt x="1641609" y="1558799"/>
                </a:cubicBezTo>
                <a:lnTo>
                  <a:pt x="1641482" y="1558799"/>
                </a:lnTo>
                <a:cubicBezTo>
                  <a:pt x="1637926" y="1554862"/>
                  <a:pt x="1636148" y="1549401"/>
                  <a:pt x="1637545" y="1543178"/>
                </a:cubicBezTo>
                <a:cubicBezTo>
                  <a:pt x="1638815" y="1536955"/>
                  <a:pt x="1643895" y="1531113"/>
                  <a:pt x="1645419" y="1527684"/>
                </a:cubicBezTo>
                <a:cubicBezTo>
                  <a:pt x="1648467" y="1520572"/>
                  <a:pt x="1646562" y="1510031"/>
                  <a:pt x="1651261" y="1503681"/>
                </a:cubicBezTo>
                <a:cubicBezTo>
                  <a:pt x="1655833" y="1497204"/>
                  <a:pt x="1665485" y="1494537"/>
                  <a:pt x="1670819" y="1489330"/>
                </a:cubicBezTo>
                <a:cubicBezTo>
                  <a:pt x="1676915" y="1483361"/>
                  <a:pt x="1684281" y="1480313"/>
                  <a:pt x="1690123" y="1476757"/>
                </a:cubicBezTo>
                <a:cubicBezTo>
                  <a:pt x="1699267" y="1471042"/>
                  <a:pt x="1707268" y="1464311"/>
                  <a:pt x="1711840" y="1466978"/>
                </a:cubicBezTo>
                <a:close/>
                <a:moveTo>
                  <a:pt x="1029342" y="1467232"/>
                </a:moveTo>
                <a:cubicBezTo>
                  <a:pt x="1034168" y="1465962"/>
                  <a:pt x="1035311" y="1467486"/>
                  <a:pt x="1037724" y="1473201"/>
                </a:cubicBezTo>
                <a:cubicBezTo>
                  <a:pt x="1040137" y="1478789"/>
                  <a:pt x="1041661" y="1481583"/>
                  <a:pt x="1037343" y="1486282"/>
                </a:cubicBezTo>
                <a:cubicBezTo>
                  <a:pt x="1032517" y="1491616"/>
                  <a:pt x="1025278" y="1494791"/>
                  <a:pt x="1023119" y="1496823"/>
                </a:cubicBezTo>
                <a:cubicBezTo>
                  <a:pt x="1021341" y="1498601"/>
                  <a:pt x="1017658" y="1508634"/>
                  <a:pt x="1007752" y="1514984"/>
                </a:cubicBezTo>
                <a:cubicBezTo>
                  <a:pt x="1002037" y="1518794"/>
                  <a:pt x="992639" y="1518032"/>
                  <a:pt x="984765" y="1521207"/>
                </a:cubicBezTo>
                <a:cubicBezTo>
                  <a:pt x="977907" y="1523874"/>
                  <a:pt x="971049" y="1526287"/>
                  <a:pt x="963048" y="1527303"/>
                </a:cubicBezTo>
                <a:cubicBezTo>
                  <a:pt x="957206" y="1527938"/>
                  <a:pt x="945268" y="1532129"/>
                  <a:pt x="943490" y="1527684"/>
                </a:cubicBezTo>
                <a:cubicBezTo>
                  <a:pt x="941077" y="1521715"/>
                  <a:pt x="947046" y="1517397"/>
                  <a:pt x="950602" y="1514476"/>
                </a:cubicBezTo>
                <a:cubicBezTo>
                  <a:pt x="953777" y="1511809"/>
                  <a:pt x="956317" y="1507364"/>
                  <a:pt x="959873" y="1504062"/>
                </a:cubicBezTo>
                <a:cubicBezTo>
                  <a:pt x="963810" y="1500379"/>
                  <a:pt x="968001" y="1493267"/>
                  <a:pt x="974986" y="1488060"/>
                </a:cubicBezTo>
                <a:cubicBezTo>
                  <a:pt x="980193" y="1484250"/>
                  <a:pt x="990607" y="1488187"/>
                  <a:pt x="997846" y="1484885"/>
                </a:cubicBezTo>
                <a:cubicBezTo>
                  <a:pt x="1003815" y="1482218"/>
                  <a:pt x="1008641" y="1475614"/>
                  <a:pt x="1016261" y="1473836"/>
                </a:cubicBezTo>
                <a:cubicBezTo>
                  <a:pt x="1020198" y="1472947"/>
                  <a:pt x="1024770" y="1468502"/>
                  <a:pt x="1029342" y="1467232"/>
                </a:cubicBezTo>
                <a:close/>
                <a:moveTo>
                  <a:pt x="841255" y="1495045"/>
                </a:moveTo>
                <a:cubicBezTo>
                  <a:pt x="843287" y="1493267"/>
                  <a:pt x="845446" y="1493140"/>
                  <a:pt x="848367" y="1495426"/>
                </a:cubicBezTo>
                <a:cubicBezTo>
                  <a:pt x="853574" y="1499363"/>
                  <a:pt x="852304" y="1506729"/>
                  <a:pt x="849510" y="1517016"/>
                </a:cubicBezTo>
                <a:cubicBezTo>
                  <a:pt x="847605" y="1523620"/>
                  <a:pt x="844938" y="1530859"/>
                  <a:pt x="840366" y="1538606"/>
                </a:cubicBezTo>
                <a:cubicBezTo>
                  <a:pt x="836556" y="1545083"/>
                  <a:pt x="836556" y="1555624"/>
                  <a:pt x="831095" y="1561847"/>
                </a:cubicBezTo>
                <a:cubicBezTo>
                  <a:pt x="825888" y="1567816"/>
                  <a:pt x="816363" y="1570102"/>
                  <a:pt x="810140" y="1575055"/>
                </a:cubicBezTo>
                <a:cubicBezTo>
                  <a:pt x="806457" y="1577976"/>
                  <a:pt x="800234" y="1580008"/>
                  <a:pt x="794646" y="1582675"/>
                </a:cubicBezTo>
                <a:cubicBezTo>
                  <a:pt x="788296" y="1585596"/>
                  <a:pt x="784867" y="1586612"/>
                  <a:pt x="781057" y="1583564"/>
                </a:cubicBezTo>
                <a:cubicBezTo>
                  <a:pt x="775723" y="1579246"/>
                  <a:pt x="775088" y="1570356"/>
                  <a:pt x="778263" y="1562355"/>
                </a:cubicBezTo>
                <a:lnTo>
                  <a:pt x="778136" y="1562355"/>
                </a:lnTo>
                <a:cubicBezTo>
                  <a:pt x="780676" y="1556005"/>
                  <a:pt x="782454" y="1549401"/>
                  <a:pt x="787026" y="1545210"/>
                </a:cubicBezTo>
                <a:cubicBezTo>
                  <a:pt x="791217" y="1541527"/>
                  <a:pt x="797567" y="1539495"/>
                  <a:pt x="802901" y="1534923"/>
                </a:cubicBezTo>
                <a:cubicBezTo>
                  <a:pt x="808997" y="1529716"/>
                  <a:pt x="816744" y="1527303"/>
                  <a:pt x="820935" y="1522350"/>
                </a:cubicBezTo>
                <a:cubicBezTo>
                  <a:pt x="826523" y="1516000"/>
                  <a:pt x="830079" y="1509396"/>
                  <a:pt x="833635" y="1504697"/>
                </a:cubicBezTo>
                <a:cubicBezTo>
                  <a:pt x="836937" y="1500379"/>
                  <a:pt x="839096" y="1496950"/>
                  <a:pt x="841255" y="1495045"/>
                </a:cubicBezTo>
                <a:close/>
                <a:moveTo>
                  <a:pt x="1509910" y="1516889"/>
                </a:moveTo>
                <a:cubicBezTo>
                  <a:pt x="1515879" y="1514095"/>
                  <a:pt x="1523372" y="1514603"/>
                  <a:pt x="1526674" y="1516889"/>
                </a:cubicBezTo>
                <a:cubicBezTo>
                  <a:pt x="1529722" y="1519048"/>
                  <a:pt x="1532389" y="1525144"/>
                  <a:pt x="1531500" y="1530605"/>
                </a:cubicBezTo>
                <a:cubicBezTo>
                  <a:pt x="1530611" y="1535685"/>
                  <a:pt x="1525658" y="1539749"/>
                  <a:pt x="1523245" y="1542543"/>
                </a:cubicBezTo>
                <a:cubicBezTo>
                  <a:pt x="1519181" y="1547242"/>
                  <a:pt x="1514355" y="1552449"/>
                  <a:pt x="1508767" y="1557402"/>
                </a:cubicBezTo>
                <a:cubicBezTo>
                  <a:pt x="1503687" y="1561974"/>
                  <a:pt x="1497337" y="1565403"/>
                  <a:pt x="1491749" y="1569594"/>
                </a:cubicBezTo>
                <a:cubicBezTo>
                  <a:pt x="1486034" y="1573785"/>
                  <a:pt x="1479176" y="1575944"/>
                  <a:pt x="1473461" y="1579373"/>
                </a:cubicBezTo>
                <a:cubicBezTo>
                  <a:pt x="1466730" y="1583310"/>
                  <a:pt x="1461269" y="1586866"/>
                  <a:pt x="1455554" y="1588644"/>
                </a:cubicBezTo>
                <a:cubicBezTo>
                  <a:pt x="1446537" y="1591565"/>
                  <a:pt x="1437901" y="1595248"/>
                  <a:pt x="1434980" y="1589787"/>
                </a:cubicBezTo>
                <a:cubicBezTo>
                  <a:pt x="1433075" y="1586231"/>
                  <a:pt x="1437393" y="1576579"/>
                  <a:pt x="1444124" y="1568705"/>
                </a:cubicBezTo>
                <a:cubicBezTo>
                  <a:pt x="1448188" y="1564133"/>
                  <a:pt x="1453522" y="1559053"/>
                  <a:pt x="1459237" y="1553973"/>
                </a:cubicBezTo>
                <a:cubicBezTo>
                  <a:pt x="1464190" y="1549528"/>
                  <a:pt x="1469778" y="1545083"/>
                  <a:pt x="1475366" y="1540765"/>
                </a:cubicBezTo>
                <a:cubicBezTo>
                  <a:pt x="1480954" y="1536447"/>
                  <a:pt x="1489717" y="1536701"/>
                  <a:pt x="1495305" y="1533018"/>
                </a:cubicBezTo>
                <a:cubicBezTo>
                  <a:pt x="1501655" y="1528700"/>
                  <a:pt x="1504703" y="1519556"/>
                  <a:pt x="1510037" y="1517016"/>
                </a:cubicBezTo>
                <a:lnTo>
                  <a:pt x="1509910" y="1516889"/>
                </a:lnTo>
                <a:close/>
                <a:moveTo>
                  <a:pt x="677552" y="1522350"/>
                </a:moveTo>
                <a:cubicBezTo>
                  <a:pt x="681997" y="1520826"/>
                  <a:pt x="688601" y="1522350"/>
                  <a:pt x="693173" y="1526922"/>
                </a:cubicBezTo>
                <a:cubicBezTo>
                  <a:pt x="699015" y="1532764"/>
                  <a:pt x="697618" y="1541781"/>
                  <a:pt x="695713" y="1547623"/>
                </a:cubicBezTo>
                <a:cubicBezTo>
                  <a:pt x="693046" y="1555243"/>
                  <a:pt x="694062" y="1559180"/>
                  <a:pt x="683013" y="1567181"/>
                </a:cubicBezTo>
                <a:cubicBezTo>
                  <a:pt x="674123" y="1573531"/>
                  <a:pt x="670059" y="1574166"/>
                  <a:pt x="661931" y="1576198"/>
                </a:cubicBezTo>
                <a:lnTo>
                  <a:pt x="661804" y="1576198"/>
                </a:lnTo>
                <a:cubicBezTo>
                  <a:pt x="659391" y="1576706"/>
                  <a:pt x="648342" y="1577976"/>
                  <a:pt x="642500" y="1572007"/>
                </a:cubicBezTo>
                <a:cubicBezTo>
                  <a:pt x="636277" y="1565784"/>
                  <a:pt x="637039" y="1551052"/>
                  <a:pt x="642373" y="1546099"/>
                </a:cubicBezTo>
                <a:cubicBezTo>
                  <a:pt x="648342" y="1540511"/>
                  <a:pt x="653295" y="1544321"/>
                  <a:pt x="661296" y="1539622"/>
                </a:cubicBezTo>
                <a:cubicBezTo>
                  <a:pt x="670059" y="1534288"/>
                  <a:pt x="668408" y="1525398"/>
                  <a:pt x="677552" y="1522350"/>
                </a:cubicBezTo>
                <a:close/>
                <a:moveTo>
                  <a:pt x="1320045" y="1552322"/>
                </a:moveTo>
                <a:cubicBezTo>
                  <a:pt x="1322458" y="1551687"/>
                  <a:pt x="1324871" y="1552068"/>
                  <a:pt x="1326903" y="1554354"/>
                </a:cubicBezTo>
                <a:cubicBezTo>
                  <a:pt x="1330967" y="1558799"/>
                  <a:pt x="1326268" y="1564768"/>
                  <a:pt x="1323855" y="1570737"/>
                </a:cubicBezTo>
                <a:cubicBezTo>
                  <a:pt x="1321188" y="1577341"/>
                  <a:pt x="1320045" y="1584961"/>
                  <a:pt x="1318775" y="1587628"/>
                </a:cubicBezTo>
                <a:cubicBezTo>
                  <a:pt x="1317632" y="1589914"/>
                  <a:pt x="1312298" y="1597153"/>
                  <a:pt x="1305186" y="1606551"/>
                </a:cubicBezTo>
                <a:cubicBezTo>
                  <a:pt x="1300995" y="1612012"/>
                  <a:pt x="1296677" y="1618997"/>
                  <a:pt x="1290327" y="1624585"/>
                </a:cubicBezTo>
                <a:cubicBezTo>
                  <a:pt x="1284866" y="1629538"/>
                  <a:pt x="1278262" y="1633983"/>
                  <a:pt x="1271023" y="1637666"/>
                </a:cubicBezTo>
                <a:cubicBezTo>
                  <a:pt x="1265816" y="1640206"/>
                  <a:pt x="1255021" y="1646048"/>
                  <a:pt x="1251846" y="1642492"/>
                </a:cubicBezTo>
                <a:cubicBezTo>
                  <a:pt x="1247401" y="1637666"/>
                  <a:pt x="1249941" y="1634110"/>
                  <a:pt x="1253497" y="1629411"/>
                </a:cubicBezTo>
                <a:cubicBezTo>
                  <a:pt x="1256545" y="1625347"/>
                  <a:pt x="1259974" y="1620648"/>
                  <a:pt x="1262133" y="1616330"/>
                </a:cubicBezTo>
                <a:cubicBezTo>
                  <a:pt x="1264673" y="1611504"/>
                  <a:pt x="1261625" y="1600836"/>
                  <a:pt x="1266578" y="1593597"/>
                </a:cubicBezTo>
                <a:cubicBezTo>
                  <a:pt x="1270134" y="1588263"/>
                  <a:pt x="1278770" y="1585215"/>
                  <a:pt x="1284485" y="1579754"/>
                </a:cubicBezTo>
                <a:cubicBezTo>
                  <a:pt x="1289184" y="1575055"/>
                  <a:pt x="1293375" y="1568070"/>
                  <a:pt x="1299852" y="1563752"/>
                </a:cubicBezTo>
                <a:cubicBezTo>
                  <a:pt x="1303154" y="1561720"/>
                  <a:pt x="1308742" y="1559434"/>
                  <a:pt x="1312933" y="1556259"/>
                </a:cubicBezTo>
                <a:cubicBezTo>
                  <a:pt x="1315219" y="1554608"/>
                  <a:pt x="1317632" y="1552957"/>
                  <a:pt x="1320045" y="1552322"/>
                </a:cubicBezTo>
                <a:close/>
                <a:moveTo>
                  <a:pt x="1813313" y="1606678"/>
                </a:moveTo>
                <a:cubicBezTo>
                  <a:pt x="1815472" y="1606043"/>
                  <a:pt x="1817631" y="1606297"/>
                  <a:pt x="1819663" y="1608710"/>
                </a:cubicBezTo>
                <a:cubicBezTo>
                  <a:pt x="1823600" y="1613155"/>
                  <a:pt x="1822711" y="1620013"/>
                  <a:pt x="1820171" y="1625855"/>
                </a:cubicBezTo>
                <a:cubicBezTo>
                  <a:pt x="1817250" y="1632459"/>
                  <a:pt x="1812170" y="1638428"/>
                  <a:pt x="1810773" y="1640968"/>
                </a:cubicBezTo>
                <a:cubicBezTo>
                  <a:pt x="1809630" y="1643254"/>
                  <a:pt x="1804169" y="1650239"/>
                  <a:pt x="1796803" y="1659510"/>
                </a:cubicBezTo>
                <a:cubicBezTo>
                  <a:pt x="1792485" y="1664971"/>
                  <a:pt x="1787659" y="1671067"/>
                  <a:pt x="1781182" y="1676528"/>
                </a:cubicBezTo>
                <a:cubicBezTo>
                  <a:pt x="1775467" y="1681354"/>
                  <a:pt x="1770768" y="1688847"/>
                  <a:pt x="1763402" y="1692403"/>
                </a:cubicBezTo>
                <a:cubicBezTo>
                  <a:pt x="1758195" y="1694943"/>
                  <a:pt x="1747527" y="1697102"/>
                  <a:pt x="1744352" y="1693419"/>
                </a:cubicBezTo>
                <a:cubicBezTo>
                  <a:pt x="1740034" y="1688466"/>
                  <a:pt x="1743717" y="1684529"/>
                  <a:pt x="1746511" y="1680592"/>
                </a:cubicBezTo>
                <a:cubicBezTo>
                  <a:pt x="1749051" y="1677163"/>
                  <a:pt x="1752607" y="1673353"/>
                  <a:pt x="1755020" y="1669162"/>
                </a:cubicBezTo>
                <a:cubicBezTo>
                  <a:pt x="1757560" y="1664336"/>
                  <a:pt x="1759719" y="1657351"/>
                  <a:pt x="1764799" y="1650112"/>
                </a:cubicBezTo>
                <a:cubicBezTo>
                  <a:pt x="1768482" y="1644905"/>
                  <a:pt x="1769752" y="1636142"/>
                  <a:pt x="1775594" y="1630808"/>
                </a:cubicBezTo>
                <a:cubicBezTo>
                  <a:pt x="1780420" y="1626236"/>
                  <a:pt x="1787151" y="1622553"/>
                  <a:pt x="1793882" y="1618489"/>
                </a:cubicBezTo>
                <a:cubicBezTo>
                  <a:pt x="1797184" y="1616457"/>
                  <a:pt x="1802645" y="1614171"/>
                  <a:pt x="1806709" y="1610996"/>
                </a:cubicBezTo>
                <a:cubicBezTo>
                  <a:pt x="1808868" y="1609218"/>
                  <a:pt x="1811154" y="1607440"/>
                  <a:pt x="1813313" y="1606678"/>
                </a:cubicBezTo>
                <a:close/>
                <a:moveTo>
                  <a:pt x="1126116" y="1607567"/>
                </a:moveTo>
                <a:cubicBezTo>
                  <a:pt x="1136403" y="1604900"/>
                  <a:pt x="1142753" y="1607059"/>
                  <a:pt x="1146182" y="1610869"/>
                </a:cubicBezTo>
                <a:cubicBezTo>
                  <a:pt x="1151008" y="1616076"/>
                  <a:pt x="1150881" y="1628141"/>
                  <a:pt x="1144785" y="1635888"/>
                </a:cubicBezTo>
                <a:cubicBezTo>
                  <a:pt x="1141483" y="1640206"/>
                  <a:pt x="1135387" y="1639190"/>
                  <a:pt x="1131196" y="1640460"/>
                </a:cubicBezTo>
                <a:cubicBezTo>
                  <a:pt x="1126878" y="1641730"/>
                  <a:pt x="1123068" y="1644524"/>
                  <a:pt x="1118369" y="1646175"/>
                </a:cubicBezTo>
                <a:cubicBezTo>
                  <a:pt x="1114432" y="1647445"/>
                  <a:pt x="1111130" y="1650747"/>
                  <a:pt x="1106558" y="1653541"/>
                </a:cubicBezTo>
                <a:cubicBezTo>
                  <a:pt x="1103002" y="1655827"/>
                  <a:pt x="1097160" y="1655700"/>
                  <a:pt x="1093223" y="1659002"/>
                </a:cubicBezTo>
                <a:cubicBezTo>
                  <a:pt x="1088016" y="1663193"/>
                  <a:pt x="1084841" y="1668146"/>
                  <a:pt x="1081920" y="1671829"/>
                </a:cubicBezTo>
                <a:cubicBezTo>
                  <a:pt x="1077729" y="1677036"/>
                  <a:pt x="1075697" y="1684656"/>
                  <a:pt x="1070236" y="1685418"/>
                </a:cubicBezTo>
                <a:cubicBezTo>
                  <a:pt x="1063505" y="1686307"/>
                  <a:pt x="1055631" y="1678941"/>
                  <a:pt x="1053345" y="1673988"/>
                </a:cubicBezTo>
                <a:lnTo>
                  <a:pt x="1053472" y="1673988"/>
                </a:lnTo>
                <a:cubicBezTo>
                  <a:pt x="1051186" y="1669035"/>
                  <a:pt x="1054361" y="1662939"/>
                  <a:pt x="1057536" y="1657478"/>
                </a:cubicBezTo>
                <a:cubicBezTo>
                  <a:pt x="1060838" y="1651763"/>
                  <a:pt x="1065664" y="1646937"/>
                  <a:pt x="1068204" y="1644016"/>
                </a:cubicBezTo>
                <a:cubicBezTo>
                  <a:pt x="1073157" y="1638301"/>
                  <a:pt x="1080142" y="1634745"/>
                  <a:pt x="1086365" y="1630173"/>
                </a:cubicBezTo>
                <a:cubicBezTo>
                  <a:pt x="1092715" y="1625474"/>
                  <a:pt x="1097033" y="1617473"/>
                  <a:pt x="1103637" y="1614171"/>
                </a:cubicBezTo>
                <a:cubicBezTo>
                  <a:pt x="1111257" y="1610361"/>
                  <a:pt x="1119385" y="1609091"/>
                  <a:pt x="1126116" y="1607567"/>
                </a:cubicBezTo>
                <a:close/>
                <a:moveTo>
                  <a:pt x="950475" y="1636396"/>
                </a:moveTo>
                <a:cubicBezTo>
                  <a:pt x="954920" y="1635507"/>
                  <a:pt x="958730" y="1636015"/>
                  <a:pt x="960889" y="1637666"/>
                </a:cubicBezTo>
                <a:cubicBezTo>
                  <a:pt x="965461" y="1641222"/>
                  <a:pt x="960889" y="1646175"/>
                  <a:pt x="953777" y="1657097"/>
                </a:cubicBezTo>
                <a:cubicBezTo>
                  <a:pt x="949840" y="1663320"/>
                  <a:pt x="950348" y="1674623"/>
                  <a:pt x="944379" y="1681862"/>
                </a:cubicBezTo>
                <a:cubicBezTo>
                  <a:pt x="939045" y="1688085"/>
                  <a:pt x="929520" y="1691260"/>
                  <a:pt x="923678" y="1697610"/>
                </a:cubicBezTo>
                <a:cubicBezTo>
                  <a:pt x="920757" y="1700912"/>
                  <a:pt x="916185" y="1703833"/>
                  <a:pt x="911232" y="1704976"/>
                </a:cubicBezTo>
                <a:cubicBezTo>
                  <a:pt x="905517" y="1706373"/>
                  <a:pt x="898786" y="1706627"/>
                  <a:pt x="896754" y="1702944"/>
                </a:cubicBezTo>
                <a:lnTo>
                  <a:pt x="896627" y="1702944"/>
                </a:lnTo>
                <a:cubicBezTo>
                  <a:pt x="893706" y="1697864"/>
                  <a:pt x="900818" y="1690117"/>
                  <a:pt x="905390" y="1682878"/>
                </a:cubicBezTo>
                <a:cubicBezTo>
                  <a:pt x="910216" y="1675385"/>
                  <a:pt x="911994" y="1664844"/>
                  <a:pt x="914153" y="1662304"/>
                </a:cubicBezTo>
                <a:cubicBezTo>
                  <a:pt x="917074" y="1659129"/>
                  <a:pt x="924186" y="1659510"/>
                  <a:pt x="927996" y="1656208"/>
                </a:cubicBezTo>
                <a:cubicBezTo>
                  <a:pt x="931425" y="1653160"/>
                  <a:pt x="931933" y="1646175"/>
                  <a:pt x="935616" y="1643508"/>
                </a:cubicBezTo>
                <a:cubicBezTo>
                  <a:pt x="940823" y="1639571"/>
                  <a:pt x="946030" y="1637285"/>
                  <a:pt x="950475" y="1636396"/>
                </a:cubicBezTo>
                <a:close/>
                <a:moveTo>
                  <a:pt x="1639577" y="1654811"/>
                </a:moveTo>
                <a:cubicBezTo>
                  <a:pt x="1643006" y="1658367"/>
                  <a:pt x="1638942" y="1669797"/>
                  <a:pt x="1630687" y="1679068"/>
                </a:cubicBezTo>
                <a:cubicBezTo>
                  <a:pt x="1626369" y="1684021"/>
                  <a:pt x="1618876" y="1688212"/>
                  <a:pt x="1612399" y="1694054"/>
                </a:cubicBezTo>
                <a:cubicBezTo>
                  <a:pt x="1606938" y="1699007"/>
                  <a:pt x="1598556" y="1701166"/>
                  <a:pt x="1592206" y="1706373"/>
                </a:cubicBezTo>
                <a:cubicBezTo>
                  <a:pt x="1586364" y="1711199"/>
                  <a:pt x="1583824" y="1720724"/>
                  <a:pt x="1577601" y="1725550"/>
                </a:cubicBezTo>
                <a:cubicBezTo>
                  <a:pt x="1573410" y="1728852"/>
                  <a:pt x="1566171" y="1726820"/>
                  <a:pt x="1560456" y="1727455"/>
                </a:cubicBezTo>
                <a:cubicBezTo>
                  <a:pt x="1553217" y="1728344"/>
                  <a:pt x="1546359" y="1729868"/>
                  <a:pt x="1544962" y="1725550"/>
                </a:cubicBezTo>
                <a:lnTo>
                  <a:pt x="1545089" y="1725550"/>
                </a:lnTo>
                <a:cubicBezTo>
                  <a:pt x="1543311" y="1719708"/>
                  <a:pt x="1552582" y="1712850"/>
                  <a:pt x="1560202" y="1705103"/>
                </a:cubicBezTo>
                <a:cubicBezTo>
                  <a:pt x="1567822" y="1697229"/>
                  <a:pt x="1571378" y="1684148"/>
                  <a:pt x="1574553" y="1681608"/>
                </a:cubicBezTo>
                <a:cubicBezTo>
                  <a:pt x="1579887" y="1677290"/>
                  <a:pt x="1590555" y="1678306"/>
                  <a:pt x="1597286" y="1674115"/>
                </a:cubicBezTo>
                <a:cubicBezTo>
                  <a:pt x="1603890" y="1669797"/>
                  <a:pt x="1610621" y="1666114"/>
                  <a:pt x="1616844" y="1663193"/>
                </a:cubicBezTo>
                <a:cubicBezTo>
                  <a:pt x="1626877" y="1658367"/>
                  <a:pt x="1636656" y="1651636"/>
                  <a:pt x="1639577" y="1654811"/>
                </a:cubicBezTo>
                <a:close/>
                <a:moveTo>
                  <a:pt x="1425201" y="1689736"/>
                </a:moveTo>
                <a:cubicBezTo>
                  <a:pt x="1427106" y="1688593"/>
                  <a:pt x="1429011" y="1689101"/>
                  <a:pt x="1431805" y="1691514"/>
                </a:cubicBezTo>
                <a:cubicBezTo>
                  <a:pt x="1436758" y="1695832"/>
                  <a:pt x="1435615" y="1701039"/>
                  <a:pt x="1432186" y="1711072"/>
                </a:cubicBezTo>
                <a:cubicBezTo>
                  <a:pt x="1429900" y="1717676"/>
                  <a:pt x="1430535" y="1727074"/>
                  <a:pt x="1425455" y="1734440"/>
                </a:cubicBezTo>
                <a:cubicBezTo>
                  <a:pt x="1421137" y="1740663"/>
                  <a:pt x="1413771" y="1745108"/>
                  <a:pt x="1407929" y="1751077"/>
                </a:cubicBezTo>
                <a:cubicBezTo>
                  <a:pt x="1402468" y="1756665"/>
                  <a:pt x="1394467" y="1758824"/>
                  <a:pt x="1387736" y="1763396"/>
                </a:cubicBezTo>
                <a:cubicBezTo>
                  <a:pt x="1384053" y="1766063"/>
                  <a:pt x="1380878" y="1773302"/>
                  <a:pt x="1375163" y="1775461"/>
                </a:cubicBezTo>
                <a:cubicBezTo>
                  <a:pt x="1368686" y="1778001"/>
                  <a:pt x="1363860" y="1777620"/>
                  <a:pt x="1360177" y="1774318"/>
                </a:cubicBezTo>
                <a:cubicBezTo>
                  <a:pt x="1355097" y="1769873"/>
                  <a:pt x="1354335" y="1759459"/>
                  <a:pt x="1357891" y="1751712"/>
                </a:cubicBezTo>
                <a:cubicBezTo>
                  <a:pt x="1360685" y="1745616"/>
                  <a:pt x="1366019" y="1741933"/>
                  <a:pt x="1370845" y="1737996"/>
                </a:cubicBezTo>
                <a:cubicBezTo>
                  <a:pt x="1375290" y="1734567"/>
                  <a:pt x="1380243" y="1731265"/>
                  <a:pt x="1385958" y="1726947"/>
                </a:cubicBezTo>
                <a:cubicBezTo>
                  <a:pt x="1392181" y="1722248"/>
                  <a:pt x="1395610" y="1715517"/>
                  <a:pt x="1400055" y="1710945"/>
                </a:cubicBezTo>
                <a:cubicBezTo>
                  <a:pt x="1406024" y="1704849"/>
                  <a:pt x="1413517" y="1702055"/>
                  <a:pt x="1417454" y="1697737"/>
                </a:cubicBezTo>
                <a:cubicBezTo>
                  <a:pt x="1421010" y="1693546"/>
                  <a:pt x="1423169" y="1690879"/>
                  <a:pt x="1425201" y="1689736"/>
                </a:cubicBezTo>
                <a:close/>
                <a:moveTo>
                  <a:pt x="1855350" y="1696340"/>
                </a:moveTo>
                <a:cubicBezTo>
                  <a:pt x="1860303" y="1700531"/>
                  <a:pt x="1860430" y="1710564"/>
                  <a:pt x="1856493" y="1720216"/>
                </a:cubicBezTo>
                <a:cubicBezTo>
                  <a:pt x="1853953" y="1726693"/>
                  <a:pt x="1848111" y="1732916"/>
                  <a:pt x="1842396" y="1739520"/>
                </a:cubicBezTo>
                <a:cubicBezTo>
                  <a:pt x="1837443" y="1745362"/>
                  <a:pt x="1832490" y="1752093"/>
                  <a:pt x="1825759" y="1756665"/>
                </a:cubicBezTo>
                <a:cubicBezTo>
                  <a:pt x="1819790" y="1760602"/>
                  <a:pt x="1806074" y="1766317"/>
                  <a:pt x="1800359" y="1761237"/>
                </a:cubicBezTo>
                <a:cubicBezTo>
                  <a:pt x="1796041" y="1757554"/>
                  <a:pt x="1797438" y="1748791"/>
                  <a:pt x="1799851" y="1742949"/>
                </a:cubicBezTo>
                <a:lnTo>
                  <a:pt x="1799978" y="1742949"/>
                </a:lnTo>
                <a:cubicBezTo>
                  <a:pt x="1803534" y="1734059"/>
                  <a:pt x="1811408" y="1732281"/>
                  <a:pt x="1820171" y="1725804"/>
                </a:cubicBezTo>
                <a:cubicBezTo>
                  <a:pt x="1827791" y="1720216"/>
                  <a:pt x="1831982" y="1712850"/>
                  <a:pt x="1836300" y="1707897"/>
                </a:cubicBezTo>
                <a:cubicBezTo>
                  <a:pt x="1844428" y="1698372"/>
                  <a:pt x="1849127" y="1691133"/>
                  <a:pt x="1855350" y="1696340"/>
                </a:cubicBezTo>
                <a:close/>
                <a:moveTo>
                  <a:pt x="1242321" y="1735837"/>
                </a:moveTo>
                <a:cubicBezTo>
                  <a:pt x="1245496" y="1735837"/>
                  <a:pt x="1248417" y="1736726"/>
                  <a:pt x="1250830" y="1738885"/>
                </a:cubicBezTo>
                <a:cubicBezTo>
                  <a:pt x="1257053" y="1744600"/>
                  <a:pt x="1254894" y="1754506"/>
                  <a:pt x="1251084" y="1761745"/>
                </a:cubicBezTo>
                <a:cubicBezTo>
                  <a:pt x="1248163" y="1767460"/>
                  <a:pt x="1246258" y="1770000"/>
                  <a:pt x="1239908" y="1772794"/>
                </a:cubicBezTo>
                <a:cubicBezTo>
                  <a:pt x="1235971" y="1774572"/>
                  <a:pt x="1229494" y="1774445"/>
                  <a:pt x="1223525" y="1778890"/>
                </a:cubicBezTo>
                <a:cubicBezTo>
                  <a:pt x="1218191" y="1782827"/>
                  <a:pt x="1215778" y="1787526"/>
                  <a:pt x="1213238" y="1790447"/>
                </a:cubicBezTo>
                <a:cubicBezTo>
                  <a:pt x="1209936" y="1794511"/>
                  <a:pt x="1207142" y="1795781"/>
                  <a:pt x="1201046" y="1797940"/>
                </a:cubicBezTo>
                <a:lnTo>
                  <a:pt x="1201173" y="1797940"/>
                </a:lnTo>
                <a:cubicBezTo>
                  <a:pt x="1197998" y="1799210"/>
                  <a:pt x="1186695" y="1805052"/>
                  <a:pt x="1180599" y="1799337"/>
                </a:cubicBezTo>
                <a:cubicBezTo>
                  <a:pt x="1177170" y="1796162"/>
                  <a:pt x="1175011" y="1790320"/>
                  <a:pt x="1176027" y="1784859"/>
                </a:cubicBezTo>
                <a:cubicBezTo>
                  <a:pt x="1176916" y="1779906"/>
                  <a:pt x="1181488" y="1776223"/>
                  <a:pt x="1185171" y="1773048"/>
                </a:cubicBezTo>
                <a:cubicBezTo>
                  <a:pt x="1193680" y="1765428"/>
                  <a:pt x="1197617" y="1767206"/>
                  <a:pt x="1208666" y="1760094"/>
                </a:cubicBezTo>
                <a:cubicBezTo>
                  <a:pt x="1214381" y="1756284"/>
                  <a:pt x="1217175" y="1751712"/>
                  <a:pt x="1220096" y="1747648"/>
                </a:cubicBezTo>
                <a:cubicBezTo>
                  <a:pt x="1223144" y="1743330"/>
                  <a:pt x="1226700" y="1740790"/>
                  <a:pt x="1233050" y="1737996"/>
                </a:cubicBezTo>
                <a:cubicBezTo>
                  <a:pt x="1235971" y="1736599"/>
                  <a:pt x="1239273" y="1735837"/>
                  <a:pt x="1242321" y="1735837"/>
                </a:cubicBezTo>
                <a:close/>
                <a:moveTo>
                  <a:pt x="1072903" y="1750188"/>
                </a:moveTo>
                <a:cubicBezTo>
                  <a:pt x="1074935" y="1749045"/>
                  <a:pt x="1077221" y="1749553"/>
                  <a:pt x="1080777" y="1752601"/>
                </a:cubicBezTo>
                <a:cubicBezTo>
                  <a:pt x="1086111" y="1757046"/>
                  <a:pt x="1089667" y="1763269"/>
                  <a:pt x="1088524" y="1770889"/>
                </a:cubicBezTo>
                <a:cubicBezTo>
                  <a:pt x="1087508" y="1777239"/>
                  <a:pt x="1082428" y="1782827"/>
                  <a:pt x="1077602" y="1788669"/>
                </a:cubicBezTo>
                <a:cubicBezTo>
                  <a:pt x="1073538" y="1793876"/>
                  <a:pt x="1067569" y="1796289"/>
                  <a:pt x="1060965" y="1799464"/>
                </a:cubicBezTo>
                <a:cubicBezTo>
                  <a:pt x="1055504" y="1802131"/>
                  <a:pt x="1044328" y="1809497"/>
                  <a:pt x="1037343" y="1803528"/>
                </a:cubicBezTo>
                <a:cubicBezTo>
                  <a:pt x="1032263" y="1799083"/>
                  <a:pt x="1030104" y="1789685"/>
                  <a:pt x="1031501" y="1784478"/>
                </a:cubicBezTo>
                <a:lnTo>
                  <a:pt x="1031628" y="1784478"/>
                </a:lnTo>
                <a:cubicBezTo>
                  <a:pt x="1033533" y="1776604"/>
                  <a:pt x="1043058" y="1776858"/>
                  <a:pt x="1050932" y="1772286"/>
                </a:cubicBezTo>
                <a:cubicBezTo>
                  <a:pt x="1058171" y="1768095"/>
                  <a:pt x="1062235" y="1761872"/>
                  <a:pt x="1065664" y="1757681"/>
                </a:cubicBezTo>
                <a:cubicBezTo>
                  <a:pt x="1068839" y="1753998"/>
                  <a:pt x="1070744" y="1751204"/>
                  <a:pt x="1072903" y="1750188"/>
                </a:cubicBezTo>
                <a:close/>
                <a:moveTo>
                  <a:pt x="1737113" y="1782319"/>
                </a:moveTo>
                <a:cubicBezTo>
                  <a:pt x="1739780" y="1782319"/>
                  <a:pt x="1742447" y="1783335"/>
                  <a:pt x="1744479" y="1785875"/>
                </a:cubicBezTo>
                <a:cubicBezTo>
                  <a:pt x="1748416" y="1790955"/>
                  <a:pt x="1744098" y="1800226"/>
                  <a:pt x="1741304" y="1807719"/>
                </a:cubicBezTo>
                <a:cubicBezTo>
                  <a:pt x="1739145" y="1813434"/>
                  <a:pt x="1739399" y="1822273"/>
                  <a:pt x="1734319" y="1827912"/>
                </a:cubicBezTo>
                <a:cubicBezTo>
                  <a:pt x="1730128" y="1832725"/>
                  <a:pt x="1724032" y="1837843"/>
                  <a:pt x="1718190" y="1841818"/>
                </a:cubicBezTo>
                <a:cubicBezTo>
                  <a:pt x="1712602" y="1845527"/>
                  <a:pt x="1704347" y="1845209"/>
                  <a:pt x="1697743" y="1847559"/>
                </a:cubicBezTo>
                <a:cubicBezTo>
                  <a:pt x="1694060" y="1848867"/>
                  <a:pt x="1687837" y="1848549"/>
                  <a:pt x="1681741" y="1849286"/>
                </a:cubicBezTo>
                <a:cubicBezTo>
                  <a:pt x="1675772" y="1850023"/>
                  <a:pt x="1669168" y="1851851"/>
                  <a:pt x="1666120" y="1847876"/>
                </a:cubicBezTo>
                <a:cubicBezTo>
                  <a:pt x="1661675" y="1842072"/>
                  <a:pt x="1664596" y="1829588"/>
                  <a:pt x="1668279" y="1823480"/>
                </a:cubicBezTo>
                <a:lnTo>
                  <a:pt x="1668279" y="1823530"/>
                </a:lnTo>
                <a:cubicBezTo>
                  <a:pt x="1671200" y="1818616"/>
                  <a:pt x="1675899" y="1814831"/>
                  <a:pt x="1680471" y="1812672"/>
                </a:cubicBezTo>
                <a:cubicBezTo>
                  <a:pt x="1684662" y="1810767"/>
                  <a:pt x="1690250" y="1811275"/>
                  <a:pt x="1695584" y="1808989"/>
                </a:cubicBezTo>
                <a:cubicBezTo>
                  <a:pt x="1705490" y="1804798"/>
                  <a:pt x="1714126" y="1800988"/>
                  <a:pt x="1719841" y="1796416"/>
                </a:cubicBezTo>
                <a:cubicBezTo>
                  <a:pt x="1724159" y="1792987"/>
                  <a:pt x="1725937" y="1787145"/>
                  <a:pt x="1729112" y="1784986"/>
                </a:cubicBezTo>
                <a:cubicBezTo>
                  <a:pt x="1731525" y="1783335"/>
                  <a:pt x="1734319" y="1782319"/>
                  <a:pt x="1737113" y="1782319"/>
                </a:cubicBezTo>
                <a:close/>
                <a:moveTo>
                  <a:pt x="1537469" y="1830528"/>
                </a:moveTo>
                <a:cubicBezTo>
                  <a:pt x="1541152" y="1829398"/>
                  <a:pt x="1544073" y="1829410"/>
                  <a:pt x="1546105" y="1831214"/>
                </a:cubicBezTo>
                <a:cubicBezTo>
                  <a:pt x="1550296" y="1835024"/>
                  <a:pt x="1547629" y="1840879"/>
                  <a:pt x="1541787" y="1849553"/>
                </a:cubicBezTo>
                <a:cubicBezTo>
                  <a:pt x="1538485" y="1854722"/>
                  <a:pt x="1535056" y="1861465"/>
                  <a:pt x="1529722" y="1867371"/>
                </a:cubicBezTo>
                <a:cubicBezTo>
                  <a:pt x="1525023" y="1872438"/>
                  <a:pt x="1517403" y="1875054"/>
                  <a:pt x="1512069" y="1880172"/>
                </a:cubicBezTo>
                <a:cubicBezTo>
                  <a:pt x="1506354" y="1885710"/>
                  <a:pt x="1493400" y="1888847"/>
                  <a:pt x="1489590" y="1882204"/>
                </a:cubicBezTo>
                <a:cubicBezTo>
                  <a:pt x="1486796" y="1877353"/>
                  <a:pt x="1490733" y="1870660"/>
                  <a:pt x="1494543" y="1864805"/>
                </a:cubicBezTo>
                <a:cubicBezTo>
                  <a:pt x="1498734" y="1858430"/>
                  <a:pt x="1503179" y="1851750"/>
                  <a:pt x="1505211" y="1849705"/>
                </a:cubicBezTo>
                <a:cubicBezTo>
                  <a:pt x="1510164" y="1844739"/>
                  <a:pt x="1518292" y="1840879"/>
                  <a:pt x="1525150" y="1836700"/>
                </a:cubicBezTo>
                <a:cubicBezTo>
                  <a:pt x="1529722" y="1833932"/>
                  <a:pt x="1533913" y="1831658"/>
                  <a:pt x="1537469" y="1830528"/>
                </a:cubicBezTo>
                <a:close/>
              </a:path>
            </a:pathLst>
          </a:custGeom>
          <a:solidFill>
            <a:srgbClr val="87BEE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136204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1A7B16E-F6CB-585C-D8D8-FA3ECDEDF5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887EC07-A7C2-3F9C-C409-CFF890C4C8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F5E0C-C4D4-693B-5A61-FE15AB3201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44813" y="2095927"/>
            <a:ext cx="6199187" cy="1128285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rgbClr val="003359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</a:p>
          <a:p>
            <a:pPr lvl="0"/>
            <a:endParaRPr lang="en-I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555A153-7683-4BBA-E6D3-78EB80083A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44813" y="3292635"/>
            <a:ext cx="6199187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ctr">
              <a:buNone/>
              <a:defRPr sz="2000">
                <a:solidFill>
                  <a:srgbClr val="003359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0877FBC-BC6E-C2B8-0F98-AEC10227960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164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DC449800-B0E2-5925-6BC8-3895040BBF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11018837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8A5346B-F3D2-A639-36F3-8CADCC7B4B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EDBBA9-34DA-9C66-B822-1AFDF2EBD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FB63F8F-1A16-CA51-E81B-0F27F9EB12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0669F79-BDA5-91F6-E541-AF3B67289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11018837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 dirty="0"/>
              <a:t>Header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68009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0705196-D90D-DC38-D14B-593304AF21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9533" cy="68593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A814C0-C0F7-C6CA-2C77-F0F14C4C6A0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444408" y="1490870"/>
            <a:ext cx="4151867" cy="4370400"/>
          </a:xfrm>
          <a:prstGeom prst="rect">
            <a:avLst/>
          </a:prstGeom>
        </p:spPr>
        <p:txBody>
          <a:bodyPr tIns="0" rIns="0">
            <a:normAutofit/>
          </a:bodyPr>
          <a:lstStyle>
            <a:lvl1pPr marL="0" indent="0">
              <a:spcBef>
                <a:spcPts val="500"/>
              </a:spcBef>
              <a:buNone/>
              <a:defRPr sz="16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7ADCC53-1AEF-9BB7-80EC-15DB5929B3F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87377" y="1490870"/>
            <a:ext cx="1410388" cy="4370400"/>
          </a:xfrm>
          <a:prstGeom prst="rect">
            <a:avLst/>
          </a:prstGeom>
        </p:spPr>
        <p:txBody>
          <a:bodyPr tIns="0" rIns="0">
            <a:normAutofit/>
          </a:bodyPr>
          <a:lstStyle>
            <a:lvl1pPr marL="0" indent="0">
              <a:spcBef>
                <a:spcPts val="500"/>
              </a:spcBef>
              <a:buNone/>
              <a:defRPr sz="16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6813768-B5FC-9898-F6D7-1C5E7E21027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126973" y="1490870"/>
            <a:ext cx="4283766" cy="4370400"/>
          </a:xfrm>
          <a:prstGeom prst="rect">
            <a:avLst/>
          </a:prstGeom>
        </p:spPr>
        <p:txBody>
          <a:bodyPr tIns="0" rIns="0">
            <a:normAutofit/>
          </a:bodyPr>
          <a:lstStyle>
            <a:lvl1pPr marL="0" indent="0">
              <a:spcBef>
                <a:spcPts val="500"/>
              </a:spcBef>
              <a:buNone/>
              <a:defRPr sz="16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AAC3AC75-2BE9-BB82-D43A-D4B5643012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6242000-07A1-CCD9-3549-6F743D9553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3373B20-2C18-EC2E-C6BF-2EC8369BEB8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E1588496-DAD5-0E03-4C74-236CA449D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11018837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 dirty="0"/>
              <a:t>Header</a:t>
            </a:r>
            <a:endParaRPr lang="fi-FI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029A796-C403-3989-72ED-96BECA29C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11018837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339302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8C41C92-ADCF-9090-5014-4005A701910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9533" cy="6859388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2BB77B2B-2865-4224-B066-5CC82AFBA3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11018837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EAF211B3-E9F2-677A-2166-05151CE7DC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11018837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D9F9ACE8-B130-C5E2-1BEA-BF3F5DB52B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EBDCD63-B020-F00A-38C9-B85431C84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F363516-56B1-E3D4-5872-3E2357001C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324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DC3085B-B9A2-8CE3-A50A-92BB5BA90D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9533" cy="6859388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2BB77B2B-2865-4224-B066-5CC82AFBA3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11018837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7DDAE424-1085-B65F-590E-976C0032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5"/>
            <a:ext cx="11018837" cy="4370400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E032A99-FDF3-0C76-F7C0-7F5181FB8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11018837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62D778C6-EF30-85C3-DD56-66FA5E2DF9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FCFD8E70-2EB1-5916-731A-4ED0A92B161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834DFE8-C6A3-F38E-E763-3AE8FEFF3D9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71317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86C73D9-7C94-FC86-F950-1A1CF2D373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9533" cy="6859388"/>
          </a:xfrm>
          <a:prstGeom prst="rect">
            <a:avLst/>
          </a:prstGeom>
        </p:spPr>
      </p:pic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A50EDD99-9470-6DA2-1ADC-E588DE311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5303839" cy="4370401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C13C3FD-7C9F-C6F9-5B68-9C5CF4C8B4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11018837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5332FD7-C911-9C06-75B6-ABA88A5BC4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11018837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5EACB7BF-C82A-7E67-2763-8C7C7AC041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ED755F7-8F08-6996-221F-190E19690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24A9888-14D3-9494-156F-9F08D04B1B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0FD3D8F4-0E4F-A3AA-2F06-5FA9D4B4F02A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6301579" y="1693494"/>
            <a:ext cx="5303839" cy="4370401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17900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sid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5DE69C7-4C8E-6C2E-C1E6-4167EFDC59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6350" y="0"/>
            <a:ext cx="4565650" cy="6858000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F4B88FD2-B8CF-4224-73E5-54AA74866B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AE251B6-7363-AF6E-F294-4528AF329E8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08920" y="560388"/>
            <a:ext cx="3044011" cy="895350"/>
          </a:xfrm>
          <a:prstGeom prst="rect">
            <a:avLst/>
          </a:prstGeom>
        </p:spPr>
        <p:txBody>
          <a:bodyPr lIns="0" rIns="90000" anchor="t">
            <a:normAutofit/>
          </a:bodyPr>
          <a:lstStyle>
            <a:lvl1pPr marL="0" indent="0">
              <a:lnSpc>
                <a:spcPct val="90000"/>
              </a:lnSpc>
              <a:buNone/>
              <a:defRPr sz="2200" b="1">
                <a:solidFill>
                  <a:srgbClr val="003359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95EA2BF-A4D2-005E-876A-40CDDBA8B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913679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BA99A8C-5E4A-1B63-6462-48E1DB7C24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6913679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2663AD84-B774-ECB2-78D0-9687F69EA9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B2CACF0-7282-20E9-D445-50AD18250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ED08278-C4A4-F0EA-0A45-28CC779AD6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977AFBFF-3C27-1275-B87B-1F1B0C1EC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6" y="1693494"/>
            <a:ext cx="6912884" cy="4365125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0867F5AA-181A-B5B4-4DFC-0179CFA99BE8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8508920" y="1587621"/>
            <a:ext cx="3044010" cy="4217282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3603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A0BDEB9-BB14-B105-6790-587CB18696C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630462" y="0"/>
            <a:ext cx="4561539" cy="6858000"/>
          </a:xfrm>
          <a:custGeom>
            <a:avLst/>
            <a:gdLst>
              <a:gd name="connsiteX0" fmla="*/ 90688 w 4561539"/>
              <a:gd name="connsiteY0" fmla="*/ 6747746 h 6858000"/>
              <a:gd name="connsiteX1" fmla="*/ 86222 w 4561539"/>
              <a:gd name="connsiteY1" fmla="*/ 6761042 h 6858000"/>
              <a:gd name="connsiteX2" fmla="*/ 89750 w 4561539"/>
              <a:gd name="connsiteY2" fmla="*/ 6774239 h 6858000"/>
              <a:gd name="connsiteX3" fmla="*/ 93763 w 4561539"/>
              <a:gd name="connsiteY3" fmla="*/ 6792502 h 6858000"/>
              <a:gd name="connsiteX4" fmla="*/ 104293 w 4561539"/>
              <a:gd name="connsiteY4" fmla="*/ 6807967 h 6858000"/>
              <a:gd name="connsiteX5" fmla="*/ 115888 w 4561539"/>
              <a:gd name="connsiteY5" fmla="*/ 6822155 h 6858000"/>
              <a:gd name="connsiteX6" fmla="*/ 130934 w 4561539"/>
              <a:gd name="connsiteY6" fmla="*/ 6827264 h 6858000"/>
              <a:gd name="connsiteX7" fmla="*/ 135122 w 4561539"/>
              <a:gd name="connsiteY7" fmla="*/ 6822275 h 6858000"/>
              <a:gd name="connsiteX8" fmla="*/ 132491 w 4561539"/>
              <a:gd name="connsiteY8" fmla="*/ 6813633 h 6858000"/>
              <a:gd name="connsiteX9" fmla="*/ 123388 w 4561539"/>
              <a:gd name="connsiteY9" fmla="*/ 6799296 h 6858000"/>
              <a:gd name="connsiteX10" fmla="*/ 118402 w 4561539"/>
              <a:gd name="connsiteY10" fmla="*/ 6783146 h 6858000"/>
              <a:gd name="connsiteX11" fmla="*/ 114273 w 4561539"/>
              <a:gd name="connsiteY11" fmla="*/ 6769168 h 6858000"/>
              <a:gd name="connsiteX12" fmla="*/ 109735 w 4561539"/>
              <a:gd name="connsiteY12" fmla="*/ 6754796 h 6858000"/>
              <a:gd name="connsiteX13" fmla="*/ 109719 w 4561539"/>
              <a:gd name="connsiteY13" fmla="*/ 6754834 h 6858000"/>
              <a:gd name="connsiteX14" fmla="*/ 90688 w 4561539"/>
              <a:gd name="connsiteY14" fmla="*/ 6747746 h 6858000"/>
              <a:gd name="connsiteX15" fmla="*/ 590300 w 4561539"/>
              <a:gd name="connsiteY15" fmla="*/ 6740670 h 6858000"/>
              <a:gd name="connsiteX16" fmla="*/ 580684 w 4561539"/>
              <a:gd name="connsiteY16" fmla="*/ 6758354 h 6858000"/>
              <a:gd name="connsiteX17" fmla="*/ 587256 w 4561539"/>
              <a:gd name="connsiteY17" fmla="*/ 6771985 h 6858000"/>
              <a:gd name="connsiteX18" fmla="*/ 591066 w 4561539"/>
              <a:gd name="connsiteY18" fmla="*/ 6786405 h 6858000"/>
              <a:gd name="connsiteX19" fmla="*/ 586691 w 4561539"/>
              <a:gd name="connsiteY19" fmla="*/ 6802967 h 6858000"/>
              <a:gd name="connsiteX20" fmla="*/ 590443 w 4561539"/>
              <a:gd name="connsiteY20" fmla="*/ 6818688 h 6858000"/>
              <a:gd name="connsiteX21" fmla="*/ 596166 w 4561539"/>
              <a:gd name="connsiteY21" fmla="*/ 6829177 h 6858000"/>
              <a:gd name="connsiteX22" fmla="*/ 608915 w 4561539"/>
              <a:gd name="connsiteY22" fmla="*/ 6831645 h 6858000"/>
              <a:gd name="connsiteX23" fmla="*/ 615104 w 4561539"/>
              <a:gd name="connsiteY23" fmla="*/ 6824730 h 6858000"/>
              <a:gd name="connsiteX24" fmla="*/ 617894 w 4561539"/>
              <a:gd name="connsiteY24" fmla="*/ 6814534 h 6858000"/>
              <a:gd name="connsiteX25" fmla="*/ 610159 w 4561539"/>
              <a:gd name="connsiteY25" fmla="*/ 6799885 h 6858000"/>
              <a:gd name="connsiteX26" fmla="*/ 607894 w 4561539"/>
              <a:gd name="connsiteY26" fmla="*/ 6783460 h 6858000"/>
              <a:gd name="connsiteX27" fmla="*/ 605885 w 4561539"/>
              <a:gd name="connsiteY27" fmla="*/ 6769486 h 6858000"/>
              <a:gd name="connsiteX28" fmla="*/ 608611 w 4561539"/>
              <a:gd name="connsiteY28" fmla="*/ 6757494 h 6858000"/>
              <a:gd name="connsiteX29" fmla="*/ 600284 w 4561539"/>
              <a:gd name="connsiteY29" fmla="*/ 6747948 h 6858000"/>
              <a:gd name="connsiteX30" fmla="*/ 590300 w 4561539"/>
              <a:gd name="connsiteY30" fmla="*/ 6740670 h 6858000"/>
              <a:gd name="connsiteX31" fmla="*/ 222331 w 4561539"/>
              <a:gd name="connsiteY31" fmla="*/ 6718654 h 6858000"/>
              <a:gd name="connsiteX32" fmla="*/ 222277 w 4561539"/>
              <a:gd name="connsiteY32" fmla="*/ 6718676 h 6858000"/>
              <a:gd name="connsiteX33" fmla="*/ 222316 w 4561539"/>
              <a:gd name="connsiteY33" fmla="*/ 6718680 h 6858000"/>
              <a:gd name="connsiteX34" fmla="*/ 215897 w 4561539"/>
              <a:gd name="connsiteY34" fmla="*/ 6729269 h 6858000"/>
              <a:gd name="connsiteX35" fmla="*/ 222382 w 4561539"/>
              <a:gd name="connsiteY35" fmla="*/ 6746799 h 6858000"/>
              <a:gd name="connsiteX36" fmla="*/ 227204 w 4561539"/>
              <a:gd name="connsiteY36" fmla="*/ 6764605 h 6858000"/>
              <a:gd name="connsiteX37" fmla="*/ 237646 w 4561539"/>
              <a:gd name="connsiteY37" fmla="*/ 6779858 h 6858000"/>
              <a:gd name="connsiteX38" fmla="*/ 246723 w 4561539"/>
              <a:gd name="connsiteY38" fmla="*/ 6790248 h 6858000"/>
              <a:gd name="connsiteX39" fmla="*/ 258591 w 4561539"/>
              <a:gd name="connsiteY39" fmla="*/ 6793451 h 6858000"/>
              <a:gd name="connsiteX40" fmla="*/ 264913 w 4561539"/>
              <a:gd name="connsiteY40" fmla="*/ 6784159 h 6858000"/>
              <a:gd name="connsiteX41" fmla="*/ 258158 w 4561539"/>
              <a:gd name="connsiteY41" fmla="*/ 6773813 h 6858000"/>
              <a:gd name="connsiteX42" fmla="*/ 255057 w 4561539"/>
              <a:gd name="connsiteY42" fmla="*/ 6757171 h 6858000"/>
              <a:gd name="connsiteX43" fmla="*/ 247681 w 4561539"/>
              <a:gd name="connsiteY43" fmla="*/ 6741876 h 6858000"/>
              <a:gd name="connsiteX44" fmla="*/ 234914 w 4561539"/>
              <a:gd name="connsiteY44" fmla="*/ 6730381 h 6858000"/>
              <a:gd name="connsiteX45" fmla="*/ 231301 w 4561539"/>
              <a:gd name="connsiteY45" fmla="*/ 6719494 h 6858000"/>
              <a:gd name="connsiteX46" fmla="*/ 222316 w 4561539"/>
              <a:gd name="connsiteY46" fmla="*/ 6718680 h 6858000"/>
              <a:gd name="connsiteX47" fmla="*/ 728159 w 4561539"/>
              <a:gd name="connsiteY47" fmla="*/ 6700960 h 6858000"/>
              <a:gd name="connsiteX48" fmla="*/ 728202 w 4561539"/>
              <a:gd name="connsiteY48" fmla="*/ 6701066 h 6858000"/>
              <a:gd name="connsiteX49" fmla="*/ 716672 w 4561539"/>
              <a:gd name="connsiteY49" fmla="*/ 6709502 h 6858000"/>
              <a:gd name="connsiteX50" fmla="*/ 718896 w 4561539"/>
              <a:gd name="connsiteY50" fmla="*/ 6721489 h 6858000"/>
              <a:gd name="connsiteX51" fmla="*/ 724913 w 4561539"/>
              <a:gd name="connsiteY51" fmla="*/ 6733914 h 6858000"/>
              <a:gd name="connsiteX52" fmla="*/ 726416 w 4561539"/>
              <a:gd name="connsiteY52" fmla="*/ 6745511 h 6858000"/>
              <a:gd name="connsiteX53" fmla="*/ 721781 w 4561539"/>
              <a:gd name="connsiteY53" fmla="*/ 6756260 h 6858000"/>
              <a:gd name="connsiteX54" fmla="*/ 718096 w 4561539"/>
              <a:gd name="connsiteY54" fmla="*/ 6766744 h 6858000"/>
              <a:gd name="connsiteX55" fmla="*/ 723312 w 4561539"/>
              <a:gd name="connsiteY55" fmla="*/ 6776755 h 6858000"/>
              <a:gd name="connsiteX56" fmla="*/ 728838 w 4561539"/>
              <a:gd name="connsiteY56" fmla="*/ 6785394 h 6858000"/>
              <a:gd name="connsiteX57" fmla="*/ 736420 w 4561539"/>
              <a:gd name="connsiteY57" fmla="*/ 6790074 h 6858000"/>
              <a:gd name="connsiteX58" fmla="*/ 746533 w 4561539"/>
              <a:gd name="connsiteY58" fmla="*/ 6776269 h 6858000"/>
              <a:gd name="connsiteX59" fmla="*/ 746230 w 4561539"/>
              <a:gd name="connsiteY59" fmla="*/ 6758011 h 6858000"/>
              <a:gd name="connsiteX60" fmla="*/ 748019 w 4561539"/>
              <a:gd name="connsiteY60" fmla="*/ 6739923 h 6858000"/>
              <a:gd name="connsiteX61" fmla="*/ 742627 w 4561539"/>
              <a:gd name="connsiteY61" fmla="*/ 6722630 h 6858000"/>
              <a:gd name="connsiteX62" fmla="*/ 738726 w 4561539"/>
              <a:gd name="connsiteY62" fmla="*/ 6709588 h 6858000"/>
              <a:gd name="connsiteX63" fmla="*/ 728159 w 4561539"/>
              <a:gd name="connsiteY63" fmla="*/ 6700960 h 6858000"/>
              <a:gd name="connsiteX64" fmla="*/ 349203 w 4561539"/>
              <a:gd name="connsiteY64" fmla="*/ 6681550 h 6858000"/>
              <a:gd name="connsiteX65" fmla="*/ 349225 w 4561539"/>
              <a:gd name="connsiteY65" fmla="*/ 6681603 h 6858000"/>
              <a:gd name="connsiteX66" fmla="*/ 339019 w 4561539"/>
              <a:gd name="connsiteY66" fmla="*/ 6691832 h 6858000"/>
              <a:gd name="connsiteX67" fmla="*/ 348784 w 4561539"/>
              <a:gd name="connsiteY67" fmla="*/ 6701848 h 6858000"/>
              <a:gd name="connsiteX68" fmla="*/ 356684 w 4561539"/>
              <a:gd name="connsiteY68" fmla="*/ 6712099 h 6858000"/>
              <a:gd name="connsiteX69" fmla="*/ 359870 w 4561539"/>
              <a:gd name="connsiteY69" fmla="*/ 6722632 h 6858000"/>
              <a:gd name="connsiteX70" fmla="*/ 362135 w 4561539"/>
              <a:gd name="connsiteY70" fmla="*/ 6733043 h 6858000"/>
              <a:gd name="connsiteX71" fmla="*/ 374762 w 4561539"/>
              <a:gd name="connsiteY71" fmla="*/ 6750360 h 6858000"/>
              <a:gd name="connsiteX72" fmla="*/ 392978 w 4561539"/>
              <a:gd name="connsiteY72" fmla="*/ 6758654 h 6858000"/>
              <a:gd name="connsiteX73" fmla="*/ 396052 w 4561539"/>
              <a:gd name="connsiteY73" fmla="*/ 6740663 h 6858000"/>
              <a:gd name="connsiteX74" fmla="*/ 390094 w 4561539"/>
              <a:gd name="connsiteY74" fmla="*/ 6723354 h 6858000"/>
              <a:gd name="connsiteX75" fmla="*/ 383613 w 4561539"/>
              <a:gd name="connsiteY75" fmla="*/ 6706134 h 6858000"/>
              <a:gd name="connsiteX76" fmla="*/ 370974 w 4561539"/>
              <a:gd name="connsiteY76" fmla="*/ 6692748 h 6858000"/>
              <a:gd name="connsiteX77" fmla="*/ 360570 w 4561539"/>
              <a:gd name="connsiteY77" fmla="*/ 6684366 h 6858000"/>
              <a:gd name="connsiteX78" fmla="*/ 349203 w 4561539"/>
              <a:gd name="connsiteY78" fmla="*/ 6681550 h 6858000"/>
              <a:gd name="connsiteX79" fmla="*/ 847257 w 4561539"/>
              <a:gd name="connsiteY79" fmla="*/ 6647821 h 6858000"/>
              <a:gd name="connsiteX80" fmla="*/ 841282 w 4561539"/>
              <a:gd name="connsiteY80" fmla="*/ 6663138 h 6858000"/>
              <a:gd name="connsiteX81" fmla="*/ 846958 w 4561539"/>
              <a:gd name="connsiteY81" fmla="*/ 6680594 h 6858000"/>
              <a:gd name="connsiteX82" fmla="*/ 857752 w 4561539"/>
              <a:gd name="connsiteY82" fmla="*/ 6695640 h 6858000"/>
              <a:gd name="connsiteX83" fmla="*/ 875029 w 4561539"/>
              <a:gd name="connsiteY83" fmla="*/ 6695316 h 6858000"/>
              <a:gd name="connsiteX84" fmla="*/ 877684 w 4561539"/>
              <a:gd name="connsiteY84" fmla="*/ 6686656 h 6858000"/>
              <a:gd name="connsiteX85" fmla="*/ 877700 w 4561539"/>
              <a:gd name="connsiteY85" fmla="*/ 6686619 h 6858000"/>
              <a:gd name="connsiteX86" fmla="*/ 871198 w 4561539"/>
              <a:gd name="connsiteY86" fmla="*/ 6670186 h 6858000"/>
              <a:gd name="connsiteX87" fmla="*/ 861749 w 4561539"/>
              <a:gd name="connsiteY87" fmla="*/ 6655306 h 6858000"/>
              <a:gd name="connsiteX88" fmla="*/ 847257 w 4561539"/>
              <a:gd name="connsiteY88" fmla="*/ 6647821 h 6858000"/>
              <a:gd name="connsiteX89" fmla="*/ 477883 w 4561539"/>
              <a:gd name="connsiteY89" fmla="*/ 6641709 h 6858000"/>
              <a:gd name="connsiteX90" fmla="*/ 476217 w 4561539"/>
              <a:gd name="connsiteY90" fmla="*/ 6651724 h 6858000"/>
              <a:gd name="connsiteX91" fmla="*/ 478968 w 4561539"/>
              <a:gd name="connsiteY91" fmla="*/ 6661107 h 6858000"/>
              <a:gd name="connsiteX92" fmla="*/ 478956 w 4561539"/>
              <a:gd name="connsiteY92" fmla="*/ 6661085 h 6858000"/>
              <a:gd name="connsiteX93" fmla="*/ 478977 w 4561539"/>
              <a:gd name="connsiteY93" fmla="*/ 6661138 h 6858000"/>
              <a:gd name="connsiteX94" fmla="*/ 478968 w 4561539"/>
              <a:gd name="connsiteY94" fmla="*/ 6661107 h 6858000"/>
              <a:gd name="connsiteX95" fmla="*/ 485244 w 4561539"/>
              <a:gd name="connsiteY95" fmla="*/ 6672651 h 6858000"/>
              <a:gd name="connsiteX96" fmla="*/ 489889 w 4561539"/>
              <a:gd name="connsiteY96" fmla="*/ 6686978 h 6858000"/>
              <a:gd name="connsiteX97" fmla="*/ 494352 w 4561539"/>
              <a:gd name="connsiteY97" fmla="*/ 6702689 h 6858000"/>
              <a:gd name="connsiteX98" fmla="*/ 498852 w 4561539"/>
              <a:gd name="connsiteY98" fmla="*/ 6718944 h 6858000"/>
              <a:gd name="connsiteX99" fmla="*/ 510157 w 4561539"/>
              <a:gd name="connsiteY99" fmla="*/ 6722752 h 6858000"/>
              <a:gd name="connsiteX100" fmla="*/ 519865 w 4561539"/>
              <a:gd name="connsiteY100" fmla="*/ 6721512 h 6858000"/>
              <a:gd name="connsiteX101" fmla="*/ 524455 w 4561539"/>
              <a:gd name="connsiteY101" fmla="*/ 6705703 h 6858000"/>
              <a:gd name="connsiteX102" fmla="*/ 517489 w 4561539"/>
              <a:gd name="connsiteY102" fmla="*/ 6690802 h 6858000"/>
              <a:gd name="connsiteX103" fmla="*/ 508253 w 4561539"/>
              <a:gd name="connsiteY103" fmla="*/ 6678045 h 6858000"/>
              <a:gd name="connsiteX104" fmla="*/ 503059 w 4561539"/>
              <a:gd name="connsiteY104" fmla="*/ 6665345 h 6858000"/>
              <a:gd name="connsiteX105" fmla="*/ 503786 w 4561539"/>
              <a:gd name="connsiteY105" fmla="*/ 6651587 h 6858000"/>
              <a:gd name="connsiteX106" fmla="*/ 491659 w 4561539"/>
              <a:gd name="connsiteY106" fmla="*/ 6643412 h 6858000"/>
              <a:gd name="connsiteX107" fmla="*/ 477883 w 4561539"/>
              <a:gd name="connsiteY107" fmla="*/ 6641709 h 6858000"/>
              <a:gd name="connsiteX108" fmla="*/ 611376 w 4561539"/>
              <a:gd name="connsiteY108" fmla="*/ 6605566 h 6858000"/>
              <a:gd name="connsiteX109" fmla="*/ 602156 w 4561539"/>
              <a:gd name="connsiteY109" fmla="*/ 6614394 h 6858000"/>
              <a:gd name="connsiteX110" fmla="*/ 609588 w 4561539"/>
              <a:gd name="connsiteY110" fmla="*/ 6624494 h 6858000"/>
              <a:gd name="connsiteX111" fmla="*/ 617800 w 4561539"/>
              <a:gd name="connsiteY111" fmla="*/ 6635054 h 6858000"/>
              <a:gd name="connsiteX112" fmla="*/ 623696 w 4561539"/>
              <a:gd name="connsiteY112" fmla="*/ 6644598 h 6858000"/>
              <a:gd name="connsiteX113" fmla="*/ 622921 w 4561539"/>
              <a:gd name="connsiteY113" fmla="*/ 6656257 h 6858000"/>
              <a:gd name="connsiteX114" fmla="*/ 629322 w 4561539"/>
              <a:gd name="connsiteY114" fmla="*/ 6666500 h 6858000"/>
              <a:gd name="connsiteX115" fmla="*/ 631555 w 4561539"/>
              <a:gd name="connsiteY115" fmla="*/ 6676986 h 6858000"/>
              <a:gd name="connsiteX116" fmla="*/ 640594 w 4561539"/>
              <a:gd name="connsiteY116" fmla="*/ 6685151 h 6858000"/>
              <a:gd name="connsiteX117" fmla="*/ 653939 w 4561539"/>
              <a:gd name="connsiteY117" fmla="*/ 6685037 h 6858000"/>
              <a:gd name="connsiteX118" fmla="*/ 653827 w 4561539"/>
              <a:gd name="connsiteY118" fmla="*/ 6665268 h 6858000"/>
              <a:gd name="connsiteX119" fmla="*/ 648742 w 4561539"/>
              <a:gd name="connsiteY119" fmla="*/ 6648192 h 6858000"/>
              <a:gd name="connsiteX120" fmla="*/ 645919 w 4561539"/>
              <a:gd name="connsiteY120" fmla="*/ 6629410 h 6858000"/>
              <a:gd name="connsiteX121" fmla="*/ 632549 w 4561539"/>
              <a:gd name="connsiteY121" fmla="*/ 6616293 h 6858000"/>
              <a:gd name="connsiteX122" fmla="*/ 622199 w 4561539"/>
              <a:gd name="connsiteY122" fmla="*/ 6607888 h 6858000"/>
              <a:gd name="connsiteX123" fmla="*/ 611451 w 4561539"/>
              <a:gd name="connsiteY123" fmla="*/ 6605597 h 6858000"/>
              <a:gd name="connsiteX124" fmla="*/ 130088 w 4561539"/>
              <a:gd name="connsiteY124" fmla="*/ 6595687 h 6858000"/>
              <a:gd name="connsiteX125" fmla="*/ 122539 w 4561539"/>
              <a:gd name="connsiteY125" fmla="*/ 6608222 h 6858000"/>
              <a:gd name="connsiteX126" fmla="*/ 122348 w 4561539"/>
              <a:gd name="connsiteY126" fmla="*/ 6622072 h 6858000"/>
              <a:gd name="connsiteX127" fmla="*/ 127280 w 4561539"/>
              <a:gd name="connsiteY127" fmla="*/ 6640144 h 6858000"/>
              <a:gd name="connsiteX128" fmla="*/ 129125 w 4561539"/>
              <a:gd name="connsiteY128" fmla="*/ 6659047 h 6858000"/>
              <a:gd name="connsiteX129" fmla="*/ 137805 w 4561539"/>
              <a:gd name="connsiteY129" fmla="*/ 6676082 h 6858000"/>
              <a:gd name="connsiteX130" fmla="*/ 155147 w 4561539"/>
              <a:gd name="connsiteY130" fmla="*/ 6686044 h 6858000"/>
              <a:gd name="connsiteX131" fmla="*/ 159536 w 4561539"/>
              <a:gd name="connsiteY131" fmla="*/ 6680072 h 6858000"/>
              <a:gd name="connsiteX132" fmla="*/ 157968 w 4561539"/>
              <a:gd name="connsiteY132" fmla="*/ 6669185 h 6858000"/>
              <a:gd name="connsiteX133" fmla="*/ 153239 w 4561539"/>
              <a:gd name="connsiteY133" fmla="*/ 6653053 h 6858000"/>
              <a:gd name="connsiteX134" fmla="*/ 153069 w 4561539"/>
              <a:gd name="connsiteY134" fmla="*/ 6636267 h 6858000"/>
              <a:gd name="connsiteX135" fmla="*/ 148954 w 4561539"/>
              <a:gd name="connsiteY135" fmla="*/ 6621941 h 6858000"/>
              <a:gd name="connsiteX136" fmla="*/ 148760 w 4561539"/>
              <a:gd name="connsiteY136" fmla="*/ 6606163 h 6858000"/>
              <a:gd name="connsiteX137" fmla="*/ 148723 w 4561539"/>
              <a:gd name="connsiteY137" fmla="*/ 6606147 h 6858000"/>
              <a:gd name="connsiteX138" fmla="*/ 130088 w 4561539"/>
              <a:gd name="connsiteY138" fmla="*/ 6595687 h 6858000"/>
              <a:gd name="connsiteX139" fmla="*/ 750730 w 4561539"/>
              <a:gd name="connsiteY139" fmla="*/ 6566084 h 6858000"/>
              <a:gd name="connsiteX140" fmla="*/ 744809 w 4561539"/>
              <a:gd name="connsiteY140" fmla="*/ 6576737 h 6858000"/>
              <a:gd name="connsiteX141" fmla="*/ 748035 w 4561539"/>
              <a:gd name="connsiteY141" fmla="*/ 6592768 h 6858000"/>
              <a:gd name="connsiteX142" fmla="*/ 754483 w 4561539"/>
              <a:gd name="connsiteY142" fmla="*/ 6607852 h 6858000"/>
              <a:gd name="connsiteX143" fmla="*/ 761977 w 4561539"/>
              <a:gd name="connsiteY143" fmla="*/ 6622443 h 6858000"/>
              <a:gd name="connsiteX144" fmla="*/ 771208 w 4561539"/>
              <a:gd name="connsiteY144" fmla="*/ 6635950 h 6858000"/>
              <a:gd name="connsiteX145" fmla="*/ 788589 w 4561539"/>
              <a:gd name="connsiteY145" fmla="*/ 6640755 h 6858000"/>
              <a:gd name="connsiteX146" fmla="*/ 789294 w 4561539"/>
              <a:gd name="connsiteY146" fmla="*/ 6630527 h 6858000"/>
              <a:gd name="connsiteX147" fmla="*/ 789241 w 4561539"/>
              <a:gd name="connsiteY147" fmla="*/ 6630548 h 6858000"/>
              <a:gd name="connsiteX148" fmla="*/ 788332 w 4561539"/>
              <a:gd name="connsiteY148" fmla="*/ 6613630 h 6858000"/>
              <a:gd name="connsiteX149" fmla="*/ 779734 w 4561539"/>
              <a:gd name="connsiteY149" fmla="*/ 6599459 h 6858000"/>
              <a:gd name="connsiteX150" fmla="*/ 772316 w 4561539"/>
              <a:gd name="connsiteY150" fmla="*/ 6584899 h 6858000"/>
              <a:gd name="connsiteX151" fmla="*/ 760787 w 4561539"/>
              <a:gd name="connsiteY151" fmla="*/ 6573083 h 6858000"/>
              <a:gd name="connsiteX152" fmla="*/ 750730 w 4561539"/>
              <a:gd name="connsiteY152" fmla="*/ 6566084 h 6858000"/>
              <a:gd name="connsiteX153" fmla="*/ 258438 w 4561539"/>
              <a:gd name="connsiteY153" fmla="*/ 6560219 h 6858000"/>
              <a:gd name="connsiteX154" fmla="*/ 252716 w 4561539"/>
              <a:gd name="connsiteY154" fmla="*/ 6571662 h 6858000"/>
              <a:gd name="connsiteX155" fmla="*/ 250341 w 4561539"/>
              <a:gd name="connsiteY155" fmla="*/ 6583977 h 6858000"/>
              <a:gd name="connsiteX156" fmla="*/ 256534 w 4561539"/>
              <a:gd name="connsiteY156" fmla="*/ 6601253 h 6858000"/>
              <a:gd name="connsiteX157" fmla="*/ 261670 w 4561539"/>
              <a:gd name="connsiteY157" fmla="*/ 6618836 h 6858000"/>
              <a:gd name="connsiteX158" fmla="*/ 269948 w 4561539"/>
              <a:gd name="connsiteY158" fmla="*/ 6635040 h 6858000"/>
              <a:gd name="connsiteX159" fmla="*/ 280681 w 4561539"/>
              <a:gd name="connsiteY159" fmla="*/ 6651077 h 6858000"/>
              <a:gd name="connsiteX160" fmla="*/ 281674 w 4561539"/>
              <a:gd name="connsiteY160" fmla="*/ 6631726 h 6858000"/>
              <a:gd name="connsiteX161" fmla="*/ 282682 w 4561539"/>
              <a:gd name="connsiteY161" fmla="*/ 6613710 h 6858000"/>
              <a:gd name="connsiteX162" fmla="*/ 280908 w 4561539"/>
              <a:gd name="connsiteY162" fmla="*/ 6595589 h 6858000"/>
              <a:gd name="connsiteX163" fmla="*/ 271561 w 4561539"/>
              <a:gd name="connsiteY163" fmla="*/ 6576771 h 6858000"/>
              <a:gd name="connsiteX164" fmla="*/ 258422 w 4561539"/>
              <a:gd name="connsiteY164" fmla="*/ 6560257 h 6858000"/>
              <a:gd name="connsiteX165" fmla="*/ 966269 w 4561539"/>
              <a:gd name="connsiteY165" fmla="*/ 6548169 h 6858000"/>
              <a:gd name="connsiteX166" fmla="*/ 961831 w 4561539"/>
              <a:gd name="connsiteY166" fmla="*/ 6557498 h 6858000"/>
              <a:gd name="connsiteX167" fmla="*/ 960874 w 4561539"/>
              <a:gd name="connsiteY167" fmla="*/ 6569169 h 6858000"/>
              <a:gd name="connsiteX168" fmla="*/ 964978 w 4561539"/>
              <a:gd name="connsiteY168" fmla="*/ 6586055 h 6858000"/>
              <a:gd name="connsiteX169" fmla="*/ 974645 w 4561539"/>
              <a:gd name="connsiteY169" fmla="*/ 6600098 h 6858000"/>
              <a:gd name="connsiteX170" fmla="*/ 989882 w 4561539"/>
              <a:gd name="connsiteY170" fmla="*/ 6605066 h 6858000"/>
              <a:gd name="connsiteX171" fmla="*/ 996159 w 4561539"/>
              <a:gd name="connsiteY171" fmla="*/ 6598846 h 6858000"/>
              <a:gd name="connsiteX172" fmla="*/ 995450 w 4561539"/>
              <a:gd name="connsiteY172" fmla="*/ 6589136 h 6858000"/>
              <a:gd name="connsiteX173" fmla="*/ 988336 w 4561539"/>
              <a:gd name="connsiteY173" fmla="*/ 6573111 h 6858000"/>
              <a:gd name="connsiteX174" fmla="*/ 988406 w 4561539"/>
              <a:gd name="connsiteY174" fmla="*/ 6561555 h 6858000"/>
              <a:gd name="connsiteX175" fmla="*/ 980904 w 4561539"/>
              <a:gd name="connsiteY175" fmla="*/ 6552885 h 6858000"/>
              <a:gd name="connsiteX176" fmla="*/ 980889 w 4561539"/>
              <a:gd name="connsiteY176" fmla="*/ 6552922 h 6858000"/>
              <a:gd name="connsiteX177" fmla="*/ 966269 w 4561539"/>
              <a:gd name="connsiteY177" fmla="*/ 6548169 h 6858000"/>
              <a:gd name="connsiteX178" fmla="*/ 875287 w 4561539"/>
              <a:gd name="connsiteY178" fmla="*/ 6526596 h 6858000"/>
              <a:gd name="connsiteX179" fmla="*/ 871011 w 4561539"/>
              <a:gd name="connsiteY179" fmla="*/ 6539440 h 6858000"/>
              <a:gd name="connsiteX180" fmla="*/ 873454 w 4561539"/>
              <a:gd name="connsiteY180" fmla="*/ 6552801 h 6858000"/>
              <a:gd name="connsiteX181" fmla="*/ 881099 w 4561539"/>
              <a:gd name="connsiteY181" fmla="*/ 6569668 h 6858000"/>
              <a:gd name="connsiteX182" fmla="*/ 887425 w 4561539"/>
              <a:gd name="connsiteY182" fmla="*/ 6587263 h 6858000"/>
              <a:gd name="connsiteX183" fmla="*/ 900499 w 4561539"/>
              <a:gd name="connsiteY183" fmla="*/ 6600346 h 6858000"/>
              <a:gd name="connsiteX184" fmla="*/ 916598 w 4561539"/>
              <a:gd name="connsiteY184" fmla="*/ 6608106 h 6858000"/>
              <a:gd name="connsiteX185" fmla="*/ 914214 w 4561539"/>
              <a:gd name="connsiteY185" fmla="*/ 6593444 h 6858000"/>
              <a:gd name="connsiteX186" fmla="*/ 911365 w 4561539"/>
              <a:gd name="connsiteY186" fmla="*/ 6576199 h 6858000"/>
              <a:gd name="connsiteX187" fmla="*/ 904407 w 4561539"/>
              <a:gd name="connsiteY187" fmla="*/ 6561168 h 6858000"/>
              <a:gd name="connsiteX188" fmla="*/ 901512 w 4561539"/>
              <a:gd name="connsiteY188" fmla="*/ 6546779 h 6858000"/>
              <a:gd name="connsiteX189" fmla="*/ 890977 w 4561539"/>
              <a:gd name="connsiteY189" fmla="*/ 6536175 h 6858000"/>
              <a:gd name="connsiteX190" fmla="*/ 890902 w 4561539"/>
              <a:gd name="connsiteY190" fmla="*/ 6536144 h 6858000"/>
              <a:gd name="connsiteX191" fmla="*/ 875287 w 4561539"/>
              <a:gd name="connsiteY191" fmla="*/ 6526596 h 6858000"/>
              <a:gd name="connsiteX192" fmla="*/ 389507 w 4561539"/>
              <a:gd name="connsiteY192" fmla="*/ 6521954 h 6858000"/>
              <a:gd name="connsiteX193" fmla="*/ 379686 w 4561539"/>
              <a:gd name="connsiteY193" fmla="*/ 6536855 h 6858000"/>
              <a:gd name="connsiteX194" fmla="*/ 381675 w 4561539"/>
              <a:gd name="connsiteY194" fmla="*/ 6553518 h 6858000"/>
              <a:gd name="connsiteX195" fmla="*/ 388430 w 4561539"/>
              <a:gd name="connsiteY195" fmla="*/ 6568818 h 6858000"/>
              <a:gd name="connsiteX196" fmla="*/ 391596 w 4561539"/>
              <a:gd name="connsiteY196" fmla="*/ 6584780 h 6858000"/>
              <a:gd name="connsiteX197" fmla="*/ 397072 w 4561539"/>
              <a:gd name="connsiteY197" fmla="*/ 6600075 h 6858000"/>
              <a:gd name="connsiteX198" fmla="*/ 404279 w 4561539"/>
              <a:gd name="connsiteY198" fmla="*/ 6607339 h 6858000"/>
              <a:gd name="connsiteX199" fmla="*/ 413305 w 4561539"/>
              <a:gd name="connsiteY199" fmla="*/ 6609307 h 6858000"/>
              <a:gd name="connsiteX200" fmla="*/ 417436 w 4561539"/>
              <a:gd name="connsiteY200" fmla="*/ 6605117 h 6858000"/>
              <a:gd name="connsiteX201" fmla="*/ 419406 w 4561539"/>
              <a:gd name="connsiteY201" fmla="*/ 6598331 h 6858000"/>
              <a:gd name="connsiteX202" fmla="*/ 419422 w 4561539"/>
              <a:gd name="connsiteY202" fmla="*/ 6598294 h 6858000"/>
              <a:gd name="connsiteX203" fmla="*/ 414667 w 4561539"/>
              <a:gd name="connsiteY203" fmla="*/ 6582329 h 6858000"/>
              <a:gd name="connsiteX204" fmla="*/ 410027 w 4561539"/>
              <a:gd name="connsiteY204" fmla="*/ 6566722 h 6858000"/>
              <a:gd name="connsiteX205" fmla="*/ 404664 w 4561539"/>
              <a:gd name="connsiteY205" fmla="*/ 6551474 h 6858000"/>
              <a:gd name="connsiteX206" fmla="*/ 401214 w 4561539"/>
              <a:gd name="connsiteY206" fmla="*/ 6535348 h 6858000"/>
              <a:gd name="connsiteX207" fmla="*/ 389507 w 4561539"/>
              <a:gd name="connsiteY207" fmla="*/ 6521954 h 6858000"/>
              <a:gd name="connsiteX208" fmla="*/ 515490 w 4561539"/>
              <a:gd name="connsiteY208" fmla="*/ 6489607 h 6858000"/>
              <a:gd name="connsiteX209" fmla="*/ 508264 w 4561539"/>
              <a:gd name="connsiteY209" fmla="*/ 6500422 h 6858000"/>
              <a:gd name="connsiteX210" fmla="*/ 504036 w 4561539"/>
              <a:gd name="connsiteY210" fmla="*/ 6518637 h 6858000"/>
              <a:gd name="connsiteX211" fmla="*/ 506622 w 4561539"/>
              <a:gd name="connsiteY211" fmla="*/ 6537142 h 6858000"/>
              <a:gd name="connsiteX212" fmla="*/ 516379 w 4561539"/>
              <a:gd name="connsiteY212" fmla="*/ 6553080 h 6858000"/>
              <a:gd name="connsiteX213" fmla="*/ 516610 w 4561539"/>
              <a:gd name="connsiteY213" fmla="*/ 6568034 h 6858000"/>
              <a:gd name="connsiteX214" fmla="*/ 528466 w 4561539"/>
              <a:gd name="connsiteY214" fmla="*/ 6577379 h 6858000"/>
              <a:gd name="connsiteX215" fmla="*/ 532688 w 4561539"/>
              <a:gd name="connsiteY215" fmla="*/ 6573814 h 6858000"/>
              <a:gd name="connsiteX216" fmla="*/ 533195 w 4561539"/>
              <a:gd name="connsiteY216" fmla="*/ 6566934 h 6858000"/>
              <a:gd name="connsiteX217" fmla="*/ 536535 w 4561539"/>
              <a:gd name="connsiteY217" fmla="*/ 6555377 h 6858000"/>
              <a:gd name="connsiteX218" fmla="*/ 536548 w 4561539"/>
              <a:gd name="connsiteY218" fmla="*/ 6538049 h 6858000"/>
              <a:gd name="connsiteX219" fmla="*/ 530600 w 4561539"/>
              <a:gd name="connsiteY219" fmla="*/ 6521982 h 6858000"/>
              <a:gd name="connsiteX220" fmla="*/ 524170 w 4561539"/>
              <a:gd name="connsiteY220" fmla="*/ 6506642 h 6858000"/>
              <a:gd name="connsiteX221" fmla="*/ 520481 w 4561539"/>
              <a:gd name="connsiteY221" fmla="*/ 6494882 h 6858000"/>
              <a:gd name="connsiteX222" fmla="*/ 515490 w 4561539"/>
              <a:gd name="connsiteY222" fmla="*/ 6489607 h 6858000"/>
              <a:gd name="connsiteX223" fmla="*/ 15879 w 4561539"/>
              <a:gd name="connsiteY223" fmla="*/ 6486026 h 6858000"/>
              <a:gd name="connsiteX224" fmla="*/ 14833 w 4561539"/>
              <a:gd name="connsiteY224" fmla="*/ 6502657 h 6858000"/>
              <a:gd name="connsiteX225" fmla="*/ 13602 w 4561539"/>
              <a:gd name="connsiteY225" fmla="*/ 6520360 h 6858000"/>
              <a:gd name="connsiteX226" fmla="*/ 23279 w 4561539"/>
              <a:gd name="connsiteY226" fmla="*/ 6534274 h 6858000"/>
              <a:gd name="connsiteX227" fmla="*/ 32123 w 4561539"/>
              <a:gd name="connsiteY227" fmla="*/ 6548282 h 6858000"/>
              <a:gd name="connsiteX228" fmla="*/ 42813 w 4561539"/>
              <a:gd name="connsiteY228" fmla="*/ 6560940 h 6858000"/>
              <a:gd name="connsiteX229" fmla="*/ 53087 w 4561539"/>
              <a:gd name="connsiteY229" fmla="*/ 6567102 h 6858000"/>
              <a:gd name="connsiteX230" fmla="*/ 64514 w 4561539"/>
              <a:gd name="connsiteY230" fmla="*/ 6565874 h 6858000"/>
              <a:gd name="connsiteX231" fmla="*/ 61706 w 4561539"/>
              <a:gd name="connsiteY231" fmla="*/ 6553068 h 6858000"/>
              <a:gd name="connsiteX232" fmla="*/ 61727 w 4561539"/>
              <a:gd name="connsiteY232" fmla="*/ 6553121 h 6858000"/>
              <a:gd name="connsiteX233" fmla="*/ 56806 w 4561539"/>
              <a:gd name="connsiteY233" fmla="*/ 6537662 h 6858000"/>
              <a:gd name="connsiteX234" fmla="*/ 47032 w 4561539"/>
              <a:gd name="connsiteY234" fmla="*/ 6524502 h 6858000"/>
              <a:gd name="connsiteX235" fmla="*/ 38800 w 4561539"/>
              <a:gd name="connsiteY235" fmla="*/ 6510618 h 6858000"/>
              <a:gd name="connsiteX236" fmla="*/ 28758 w 4561539"/>
              <a:gd name="connsiteY236" fmla="*/ 6498099 h 6858000"/>
              <a:gd name="connsiteX237" fmla="*/ 15879 w 4561539"/>
              <a:gd name="connsiteY237" fmla="*/ 6486026 h 6858000"/>
              <a:gd name="connsiteX238" fmla="*/ 1004778 w 4561539"/>
              <a:gd name="connsiteY238" fmla="*/ 6455080 h 6858000"/>
              <a:gd name="connsiteX239" fmla="*/ 1004800 w 4561539"/>
              <a:gd name="connsiteY239" fmla="*/ 6455134 h 6858000"/>
              <a:gd name="connsiteX240" fmla="*/ 999440 w 4561539"/>
              <a:gd name="connsiteY240" fmla="*/ 6467614 h 6858000"/>
              <a:gd name="connsiteX241" fmla="*/ 1002732 w 4561539"/>
              <a:gd name="connsiteY241" fmla="*/ 6482744 h 6858000"/>
              <a:gd name="connsiteX242" fmla="*/ 1009400 w 4561539"/>
              <a:gd name="connsiteY242" fmla="*/ 6496460 h 6858000"/>
              <a:gd name="connsiteX243" fmla="*/ 1018518 w 4561539"/>
              <a:gd name="connsiteY243" fmla="*/ 6508548 h 6858000"/>
              <a:gd name="connsiteX244" fmla="*/ 1027626 w 4561539"/>
              <a:gd name="connsiteY244" fmla="*/ 6518864 h 6858000"/>
              <a:gd name="connsiteX245" fmla="*/ 1039534 w 4561539"/>
              <a:gd name="connsiteY245" fmla="*/ 6523764 h 6858000"/>
              <a:gd name="connsiteX246" fmla="*/ 1042807 w 4561539"/>
              <a:gd name="connsiteY246" fmla="*/ 6519746 h 6858000"/>
              <a:gd name="connsiteX247" fmla="*/ 1041560 w 4561539"/>
              <a:gd name="connsiteY247" fmla="*/ 6513867 h 6858000"/>
              <a:gd name="connsiteX248" fmla="*/ 1038396 w 4561539"/>
              <a:gd name="connsiteY248" fmla="*/ 6502858 h 6858000"/>
              <a:gd name="connsiteX249" fmla="*/ 1034611 w 4561539"/>
              <a:gd name="connsiteY249" fmla="*/ 6482259 h 6858000"/>
              <a:gd name="connsiteX250" fmla="*/ 1019389 w 4561539"/>
              <a:gd name="connsiteY250" fmla="*/ 6467658 h 6858000"/>
              <a:gd name="connsiteX251" fmla="*/ 1013781 w 4561539"/>
              <a:gd name="connsiteY251" fmla="*/ 6457525 h 6858000"/>
              <a:gd name="connsiteX252" fmla="*/ 1004778 w 4561539"/>
              <a:gd name="connsiteY252" fmla="*/ 6455080 h 6858000"/>
              <a:gd name="connsiteX253" fmla="*/ 151415 w 4561539"/>
              <a:gd name="connsiteY253" fmla="*/ 6449014 h 6858000"/>
              <a:gd name="connsiteX254" fmla="*/ 151437 w 4561539"/>
              <a:gd name="connsiteY254" fmla="*/ 6449067 h 6858000"/>
              <a:gd name="connsiteX255" fmla="*/ 142974 w 4561539"/>
              <a:gd name="connsiteY255" fmla="*/ 6456931 h 6858000"/>
              <a:gd name="connsiteX256" fmla="*/ 147298 w 4561539"/>
              <a:gd name="connsiteY256" fmla="*/ 6469177 h 6858000"/>
              <a:gd name="connsiteX257" fmla="*/ 153828 w 4561539"/>
              <a:gd name="connsiteY257" fmla="*/ 6486285 h 6858000"/>
              <a:gd name="connsiteX258" fmla="*/ 161157 w 4561539"/>
              <a:gd name="connsiteY258" fmla="*/ 6503063 h 6858000"/>
              <a:gd name="connsiteX259" fmla="*/ 170212 w 4561539"/>
              <a:gd name="connsiteY259" fmla="*/ 6518884 h 6858000"/>
              <a:gd name="connsiteX260" fmla="*/ 182132 w 4561539"/>
              <a:gd name="connsiteY260" fmla="*/ 6529979 h 6858000"/>
              <a:gd name="connsiteX261" fmla="*/ 183297 w 4561539"/>
              <a:gd name="connsiteY261" fmla="*/ 6513486 h 6858000"/>
              <a:gd name="connsiteX262" fmla="*/ 180066 w 4561539"/>
              <a:gd name="connsiteY262" fmla="*/ 6495994 h 6858000"/>
              <a:gd name="connsiteX263" fmla="*/ 173573 w 4561539"/>
              <a:gd name="connsiteY263" fmla="*/ 6479433 h 6858000"/>
              <a:gd name="connsiteX264" fmla="*/ 166011 w 4561539"/>
              <a:gd name="connsiteY264" fmla="*/ 6460258 h 6858000"/>
              <a:gd name="connsiteX265" fmla="*/ 151415 w 4561539"/>
              <a:gd name="connsiteY265" fmla="*/ 6449014 h 6858000"/>
              <a:gd name="connsiteX266" fmla="*/ 647208 w 4561539"/>
              <a:gd name="connsiteY266" fmla="*/ 6448209 h 6858000"/>
              <a:gd name="connsiteX267" fmla="*/ 643357 w 4561539"/>
              <a:gd name="connsiteY267" fmla="*/ 6466893 h 6858000"/>
              <a:gd name="connsiteX268" fmla="*/ 643319 w 4561539"/>
              <a:gd name="connsiteY268" fmla="*/ 6466877 h 6858000"/>
              <a:gd name="connsiteX269" fmla="*/ 641474 w 4561539"/>
              <a:gd name="connsiteY269" fmla="*/ 6481935 h 6858000"/>
              <a:gd name="connsiteX270" fmla="*/ 644990 w 4561539"/>
              <a:gd name="connsiteY270" fmla="*/ 6495479 h 6858000"/>
              <a:gd name="connsiteX271" fmla="*/ 649460 w 4561539"/>
              <a:gd name="connsiteY271" fmla="*/ 6510750 h 6858000"/>
              <a:gd name="connsiteX272" fmla="*/ 652449 w 4561539"/>
              <a:gd name="connsiteY272" fmla="*/ 6527346 h 6858000"/>
              <a:gd name="connsiteX273" fmla="*/ 662913 w 4561539"/>
              <a:gd name="connsiteY273" fmla="*/ 6531155 h 6858000"/>
              <a:gd name="connsiteX274" fmla="*/ 673129 w 4561539"/>
              <a:gd name="connsiteY274" fmla="*/ 6535876 h 6858000"/>
              <a:gd name="connsiteX275" fmla="*/ 678294 w 4561539"/>
              <a:gd name="connsiteY275" fmla="*/ 6529201 h 6858000"/>
              <a:gd name="connsiteX276" fmla="*/ 679824 w 4561539"/>
              <a:gd name="connsiteY276" fmla="*/ 6519578 h 6858000"/>
              <a:gd name="connsiteX277" fmla="*/ 673725 w 4561539"/>
              <a:gd name="connsiteY277" fmla="*/ 6504818 h 6858000"/>
              <a:gd name="connsiteX278" fmla="*/ 664923 w 4561539"/>
              <a:gd name="connsiteY278" fmla="*/ 6490077 h 6858000"/>
              <a:gd name="connsiteX279" fmla="*/ 666334 w 4561539"/>
              <a:gd name="connsiteY279" fmla="*/ 6476164 h 6858000"/>
              <a:gd name="connsiteX280" fmla="*/ 668740 w 4561539"/>
              <a:gd name="connsiteY280" fmla="*/ 6462933 h 6858000"/>
              <a:gd name="connsiteX281" fmla="*/ 659562 w 4561539"/>
              <a:gd name="connsiteY281" fmla="*/ 6452677 h 6858000"/>
              <a:gd name="connsiteX282" fmla="*/ 647208 w 4561539"/>
              <a:gd name="connsiteY282" fmla="*/ 6448209 h 6858000"/>
              <a:gd name="connsiteX283" fmla="*/ 279434 w 4561539"/>
              <a:gd name="connsiteY283" fmla="*/ 6412125 h 6858000"/>
              <a:gd name="connsiteX284" fmla="*/ 272266 w 4561539"/>
              <a:gd name="connsiteY284" fmla="*/ 6422698 h 6858000"/>
              <a:gd name="connsiteX285" fmla="*/ 274536 w 4561539"/>
              <a:gd name="connsiteY285" fmla="*/ 6436472 h 6858000"/>
              <a:gd name="connsiteX286" fmla="*/ 282878 w 4561539"/>
              <a:gd name="connsiteY286" fmla="*/ 6453365 h 6858000"/>
              <a:gd name="connsiteX287" fmla="*/ 289331 w 4561539"/>
              <a:gd name="connsiteY287" fmla="*/ 6470969 h 6858000"/>
              <a:gd name="connsiteX288" fmla="*/ 300953 w 4561539"/>
              <a:gd name="connsiteY288" fmla="*/ 6485831 h 6858000"/>
              <a:gd name="connsiteX289" fmla="*/ 318900 w 4561539"/>
              <a:gd name="connsiteY289" fmla="*/ 6492554 h 6858000"/>
              <a:gd name="connsiteX290" fmla="*/ 317123 w 4561539"/>
              <a:gd name="connsiteY290" fmla="*/ 6476863 h 6858000"/>
              <a:gd name="connsiteX291" fmla="*/ 313747 w 4561539"/>
              <a:gd name="connsiteY291" fmla="*/ 6459929 h 6858000"/>
              <a:gd name="connsiteX292" fmla="*/ 306160 w 4561539"/>
              <a:gd name="connsiteY292" fmla="*/ 6445032 h 6858000"/>
              <a:gd name="connsiteX293" fmla="*/ 303103 w 4561539"/>
              <a:gd name="connsiteY293" fmla="*/ 6430707 h 6858000"/>
              <a:gd name="connsiteX294" fmla="*/ 293288 w 4561539"/>
              <a:gd name="connsiteY294" fmla="*/ 6420183 h 6858000"/>
              <a:gd name="connsiteX295" fmla="*/ 293341 w 4561539"/>
              <a:gd name="connsiteY295" fmla="*/ 6420162 h 6858000"/>
              <a:gd name="connsiteX296" fmla="*/ 279434 w 4561539"/>
              <a:gd name="connsiteY296" fmla="*/ 6412125 h 6858000"/>
              <a:gd name="connsiteX297" fmla="*/ 782114 w 4561539"/>
              <a:gd name="connsiteY297" fmla="*/ 6409430 h 6858000"/>
              <a:gd name="connsiteX298" fmla="*/ 782136 w 4561539"/>
              <a:gd name="connsiteY298" fmla="*/ 6409483 h 6858000"/>
              <a:gd name="connsiteX299" fmla="*/ 774889 w 4561539"/>
              <a:gd name="connsiteY299" fmla="*/ 6420773 h 6858000"/>
              <a:gd name="connsiteX300" fmla="*/ 777884 w 4561539"/>
              <a:gd name="connsiteY300" fmla="*/ 6432288 h 6858000"/>
              <a:gd name="connsiteX301" fmla="*/ 780345 w 4561539"/>
              <a:gd name="connsiteY301" fmla="*/ 6450564 h 6858000"/>
              <a:gd name="connsiteX302" fmla="*/ 784606 w 4561539"/>
              <a:gd name="connsiteY302" fmla="*/ 6468445 h 6858000"/>
              <a:gd name="connsiteX303" fmla="*/ 789953 w 4561539"/>
              <a:gd name="connsiteY303" fmla="*/ 6486161 h 6858000"/>
              <a:gd name="connsiteX304" fmla="*/ 802520 w 4561539"/>
              <a:gd name="connsiteY304" fmla="*/ 6495495 h 6858000"/>
              <a:gd name="connsiteX305" fmla="*/ 806608 w 4561539"/>
              <a:gd name="connsiteY305" fmla="*/ 6491050 h 6858000"/>
              <a:gd name="connsiteX306" fmla="*/ 808015 w 4561539"/>
              <a:gd name="connsiteY306" fmla="*/ 6480904 h 6858000"/>
              <a:gd name="connsiteX307" fmla="*/ 806130 w 4561539"/>
              <a:gd name="connsiteY307" fmla="*/ 6463045 h 6858000"/>
              <a:gd name="connsiteX308" fmla="*/ 803656 w 4561539"/>
              <a:gd name="connsiteY308" fmla="*/ 6445118 h 6858000"/>
              <a:gd name="connsiteX309" fmla="*/ 793392 w 4561539"/>
              <a:gd name="connsiteY309" fmla="*/ 6426801 h 6858000"/>
              <a:gd name="connsiteX310" fmla="*/ 782114 w 4561539"/>
              <a:gd name="connsiteY310" fmla="*/ 6409430 h 6858000"/>
              <a:gd name="connsiteX311" fmla="*/ 915043 w 4561539"/>
              <a:gd name="connsiteY311" fmla="*/ 6376322 h 6858000"/>
              <a:gd name="connsiteX312" fmla="*/ 905553 w 4561539"/>
              <a:gd name="connsiteY312" fmla="*/ 6386320 h 6858000"/>
              <a:gd name="connsiteX313" fmla="*/ 908886 w 4561539"/>
              <a:gd name="connsiteY313" fmla="*/ 6400407 h 6858000"/>
              <a:gd name="connsiteX314" fmla="*/ 907125 w 4561539"/>
              <a:gd name="connsiteY314" fmla="*/ 6419479 h 6858000"/>
              <a:gd name="connsiteX315" fmla="*/ 913047 w 4561539"/>
              <a:gd name="connsiteY315" fmla="*/ 6437613 h 6858000"/>
              <a:gd name="connsiteX316" fmla="*/ 924761 w 4561539"/>
              <a:gd name="connsiteY316" fmla="*/ 6452470 h 6858000"/>
              <a:gd name="connsiteX317" fmla="*/ 939832 w 4561539"/>
              <a:gd name="connsiteY317" fmla="*/ 6465637 h 6858000"/>
              <a:gd name="connsiteX318" fmla="*/ 945228 w 4561539"/>
              <a:gd name="connsiteY318" fmla="*/ 6458738 h 6858000"/>
              <a:gd name="connsiteX319" fmla="*/ 944666 w 4561539"/>
              <a:gd name="connsiteY319" fmla="*/ 6446923 h 6858000"/>
              <a:gd name="connsiteX320" fmla="*/ 935878 w 4561539"/>
              <a:gd name="connsiteY320" fmla="*/ 6431834 h 6858000"/>
              <a:gd name="connsiteX321" fmla="*/ 934728 w 4561539"/>
              <a:gd name="connsiteY321" fmla="*/ 6414858 h 6858000"/>
              <a:gd name="connsiteX322" fmla="*/ 935319 w 4561539"/>
              <a:gd name="connsiteY322" fmla="*/ 6400160 h 6858000"/>
              <a:gd name="connsiteX323" fmla="*/ 928109 w 4561539"/>
              <a:gd name="connsiteY323" fmla="*/ 6387632 h 6858000"/>
              <a:gd name="connsiteX324" fmla="*/ 928087 w 4561539"/>
              <a:gd name="connsiteY324" fmla="*/ 6387578 h 6858000"/>
              <a:gd name="connsiteX325" fmla="*/ 915043 w 4561539"/>
              <a:gd name="connsiteY325" fmla="*/ 6376322 h 6858000"/>
              <a:gd name="connsiteX326" fmla="*/ 414168 w 4561539"/>
              <a:gd name="connsiteY326" fmla="*/ 6373876 h 6858000"/>
              <a:gd name="connsiteX327" fmla="*/ 407729 w 4561539"/>
              <a:gd name="connsiteY327" fmla="*/ 6374998 h 6858000"/>
              <a:gd name="connsiteX328" fmla="*/ 407691 w 4561539"/>
              <a:gd name="connsiteY328" fmla="*/ 6374982 h 6858000"/>
              <a:gd name="connsiteX329" fmla="*/ 406065 w 4561539"/>
              <a:gd name="connsiteY329" fmla="*/ 6388672 h 6858000"/>
              <a:gd name="connsiteX330" fmla="*/ 409078 w 4561539"/>
              <a:gd name="connsiteY330" fmla="*/ 6406473 h 6858000"/>
              <a:gd name="connsiteX331" fmla="*/ 414446 w 4561539"/>
              <a:gd name="connsiteY331" fmla="*/ 6424242 h 6858000"/>
              <a:gd name="connsiteX332" fmla="*/ 429254 w 4561539"/>
              <a:gd name="connsiteY332" fmla="*/ 6435928 h 6858000"/>
              <a:gd name="connsiteX333" fmla="*/ 436554 w 4561539"/>
              <a:gd name="connsiteY333" fmla="*/ 6447609 h 6858000"/>
              <a:gd name="connsiteX334" fmla="*/ 447225 w 4561539"/>
              <a:gd name="connsiteY334" fmla="*/ 6453140 h 6858000"/>
              <a:gd name="connsiteX335" fmla="*/ 452179 w 4561539"/>
              <a:gd name="connsiteY335" fmla="*/ 6443321 h 6858000"/>
              <a:gd name="connsiteX336" fmla="*/ 449862 w 4561539"/>
              <a:gd name="connsiteY336" fmla="*/ 6431870 h 6858000"/>
              <a:gd name="connsiteX337" fmla="*/ 442091 w 4561539"/>
              <a:gd name="connsiteY337" fmla="*/ 6416145 h 6858000"/>
              <a:gd name="connsiteX338" fmla="*/ 437116 w 4561539"/>
              <a:gd name="connsiteY338" fmla="*/ 6399336 h 6858000"/>
              <a:gd name="connsiteX339" fmla="*/ 421577 w 4561539"/>
              <a:gd name="connsiteY339" fmla="*/ 6389820 h 6858000"/>
              <a:gd name="connsiteX340" fmla="*/ 418715 w 4561539"/>
              <a:gd name="connsiteY340" fmla="*/ 6377036 h 6858000"/>
              <a:gd name="connsiteX341" fmla="*/ 414168 w 4561539"/>
              <a:gd name="connsiteY341" fmla="*/ 6373876 h 6858000"/>
              <a:gd name="connsiteX342" fmla="*/ 1042671 w 4561539"/>
              <a:gd name="connsiteY342" fmla="*/ 6340154 h 6858000"/>
              <a:gd name="connsiteX343" fmla="*/ 1042602 w 4561539"/>
              <a:gd name="connsiteY343" fmla="*/ 6340213 h 6858000"/>
              <a:gd name="connsiteX344" fmla="*/ 1036915 w 4561539"/>
              <a:gd name="connsiteY344" fmla="*/ 6349992 h 6858000"/>
              <a:gd name="connsiteX345" fmla="*/ 1032090 w 4561539"/>
              <a:gd name="connsiteY345" fmla="*/ 6363093 h 6858000"/>
              <a:gd name="connsiteX346" fmla="*/ 1039400 w 4561539"/>
              <a:gd name="connsiteY346" fmla="*/ 6380128 h 6858000"/>
              <a:gd name="connsiteX347" fmla="*/ 1048486 w 4561539"/>
              <a:gd name="connsiteY347" fmla="*/ 6396405 h 6858000"/>
              <a:gd name="connsiteX348" fmla="*/ 1053557 w 4561539"/>
              <a:gd name="connsiteY348" fmla="*/ 6413829 h 6858000"/>
              <a:gd name="connsiteX349" fmla="*/ 1063793 w 4561539"/>
              <a:gd name="connsiteY349" fmla="*/ 6425987 h 6858000"/>
              <a:gd name="connsiteX350" fmla="*/ 1067531 w 4561539"/>
              <a:gd name="connsiteY350" fmla="*/ 6409999 h 6858000"/>
              <a:gd name="connsiteX351" fmla="*/ 1066684 w 4561539"/>
              <a:gd name="connsiteY351" fmla="*/ 6392089 h 6858000"/>
              <a:gd name="connsiteX352" fmla="*/ 1065396 w 4561539"/>
              <a:gd name="connsiteY352" fmla="*/ 6373861 h 6858000"/>
              <a:gd name="connsiteX353" fmla="*/ 1053739 w 4561539"/>
              <a:gd name="connsiteY353" fmla="*/ 6356022 h 6858000"/>
              <a:gd name="connsiteX354" fmla="*/ 1042671 w 4561539"/>
              <a:gd name="connsiteY354" fmla="*/ 6340154 h 6858000"/>
              <a:gd name="connsiteX355" fmla="*/ 546615 w 4561539"/>
              <a:gd name="connsiteY355" fmla="*/ 6338106 h 6858000"/>
              <a:gd name="connsiteX356" fmla="*/ 543598 w 4561539"/>
              <a:gd name="connsiteY356" fmla="*/ 6350374 h 6858000"/>
              <a:gd name="connsiteX357" fmla="*/ 544242 w 4561539"/>
              <a:gd name="connsiteY357" fmla="*/ 6363600 h 6858000"/>
              <a:gd name="connsiteX358" fmla="*/ 548196 w 4561539"/>
              <a:gd name="connsiteY358" fmla="*/ 6381793 h 6858000"/>
              <a:gd name="connsiteX359" fmla="*/ 555875 w 4561539"/>
              <a:gd name="connsiteY359" fmla="*/ 6398896 h 6858000"/>
              <a:gd name="connsiteX360" fmla="*/ 568770 w 4561539"/>
              <a:gd name="connsiteY360" fmla="*/ 6412301 h 6858000"/>
              <a:gd name="connsiteX361" fmla="*/ 585459 w 4561539"/>
              <a:gd name="connsiteY361" fmla="*/ 6422343 h 6858000"/>
              <a:gd name="connsiteX362" fmla="*/ 588778 w 4561539"/>
              <a:gd name="connsiteY362" fmla="*/ 6415437 h 6858000"/>
              <a:gd name="connsiteX363" fmla="*/ 585411 w 4561539"/>
              <a:gd name="connsiteY363" fmla="*/ 6404635 h 6858000"/>
              <a:gd name="connsiteX364" fmla="*/ 580911 w 4561539"/>
              <a:gd name="connsiteY364" fmla="*/ 6388379 h 6858000"/>
              <a:gd name="connsiteX365" fmla="*/ 574077 w 4561539"/>
              <a:gd name="connsiteY365" fmla="*/ 6373267 h 6858000"/>
              <a:gd name="connsiteX366" fmla="*/ 569675 w 4561539"/>
              <a:gd name="connsiteY366" fmla="*/ 6359307 h 6858000"/>
              <a:gd name="connsiteX367" fmla="*/ 561899 w 4561539"/>
              <a:gd name="connsiteY367" fmla="*/ 6347604 h 6858000"/>
              <a:gd name="connsiteX368" fmla="*/ 561824 w 4561539"/>
              <a:gd name="connsiteY368" fmla="*/ 6347573 h 6858000"/>
              <a:gd name="connsiteX369" fmla="*/ 546615 w 4561539"/>
              <a:gd name="connsiteY369" fmla="*/ 6338106 h 6858000"/>
              <a:gd name="connsiteX370" fmla="*/ 48805 w 4561539"/>
              <a:gd name="connsiteY370" fmla="*/ 6332760 h 6858000"/>
              <a:gd name="connsiteX371" fmla="*/ 43337 w 4561539"/>
              <a:gd name="connsiteY371" fmla="*/ 6354038 h 6858000"/>
              <a:gd name="connsiteX372" fmla="*/ 43375 w 4561539"/>
              <a:gd name="connsiteY372" fmla="*/ 6354054 h 6858000"/>
              <a:gd name="connsiteX373" fmla="*/ 45749 w 4561539"/>
              <a:gd name="connsiteY373" fmla="*/ 6368845 h 6858000"/>
              <a:gd name="connsiteX374" fmla="*/ 50798 w 4561539"/>
              <a:gd name="connsiteY374" fmla="*/ 6382104 h 6858000"/>
              <a:gd name="connsiteX375" fmla="*/ 56015 w 4561539"/>
              <a:gd name="connsiteY375" fmla="*/ 6397598 h 6858000"/>
              <a:gd name="connsiteX376" fmla="*/ 61615 w 4561539"/>
              <a:gd name="connsiteY376" fmla="*/ 6410911 h 6858000"/>
              <a:gd name="connsiteX377" fmla="*/ 76026 w 4561539"/>
              <a:gd name="connsiteY377" fmla="*/ 6419115 h 6858000"/>
              <a:gd name="connsiteX378" fmla="*/ 81540 w 4561539"/>
              <a:gd name="connsiteY378" fmla="*/ 6414018 h 6858000"/>
              <a:gd name="connsiteX379" fmla="*/ 83356 w 4561539"/>
              <a:gd name="connsiteY379" fmla="*/ 6406045 h 6858000"/>
              <a:gd name="connsiteX380" fmla="*/ 81278 w 4561539"/>
              <a:gd name="connsiteY380" fmla="*/ 6389388 h 6858000"/>
              <a:gd name="connsiteX381" fmla="*/ 70783 w 4561539"/>
              <a:gd name="connsiteY381" fmla="*/ 6376370 h 6858000"/>
              <a:gd name="connsiteX382" fmla="*/ 74869 w 4561539"/>
              <a:gd name="connsiteY382" fmla="*/ 6363135 h 6858000"/>
              <a:gd name="connsiteX383" fmla="*/ 72690 w 4561539"/>
              <a:gd name="connsiteY383" fmla="*/ 6349354 h 6858000"/>
              <a:gd name="connsiteX384" fmla="*/ 64725 w 4561539"/>
              <a:gd name="connsiteY384" fmla="*/ 6336731 h 6858000"/>
              <a:gd name="connsiteX385" fmla="*/ 48805 w 4561539"/>
              <a:gd name="connsiteY385" fmla="*/ 6332760 h 6858000"/>
              <a:gd name="connsiteX386" fmla="*/ 675083 w 4561539"/>
              <a:gd name="connsiteY386" fmla="*/ 6301936 h 6858000"/>
              <a:gd name="connsiteX387" fmla="*/ 669368 w 4561539"/>
              <a:gd name="connsiteY387" fmla="*/ 6312100 h 6858000"/>
              <a:gd name="connsiteX388" fmla="*/ 670089 w 4561539"/>
              <a:gd name="connsiteY388" fmla="*/ 6325669 h 6858000"/>
              <a:gd name="connsiteX389" fmla="*/ 679638 w 4561539"/>
              <a:gd name="connsiteY389" fmla="*/ 6341474 h 6858000"/>
              <a:gd name="connsiteX390" fmla="*/ 686333 w 4561539"/>
              <a:gd name="connsiteY390" fmla="*/ 6358606 h 6858000"/>
              <a:gd name="connsiteX391" fmla="*/ 698036 w 4561539"/>
              <a:gd name="connsiteY391" fmla="*/ 6372750 h 6858000"/>
              <a:gd name="connsiteX392" fmla="*/ 709451 w 4561539"/>
              <a:gd name="connsiteY392" fmla="*/ 6385889 h 6858000"/>
              <a:gd name="connsiteX393" fmla="*/ 708418 w 4561539"/>
              <a:gd name="connsiteY393" fmla="*/ 6368211 h 6858000"/>
              <a:gd name="connsiteX394" fmla="*/ 702653 w 4561539"/>
              <a:gd name="connsiteY394" fmla="*/ 6351602 h 6858000"/>
              <a:gd name="connsiteX395" fmla="*/ 699160 w 4561539"/>
              <a:gd name="connsiteY395" fmla="*/ 6333998 h 6858000"/>
              <a:gd name="connsiteX396" fmla="*/ 690844 w 4561539"/>
              <a:gd name="connsiteY396" fmla="*/ 6315038 h 6858000"/>
              <a:gd name="connsiteX397" fmla="*/ 685311 w 4561539"/>
              <a:gd name="connsiteY397" fmla="*/ 6305468 h 6858000"/>
              <a:gd name="connsiteX398" fmla="*/ 675105 w 4561539"/>
              <a:gd name="connsiteY398" fmla="*/ 6301989 h 6858000"/>
              <a:gd name="connsiteX399" fmla="*/ 185793 w 4561539"/>
              <a:gd name="connsiteY399" fmla="*/ 6296710 h 6858000"/>
              <a:gd name="connsiteX400" fmla="*/ 177348 w 4561539"/>
              <a:gd name="connsiteY400" fmla="*/ 6306748 h 6858000"/>
              <a:gd name="connsiteX401" fmla="*/ 177605 w 4561539"/>
              <a:gd name="connsiteY401" fmla="*/ 6323216 h 6858000"/>
              <a:gd name="connsiteX402" fmla="*/ 183587 w 4561539"/>
              <a:gd name="connsiteY402" fmla="*/ 6338678 h 6858000"/>
              <a:gd name="connsiteX403" fmla="*/ 188540 w 4561539"/>
              <a:gd name="connsiteY403" fmla="*/ 6354063 h 6858000"/>
              <a:gd name="connsiteX404" fmla="*/ 193227 w 4561539"/>
              <a:gd name="connsiteY404" fmla="*/ 6369557 h 6858000"/>
              <a:gd name="connsiteX405" fmla="*/ 209202 w 4561539"/>
              <a:gd name="connsiteY405" fmla="*/ 6379300 h 6858000"/>
              <a:gd name="connsiteX406" fmla="*/ 214898 w 4561539"/>
              <a:gd name="connsiteY406" fmla="*/ 6368023 h 6858000"/>
              <a:gd name="connsiteX407" fmla="*/ 215005 w 4561539"/>
              <a:gd name="connsiteY407" fmla="*/ 6367978 h 6858000"/>
              <a:gd name="connsiteX408" fmla="*/ 210865 w 4561539"/>
              <a:gd name="connsiteY408" fmla="*/ 6351917 h 6858000"/>
              <a:gd name="connsiteX409" fmla="*/ 208917 w 4561539"/>
              <a:gd name="connsiteY409" fmla="*/ 6335581 h 6858000"/>
              <a:gd name="connsiteX410" fmla="*/ 200573 w 4561539"/>
              <a:gd name="connsiteY410" fmla="*/ 6321119 h 6858000"/>
              <a:gd name="connsiteX411" fmla="*/ 196963 w 4561539"/>
              <a:gd name="connsiteY411" fmla="*/ 6305059 h 6858000"/>
              <a:gd name="connsiteX412" fmla="*/ 185793 w 4561539"/>
              <a:gd name="connsiteY412" fmla="*/ 6296710 h 6858000"/>
              <a:gd name="connsiteX413" fmla="*/ 801724 w 4561539"/>
              <a:gd name="connsiteY413" fmla="*/ 6268228 h 6858000"/>
              <a:gd name="connsiteX414" fmla="*/ 795227 w 4561539"/>
              <a:gd name="connsiteY414" fmla="*/ 6281735 h 6858000"/>
              <a:gd name="connsiteX415" fmla="*/ 799407 w 4561539"/>
              <a:gd name="connsiteY415" fmla="*/ 6298122 h 6858000"/>
              <a:gd name="connsiteX416" fmla="*/ 808033 w 4561539"/>
              <a:gd name="connsiteY416" fmla="*/ 6312437 h 6858000"/>
              <a:gd name="connsiteX417" fmla="*/ 820315 w 4561539"/>
              <a:gd name="connsiteY417" fmla="*/ 6324037 h 6858000"/>
              <a:gd name="connsiteX418" fmla="*/ 829734 w 4561539"/>
              <a:gd name="connsiteY418" fmla="*/ 6337093 h 6858000"/>
              <a:gd name="connsiteX419" fmla="*/ 838345 w 4561539"/>
              <a:gd name="connsiteY419" fmla="*/ 6343220 h 6858000"/>
              <a:gd name="connsiteX420" fmla="*/ 847990 w 4561539"/>
              <a:gd name="connsiteY420" fmla="*/ 6343502 h 6858000"/>
              <a:gd name="connsiteX421" fmla="*/ 848040 w 4561539"/>
              <a:gd name="connsiteY421" fmla="*/ 6330832 h 6858000"/>
              <a:gd name="connsiteX422" fmla="*/ 848002 w 4561539"/>
              <a:gd name="connsiteY422" fmla="*/ 6330817 h 6858000"/>
              <a:gd name="connsiteX423" fmla="*/ 842300 w 4561539"/>
              <a:gd name="connsiteY423" fmla="*/ 6315427 h 6858000"/>
              <a:gd name="connsiteX424" fmla="*/ 830587 w 4561539"/>
              <a:gd name="connsiteY424" fmla="*/ 6303313 h 6858000"/>
              <a:gd name="connsiteX425" fmla="*/ 826357 w 4561539"/>
              <a:gd name="connsiteY425" fmla="*/ 6286728 h 6858000"/>
              <a:gd name="connsiteX426" fmla="*/ 811726 w 4561539"/>
              <a:gd name="connsiteY426" fmla="*/ 6277680 h 6858000"/>
              <a:gd name="connsiteX427" fmla="*/ 801724 w 4561539"/>
              <a:gd name="connsiteY427" fmla="*/ 6268228 h 6858000"/>
              <a:gd name="connsiteX428" fmla="*/ 310131 w 4561539"/>
              <a:gd name="connsiteY428" fmla="*/ 6255846 h 6858000"/>
              <a:gd name="connsiteX429" fmla="*/ 308486 w 4561539"/>
              <a:gd name="connsiteY429" fmla="*/ 6276647 h 6858000"/>
              <a:gd name="connsiteX430" fmla="*/ 308539 w 4561539"/>
              <a:gd name="connsiteY430" fmla="*/ 6276626 h 6858000"/>
              <a:gd name="connsiteX431" fmla="*/ 306292 w 4561539"/>
              <a:gd name="connsiteY431" fmla="*/ 6291692 h 6858000"/>
              <a:gd name="connsiteX432" fmla="*/ 312232 w 4561539"/>
              <a:gd name="connsiteY432" fmla="*/ 6304615 h 6858000"/>
              <a:gd name="connsiteX433" fmla="*/ 313652 w 4561539"/>
              <a:gd name="connsiteY433" fmla="*/ 6320421 h 6858000"/>
              <a:gd name="connsiteX434" fmla="*/ 322936 w 4561539"/>
              <a:gd name="connsiteY434" fmla="*/ 6333375 h 6858000"/>
              <a:gd name="connsiteX435" fmla="*/ 329721 w 4561539"/>
              <a:gd name="connsiteY435" fmla="*/ 6341435 h 6858000"/>
              <a:gd name="connsiteX436" fmla="*/ 339993 w 4561539"/>
              <a:gd name="connsiteY436" fmla="*/ 6347286 h 6858000"/>
              <a:gd name="connsiteX437" fmla="*/ 345122 w 4561539"/>
              <a:gd name="connsiteY437" fmla="*/ 6339314 h 6858000"/>
              <a:gd name="connsiteX438" fmla="*/ 346540 w 4561539"/>
              <a:gd name="connsiteY438" fmla="*/ 6328494 h 6858000"/>
              <a:gd name="connsiteX439" fmla="*/ 339551 w 4561539"/>
              <a:gd name="connsiteY439" fmla="*/ 6313539 h 6858000"/>
              <a:gd name="connsiteX440" fmla="*/ 332703 w 4561539"/>
              <a:gd name="connsiteY440" fmla="*/ 6298775 h 6858000"/>
              <a:gd name="connsiteX441" fmla="*/ 335564 w 4561539"/>
              <a:gd name="connsiteY441" fmla="*/ 6285514 h 6858000"/>
              <a:gd name="connsiteX442" fmla="*/ 330456 w 4561539"/>
              <a:gd name="connsiteY442" fmla="*/ 6273027 h 6858000"/>
              <a:gd name="connsiteX443" fmla="*/ 325986 w 4561539"/>
              <a:gd name="connsiteY443" fmla="*/ 6259127 h 6858000"/>
              <a:gd name="connsiteX444" fmla="*/ 310131 w 4561539"/>
              <a:gd name="connsiteY444" fmla="*/ 6255846 h 6858000"/>
              <a:gd name="connsiteX445" fmla="*/ 935776 w 4561539"/>
              <a:gd name="connsiteY445" fmla="*/ 6225376 h 6858000"/>
              <a:gd name="connsiteX446" fmla="*/ 928433 w 4561539"/>
              <a:gd name="connsiteY446" fmla="*/ 6235521 h 6858000"/>
              <a:gd name="connsiteX447" fmla="*/ 927678 w 4561539"/>
              <a:gd name="connsiteY447" fmla="*/ 6249134 h 6858000"/>
              <a:gd name="connsiteX448" fmla="*/ 938603 w 4561539"/>
              <a:gd name="connsiteY448" fmla="*/ 6264500 h 6858000"/>
              <a:gd name="connsiteX449" fmla="*/ 943118 w 4561539"/>
              <a:gd name="connsiteY449" fmla="*/ 6282620 h 6858000"/>
              <a:gd name="connsiteX450" fmla="*/ 953827 w 4561539"/>
              <a:gd name="connsiteY450" fmla="*/ 6297762 h 6858000"/>
              <a:gd name="connsiteX451" fmla="*/ 968263 w 4561539"/>
              <a:gd name="connsiteY451" fmla="*/ 6311813 h 6858000"/>
              <a:gd name="connsiteX452" fmla="*/ 970234 w 4561539"/>
              <a:gd name="connsiteY452" fmla="*/ 6291503 h 6858000"/>
              <a:gd name="connsiteX453" fmla="*/ 965692 w 4561539"/>
              <a:gd name="connsiteY453" fmla="*/ 6274079 h 6858000"/>
              <a:gd name="connsiteX454" fmla="*/ 959636 w 4561539"/>
              <a:gd name="connsiteY454" fmla="*/ 6257215 h 6858000"/>
              <a:gd name="connsiteX455" fmla="*/ 950069 w 4561539"/>
              <a:gd name="connsiteY455" fmla="*/ 6238925 h 6858000"/>
              <a:gd name="connsiteX456" fmla="*/ 935798 w 4561539"/>
              <a:gd name="connsiteY456" fmla="*/ 6225429 h 6858000"/>
              <a:gd name="connsiteX457" fmla="*/ 444771 w 4561539"/>
              <a:gd name="connsiteY457" fmla="*/ 6218546 h 6858000"/>
              <a:gd name="connsiteX458" fmla="*/ 432519 w 4561539"/>
              <a:gd name="connsiteY458" fmla="*/ 6229023 h 6858000"/>
              <a:gd name="connsiteX459" fmla="*/ 436911 w 4561539"/>
              <a:gd name="connsiteY459" fmla="*/ 6241741 h 6858000"/>
              <a:gd name="connsiteX460" fmla="*/ 443978 w 4561539"/>
              <a:gd name="connsiteY460" fmla="*/ 6253236 h 6858000"/>
              <a:gd name="connsiteX461" fmla="*/ 444138 w 4561539"/>
              <a:gd name="connsiteY461" fmla="*/ 6264668 h 6858000"/>
              <a:gd name="connsiteX462" fmla="*/ 446644 w 4561539"/>
              <a:gd name="connsiteY462" fmla="*/ 6275666 h 6858000"/>
              <a:gd name="connsiteX463" fmla="*/ 442382 w 4561539"/>
              <a:gd name="connsiteY463" fmla="*/ 6286262 h 6858000"/>
              <a:gd name="connsiteX464" fmla="*/ 447159 w 4561539"/>
              <a:gd name="connsiteY464" fmla="*/ 6296267 h 6858000"/>
              <a:gd name="connsiteX465" fmla="*/ 462395 w 4561539"/>
              <a:gd name="connsiteY465" fmla="*/ 6307248 h 6858000"/>
              <a:gd name="connsiteX466" fmla="*/ 473737 w 4561539"/>
              <a:gd name="connsiteY466" fmla="*/ 6293250 h 6858000"/>
              <a:gd name="connsiteX467" fmla="*/ 473161 w 4561539"/>
              <a:gd name="connsiteY467" fmla="*/ 6274481 h 6858000"/>
              <a:gd name="connsiteX468" fmla="*/ 465443 w 4561539"/>
              <a:gd name="connsiteY468" fmla="*/ 6257364 h 6858000"/>
              <a:gd name="connsiteX469" fmla="*/ 462446 w 4561539"/>
              <a:gd name="connsiteY469" fmla="*/ 6239526 h 6858000"/>
              <a:gd name="connsiteX470" fmla="*/ 455468 w 4561539"/>
              <a:gd name="connsiteY470" fmla="*/ 6228025 h 6858000"/>
              <a:gd name="connsiteX471" fmla="*/ 444777 w 4561539"/>
              <a:gd name="connsiteY471" fmla="*/ 6218637 h 6858000"/>
              <a:gd name="connsiteX472" fmla="*/ 67056 w 4561539"/>
              <a:gd name="connsiteY472" fmla="*/ 6190901 h 6858000"/>
              <a:gd name="connsiteX473" fmla="*/ 63083 w 4561539"/>
              <a:gd name="connsiteY473" fmla="*/ 6206394 h 6858000"/>
              <a:gd name="connsiteX474" fmla="*/ 68541 w 4561539"/>
              <a:gd name="connsiteY474" fmla="*/ 6216462 h 6858000"/>
              <a:gd name="connsiteX475" fmla="*/ 72449 w 4561539"/>
              <a:gd name="connsiteY475" fmla="*/ 6229596 h 6858000"/>
              <a:gd name="connsiteX476" fmla="*/ 83682 w 4561539"/>
              <a:gd name="connsiteY476" fmla="*/ 6247390 h 6858000"/>
              <a:gd name="connsiteX477" fmla="*/ 88688 w 4561539"/>
              <a:gd name="connsiteY477" fmla="*/ 6257270 h 6858000"/>
              <a:gd name="connsiteX478" fmla="*/ 94552 w 4561539"/>
              <a:gd name="connsiteY478" fmla="*/ 6265210 h 6858000"/>
              <a:gd name="connsiteX479" fmla="*/ 102587 w 4561539"/>
              <a:gd name="connsiteY479" fmla="*/ 6271759 h 6858000"/>
              <a:gd name="connsiteX480" fmla="*/ 113713 w 4561539"/>
              <a:gd name="connsiteY480" fmla="*/ 6274519 h 6858000"/>
              <a:gd name="connsiteX481" fmla="*/ 115998 w 4561539"/>
              <a:gd name="connsiteY481" fmla="*/ 6255356 h 6858000"/>
              <a:gd name="connsiteX482" fmla="*/ 112263 w 4561539"/>
              <a:gd name="connsiteY482" fmla="*/ 6237165 h 6858000"/>
              <a:gd name="connsiteX483" fmla="*/ 102923 w 4561539"/>
              <a:gd name="connsiteY483" fmla="*/ 6221180 h 6858000"/>
              <a:gd name="connsiteX484" fmla="*/ 92049 w 4561539"/>
              <a:gd name="connsiteY484" fmla="*/ 6206323 h 6858000"/>
              <a:gd name="connsiteX485" fmla="*/ 79460 w 4561539"/>
              <a:gd name="connsiteY485" fmla="*/ 6200519 h 6858000"/>
              <a:gd name="connsiteX486" fmla="*/ 67093 w 4561539"/>
              <a:gd name="connsiteY486" fmla="*/ 6190916 h 6858000"/>
              <a:gd name="connsiteX487" fmla="*/ 1063483 w 4561539"/>
              <a:gd name="connsiteY487" fmla="*/ 6189860 h 6858000"/>
              <a:gd name="connsiteX488" fmla="*/ 1055882 w 4561539"/>
              <a:gd name="connsiteY488" fmla="*/ 6201047 h 6858000"/>
              <a:gd name="connsiteX489" fmla="*/ 1062432 w 4561539"/>
              <a:gd name="connsiteY489" fmla="*/ 6214094 h 6858000"/>
              <a:gd name="connsiteX490" fmla="*/ 1065200 w 4561539"/>
              <a:gd name="connsiteY490" fmla="*/ 6232586 h 6858000"/>
              <a:gd name="connsiteX491" fmla="*/ 1075676 w 4561539"/>
              <a:gd name="connsiteY491" fmla="*/ 6248074 h 6858000"/>
              <a:gd name="connsiteX492" fmla="*/ 1085031 w 4561539"/>
              <a:gd name="connsiteY492" fmla="*/ 6264552 h 6858000"/>
              <a:gd name="connsiteX493" fmla="*/ 1103575 w 4561539"/>
              <a:gd name="connsiteY493" fmla="*/ 6271436 h 6858000"/>
              <a:gd name="connsiteX494" fmla="*/ 1108155 w 4561539"/>
              <a:gd name="connsiteY494" fmla="*/ 6264101 h 6858000"/>
              <a:gd name="connsiteX495" fmla="*/ 1105966 w 4561539"/>
              <a:gd name="connsiteY495" fmla="*/ 6253070 h 6858000"/>
              <a:gd name="connsiteX496" fmla="*/ 1095985 w 4561539"/>
              <a:gd name="connsiteY496" fmla="*/ 6239248 h 6858000"/>
              <a:gd name="connsiteX497" fmla="*/ 1091049 w 4561539"/>
              <a:gd name="connsiteY497" fmla="*/ 6223296 h 6858000"/>
              <a:gd name="connsiteX498" fmla="*/ 1085627 w 4561539"/>
              <a:gd name="connsiteY498" fmla="*/ 6209660 h 6858000"/>
              <a:gd name="connsiteX499" fmla="*/ 1079571 w 4561539"/>
              <a:gd name="connsiteY499" fmla="*/ 6196909 h 6858000"/>
              <a:gd name="connsiteX500" fmla="*/ 1079495 w 4561539"/>
              <a:gd name="connsiteY500" fmla="*/ 6196877 h 6858000"/>
              <a:gd name="connsiteX501" fmla="*/ 1063483 w 4561539"/>
              <a:gd name="connsiteY501" fmla="*/ 6189860 h 6858000"/>
              <a:gd name="connsiteX502" fmla="*/ 583472 w 4561539"/>
              <a:gd name="connsiteY502" fmla="*/ 6189272 h 6858000"/>
              <a:gd name="connsiteX503" fmla="*/ 578303 w 4561539"/>
              <a:gd name="connsiteY503" fmla="*/ 6198869 h 6858000"/>
              <a:gd name="connsiteX504" fmla="*/ 570932 w 4561539"/>
              <a:gd name="connsiteY504" fmla="*/ 6216255 h 6858000"/>
              <a:gd name="connsiteX505" fmla="*/ 575415 w 4561539"/>
              <a:gd name="connsiteY505" fmla="*/ 6234449 h 6858000"/>
              <a:gd name="connsiteX506" fmla="*/ 583281 w 4561539"/>
              <a:gd name="connsiteY506" fmla="*/ 6250790 h 6858000"/>
              <a:gd name="connsiteX507" fmla="*/ 584858 w 4561539"/>
              <a:gd name="connsiteY507" fmla="*/ 6264849 h 6858000"/>
              <a:gd name="connsiteX508" fmla="*/ 594035 w 4561539"/>
              <a:gd name="connsiteY508" fmla="*/ 6269621 h 6858000"/>
              <a:gd name="connsiteX509" fmla="*/ 603644 w 4561539"/>
              <a:gd name="connsiteY509" fmla="*/ 6265245 h 6858000"/>
              <a:gd name="connsiteX510" fmla="*/ 601761 w 4561539"/>
              <a:gd name="connsiteY510" fmla="*/ 6253710 h 6858000"/>
              <a:gd name="connsiteX511" fmla="*/ 599401 w 4561539"/>
              <a:gd name="connsiteY511" fmla="*/ 6236671 h 6858000"/>
              <a:gd name="connsiteX512" fmla="*/ 597870 w 4561539"/>
              <a:gd name="connsiteY512" fmla="*/ 6220287 h 6858000"/>
              <a:gd name="connsiteX513" fmla="*/ 593451 w 4561539"/>
              <a:gd name="connsiteY513" fmla="*/ 6204154 h 6858000"/>
              <a:gd name="connsiteX514" fmla="*/ 593048 w 4561539"/>
              <a:gd name="connsiteY514" fmla="*/ 6192886 h 6858000"/>
              <a:gd name="connsiteX515" fmla="*/ 583472 w 4561539"/>
              <a:gd name="connsiteY515" fmla="*/ 6189272 h 6858000"/>
              <a:gd name="connsiteX516" fmla="*/ 212636 w 4561539"/>
              <a:gd name="connsiteY516" fmla="*/ 6153851 h 6858000"/>
              <a:gd name="connsiteX517" fmla="*/ 207098 w 4561539"/>
              <a:gd name="connsiteY517" fmla="*/ 6166123 h 6858000"/>
              <a:gd name="connsiteX518" fmla="*/ 208200 w 4561539"/>
              <a:gd name="connsiteY518" fmla="*/ 6182370 h 6858000"/>
              <a:gd name="connsiteX519" fmla="*/ 215006 w 4561539"/>
              <a:gd name="connsiteY519" fmla="*/ 6197339 h 6858000"/>
              <a:gd name="connsiteX520" fmla="*/ 219194 w 4561539"/>
              <a:gd name="connsiteY520" fmla="*/ 6213286 h 6858000"/>
              <a:gd name="connsiteX521" fmla="*/ 229318 w 4561539"/>
              <a:gd name="connsiteY521" fmla="*/ 6226239 h 6858000"/>
              <a:gd name="connsiteX522" fmla="*/ 235380 w 4561539"/>
              <a:gd name="connsiteY522" fmla="*/ 6235499 h 6858000"/>
              <a:gd name="connsiteX523" fmla="*/ 245909 w 4561539"/>
              <a:gd name="connsiteY523" fmla="*/ 6235356 h 6858000"/>
              <a:gd name="connsiteX524" fmla="*/ 247478 w 4561539"/>
              <a:gd name="connsiteY524" fmla="*/ 6223278 h 6858000"/>
              <a:gd name="connsiteX525" fmla="*/ 247425 w 4561539"/>
              <a:gd name="connsiteY525" fmla="*/ 6223300 h 6858000"/>
              <a:gd name="connsiteX526" fmla="*/ 246049 w 4561539"/>
              <a:gd name="connsiteY526" fmla="*/ 6206760 h 6858000"/>
              <a:gd name="connsiteX527" fmla="*/ 238900 w 4561539"/>
              <a:gd name="connsiteY527" fmla="*/ 6191870 h 6858000"/>
              <a:gd name="connsiteX528" fmla="*/ 233502 w 4561539"/>
              <a:gd name="connsiteY528" fmla="*/ 6176387 h 6858000"/>
              <a:gd name="connsiteX529" fmla="*/ 225788 w 4561539"/>
              <a:gd name="connsiteY529" fmla="*/ 6161793 h 6858000"/>
              <a:gd name="connsiteX530" fmla="*/ 212636 w 4561539"/>
              <a:gd name="connsiteY530" fmla="*/ 6153851 h 6858000"/>
              <a:gd name="connsiteX531" fmla="*/ 705190 w 4561539"/>
              <a:gd name="connsiteY531" fmla="*/ 6147489 h 6858000"/>
              <a:gd name="connsiteX532" fmla="*/ 705137 w 4561539"/>
              <a:gd name="connsiteY532" fmla="*/ 6147511 h 6858000"/>
              <a:gd name="connsiteX533" fmla="*/ 697916 w 4561539"/>
              <a:gd name="connsiteY533" fmla="*/ 6160846 h 6858000"/>
              <a:gd name="connsiteX534" fmla="*/ 701483 w 4561539"/>
              <a:gd name="connsiteY534" fmla="*/ 6172158 h 6858000"/>
              <a:gd name="connsiteX535" fmla="*/ 704647 w 4561539"/>
              <a:gd name="connsiteY535" fmla="*/ 6184537 h 6858000"/>
              <a:gd name="connsiteX536" fmla="*/ 707711 w 4561539"/>
              <a:gd name="connsiteY536" fmla="*/ 6205277 h 6858000"/>
              <a:gd name="connsiteX537" fmla="*/ 711702 w 4561539"/>
              <a:gd name="connsiteY537" fmla="*/ 6216103 h 6858000"/>
              <a:gd name="connsiteX538" fmla="*/ 715310 w 4561539"/>
              <a:gd name="connsiteY538" fmla="*/ 6225839 h 6858000"/>
              <a:gd name="connsiteX539" fmla="*/ 722821 w 4561539"/>
              <a:gd name="connsiteY539" fmla="*/ 6233010 h 6858000"/>
              <a:gd name="connsiteX540" fmla="*/ 732230 w 4561539"/>
              <a:gd name="connsiteY540" fmla="*/ 6235227 h 6858000"/>
              <a:gd name="connsiteX541" fmla="*/ 734880 w 4561539"/>
              <a:gd name="connsiteY541" fmla="*/ 6229797 h 6858000"/>
              <a:gd name="connsiteX542" fmla="*/ 735102 w 4561539"/>
              <a:gd name="connsiteY542" fmla="*/ 6219405 h 6858000"/>
              <a:gd name="connsiteX543" fmla="*/ 735553 w 4561539"/>
              <a:gd name="connsiteY543" fmla="*/ 6201773 h 6858000"/>
              <a:gd name="connsiteX544" fmla="*/ 730202 w 4561539"/>
              <a:gd name="connsiteY544" fmla="*/ 6184807 h 6858000"/>
              <a:gd name="connsiteX545" fmla="*/ 727309 w 4561539"/>
              <a:gd name="connsiteY545" fmla="*/ 6166084 h 6858000"/>
              <a:gd name="connsiteX546" fmla="*/ 716797 w 4561539"/>
              <a:gd name="connsiteY546" fmla="*/ 6156905 h 6858000"/>
              <a:gd name="connsiteX547" fmla="*/ 705190 w 4561539"/>
              <a:gd name="connsiteY547" fmla="*/ 6147489 h 6858000"/>
              <a:gd name="connsiteX548" fmla="*/ 333638 w 4561539"/>
              <a:gd name="connsiteY548" fmla="*/ 6116100 h 6858000"/>
              <a:gd name="connsiteX549" fmla="*/ 332120 w 4561539"/>
              <a:gd name="connsiteY549" fmla="*/ 6130587 h 6858000"/>
              <a:gd name="connsiteX550" fmla="*/ 329960 w 4561539"/>
              <a:gd name="connsiteY550" fmla="*/ 6144496 h 6858000"/>
              <a:gd name="connsiteX551" fmla="*/ 338031 w 4561539"/>
              <a:gd name="connsiteY551" fmla="*/ 6161717 h 6858000"/>
              <a:gd name="connsiteX552" fmla="*/ 344508 w 4561539"/>
              <a:gd name="connsiteY552" fmla="*/ 6179686 h 6858000"/>
              <a:gd name="connsiteX553" fmla="*/ 357336 w 4561539"/>
              <a:gd name="connsiteY553" fmla="*/ 6193992 h 6858000"/>
              <a:gd name="connsiteX554" fmla="*/ 374642 w 4561539"/>
              <a:gd name="connsiteY554" fmla="*/ 6197394 h 6858000"/>
              <a:gd name="connsiteX555" fmla="*/ 377828 w 4561539"/>
              <a:gd name="connsiteY555" fmla="*/ 6192582 h 6858000"/>
              <a:gd name="connsiteX556" fmla="*/ 374195 w 4561539"/>
              <a:gd name="connsiteY556" fmla="*/ 6184118 h 6858000"/>
              <a:gd name="connsiteX557" fmla="*/ 367427 w 4561539"/>
              <a:gd name="connsiteY557" fmla="*/ 6168636 h 6858000"/>
              <a:gd name="connsiteX558" fmla="*/ 362896 w 4561539"/>
              <a:gd name="connsiteY558" fmla="*/ 6152455 h 6858000"/>
              <a:gd name="connsiteX559" fmla="*/ 361772 w 4561539"/>
              <a:gd name="connsiteY559" fmla="*/ 6137525 h 6858000"/>
              <a:gd name="connsiteX560" fmla="*/ 351035 w 4561539"/>
              <a:gd name="connsiteY560" fmla="*/ 6126350 h 6858000"/>
              <a:gd name="connsiteX561" fmla="*/ 351073 w 4561539"/>
              <a:gd name="connsiteY561" fmla="*/ 6126366 h 6858000"/>
              <a:gd name="connsiteX562" fmla="*/ 333638 w 4561539"/>
              <a:gd name="connsiteY562" fmla="*/ 6116100 h 6858000"/>
              <a:gd name="connsiteX563" fmla="*/ 833425 w 4561539"/>
              <a:gd name="connsiteY563" fmla="*/ 6111663 h 6858000"/>
              <a:gd name="connsiteX564" fmla="*/ 827119 w 4561539"/>
              <a:gd name="connsiteY564" fmla="*/ 6132413 h 6858000"/>
              <a:gd name="connsiteX565" fmla="*/ 827210 w 4561539"/>
              <a:gd name="connsiteY565" fmla="*/ 6132407 h 6858000"/>
              <a:gd name="connsiteX566" fmla="*/ 831661 w 4561539"/>
              <a:gd name="connsiteY566" fmla="*/ 6146564 h 6858000"/>
              <a:gd name="connsiteX567" fmla="*/ 835467 w 4561539"/>
              <a:gd name="connsiteY567" fmla="*/ 6160364 h 6858000"/>
              <a:gd name="connsiteX568" fmla="*/ 837850 w 4561539"/>
              <a:gd name="connsiteY568" fmla="*/ 6176086 h 6858000"/>
              <a:gd name="connsiteX569" fmla="*/ 845682 w 4561539"/>
              <a:gd name="connsiteY569" fmla="*/ 6189449 h 6858000"/>
              <a:gd name="connsiteX570" fmla="*/ 860554 w 4561539"/>
              <a:gd name="connsiteY570" fmla="*/ 6197712 h 6858000"/>
              <a:gd name="connsiteX571" fmla="*/ 866555 w 4561539"/>
              <a:gd name="connsiteY571" fmla="*/ 6184440 h 6858000"/>
              <a:gd name="connsiteX572" fmla="*/ 865269 w 4561539"/>
              <a:gd name="connsiteY572" fmla="*/ 6167895 h 6858000"/>
              <a:gd name="connsiteX573" fmla="*/ 858353 w 4561539"/>
              <a:gd name="connsiteY573" fmla="*/ 6154031 h 6858000"/>
              <a:gd name="connsiteX574" fmla="*/ 854383 w 4561539"/>
              <a:gd name="connsiteY574" fmla="*/ 6141048 h 6858000"/>
              <a:gd name="connsiteX575" fmla="*/ 854887 w 4561539"/>
              <a:gd name="connsiteY575" fmla="*/ 6128347 h 6858000"/>
              <a:gd name="connsiteX576" fmla="*/ 846927 w 4561539"/>
              <a:gd name="connsiteY576" fmla="*/ 6117716 h 6858000"/>
              <a:gd name="connsiteX577" fmla="*/ 833425 w 4561539"/>
              <a:gd name="connsiteY577" fmla="*/ 6111663 h 6858000"/>
              <a:gd name="connsiteX578" fmla="*/ 966098 w 4561539"/>
              <a:gd name="connsiteY578" fmla="*/ 6092243 h 6858000"/>
              <a:gd name="connsiteX579" fmla="*/ 954509 w 4561539"/>
              <a:gd name="connsiteY579" fmla="*/ 6102822 h 6858000"/>
              <a:gd name="connsiteX580" fmla="*/ 956763 w 4561539"/>
              <a:gd name="connsiteY580" fmla="*/ 6119906 h 6858000"/>
              <a:gd name="connsiteX581" fmla="*/ 963760 w 4561539"/>
              <a:gd name="connsiteY581" fmla="*/ 6135262 h 6858000"/>
              <a:gd name="connsiteX582" fmla="*/ 968035 w 4561539"/>
              <a:gd name="connsiteY582" fmla="*/ 6151424 h 6858000"/>
              <a:gd name="connsiteX583" fmla="*/ 986191 w 4561539"/>
              <a:gd name="connsiteY583" fmla="*/ 6161550 h 6858000"/>
              <a:gd name="connsiteX584" fmla="*/ 989781 w 4561539"/>
              <a:gd name="connsiteY584" fmla="*/ 6156581 h 6858000"/>
              <a:gd name="connsiteX585" fmla="*/ 991294 w 4561539"/>
              <a:gd name="connsiteY585" fmla="*/ 6149051 h 6858000"/>
              <a:gd name="connsiteX586" fmla="*/ 989313 w 4561539"/>
              <a:gd name="connsiteY586" fmla="*/ 6132479 h 6858000"/>
              <a:gd name="connsiteX587" fmla="*/ 982450 w 4561539"/>
              <a:gd name="connsiteY587" fmla="*/ 6117223 h 6858000"/>
              <a:gd name="connsiteX588" fmla="*/ 979004 w 4561539"/>
              <a:gd name="connsiteY588" fmla="*/ 6100878 h 6858000"/>
              <a:gd name="connsiteX589" fmla="*/ 966098 w 4561539"/>
              <a:gd name="connsiteY589" fmla="*/ 6092243 h 6858000"/>
              <a:gd name="connsiteX590" fmla="*/ 464264 w 4561539"/>
              <a:gd name="connsiteY590" fmla="*/ 6083532 h 6858000"/>
              <a:gd name="connsiteX591" fmla="*/ 464285 w 4561539"/>
              <a:gd name="connsiteY591" fmla="*/ 6083585 h 6858000"/>
              <a:gd name="connsiteX592" fmla="*/ 460042 w 4561539"/>
              <a:gd name="connsiteY592" fmla="*/ 6093082 h 6858000"/>
              <a:gd name="connsiteX593" fmla="*/ 463040 w 4561539"/>
              <a:gd name="connsiteY593" fmla="*/ 6105437 h 6858000"/>
              <a:gd name="connsiteX594" fmla="*/ 466157 w 4561539"/>
              <a:gd name="connsiteY594" fmla="*/ 6124254 h 6858000"/>
              <a:gd name="connsiteX595" fmla="*/ 477027 w 4561539"/>
              <a:gd name="connsiteY595" fmla="*/ 6139331 h 6858000"/>
              <a:gd name="connsiteX596" fmla="*/ 485599 w 4561539"/>
              <a:gd name="connsiteY596" fmla="*/ 6155569 h 6858000"/>
              <a:gd name="connsiteX597" fmla="*/ 498841 w 4561539"/>
              <a:gd name="connsiteY597" fmla="*/ 6163504 h 6858000"/>
              <a:gd name="connsiteX598" fmla="*/ 497934 w 4561539"/>
              <a:gd name="connsiteY598" fmla="*/ 6148797 h 6858000"/>
              <a:gd name="connsiteX599" fmla="*/ 494799 w 4561539"/>
              <a:gd name="connsiteY599" fmla="*/ 6131389 h 6858000"/>
              <a:gd name="connsiteX600" fmla="*/ 485300 w 4561539"/>
              <a:gd name="connsiteY600" fmla="*/ 6116310 h 6858000"/>
              <a:gd name="connsiteX601" fmla="*/ 478912 w 4561539"/>
              <a:gd name="connsiteY601" fmla="*/ 6096654 h 6858000"/>
              <a:gd name="connsiteX602" fmla="*/ 464264 w 4561539"/>
              <a:gd name="connsiteY602" fmla="*/ 6083532 h 6858000"/>
              <a:gd name="connsiteX603" fmla="*/ 113906 w 4561539"/>
              <a:gd name="connsiteY603" fmla="*/ 6068936 h 6858000"/>
              <a:gd name="connsiteX604" fmla="*/ 108545 w 4561539"/>
              <a:gd name="connsiteY604" fmla="*/ 6081946 h 6858000"/>
              <a:gd name="connsiteX605" fmla="*/ 108582 w 4561539"/>
              <a:gd name="connsiteY605" fmla="*/ 6081962 h 6858000"/>
              <a:gd name="connsiteX606" fmla="*/ 110734 w 4561539"/>
              <a:gd name="connsiteY606" fmla="*/ 6100551 h 6858000"/>
              <a:gd name="connsiteX607" fmla="*/ 115133 w 4561539"/>
              <a:gd name="connsiteY607" fmla="*/ 6121585 h 6858000"/>
              <a:gd name="connsiteX608" fmla="*/ 131515 w 4561539"/>
              <a:gd name="connsiteY608" fmla="*/ 6123185 h 6858000"/>
              <a:gd name="connsiteX609" fmla="*/ 140287 w 4561539"/>
              <a:gd name="connsiteY609" fmla="*/ 6114478 h 6858000"/>
              <a:gd name="connsiteX610" fmla="*/ 140149 w 4561539"/>
              <a:gd name="connsiteY610" fmla="*/ 6103631 h 6858000"/>
              <a:gd name="connsiteX611" fmla="*/ 139912 w 4561539"/>
              <a:gd name="connsiteY611" fmla="*/ 6092698 h 6858000"/>
              <a:gd name="connsiteX612" fmla="*/ 130950 w 4561539"/>
              <a:gd name="connsiteY612" fmla="*/ 6077182 h 6858000"/>
              <a:gd name="connsiteX613" fmla="*/ 113906 w 4561539"/>
              <a:gd name="connsiteY613" fmla="*/ 6068936 h 6858000"/>
              <a:gd name="connsiteX614" fmla="*/ 591265 w 4561539"/>
              <a:gd name="connsiteY614" fmla="*/ 6047277 h 6858000"/>
              <a:gd name="connsiteX615" fmla="*/ 585180 w 4561539"/>
              <a:gd name="connsiteY615" fmla="*/ 6060115 h 6858000"/>
              <a:gd name="connsiteX616" fmla="*/ 588290 w 4561539"/>
              <a:gd name="connsiteY616" fmla="*/ 6073888 h 6858000"/>
              <a:gd name="connsiteX617" fmla="*/ 593365 w 4561539"/>
              <a:gd name="connsiteY617" fmla="*/ 6092464 h 6858000"/>
              <a:gd name="connsiteX618" fmla="*/ 605890 w 4561539"/>
              <a:gd name="connsiteY618" fmla="*/ 6107174 h 6858000"/>
              <a:gd name="connsiteX619" fmla="*/ 618681 w 4561539"/>
              <a:gd name="connsiteY619" fmla="*/ 6120933 h 6858000"/>
              <a:gd name="connsiteX620" fmla="*/ 637148 w 4561539"/>
              <a:gd name="connsiteY620" fmla="*/ 6127785 h 6858000"/>
              <a:gd name="connsiteX621" fmla="*/ 632547 w 4561539"/>
              <a:gd name="connsiteY621" fmla="*/ 6112194 h 6858000"/>
              <a:gd name="connsiteX622" fmla="*/ 626232 w 4561539"/>
              <a:gd name="connsiteY622" fmla="*/ 6096371 h 6858000"/>
              <a:gd name="connsiteX623" fmla="*/ 622196 w 4561539"/>
              <a:gd name="connsiteY623" fmla="*/ 6079955 h 6858000"/>
              <a:gd name="connsiteX624" fmla="*/ 617687 w 4561539"/>
              <a:gd name="connsiteY624" fmla="*/ 6066039 h 6858000"/>
              <a:gd name="connsiteX625" fmla="*/ 608940 w 4561539"/>
              <a:gd name="connsiteY625" fmla="*/ 6054018 h 6858000"/>
              <a:gd name="connsiteX626" fmla="*/ 608887 w 4561539"/>
              <a:gd name="connsiteY626" fmla="*/ 6054039 h 6858000"/>
              <a:gd name="connsiteX627" fmla="*/ 591265 w 4561539"/>
              <a:gd name="connsiteY627" fmla="*/ 6047277 h 6858000"/>
              <a:gd name="connsiteX628" fmla="*/ 247789 w 4561539"/>
              <a:gd name="connsiteY628" fmla="*/ 6026589 h 6858000"/>
              <a:gd name="connsiteX629" fmla="*/ 240267 w 4561539"/>
              <a:gd name="connsiteY629" fmla="*/ 6042540 h 6858000"/>
              <a:gd name="connsiteX630" fmla="*/ 244783 w 4561539"/>
              <a:gd name="connsiteY630" fmla="*/ 6060129 h 6858000"/>
              <a:gd name="connsiteX631" fmla="*/ 250142 w 4561539"/>
              <a:gd name="connsiteY631" fmla="*/ 6077498 h 6858000"/>
              <a:gd name="connsiteX632" fmla="*/ 263098 w 4561539"/>
              <a:gd name="connsiteY632" fmla="*/ 6090442 h 6858000"/>
              <a:gd name="connsiteX633" fmla="*/ 266777 w 4561539"/>
              <a:gd name="connsiteY633" fmla="*/ 6083255 h 6858000"/>
              <a:gd name="connsiteX634" fmla="*/ 267071 w 4561539"/>
              <a:gd name="connsiteY634" fmla="*/ 6070306 h 6858000"/>
              <a:gd name="connsiteX635" fmla="*/ 263225 w 4561539"/>
              <a:gd name="connsiteY635" fmla="*/ 6050698 h 6858000"/>
              <a:gd name="connsiteX636" fmla="*/ 257456 w 4561539"/>
              <a:gd name="connsiteY636" fmla="*/ 6036520 h 6858000"/>
              <a:gd name="connsiteX637" fmla="*/ 247827 w 4561539"/>
              <a:gd name="connsiteY637" fmla="*/ 6026604 h 6858000"/>
              <a:gd name="connsiteX638" fmla="*/ 735179 w 4561539"/>
              <a:gd name="connsiteY638" fmla="*/ 6026332 h 6858000"/>
              <a:gd name="connsiteX639" fmla="*/ 727830 w 4561539"/>
              <a:gd name="connsiteY639" fmla="*/ 6039658 h 6858000"/>
              <a:gd name="connsiteX640" fmla="*/ 732087 w 4561539"/>
              <a:gd name="connsiteY640" fmla="*/ 6060500 h 6858000"/>
              <a:gd name="connsiteX641" fmla="*/ 739219 w 4561539"/>
              <a:gd name="connsiteY641" fmla="*/ 6080070 h 6858000"/>
              <a:gd name="connsiteX642" fmla="*/ 747185 w 4561539"/>
              <a:gd name="connsiteY642" fmla="*/ 6087210 h 6858000"/>
              <a:gd name="connsiteX643" fmla="*/ 756111 w 4561539"/>
              <a:gd name="connsiteY643" fmla="*/ 6089313 h 6858000"/>
              <a:gd name="connsiteX644" fmla="*/ 762626 w 4561539"/>
              <a:gd name="connsiteY644" fmla="*/ 6083530 h 6858000"/>
              <a:gd name="connsiteX645" fmla="*/ 762458 w 4561539"/>
              <a:gd name="connsiteY645" fmla="*/ 6075743 h 6858000"/>
              <a:gd name="connsiteX646" fmla="*/ 757638 w 4561539"/>
              <a:gd name="connsiteY646" fmla="*/ 6056877 h 6858000"/>
              <a:gd name="connsiteX647" fmla="*/ 747378 w 4561539"/>
              <a:gd name="connsiteY647" fmla="*/ 6041082 h 6858000"/>
              <a:gd name="connsiteX648" fmla="*/ 735201 w 4561539"/>
              <a:gd name="connsiteY648" fmla="*/ 6026385 h 6858000"/>
              <a:gd name="connsiteX649" fmla="*/ 377897 w 4561539"/>
              <a:gd name="connsiteY649" fmla="*/ 6004327 h 6858000"/>
              <a:gd name="connsiteX650" fmla="*/ 377932 w 4561539"/>
              <a:gd name="connsiteY650" fmla="*/ 6004345 h 6858000"/>
              <a:gd name="connsiteX651" fmla="*/ 369885 w 4561539"/>
              <a:gd name="connsiteY651" fmla="*/ 6011009 h 6858000"/>
              <a:gd name="connsiteX652" fmla="*/ 363892 w 4561539"/>
              <a:gd name="connsiteY652" fmla="*/ 6026053 h 6858000"/>
              <a:gd name="connsiteX653" fmla="*/ 368851 w 4561539"/>
              <a:gd name="connsiteY653" fmla="*/ 6041528 h 6858000"/>
              <a:gd name="connsiteX654" fmla="*/ 381745 w 4561539"/>
              <a:gd name="connsiteY654" fmla="*/ 6051352 h 6858000"/>
              <a:gd name="connsiteX655" fmla="*/ 388567 w 4561539"/>
              <a:gd name="connsiteY655" fmla="*/ 6047892 h 6858000"/>
              <a:gd name="connsiteX656" fmla="*/ 389478 w 4561539"/>
              <a:gd name="connsiteY656" fmla="*/ 6041856 h 6858000"/>
              <a:gd name="connsiteX657" fmla="*/ 391620 w 4561539"/>
              <a:gd name="connsiteY657" fmla="*/ 6027675 h 6858000"/>
              <a:gd name="connsiteX658" fmla="*/ 385962 w 4561539"/>
              <a:gd name="connsiteY658" fmla="*/ 6014604 h 6858000"/>
              <a:gd name="connsiteX659" fmla="*/ 384656 w 4561539"/>
              <a:gd name="connsiteY659" fmla="*/ 6007822 h 6858000"/>
              <a:gd name="connsiteX660" fmla="*/ 377932 w 4561539"/>
              <a:gd name="connsiteY660" fmla="*/ 6004345 h 6858000"/>
              <a:gd name="connsiteX661" fmla="*/ 377934 w 4561539"/>
              <a:gd name="connsiteY661" fmla="*/ 6004342 h 6858000"/>
              <a:gd name="connsiteX662" fmla="*/ 519682 w 4561539"/>
              <a:gd name="connsiteY662" fmla="*/ 5995004 h 6858000"/>
              <a:gd name="connsiteX663" fmla="*/ 507048 w 4561539"/>
              <a:gd name="connsiteY663" fmla="*/ 6005233 h 6858000"/>
              <a:gd name="connsiteX664" fmla="*/ 507588 w 4561539"/>
              <a:gd name="connsiteY664" fmla="*/ 6022925 h 6858000"/>
              <a:gd name="connsiteX665" fmla="*/ 512428 w 4561539"/>
              <a:gd name="connsiteY665" fmla="*/ 6039634 h 6858000"/>
              <a:gd name="connsiteX666" fmla="*/ 527597 w 4561539"/>
              <a:gd name="connsiteY666" fmla="*/ 6044661 h 6858000"/>
              <a:gd name="connsiteX667" fmla="*/ 530876 w 4561539"/>
              <a:gd name="connsiteY667" fmla="*/ 6038196 h 6858000"/>
              <a:gd name="connsiteX668" fmla="*/ 530874 w 4561539"/>
              <a:gd name="connsiteY668" fmla="*/ 6038208 h 6858000"/>
              <a:gd name="connsiteX669" fmla="*/ 530890 w 4561539"/>
              <a:gd name="connsiteY669" fmla="*/ 6038170 h 6858000"/>
              <a:gd name="connsiteX670" fmla="*/ 530876 w 4561539"/>
              <a:gd name="connsiteY670" fmla="*/ 6038196 h 6858000"/>
              <a:gd name="connsiteX671" fmla="*/ 534048 w 4561539"/>
              <a:gd name="connsiteY671" fmla="*/ 6021982 h 6858000"/>
              <a:gd name="connsiteX672" fmla="*/ 529294 w 4561539"/>
              <a:gd name="connsiteY672" fmla="*/ 6006017 h 6858000"/>
              <a:gd name="connsiteX673" fmla="*/ 519682 w 4561539"/>
              <a:gd name="connsiteY673" fmla="*/ 5995004 h 6858000"/>
              <a:gd name="connsiteX674" fmla="*/ 211815 w 4561539"/>
              <a:gd name="connsiteY674" fmla="*/ 0 h 6858000"/>
              <a:gd name="connsiteX675" fmla="*/ 4561539 w 4561539"/>
              <a:gd name="connsiteY675" fmla="*/ 0 h 6858000"/>
              <a:gd name="connsiteX676" fmla="*/ 4561539 w 4561539"/>
              <a:gd name="connsiteY676" fmla="*/ 6858000 h 6858000"/>
              <a:gd name="connsiteX677" fmla="*/ 486479 w 4561539"/>
              <a:gd name="connsiteY677" fmla="*/ 6858000 h 6858000"/>
              <a:gd name="connsiteX678" fmla="*/ 486436 w 4561539"/>
              <a:gd name="connsiteY678" fmla="*/ 6847507 h 6858000"/>
              <a:gd name="connsiteX679" fmla="*/ 489863 w 4561539"/>
              <a:gd name="connsiteY679" fmla="*/ 6829308 h 6858000"/>
              <a:gd name="connsiteX680" fmla="*/ 482794 w 4561539"/>
              <a:gd name="connsiteY680" fmla="*/ 6812330 h 6858000"/>
              <a:gd name="connsiteX681" fmla="*/ 475702 w 4561539"/>
              <a:gd name="connsiteY681" fmla="*/ 6795827 h 6858000"/>
              <a:gd name="connsiteX682" fmla="*/ 469266 w 4561539"/>
              <a:gd name="connsiteY682" fmla="*/ 6783669 h 6858000"/>
              <a:gd name="connsiteX683" fmla="*/ 456388 w 4561539"/>
              <a:gd name="connsiteY683" fmla="*/ 6776549 h 6858000"/>
              <a:gd name="connsiteX684" fmla="*/ 456351 w 4561539"/>
              <a:gd name="connsiteY684" fmla="*/ 6776533 h 6858000"/>
              <a:gd name="connsiteX685" fmla="*/ 450042 w 4561539"/>
              <a:gd name="connsiteY685" fmla="*/ 6789059 h 6858000"/>
              <a:gd name="connsiteX686" fmla="*/ 451494 w 4561539"/>
              <a:gd name="connsiteY686" fmla="*/ 6800677 h 6858000"/>
              <a:gd name="connsiteX687" fmla="*/ 457020 w 4561539"/>
              <a:gd name="connsiteY687" fmla="*/ 6812057 h 6858000"/>
              <a:gd name="connsiteX688" fmla="*/ 457790 w 4561539"/>
              <a:gd name="connsiteY688" fmla="*/ 6822770 h 6858000"/>
              <a:gd name="connsiteX689" fmla="*/ 459242 w 4561539"/>
              <a:gd name="connsiteY689" fmla="*/ 6833329 h 6858000"/>
              <a:gd name="connsiteX690" fmla="*/ 464266 w 4561539"/>
              <a:gd name="connsiteY690" fmla="*/ 6843482 h 6858000"/>
              <a:gd name="connsiteX691" fmla="*/ 466036 w 4561539"/>
              <a:gd name="connsiteY691" fmla="*/ 6854128 h 6858000"/>
              <a:gd name="connsiteX692" fmla="*/ 469943 w 4561539"/>
              <a:gd name="connsiteY692" fmla="*/ 6858000 h 6858000"/>
              <a:gd name="connsiteX693" fmla="*/ 351337 w 4561539"/>
              <a:gd name="connsiteY693" fmla="*/ 6858000 h 6858000"/>
              <a:gd name="connsiteX694" fmla="*/ 348563 w 4561539"/>
              <a:gd name="connsiteY694" fmla="*/ 6846439 h 6858000"/>
              <a:gd name="connsiteX695" fmla="*/ 341847 w 4561539"/>
              <a:gd name="connsiteY695" fmla="*/ 6830936 h 6858000"/>
              <a:gd name="connsiteX696" fmla="*/ 338969 w 4561539"/>
              <a:gd name="connsiteY696" fmla="*/ 6820090 h 6858000"/>
              <a:gd name="connsiteX697" fmla="*/ 334917 w 4561539"/>
              <a:gd name="connsiteY697" fmla="*/ 6817580 h 6858000"/>
              <a:gd name="connsiteX698" fmla="*/ 328327 w 4561539"/>
              <a:gd name="connsiteY698" fmla="*/ 6818285 h 6858000"/>
              <a:gd name="connsiteX699" fmla="*/ 328358 w 4561539"/>
              <a:gd name="connsiteY699" fmla="*/ 6818210 h 6858000"/>
              <a:gd name="connsiteX700" fmla="*/ 323699 w 4561539"/>
              <a:gd name="connsiteY700" fmla="*/ 6828595 h 6858000"/>
              <a:gd name="connsiteX701" fmla="*/ 322027 w 4561539"/>
              <a:gd name="connsiteY701" fmla="*/ 6846821 h 6858000"/>
              <a:gd name="connsiteX702" fmla="*/ 327461 w 4561539"/>
              <a:gd name="connsiteY702" fmla="*/ 6858000 h 6858000"/>
              <a:gd name="connsiteX703" fmla="*/ 217589 w 4561539"/>
              <a:gd name="connsiteY703" fmla="*/ 6858000 h 6858000"/>
              <a:gd name="connsiteX704" fmla="*/ 210647 w 4561539"/>
              <a:gd name="connsiteY704" fmla="*/ 6852668 h 6858000"/>
              <a:gd name="connsiteX705" fmla="*/ 201244 w 4561539"/>
              <a:gd name="connsiteY705" fmla="*/ 6851675 h 6858000"/>
              <a:gd name="connsiteX706" fmla="*/ 197893 w 4561539"/>
              <a:gd name="connsiteY706" fmla="*/ 6858000 h 6858000"/>
              <a:gd name="connsiteX707" fmla="*/ 6066 w 4561539"/>
              <a:gd name="connsiteY707" fmla="*/ 6858000 h 6858000"/>
              <a:gd name="connsiteX708" fmla="*/ 5645 w 4561539"/>
              <a:gd name="connsiteY708" fmla="*/ 6851942 h 6858000"/>
              <a:gd name="connsiteX709" fmla="*/ 5607 w 4561539"/>
              <a:gd name="connsiteY709" fmla="*/ 6851926 h 6858000"/>
              <a:gd name="connsiteX710" fmla="*/ 2677 w 4561539"/>
              <a:gd name="connsiteY710" fmla="*/ 6837413 h 6858000"/>
              <a:gd name="connsiteX711" fmla="*/ 1172 w 4561539"/>
              <a:gd name="connsiteY711" fmla="*/ 6811526 h 6858000"/>
              <a:gd name="connsiteX712" fmla="*/ 840 w 4561539"/>
              <a:gd name="connsiteY712" fmla="*/ 6695433 h 6858000"/>
              <a:gd name="connsiteX713" fmla="*/ 8120 w 4561539"/>
              <a:gd name="connsiteY713" fmla="*/ 6706614 h 6858000"/>
              <a:gd name="connsiteX714" fmla="*/ 18555 w 4561539"/>
              <a:gd name="connsiteY714" fmla="*/ 6718193 h 6858000"/>
              <a:gd name="connsiteX715" fmla="*/ 23667 w 4561539"/>
              <a:gd name="connsiteY715" fmla="*/ 6713160 h 6858000"/>
              <a:gd name="connsiteX716" fmla="*/ 26126 w 4561539"/>
              <a:gd name="connsiteY716" fmla="*/ 6702439 h 6858000"/>
              <a:gd name="connsiteX717" fmla="*/ 20520 w 4561539"/>
              <a:gd name="connsiteY717" fmla="*/ 6684923 h 6858000"/>
              <a:gd name="connsiteX718" fmla="*/ 16675 w 4561539"/>
              <a:gd name="connsiteY718" fmla="*/ 6667526 h 6858000"/>
              <a:gd name="connsiteX719" fmla="*/ 11481 w 4561539"/>
              <a:gd name="connsiteY719" fmla="*/ 6647441 h 6858000"/>
              <a:gd name="connsiteX720" fmla="*/ 671 w 4561539"/>
              <a:gd name="connsiteY720" fmla="*/ 6636578 h 6858000"/>
              <a:gd name="connsiteX721" fmla="*/ 0 w 4561539"/>
              <a:gd name="connsiteY721" fmla="*/ 6402016 h 6858000"/>
              <a:gd name="connsiteX722" fmla="*/ 347800 w 4561539"/>
              <a:gd name="connsiteY722" fmla="*/ 3535442 h 6858000"/>
              <a:gd name="connsiteX723" fmla="*/ 387563 w 4561539"/>
              <a:gd name="connsiteY723" fmla="*/ 1591158 h 6858000"/>
              <a:gd name="connsiteX724" fmla="*/ 228513 w 4561539"/>
              <a:gd name="connsiteY724" fmla="*/ 403711 h 6858000"/>
              <a:gd name="connsiteX725" fmla="*/ 213576 w 4561539"/>
              <a:gd name="connsiteY725" fmla="*/ 44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</a:cxnLst>
            <a:rect l="l" t="t" r="r" b="b"/>
            <a:pathLst>
              <a:path w="4561539" h="6858000">
                <a:moveTo>
                  <a:pt x="90688" y="6747746"/>
                </a:moveTo>
                <a:cubicBezTo>
                  <a:pt x="87276" y="6749456"/>
                  <a:pt x="86297" y="6755591"/>
                  <a:pt x="86222" y="6761042"/>
                </a:cubicBezTo>
                <a:cubicBezTo>
                  <a:pt x="86127" y="6765911"/>
                  <a:pt x="88952" y="6770765"/>
                  <a:pt x="89750" y="6774239"/>
                </a:cubicBezTo>
                <a:cubicBezTo>
                  <a:pt x="91109" y="6780380"/>
                  <a:pt x="91358" y="6786851"/>
                  <a:pt x="93763" y="6792502"/>
                </a:cubicBezTo>
                <a:cubicBezTo>
                  <a:pt x="96336" y="6798488"/>
                  <a:pt x="101022" y="6803015"/>
                  <a:pt x="104293" y="6807967"/>
                </a:cubicBezTo>
                <a:cubicBezTo>
                  <a:pt x="108133" y="6813777"/>
                  <a:pt x="111777" y="6818575"/>
                  <a:pt x="115888" y="6822155"/>
                </a:cubicBezTo>
                <a:cubicBezTo>
                  <a:pt x="122170" y="6827616"/>
                  <a:pt x="126430" y="6829578"/>
                  <a:pt x="130934" y="6827264"/>
                </a:cubicBezTo>
                <a:cubicBezTo>
                  <a:pt x="133574" y="6825916"/>
                  <a:pt x="134916" y="6824399"/>
                  <a:pt x="135122" y="6822275"/>
                </a:cubicBezTo>
                <a:cubicBezTo>
                  <a:pt x="135327" y="6820150"/>
                  <a:pt x="134396" y="6817416"/>
                  <a:pt x="132491" y="6813633"/>
                </a:cubicBezTo>
                <a:cubicBezTo>
                  <a:pt x="130447" y="6809549"/>
                  <a:pt x="126004" y="6805388"/>
                  <a:pt x="123388" y="6799296"/>
                </a:cubicBezTo>
                <a:cubicBezTo>
                  <a:pt x="121382" y="6794697"/>
                  <a:pt x="120006" y="6789123"/>
                  <a:pt x="118402" y="6783146"/>
                </a:cubicBezTo>
                <a:cubicBezTo>
                  <a:pt x="116968" y="6777814"/>
                  <a:pt x="115520" y="6773360"/>
                  <a:pt x="114273" y="6769168"/>
                </a:cubicBezTo>
                <a:cubicBezTo>
                  <a:pt x="112867" y="6764510"/>
                  <a:pt x="113318" y="6758685"/>
                  <a:pt x="109735" y="6754796"/>
                </a:cubicBezTo>
                <a:lnTo>
                  <a:pt x="109719" y="6754834"/>
                </a:lnTo>
                <a:cubicBezTo>
                  <a:pt x="105175" y="6749968"/>
                  <a:pt x="95464" y="6745413"/>
                  <a:pt x="90688" y="6747746"/>
                </a:cubicBezTo>
                <a:close/>
                <a:moveTo>
                  <a:pt x="590300" y="6740670"/>
                </a:moveTo>
                <a:cubicBezTo>
                  <a:pt x="584116" y="6742989"/>
                  <a:pt x="581001" y="6755171"/>
                  <a:pt x="580684" y="6758354"/>
                </a:cubicBezTo>
                <a:cubicBezTo>
                  <a:pt x="580084" y="6764425"/>
                  <a:pt x="585961" y="6767374"/>
                  <a:pt x="587256" y="6771985"/>
                </a:cubicBezTo>
                <a:cubicBezTo>
                  <a:pt x="588294" y="6775515"/>
                  <a:pt x="590203" y="6780029"/>
                  <a:pt x="591066" y="6786405"/>
                </a:cubicBezTo>
                <a:cubicBezTo>
                  <a:pt x="592009" y="6793433"/>
                  <a:pt x="586894" y="6798895"/>
                  <a:pt x="586691" y="6802967"/>
                </a:cubicBezTo>
                <a:cubicBezTo>
                  <a:pt x="586347" y="6809588"/>
                  <a:pt x="587480" y="6813423"/>
                  <a:pt x="590443" y="6818688"/>
                </a:cubicBezTo>
                <a:cubicBezTo>
                  <a:pt x="592201" y="6821768"/>
                  <a:pt x="593066" y="6827083"/>
                  <a:pt x="596166" y="6829177"/>
                </a:cubicBezTo>
                <a:cubicBezTo>
                  <a:pt x="599646" y="6831520"/>
                  <a:pt x="605655" y="6832888"/>
                  <a:pt x="608915" y="6831645"/>
                </a:cubicBezTo>
                <a:cubicBezTo>
                  <a:pt x="611303" y="6830744"/>
                  <a:pt x="613487" y="6828010"/>
                  <a:pt x="615104" y="6824730"/>
                </a:cubicBezTo>
                <a:cubicBezTo>
                  <a:pt x="616721" y="6821449"/>
                  <a:pt x="617772" y="6817622"/>
                  <a:pt x="617894" y="6814534"/>
                </a:cubicBezTo>
                <a:cubicBezTo>
                  <a:pt x="618154" y="6808010"/>
                  <a:pt x="612149" y="6804522"/>
                  <a:pt x="610159" y="6799885"/>
                </a:cubicBezTo>
                <a:cubicBezTo>
                  <a:pt x="608338" y="6795584"/>
                  <a:pt x="608466" y="6790111"/>
                  <a:pt x="607894" y="6783460"/>
                </a:cubicBezTo>
                <a:cubicBezTo>
                  <a:pt x="607355" y="6777575"/>
                  <a:pt x="604912" y="6772969"/>
                  <a:pt x="605885" y="6769486"/>
                </a:cubicBezTo>
                <a:cubicBezTo>
                  <a:pt x="606979" y="6765610"/>
                  <a:pt x="609795" y="6763208"/>
                  <a:pt x="608611" y="6757494"/>
                </a:cubicBezTo>
                <a:cubicBezTo>
                  <a:pt x="607699" y="6753132"/>
                  <a:pt x="603396" y="6751065"/>
                  <a:pt x="600284" y="6747948"/>
                </a:cubicBezTo>
                <a:cubicBezTo>
                  <a:pt x="596487" y="6744146"/>
                  <a:pt x="593902" y="6739349"/>
                  <a:pt x="590300" y="6740670"/>
                </a:cubicBezTo>
                <a:close/>
                <a:moveTo>
                  <a:pt x="222331" y="6718654"/>
                </a:moveTo>
                <a:lnTo>
                  <a:pt x="222277" y="6718676"/>
                </a:lnTo>
                <a:lnTo>
                  <a:pt x="222316" y="6718680"/>
                </a:lnTo>
                <a:lnTo>
                  <a:pt x="215897" y="6729269"/>
                </a:lnTo>
                <a:cubicBezTo>
                  <a:pt x="216208" y="6735590"/>
                  <a:pt x="220642" y="6741250"/>
                  <a:pt x="222382" y="6746799"/>
                </a:cubicBezTo>
                <a:cubicBezTo>
                  <a:pt x="224336" y="6753101"/>
                  <a:pt x="224619" y="6759808"/>
                  <a:pt x="227204" y="6764605"/>
                </a:cubicBezTo>
                <a:cubicBezTo>
                  <a:pt x="231618" y="6772734"/>
                  <a:pt x="236393" y="6778316"/>
                  <a:pt x="237646" y="6779858"/>
                </a:cubicBezTo>
                <a:cubicBezTo>
                  <a:pt x="239116" y="6781623"/>
                  <a:pt x="242855" y="6786196"/>
                  <a:pt x="246723" y="6790248"/>
                </a:cubicBezTo>
                <a:cubicBezTo>
                  <a:pt x="250198" y="6793871"/>
                  <a:pt x="254162" y="6794956"/>
                  <a:pt x="258591" y="6793451"/>
                </a:cubicBezTo>
                <a:cubicBezTo>
                  <a:pt x="263272" y="6791875"/>
                  <a:pt x="266055" y="6788396"/>
                  <a:pt x="264913" y="6784159"/>
                </a:cubicBezTo>
                <a:cubicBezTo>
                  <a:pt x="263812" y="6780250"/>
                  <a:pt x="258616" y="6776835"/>
                  <a:pt x="258158" y="6773813"/>
                </a:cubicBezTo>
                <a:cubicBezTo>
                  <a:pt x="257260" y="6767733"/>
                  <a:pt x="256825" y="6762023"/>
                  <a:pt x="255057" y="6757171"/>
                </a:cubicBezTo>
                <a:cubicBezTo>
                  <a:pt x="252892" y="6751267"/>
                  <a:pt x="250321" y="6746121"/>
                  <a:pt x="247681" y="6741876"/>
                </a:cubicBezTo>
                <a:cubicBezTo>
                  <a:pt x="244077" y="6736033"/>
                  <a:pt x="237583" y="6733710"/>
                  <a:pt x="234914" y="6730381"/>
                </a:cubicBezTo>
                <a:cubicBezTo>
                  <a:pt x="232563" y="6727451"/>
                  <a:pt x="233026" y="6722338"/>
                  <a:pt x="231301" y="6719494"/>
                </a:cubicBezTo>
                <a:lnTo>
                  <a:pt x="222316" y="6718680"/>
                </a:lnTo>
                <a:close/>
                <a:moveTo>
                  <a:pt x="728159" y="6700960"/>
                </a:moveTo>
                <a:lnTo>
                  <a:pt x="728202" y="6701066"/>
                </a:lnTo>
                <a:cubicBezTo>
                  <a:pt x="723870" y="6700755"/>
                  <a:pt x="718570" y="6704549"/>
                  <a:pt x="716672" y="6709502"/>
                </a:cubicBezTo>
                <a:cubicBezTo>
                  <a:pt x="715099" y="6713575"/>
                  <a:pt x="716547" y="6716658"/>
                  <a:pt x="718896" y="6721489"/>
                </a:cubicBezTo>
                <a:cubicBezTo>
                  <a:pt x="720550" y="6724924"/>
                  <a:pt x="723984" y="6728750"/>
                  <a:pt x="724913" y="6733914"/>
                </a:cubicBezTo>
                <a:cubicBezTo>
                  <a:pt x="725641" y="6737978"/>
                  <a:pt x="726615" y="6742189"/>
                  <a:pt x="726416" y="6745511"/>
                </a:cubicBezTo>
                <a:cubicBezTo>
                  <a:pt x="726160" y="6749603"/>
                  <a:pt x="722372" y="6753058"/>
                  <a:pt x="721781" y="6756260"/>
                </a:cubicBezTo>
                <a:cubicBezTo>
                  <a:pt x="721105" y="6760089"/>
                  <a:pt x="718492" y="6763372"/>
                  <a:pt x="718096" y="6766744"/>
                </a:cubicBezTo>
                <a:cubicBezTo>
                  <a:pt x="717700" y="6770116"/>
                  <a:pt x="721703" y="6772897"/>
                  <a:pt x="723312" y="6776755"/>
                </a:cubicBezTo>
                <a:cubicBezTo>
                  <a:pt x="724638" y="6779920"/>
                  <a:pt x="726377" y="6782727"/>
                  <a:pt x="728838" y="6785394"/>
                </a:cubicBezTo>
                <a:cubicBezTo>
                  <a:pt x="731835" y="6788682"/>
                  <a:pt x="733420" y="6790806"/>
                  <a:pt x="736420" y="6790074"/>
                </a:cubicBezTo>
                <a:cubicBezTo>
                  <a:pt x="740357" y="6789113"/>
                  <a:pt x="744355" y="6784421"/>
                  <a:pt x="746533" y="6776269"/>
                </a:cubicBezTo>
                <a:cubicBezTo>
                  <a:pt x="747921" y="6771057"/>
                  <a:pt x="745923" y="6764648"/>
                  <a:pt x="746230" y="6758011"/>
                </a:cubicBezTo>
                <a:cubicBezTo>
                  <a:pt x="746477" y="6752145"/>
                  <a:pt x="748811" y="6746048"/>
                  <a:pt x="748019" y="6739923"/>
                </a:cubicBezTo>
                <a:cubicBezTo>
                  <a:pt x="747248" y="6733852"/>
                  <a:pt x="744663" y="6728214"/>
                  <a:pt x="742627" y="6722630"/>
                </a:cubicBezTo>
                <a:cubicBezTo>
                  <a:pt x="741616" y="6719775"/>
                  <a:pt x="741393" y="6713977"/>
                  <a:pt x="738726" y="6709588"/>
                </a:cubicBezTo>
                <a:cubicBezTo>
                  <a:pt x="736140" y="6705321"/>
                  <a:pt x="732324" y="6701246"/>
                  <a:pt x="728159" y="6700960"/>
                </a:cubicBezTo>
                <a:close/>
                <a:moveTo>
                  <a:pt x="349203" y="6681550"/>
                </a:moveTo>
                <a:lnTo>
                  <a:pt x="349225" y="6681603"/>
                </a:lnTo>
                <a:cubicBezTo>
                  <a:pt x="345174" y="6683046"/>
                  <a:pt x="338759" y="6686549"/>
                  <a:pt x="339019" y="6691832"/>
                </a:cubicBezTo>
                <a:cubicBezTo>
                  <a:pt x="339242" y="6696258"/>
                  <a:pt x="345342" y="6698150"/>
                  <a:pt x="348784" y="6701848"/>
                </a:cubicBezTo>
                <a:cubicBezTo>
                  <a:pt x="351164" y="6704393"/>
                  <a:pt x="353765" y="6707781"/>
                  <a:pt x="356684" y="6712099"/>
                </a:cubicBezTo>
                <a:cubicBezTo>
                  <a:pt x="358974" y="6715491"/>
                  <a:pt x="358701" y="6719621"/>
                  <a:pt x="359870" y="6722632"/>
                </a:cubicBezTo>
                <a:cubicBezTo>
                  <a:pt x="361344" y="6726389"/>
                  <a:pt x="361355" y="6729843"/>
                  <a:pt x="362135" y="6733043"/>
                </a:cubicBezTo>
                <a:cubicBezTo>
                  <a:pt x="363933" y="6740562"/>
                  <a:pt x="368658" y="6744575"/>
                  <a:pt x="374762" y="6750360"/>
                </a:cubicBezTo>
                <a:cubicBezTo>
                  <a:pt x="380395" y="6755682"/>
                  <a:pt x="388548" y="6762060"/>
                  <a:pt x="392978" y="6758654"/>
                </a:cubicBezTo>
                <a:cubicBezTo>
                  <a:pt x="396213" y="6756206"/>
                  <a:pt x="397338" y="6748984"/>
                  <a:pt x="396052" y="6740663"/>
                </a:cubicBezTo>
                <a:cubicBezTo>
                  <a:pt x="395224" y="6735363"/>
                  <a:pt x="392497" y="6729534"/>
                  <a:pt x="390094" y="6723354"/>
                </a:cubicBezTo>
                <a:cubicBezTo>
                  <a:pt x="387959" y="6717905"/>
                  <a:pt x="386833" y="6711419"/>
                  <a:pt x="383613" y="6706134"/>
                </a:cubicBezTo>
                <a:cubicBezTo>
                  <a:pt x="380430" y="6700866"/>
                  <a:pt x="375097" y="6697039"/>
                  <a:pt x="370974" y="6692748"/>
                </a:cubicBezTo>
                <a:cubicBezTo>
                  <a:pt x="368892" y="6690549"/>
                  <a:pt x="364766" y="6687318"/>
                  <a:pt x="360570" y="6684366"/>
                </a:cubicBezTo>
                <a:cubicBezTo>
                  <a:pt x="356470" y="6681499"/>
                  <a:pt x="353146" y="6680151"/>
                  <a:pt x="349203" y="6681550"/>
                </a:cubicBezTo>
                <a:close/>
                <a:moveTo>
                  <a:pt x="847257" y="6647821"/>
                </a:moveTo>
                <a:cubicBezTo>
                  <a:pt x="841546" y="6650380"/>
                  <a:pt x="840160" y="6655903"/>
                  <a:pt x="841282" y="6663138"/>
                </a:cubicBezTo>
                <a:cubicBezTo>
                  <a:pt x="842123" y="6668619"/>
                  <a:pt x="843858" y="6674918"/>
                  <a:pt x="846958" y="6680594"/>
                </a:cubicBezTo>
                <a:cubicBezTo>
                  <a:pt x="850080" y="6686324"/>
                  <a:pt x="853811" y="6691866"/>
                  <a:pt x="857752" y="6695640"/>
                </a:cubicBezTo>
                <a:cubicBezTo>
                  <a:pt x="860502" y="6698251"/>
                  <a:pt x="871027" y="6698858"/>
                  <a:pt x="875029" y="6695316"/>
                </a:cubicBezTo>
                <a:cubicBezTo>
                  <a:pt x="877341" y="6693278"/>
                  <a:pt x="878289" y="6689960"/>
                  <a:pt x="877684" y="6686656"/>
                </a:cubicBezTo>
                <a:lnTo>
                  <a:pt x="877700" y="6686619"/>
                </a:lnTo>
                <a:cubicBezTo>
                  <a:pt x="876817" y="6681871"/>
                  <a:pt x="874175" y="6675944"/>
                  <a:pt x="871198" y="6670186"/>
                </a:cubicBezTo>
                <a:cubicBezTo>
                  <a:pt x="868433" y="6664872"/>
                  <a:pt x="865168" y="6659480"/>
                  <a:pt x="861749" y="6655306"/>
                </a:cubicBezTo>
                <a:cubicBezTo>
                  <a:pt x="856583" y="6649074"/>
                  <a:pt x="851016" y="6646123"/>
                  <a:pt x="847257" y="6647821"/>
                </a:cubicBezTo>
                <a:close/>
                <a:moveTo>
                  <a:pt x="477883" y="6641709"/>
                </a:moveTo>
                <a:cubicBezTo>
                  <a:pt x="475239" y="6643697"/>
                  <a:pt x="475359" y="6647760"/>
                  <a:pt x="476217" y="6651724"/>
                </a:cubicBezTo>
                <a:lnTo>
                  <a:pt x="478968" y="6661107"/>
                </a:lnTo>
                <a:lnTo>
                  <a:pt x="478956" y="6661085"/>
                </a:lnTo>
                <a:lnTo>
                  <a:pt x="478977" y="6661138"/>
                </a:lnTo>
                <a:lnTo>
                  <a:pt x="478968" y="6661107"/>
                </a:lnTo>
                <a:lnTo>
                  <a:pt x="485244" y="6672651"/>
                </a:lnTo>
                <a:cubicBezTo>
                  <a:pt x="487205" y="6675772"/>
                  <a:pt x="487231" y="6681089"/>
                  <a:pt x="489889" y="6686978"/>
                </a:cubicBezTo>
                <a:cubicBezTo>
                  <a:pt x="492787" y="6693454"/>
                  <a:pt x="493395" y="6698750"/>
                  <a:pt x="494352" y="6702689"/>
                </a:cubicBezTo>
                <a:cubicBezTo>
                  <a:pt x="495895" y="6709128"/>
                  <a:pt x="494516" y="6714740"/>
                  <a:pt x="498852" y="6718944"/>
                </a:cubicBezTo>
                <a:cubicBezTo>
                  <a:pt x="501407" y="6721386"/>
                  <a:pt x="506674" y="6721469"/>
                  <a:pt x="510157" y="6722752"/>
                </a:cubicBezTo>
                <a:cubicBezTo>
                  <a:pt x="514091" y="6724223"/>
                  <a:pt x="517067" y="6723656"/>
                  <a:pt x="519865" y="6721512"/>
                </a:cubicBezTo>
                <a:cubicBezTo>
                  <a:pt x="523897" y="6718426"/>
                  <a:pt x="525969" y="6711687"/>
                  <a:pt x="524455" y="6705703"/>
                </a:cubicBezTo>
                <a:cubicBezTo>
                  <a:pt x="522827" y="6699361"/>
                  <a:pt x="520671" y="6694699"/>
                  <a:pt x="517489" y="6690802"/>
                </a:cubicBezTo>
                <a:cubicBezTo>
                  <a:pt x="514490" y="6687202"/>
                  <a:pt x="510695" y="6684241"/>
                  <a:pt x="508253" y="6678045"/>
                </a:cubicBezTo>
                <a:cubicBezTo>
                  <a:pt x="506075" y="6672489"/>
                  <a:pt x="502854" y="6669106"/>
                  <a:pt x="503059" y="6665345"/>
                </a:cubicBezTo>
                <a:cubicBezTo>
                  <a:pt x="503310" y="6661160"/>
                  <a:pt x="506539" y="6656720"/>
                  <a:pt x="503786" y="6651587"/>
                </a:cubicBezTo>
                <a:cubicBezTo>
                  <a:pt x="501679" y="6647654"/>
                  <a:pt x="495545" y="6645527"/>
                  <a:pt x="491659" y="6643412"/>
                </a:cubicBezTo>
                <a:cubicBezTo>
                  <a:pt x="486942" y="6640861"/>
                  <a:pt x="480963" y="6639418"/>
                  <a:pt x="477883" y="6641709"/>
                </a:cubicBezTo>
                <a:close/>
                <a:moveTo>
                  <a:pt x="611376" y="6605566"/>
                </a:moveTo>
                <a:cubicBezTo>
                  <a:pt x="607244" y="6606886"/>
                  <a:pt x="602077" y="6609099"/>
                  <a:pt x="602156" y="6614394"/>
                </a:cubicBezTo>
                <a:cubicBezTo>
                  <a:pt x="602211" y="6618795"/>
                  <a:pt x="605919" y="6620703"/>
                  <a:pt x="609588" y="6624494"/>
                </a:cubicBezTo>
                <a:cubicBezTo>
                  <a:pt x="612156" y="6627118"/>
                  <a:pt x="615003" y="6630655"/>
                  <a:pt x="617800" y="6635054"/>
                </a:cubicBezTo>
                <a:cubicBezTo>
                  <a:pt x="620021" y="6638504"/>
                  <a:pt x="622347" y="6641601"/>
                  <a:pt x="623696" y="6644598"/>
                </a:cubicBezTo>
                <a:cubicBezTo>
                  <a:pt x="625375" y="6648397"/>
                  <a:pt x="622233" y="6653051"/>
                  <a:pt x="622921" y="6656257"/>
                </a:cubicBezTo>
                <a:cubicBezTo>
                  <a:pt x="623722" y="6660041"/>
                  <a:pt x="628768" y="6662863"/>
                  <a:pt x="629322" y="6666500"/>
                </a:cubicBezTo>
                <a:cubicBezTo>
                  <a:pt x="629875" y="6670136"/>
                  <a:pt x="628562" y="6674009"/>
                  <a:pt x="631555" y="6676986"/>
                </a:cubicBezTo>
                <a:cubicBezTo>
                  <a:pt x="634042" y="6679487"/>
                  <a:pt x="636960" y="6683805"/>
                  <a:pt x="640594" y="6685151"/>
                </a:cubicBezTo>
                <a:cubicBezTo>
                  <a:pt x="644920" y="6686742"/>
                  <a:pt x="651465" y="6686830"/>
                  <a:pt x="653939" y="6685037"/>
                </a:cubicBezTo>
                <a:cubicBezTo>
                  <a:pt x="657232" y="6682659"/>
                  <a:pt x="654877" y="6673623"/>
                  <a:pt x="653827" y="6665268"/>
                </a:cubicBezTo>
                <a:cubicBezTo>
                  <a:pt x="653142" y="6659941"/>
                  <a:pt x="650985" y="6654437"/>
                  <a:pt x="648742" y="6648192"/>
                </a:cubicBezTo>
                <a:cubicBezTo>
                  <a:pt x="646767" y="6642677"/>
                  <a:pt x="648963" y="6634797"/>
                  <a:pt x="645919" y="6629410"/>
                </a:cubicBezTo>
                <a:cubicBezTo>
                  <a:pt x="642934" y="6624092"/>
                  <a:pt x="636534" y="6620703"/>
                  <a:pt x="632549" y="6616293"/>
                </a:cubicBezTo>
                <a:cubicBezTo>
                  <a:pt x="630536" y="6614034"/>
                  <a:pt x="626311" y="6610938"/>
                  <a:pt x="622199" y="6607888"/>
                </a:cubicBezTo>
                <a:cubicBezTo>
                  <a:pt x="618221" y="6604940"/>
                  <a:pt x="615439" y="6604304"/>
                  <a:pt x="611451" y="6605597"/>
                </a:cubicBezTo>
                <a:close/>
                <a:moveTo>
                  <a:pt x="130088" y="6595687"/>
                </a:moveTo>
                <a:cubicBezTo>
                  <a:pt x="126409" y="6596666"/>
                  <a:pt x="123718" y="6602879"/>
                  <a:pt x="122539" y="6608222"/>
                </a:cubicBezTo>
                <a:cubicBezTo>
                  <a:pt x="121522" y="6612970"/>
                  <a:pt x="122272" y="6618458"/>
                  <a:pt x="122348" y="6622072"/>
                </a:cubicBezTo>
                <a:cubicBezTo>
                  <a:pt x="122478" y="6628405"/>
                  <a:pt x="126002" y="6634127"/>
                  <a:pt x="127280" y="6640144"/>
                </a:cubicBezTo>
                <a:cubicBezTo>
                  <a:pt x="128620" y="6646543"/>
                  <a:pt x="126877" y="6653551"/>
                  <a:pt x="129125" y="6659047"/>
                </a:cubicBezTo>
                <a:cubicBezTo>
                  <a:pt x="131766" y="6665504"/>
                  <a:pt x="134485" y="6671773"/>
                  <a:pt x="137805" y="6676082"/>
                </a:cubicBezTo>
                <a:cubicBezTo>
                  <a:pt x="142866" y="6682668"/>
                  <a:pt x="150272" y="6687451"/>
                  <a:pt x="155147" y="6686044"/>
                </a:cubicBezTo>
                <a:cubicBezTo>
                  <a:pt x="157998" y="6685248"/>
                  <a:pt x="159264" y="6683070"/>
                  <a:pt x="159536" y="6680072"/>
                </a:cubicBezTo>
                <a:cubicBezTo>
                  <a:pt x="159809" y="6677075"/>
                  <a:pt x="159088" y="6673257"/>
                  <a:pt x="157968" y="6669185"/>
                </a:cubicBezTo>
                <a:cubicBezTo>
                  <a:pt x="156762" y="6664788"/>
                  <a:pt x="154601" y="6659505"/>
                  <a:pt x="153239" y="6653053"/>
                </a:cubicBezTo>
                <a:cubicBezTo>
                  <a:pt x="152162" y="6648136"/>
                  <a:pt x="153482" y="6642454"/>
                  <a:pt x="153069" y="6636267"/>
                </a:cubicBezTo>
                <a:cubicBezTo>
                  <a:pt x="152721" y="6630771"/>
                  <a:pt x="149352" y="6626264"/>
                  <a:pt x="148954" y="6621941"/>
                </a:cubicBezTo>
                <a:cubicBezTo>
                  <a:pt x="148520" y="6617071"/>
                  <a:pt x="151531" y="6610727"/>
                  <a:pt x="148760" y="6606163"/>
                </a:cubicBezTo>
                <a:lnTo>
                  <a:pt x="148723" y="6606147"/>
                </a:lnTo>
                <a:cubicBezTo>
                  <a:pt x="145221" y="6600479"/>
                  <a:pt x="135220" y="6594299"/>
                  <a:pt x="130088" y="6595687"/>
                </a:cubicBezTo>
                <a:close/>
                <a:moveTo>
                  <a:pt x="750730" y="6566084"/>
                </a:moveTo>
                <a:cubicBezTo>
                  <a:pt x="746075" y="6567495"/>
                  <a:pt x="744083" y="6569401"/>
                  <a:pt x="744809" y="6576737"/>
                </a:cubicBezTo>
                <a:cubicBezTo>
                  <a:pt x="745285" y="6581403"/>
                  <a:pt x="746093" y="6586959"/>
                  <a:pt x="748035" y="6592768"/>
                </a:cubicBezTo>
                <a:cubicBezTo>
                  <a:pt x="749678" y="6597702"/>
                  <a:pt x="752116" y="6602747"/>
                  <a:pt x="754483" y="6607852"/>
                </a:cubicBezTo>
                <a:cubicBezTo>
                  <a:pt x="756808" y="6612849"/>
                  <a:pt x="759276" y="6617819"/>
                  <a:pt x="761977" y="6622443"/>
                </a:cubicBezTo>
                <a:cubicBezTo>
                  <a:pt x="764891" y="6627511"/>
                  <a:pt x="768222" y="6632001"/>
                  <a:pt x="771208" y="6635950"/>
                </a:cubicBezTo>
                <a:cubicBezTo>
                  <a:pt x="774793" y="6640679"/>
                  <a:pt x="784665" y="6644638"/>
                  <a:pt x="788589" y="6640755"/>
                </a:cubicBezTo>
                <a:cubicBezTo>
                  <a:pt x="790798" y="6638541"/>
                  <a:pt x="790581" y="6635576"/>
                  <a:pt x="789294" y="6630527"/>
                </a:cubicBezTo>
                <a:lnTo>
                  <a:pt x="789241" y="6630548"/>
                </a:lnTo>
                <a:cubicBezTo>
                  <a:pt x="788121" y="6626054"/>
                  <a:pt x="790587" y="6619217"/>
                  <a:pt x="788332" y="6613630"/>
                </a:cubicBezTo>
                <a:cubicBezTo>
                  <a:pt x="786384" y="6608789"/>
                  <a:pt x="782187" y="6604467"/>
                  <a:pt x="779734" y="6599459"/>
                </a:cubicBezTo>
                <a:cubicBezTo>
                  <a:pt x="777287" y="6594543"/>
                  <a:pt x="774973" y="6589417"/>
                  <a:pt x="772316" y="6584899"/>
                </a:cubicBezTo>
                <a:cubicBezTo>
                  <a:pt x="769304" y="6579746"/>
                  <a:pt x="763669" y="6576854"/>
                  <a:pt x="760787" y="6573083"/>
                </a:cubicBezTo>
                <a:cubicBezTo>
                  <a:pt x="755860" y="6566597"/>
                  <a:pt x="753682" y="6565154"/>
                  <a:pt x="750730" y="6566084"/>
                </a:cubicBezTo>
                <a:close/>
                <a:moveTo>
                  <a:pt x="258438" y="6560219"/>
                </a:moveTo>
                <a:cubicBezTo>
                  <a:pt x="254963" y="6559868"/>
                  <a:pt x="254321" y="6566145"/>
                  <a:pt x="252716" y="6571662"/>
                </a:cubicBezTo>
                <a:cubicBezTo>
                  <a:pt x="251488" y="6575968"/>
                  <a:pt x="249294" y="6580045"/>
                  <a:pt x="250341" y="6583977"/>
                </a:cubicBezTo>
                <a:cubicBezTo>
                  <a:pt x="251946" y="6589956"/>
                  <a:pt x="254820" y="6595538"/>
                  <a:pt x="256534" y="6601253"/>
                </a:cubicBezTo>
                <a:cubicBezTo>
                  <a:pt x="258370" y="6607416"/>
                  <a:pt x="259755" y="6613391"/>
                  <a:pt x="261670" y="6618836"/>
                </a:cubicBezTo>
                <a:cubicBezTo>
                  <a:pt x="263948" y="6625319"/>
                  <a:pt x="267718" y="6630346"/>
                  <a:pt x="269948" y="6635040"/>
                </a:cubicBezTo>
                <a:cubicBezTo>
                  <a:pt x="274126" y="6643733"/>
                  <a:pt x="277048" y="6652473"/>
                  <a:pt x="280681" y="6651077"/>
                </a:cubicBezTo>
                <a:cubicBezTo>
                  <a:pt x="283781" y="6649899"/>
                  <a:pt x="282112" y="6640489"/>
                  <a:pt x="281674" y="6631726"/>
                </a:cubicBezTo>
                <a:cubicBezTo>
                  <a:pt x="281423" y="6626315"/>
                  <a:pt x="283748" y="6619816"/>
                  <a:pt x="282682" y="6613710"/>
                </a:cubicBezTo>
                <a:cubicBezTo>
                  <a:pt x="281634" y="6607566"/>
                  <a:pt x="282330" y="6600739"/>
                  <a:pt x="280908" y="6595589"/>
                </a:cubicBezTo>
                <a:cubicBezTo>
                  <a:pt x="280044" y="6592485"/>
                  <a:pt x="274898" y="6584624"/>
                  <a:pt x="271561" y="6576771"/>
                </a:cubicBezTo>
                <a:cubicBezTo>
                  <a:pt x="268225" y="6568917"/>
                  <a:pt x="263114" y="6560763"/>
                  <a:pt x="258422" y="6560257"/>
                </a:cubicBezTo>
                <a:close/>
                <a:moveTo>
                  <a:pt x="966269" y="6548169"/>
                </a:moveTo>
                <a:cubicBezTo>
                  <a:pt x="963017" y="6549814"/>
                  <a:pt x="962144" y="6553163"/>
                  <a:pt x="961831" y="6557498"/>
                </a:cubicBezTo>
                <a:cubicBezTo>
                  <a:pt x="961517" y="6561833"/>
                  <a:pt x="960444" y="6566291"/>
                  <a:pt x="960874" y="6569169"/>
                </a:cubicBezTo>
                <a:cubicBezTo>
                  <a:pt x="961801" y="6575394"/>
                  <a:pt x="963114" y="6581118"/>
                  <a:pt x="964978" y="6586055"/>
                </a:cubicBezTo>
                <a:cubicBezTo>
                  <a:pt x="967370" y="6592364"/>
                  <a:pt x="971220" y="6596673"/>
                  <a:pt x="974645" y="6600098"/>
                </a:cubicBezTo>
                <a:cubicBezTo>
                  <a:pt x="979424" y="6604930"/>
                  <a:pt x="984461" y="6607881"/>
                  <a:pt x="989882" y="6605066"/>
                </a:cubicBezTo>
                <a:cubicBezTo>
                  <a:pt x="993305" y="6603273"/>
                  <a:pt x="995316" y="6601350"/>
                  <a:pt x="996159" y="6598846"/>
                </a:cubicBezTo>
                <a:cubicBezTo>
                  <a:pt x="997005" y="6596342"/>
                  <a:pt x="996684" y="6593256"/>
                  <a:pt x="995450" y="6589136"/>
                </a:cubicBezTo>
                <a:cubicBezTo>
                  <a:pt x="994230" y="6585087"/>
                  <a:pt x="989886" y="6580482"/>
                  <a:pt x="988336" y="6573111"/>
                </a:cubicBezTo>
                <a:cubicBezTo>
                  <a:pt x="987458" y="6568985"/>
                  <a:pt x="988924" y="6564956"/>
                  <a:pt x="988406" y="6561555"/>
                </a:cubicBezTo>
                <a:cubicBezTo>
                  <a:pt x="987818" y="6557683"/>
                  <a:pt x="984036" y="6555745"/>
                  <a:pt x="980904" y="6552885"/>
                </a:cubicBezTo>
                <a:lnTo>
                  <a:pt x="980889" y="6552922"/>
                </a:lnTo>
                <a:cubicBezTo>
                  <a:pt x="977056" y="6549416"/>
                  <a:pt x="970986" y="6545767"/>
                  <a:pt x="966269" y="6548169"/>
                </a:cubicBezTo>
                <a:close/>
                <a:moveTo>
                  <a:pt x="875287" y="6526596"/>
                </a:moveTo>
                <a:cubicBezTo>
                  <a:pt x="871875" y="6528306"/>
                  <a:pt x="871101" y="6533951"/>
                  <a:pt x="871011" y="6539440"/>
                </a:cubicBezTo>
                <a:cubicBezTo>
                  <a:pt x="870915" y="6544309"/>
                  <a:pt x="872672" y="6549289"/>
                  <a:pt x="873454" y="6552801"/>
                </a:cubicBezTo>
                <a:cubicBezTo>
                  <a:pt x="874814" y="6558942"/>
                  <a:pt x="878657" y="6564002"/>
                  <a:pt x="881099" y="6569668"/>
                </a:cubicBezTo>
                <a:cubicBezTo>
                  <a:pt x="883673" y="6575653"/>
                  <a:pt x="884153" y="6582311"/>
                  <a:pt x="887425" y="6587263"/>
                </a:cubicBezTo>
                <a:cubicBezTo>
                  <a:pt x="891264" y="6593071"/>
                  <a:pt x="896387" y="6596766"/>
                  <a:pt x="900499" y="6600346"/>
                </a:cubicBezTo>
                <a:cubicBezTo>
                  <a:pt x="906781" y="6605807"/>
                  <a:pt x="912056" y="6610405"/>
                  <a:pt x="916598" y="6608106"/>
                </a:cubicBezTo>
                <a:cubicBezTo>
                  <a:pt x="921880" y="6605411"/>
                  <a:pt x="918039" y="6600972"/>
                  <a:pt x="914214" y="6593444"/>
                </a:cubicBezTo>
                <a:cubicBezTo>
                  <a:pt x="912169" y="6589359"/>
                  <a:pt x="913998" y="6582254"/>
                  <a:pt x="911365" y="6576199"/>
                </a:cubicBezTo>
                <a:cubicBezTo>
                  <a:pt x="909359" y="6571600"/>
                  <a:pt x="906050" y="6567163"/>
                  <a:pt x="904407" y="6561168"/>
                </a:cubicBezTo>
                <a:cubicBezTo>
                  <a:pt x="902975" y="6555837"/>
                  <a:pt x="902760" y="6550972"/>
                  <a:pt x="901512" y="6546779"/>
                </a:cubicBezTo>
                <a:cubicBezTo>
                  <a:pt x="900106" y="6542120"/>
                  <a:pt x="894599" y="6540080"/>
                  <a:pt x="890977" y="6536175"/>
                </a:cubicBezTo>
                <a:lnTo>
                  <a:pt x="890902" y="6536144"/>
                </a:lnTo>
                <a:cubicBezTo>
                  <a:pt x="886358" y="6531278"/>
                  <a:pt x="880025" y="6524247"/>
                  <a:pt x="875287" y="6526596"/>
                </a:cubicBezTo>
                <a:close/>
                <a:moveTo>
                  <a:pt x="389507" y="6521954"/>
                </a:moveTo>
                <a:cubicBezTo>
                  <a:pt x="384609" y="6522468"/>
                  <a:pt x="380383" y="6529497"/>
                  <a:pt x="379686" y="6536855"/>
                </a:cubicBezTo>
                <a:cubicBezTo>
                  <a:pt x="379231" y="6541528"/>
                  <a:pt x="380905" y="6547447"/>
                  <a:pt x="381675" y="6553518"/>
                </a:cubicBezTo>
                <a:cubicBezTo>
                  <a:pt x="382347" y="6558664"/>
                  <a:pt x="387113" y="6563313"/>
                  <a:pt x="388430" y="6568818"/>
                </a:cubicBezTo>
                <a:cubicBezTo>
                  <a:pt x="389719" y="6574178"/>
                  <a:pt x="389870" y="6579724"/>
                  <a:pt x="391596" y="6584780"/>
                </a:cubicBezTo>
                <a:cubicBezTo>
                  <a:pt x="393518" y="6590316"/>
                  <a:pt x="394913" y="6595633"/>
                  <a:pt x="397072" y="6600075"/>
                </a:cubicBezTo>
                <a:cubicBezTo>
                  <a:pt x="398302" y="6602624"/>
                  <a:pt x="400923" y="6605225"/>
                  <a:pt x="404279" y="6607339"/>
                </a:cubicBezTo>
                <a:cubicBezTo>
                  <a:pt x="407979" y="6609684"/>
                  <a:pt x="410873" y="6610897"/>
                  <a:pt x="413305" y="6609307"/>
                </a:cubicBezTo>
                <a:cubicBezTo>
                  <a:pt x="414618" y="6608442"/>
                  <a:pt x="416207" y="6606996"/>
                  <a:pt x="417436" y="6605117"/>
                </a:cubicBezTo>
                <a:cubicBezTo>
                  <a:pt x="418664" y="6603239"/>
                  <a:pt x="419533" y="6600927"/>
                  <a:pt x="419406" y="6598331"/>
                </a:cubicBezTo>
                <a:lnTo>
                  <a:pt x="419422" y="6598294"/>
                </a:lnTo>
                <a:cubicBezTo>
                  <a:pt x="419187" y="6593686"/>
                  <a:pt x="415795" y="6588285"/>
                  <a:pt x="414667" y="6582329"/>
                </a:cubicBezTo>
                <a:cubicBezTo>
                  <a:pt x="413669" y="6577224"/>
                  <a:pt x="411445" y="6572091"/>
                  <a:pt x="410027" y="6566722"/>
                </a:cubicBezTo>
                <a:cubicBezTo>
                  <a:pt x="408579" y="6561427"/>
                  <a:pt x="406383" y="6556439"/>
                  <a:pt x="404664" y="6551474"/>
                </a:cubicBezTo>
                <a:cubicBezTo>
                  <a:pt x="402720" y="6545884"/>
                  <a:pt x="403308" y="6539631"/>
                  <a:pt x="401214" y="6535348"/>
                </a:cubicBezTo>
                <a:cubicBezTo>
                  <a:pt x="397603" y="6528043"/>
                  <a:pt x="392592" y="6521655"/>
                  <a:pt x="389507" y="6521954"/>
                </a:cubicBezTo>
                <a:close/>
                <a:moveTo>
                  <a:pt x="515490" y="6489607"/>
                </a:moveTo>
                <a:cubicBezTo>
                  <a:pt x="511734" y="6489715"/>
                  <a:pt x="509397" y="6496031"/>
                  <a:pt x="508264" y="6500422"/>
                </a:cubicBezTo>
                <a:cubicBezTo>
                  <a:pt x="506702" y="6506577"/>
                  <a:pt x="504011" y="6512789"/>
                  <a:pt x="504036" y="6518637"/>
                </a:cubicBezTo>
                <a:cubicBezTo>
                  <a:pt x="504040" y="6525272"/>
                  <a:pt x="505536" y="6531824"/>
                  <a:pt x="506622" y="6537142"/>
                </a:cubicBezTo>
                <a:cubicBezTo>
                  <a:pt x="508485" y="6546193"/>
                  <a:pt x="515637" y="6551266"/>
                  <a:pt x="516379" y="6553080"/>
                </a:cubicBezTo>
                <a:cubicBezTo>
                  <a:pt x="517236" y="6555253"/>
                  <a:pt x="514103" y="6563049"/>
                  <a:pt x="516610" y="6568034"/>
                </a:cubicBezTo>
                <a:cubicBezTo>
                  <a:pt x="518882" y="6572524"/>
                  <a:pt x="523817" y="6577510"/>
                  <a:pt x="528466" y="6577379"/>
                </a:cubicBezTo>
                <a:cubicBezTo>
                  <a:pt x="530947" y="6577313"/>
                  <a:pt x="532127" y="6575840"/>
                  <a:pt x="532688" y="6573814"/>
                </a:cubicBezTo>
                <a:cubicBezTo>
                  <a:pt x="533249" y="6571788"/>
                  <a:pt x="533191" y="6569211"/>
                  <a:pt x="533195" y="6566934"/>
                </a:cubicBezTo>
                <a:cubicBezTo>
                  <a:pt x="533190" y="6562731"/>
                  <a:pt x="536077" y="6558369"/>
                  <a:pt x="536535" y="6555377"/>
                </a:cubicBezTo>
                <a:cubicBezTo>
                  <a:pt x="537460" y="6549265"/>
                  <a:pt x="536818" y="6543203"/>
                  <a:pt x="536548" y="6538049"/>
                </a:cubicBezTo>
                <a:cubicBezTo>
                  <a:pt x="536204" y="6531803"/>
                  <a:pt x="531874" y="6526850"/>
                  <a:pt x="530600" y="6521982"/>
                </a:cubicBezTo>
                <a:cubicBezTo>
                  <a:pt x="528862" y="6515373"/>
                  <a:pt x="525731" y="6510612"/>
                  <a:pt x="524170" y="6506642"/>
                </a:cubicBezTo>
                <a:cubicBezTo>
                  <a:pt x="522782" y="6503098"/>
                  <a:pt x="521388" y="6498623"/>
                  <a:pt x="520481" y="6494882"/>
                </a:cubicBezTo>
                <a:cubicBezTo>
                  <a:pt x="519463" y="6490564"/>
                  <a:pt x="520593" y="6489446"/>
                  <a:pt x="515490" y="6489607"/>
                </a:cubicBezTo>
                <a:close/>
                <a:moveTo>
                  <a:pt x="15879" y="6486026"/>
                </a:moveTo>
                <a:cubicBezTo>
                  <a:pt x="11324" y="6487833"/>
                  <a:pt x="13545" y="6495396"/>
                  <a:pt x="14833" y="6502657"/>
                </a:cubicBezTo>
                <a:cubicBezTo>
                  <a:pt x="15634" y="6507282"/>
                  <a:pt x="11198" y="6514709"/>
                  <a:pt x="13602" y="6520360"/>
                </a:cubicBezTo>
                <a:cubicBezTo>
                  <a:pt x="15658" y="6525156"/>
                  <a:pt x="20522" y="6529361"/>
                  <a:pt x="23279" y="6534274"/>
                </a:cubicBezTo>
                <a:cubicBezTo>
                  <a:pt x="25955" y="6539066"/>
                  <a:pt x="29108" y="6543879"/>
                  <a:pt x="32123" y="6548282"/>
                </a:cubicBezTo>
                <a:cubicBezTo>
                  <a:pt x="35441" y="6553121"/>
                  <a:pt x="39514" y="6557215"/>
                  <a:pt x="42813" y="6560940"/>
                </a:cubicBezTo>
                <a:cubicBezTo>
                  <a:pt x="44670" y="6563045"/>
                  <a:pt x="49191" y="6565646"/>
                  <a:pt x="53087" y="6567102"/>
                </a:cubicBezTo>
                <a:cubicBezTo>
                  <a:pt x="57435" y="6568746"/>
                  <a:pt x="62615" y="6568086"/>
                  <a:pt x="64514" y="6565874"/>
                </a:cubicBezTo>
                <a:cubicBezTo>
                  <a:pt x="66582" y="6563469"/>
                  <a:pt x="63386" y="6558018"/>
                  <a:pt x="61706" y="6553068"/>
                </a:cubicBezTo>
                <a:lnTo>
                  <a:pt x="61727" y="6553121"/>
                </a:lnTo>
                <a:cubicBezTo>
                  <a:pt x="60248" y="6548743"/>
                  <a:pt x="59486" y="6543074"/>
                  <a:pt x="56806" y="6537662"/>
                </a:cubicBezTo>
                <a:cubicBezTo>
                  <a:pt x="54468" y="6533012"/>
                  <a:pt x="49852" y="6529266"/>
                  <a:pt x="47032" y="6524502"/>
                </a:cubicBezTo>
                <a:cubicBezTo>
                  <a:pt x="44234" y="6519793"/>
                  <a:pt x="41771" y="6514915"/>
                  <a:pt x="38800" y="6510618"/>
                </a:cubicBezTo>
                <a:cubicBezTo>
                  <a:pt x="35406" y="6505748"/>
                  <a:pt x="31916" y="6501632"/>
                  <a:pt x="28758" y="6498099"/>
                </a:cubicBezTo>
                <a:cubicBezTo>
                  <a:pt x="23311" y="6492014"/>
                  <a:pt x="18744" y="6484883"/>
                  <a:pt x="15879" y="6486026"/>
                </a:cubicBezTo>
                <a:close/>
                <a:moveTo>
                  <a:pt x="1004778" y="6455080"/>
                </a:moveTo>
                <a:lnTo>
                  <a:pt x="1004800" y="6455134"/>
                </a:lnTo>
                <a:cubicBezTo>
                  <a:pt x="1001207" y="6456327"/>
                  <a:pt x="999227" y="6463058"/>
                  <a:pt x="999440" y="6467614"/>
                </a:cubicBezTo>
                <a:cubicBezTo>
                  <a:pt x="999686" y="6473244"/>
                  <a:pt x="1001493" y="6478423"/>
                  <a:pt x="1002732" y="6482744"/>
                </a:cubicBezTo>
                <a:cubicBezTo>
                  <a:pt x="1004327" y="6488322"/>
                  <a:pt x="1007145" y="6492774"/>
                  <a:pt x="1009400" y="6496460"/>
                </a:cubicBezTo>
                <a:cubicBezTo>
                  <a:pt x="1013411" y="6502916"/>
                  <a:pt x="1017204" y="6506937"/>
                  <a:pt x="1018518" y="6508548"/>
                </a:cubicBezTo>
                <a:cubicBezTo>
                  <a:pt x="1019971" y="6510351"/>
                  <a:pt x="1023757" y="6514811"/>
                  <a:pt x="1027626" y="6518864"/>
                </a:cubicBezTo>
                <a:cubicBezTo>
                  <a:pt x="1031138" y="6522502"/>
                  <a:pt x="1035104" y="6525269"/>
                  <a:pt x="1039534" y="6523764"/>
                </a:cubicBezTo>
                <a:cubicBezTo>
                  <a:pt x="1041883" y="6522957"/>
                  <a:pt x="1042721" y="6521507"/>
                  <a:pt x="1042807" y="6519746"/>
                </a:cubicBezTo>
                <a:cubicBezTo>
                  <a:pt x="1042893" y="6517986"/>
                  <a:pt x="1042226" y="6515915"/>
                  <a:pt x="1041560" y="6513867"/>
                </a:cubicBezTo>
                <a:cubicBezTo>
                  <a:pt x="1040341" y="6510129"/>
                  <a:pt x="1038831" y="6505826"/>
                  <a:pt x="1038396" y="6502858"/>
                </a:cubicBezTo>
                <a:cubicBezTo>
                  <a:pt x="1037068" y="6493900"/>
                  <a:pt x="1037077" y="6486917"/>
                  <a:pt x="1034611" y="6482259"/>
                </a:cubicBezTo>
                <a:cubicBezTo>
                  <a:pt x="1030537" y="6474582"/>
                  <a:pt x="1023275" y="6472513"/>
                  <a:pt x="1019389" y="6467658"/>
                </a:cubicBezTo>
                <a:cubicBezTo>
                  <a:pt x="1016957" y="6464605"/>
                  <a:pt x="1016045" y="6460243"/>
                  <a:pt x="1013781" y="6457525"/>
                </a:cubicBezTo>
                <a:cubicBezTo>
                  <a:pt x="1011302" y="6454586"/>
                  <a:pt x="1009511" y="6453481"/>
                  <a:pt x="1004778" y="6455080"/>
                </a:cubicBezTo>
                <a:close/>
                <a:moveTo>
                  <a:pt x="151415" y="6449014"/>
                </a:moveTo>
                <a:lnTo>
                  <a:pt x="151437" y="6449067"/>
                </a:lnTo>
                <a:cubicBezTo>
                  <a:pt x="147932" y="6449103"/>
                  <a:pt x="144055" y="6451503"/>
                  <a:pt x="142974" y="6456931"/>
                </a:cubicBezTo>
                <a:cubicBezTo>
                  <a:pt x="142125" y="6461174"/>
                  <a:pt x="145802" y="6465368"/>
                  <a:pt x="147298" y="6469177"/>
                </a:cubicBezTo>
                <a:cubicBezTo>
                  <a:pt x="149580" y="6474910"/>
                  <a:pt x="151489" y="6480794"/>
                  <a:pt x="153828" y="6486285"/>
                </a:cubicBezTo>
                <a:cubicBezTo>
                  <a:pt x="156341" y="6492201"/>
                  <a:pt x="158639" y="6497895"/>
                  <a:pt x="161157" y="6503063"/>
                </a:cubicBezTo>
                <a:cubicBezTo>
                  <a:pt x="164127" y="6509259"/>
                  <a:pt x="167432" y="6514447"/>
                  <a:pt x="170212" y="6518884"/>
                </a:cubicBezTo>
                <a:cubicBezTo>
                  <a:pt x="175307" y="6527075"/>
                  <a:pt x="178689" y="6531764"/>
                  <a:pt x="182132" y="6529979"/>
                </a:cubicBezTo>
                <a:cubicBezTo>
                  <a:pt x="185063" y="6528465"/>
                  <a:pt x="184697" y="6522165"/>
                  <a:pt x="183297" y="6513486"/>
                </a:cubicBezTo>
                <a:cubicBezTo>
                  <a:pt x="182431" y="6508172"/>
                  <a:pt x="181814" y="6501944"/>
                  <a:pt x="180066" y="6495994"/>
                </a:cubicBezTo>
                <a:cubicBezTo>
                  <a:pt x="178334" y="6490005"/>
                  <a:pt x="175588" y="6484433"/>
                  <a:pt x="173573" y="6479433"/>
                </a:cubicBezTo>
                <a:cubicBezTo>
                  <a:pt x="172351" y="6476445"/>
                  <a:pt x="170233" y="6467686"/>
                  <a:pt x="166011" y="6460258"/>
                </a:cubicBezTo>
                <a:cubicBezTo>
                  <a:pt x="161827" y="6452845"/>
                  <a:pt x="156199" y="6448984"/>
                  <a:pt x="151415" y="6449014"/>
                </a:cubicBezTo>
                <a:close/>
                <a:moveTo>
                  <a:pt x="647208" y="6448209"/>
                </a:moveTo>
                <a:cubicBezTo>
                  <a:pt x="641242" y="6451061"/>
                  <a:pt x="643380" y="6463675"/>
                  <a:pt x="643357" y="6466893"/>
                </a:cubicBezTo>
                <a:lnTo>
                  <a:pt x="643319" y="6466877"/>
                </a:lnTo>
                <a:cubicBezTo>
                  <a:pt x="643250" y="6472951"/>
                  <a:pt x="639770" y="6477462"/>
                  <a:pt x="641474" y="6481935"/>
                </a:cubicBezTo>
                <a:cubicBezTo>
                  <a:pt x="642764" y="6485394"/>
                  <a:pt x="643565" y="6489178"/>
                  <a:pt x="644990" y="6495479"/>
                </a:cubicBezTo>
                <a:cubicBezTo>
                  <a:pt x="646585" y="6502427"/>
                  <a:pt x="649300" y="6506703"/>
                  <a:pt x="649460" y="6510750"/>
                </a:cubicBezTo>
                <a:cubicBezTo>
                  <a:pt x="649737" y="6517366"/>
                  <a:pt x="649011" y="6522368"/>
                  <a:pt x="652449" y="6527346"/>
                </a:cubicBezTo>
                <a:cubicBezTo>
                  <a:pt x="654472" y="6530316"/>
                  <a:pt x="659707" y="6529635"/>
                  <a:pt x="662913" y="6531155"/>
                </a:cubicBezTo>
                <a:cubicBezTo>
                  <a:pt x="666496" y="6532833"/>
                  <a:pt x="670015" y="6537403"/>
                  <a:pt x="673129" y="6535876"/>
                </a:cubicBezTo>
                <a:cubicBezTo>
                  <a:pt x="675411" y="6534754"/>
                  <a:pt x="677155" y="6532223"/>
                  <a:pt x="678294" y="6529201"/>
                </a:cubicBezTo>
                <a:cubicBezTo>
                  <a:pt x="679432" y="6526180"/>
                  <a:pt x="679965" y="6522667"/>
                  <a:pt x="679824" y="6519578"/>
                </a:cubicBezTo>
                <a:cubicBezTo>
                  <a:pt x="679477" y="6513021"/>
                  <a:pt x="676104" y="6509265"/>
                  <a:pt x="673725" y="6504818"/>
                </a:cubicBezTo>
                <a:cubicBezTo>
                  <a:pt x="671552" y="6500725"/>
                  <a:pt x="666110" y="6496632"/>
                  <a:pt x="664923" y="6490077"/>
                </a:cubicBezTo>
                <a:cubicBezTo>
                  <a:pt x="663877" y="6484244"/>
                  <a:pt x="665693" y="6479698"/>
                  <a:pt x="666334" y="6476164"/>
                </a:cubicBezTo>
                <a:cubicBezTo>
                  <a:pt x="667020" y="6472206"/>
                  <a:pt x="670426" y="6468504"/>
                  <a:pt x="668740" y="6462933"/>
                </a:cubicBezTo>
                <a:cubicBezTo>
                  <a:pt x="667470" y="6458687"/>
                  <a:pt x="662929" y="6455502"/>
                  <a:pt x="659562" y="6452677"/>
                </a:cubicBezTo>
                <a:cubicBezTo>
                  <a:pt x="655441" y="6449226"/>
                  <a:pt x="650679" y="6446568"/>
                  <a:pt x="647208" y="6448209"/>
                </a:cubicBezTo>
                <a:close/>
                <a:moveTo>
                  <a:pt x="279434" y="6412125"/>
                </a:moveTo>
                <a:cubicBezTo>
                  <a:pt x="276000" y="6413782"/>
                  <a:pt x="272447" y="6417202"/>
                  <a:pt x="272266" y="6422698"/>
                </a:cubicBezTo>
                <a:cubicBezTo>
                  <a:pt x="272132" y="6427550"/>
                  <a:pt x="273807" y="6432939"/>
                  <a:pt x="274536" y="6436472"/>
                </a:cubicBezTo>
                <a:cubicBezTo>
                  <a:pt x="275826" y="6442672"/>
                  <a:pt x="280526" y="6447692"/>
                  <a:pt x="282878" y="6453365"/>
                </a:cubicBezTo>
                <a:cubicBezTo>
                  <a:pt x="285381" y="6459410"/>
                  <a:pt x="286129" y="6465958"/>
                  <a:pt x="289331" y="6470969"/>
                </a:cubicBezTo>
                <a:cubicBezTo>
                  <a:pt x="293100" y="6476838"/>
                  <a:pt x="296895" y="6482230"/>
                  <a:pt x="300953" y="6485831"/>
                </a:cubicBezTo>
                <a:cubicBezTo>
                  <a:pt x="307166" y="6491353"/>
                  <a:pt x="314375" y="6494815"/>
                  <a:pt x="318900" y="6492554"/>
                </a:cubicBezTo>
                <a:cubicBezTo>
                  <a:pt x="324204" y="6489911"/>
                  <a:pt x="320844" y="6484435"/>
                  <a:pt x="317123" y="6476863"/>
                </a:cubicBezTo>
                <a:cubicBezTo>
                  <a:pt x="315132" y="6472757"/>
                  <a:pt x="316311" y="6466043"/>
                  <a:pt x="313747" y="6459929"/>
                </a:cubicBezTo>
                <a:cubicBezTo>
                  <a:pt x="311796" y="6455308"/>
                  <a:pt x="307711" y="6451032"/>
                  <a:pt x="306160" y="6445032"/>
                </a:cubicBezTo>
                <a:cubicBezTo>
                  <a:pt x="304780" y="6439679"/>
                  <a:pt x="304337" y="6434937"/>
                  <a:pt x="303103" y="6430707"/>
                </a:cubicBezTo>
                <a:cubicBezTo>
                  <a:pt x="301750" y="6426028"/>
                  <a:pt x="296856" y="6424110"/>
                  <a:pt x="293288" y="6420183"/>
                </a:cubicBezTo>
                <a:lnTo>
                  <a:pt x="293341" y="6420162"/>
                </a:lnTo>
                <a:cubicBezTo>
                  <a:pt x="288865" y="6415235"/>
                  <a:pt x="284194" y="6409830"/>
                  <a:pt x="279434" y="6412125"/>
                </a:cubicBezTo>
                <a:close/>
                <a:moveTo>
                  <a:pt x="782114" y="6409430"/>
                </a:moveTo>
                <a:lnTo>
                  <a:pt x="782136" y="6409483"/>
                </a:lnTo>
                <a:cubicBezTo>
                  <a:pt x="778585" y="6409102"/>
                  <a:pt x="775821" y="6415593"/>
                  <a:pt x="774889" y="6420773"/>
                </a:cubicBezTo>
                <a:cubicBezTo>
                  <a:pt x="774212" y="6424603"/>
                  <a:pt x="776842" y="6428447"/>
                  <a:pt x="777884" y="6432288"/>
                </a:cubicBezTo>
                <a:cubicBezTo>
                  <a:pt x="779489" y="6438266"/>
                  <a:pt x="778630" y="6444849"/>
                  <a:pt x="780345" y="6450564"/>
                </a:cubicBezTo>
                <a:cubicBezTo>
                  <a:pt x="782181" y="6456728"/>
                  <a:pt x="782690" y="6463000"/>
                  <a:pt x="784606" y="6468445"/>
                </a:cubicBezTo>
                <a:cubicBezTo>
                  <a:pt x="786884" y="6474926"/>
                  <a:pt x="787721" y="6481468"/>
                  <a:pt x="789953" y="6486161"/>
                </a:cubicBezTo>
                <a:cubicBezTo>
                  <a:pt x="794131" y="6494854"/>
                  <a:pt x="798888" y="6496891"/>
                  <a:pt x="802520" y="6495495"/>
                </a:cubicBezTo>
                <a:cubicBezTo>
                  <a:pt x="804071" y="6494906"/>
                  <a:pt x="805563" y="6493453"/>
                  <a:pt x="806608" y="6491050"/>
                </a:cubicBezTo>
                <a:cubicBezTo>
                  <a:pt x="807654" y="6488646"/>
                  <a:pt x="808253" y="6485293"/>
                  <a:pt x="808015" y="6480904"/>
                </a:cubicBezTo>
                <a:cubicBezTo>
                  <a:pt x="807764" y="6475493"/>
                  <a:pt x="807194" y="6469152"/>
                  <a:pt x="806130" y="6463045"/>
                </a:cubicBezTo>
                <a:cubicBezTo>
                  <a:pt x="805065" y="6456940"/>
                  <a:pt x="805098" y="6450321"/>
                  <a:pt x="803656" y="6445118"/>
                </a:cubicBezTo>
                <a:cubicBezTo>
                  <a:pt x="802791" y="6442014"/>
                  <a:pt x="796729" y="6434655"/>
                  <a:pt x="793392" y="6426801"/>
                </a:cubicBezTo>
                <a:cubicBezTo>
                  <a:pt x="790056" y="6418947"/>
                  <a:pt x="786822" y="6409898"/>
                  <a:pt x="782114" y="6409430"/>
                </a:cubicBezTo>
                <a:close/>
                <a:moveTo>
                  <a:pt x="915043" y="6376322"/>
                </a:moveTo>
                <a:cubicBezTo>
                  <a:pt x="911364" y="6377301"/>
                  <a:pt x="906694" y="6380961"/>
                  <a:pt x="905553" y="6386320"/>
                </a:cubicBezTo>
                <a:cubicBezTo>
                  <a:pt x="904537" y="6391068"/>
                  <a:pt x="908793" y="6396830"/>
                  <a:pt x="908886" y="6400407"/>
                </a:cubicBezTo>
                <a:cubicBezTo>
                  <a:pt x="909016" y="6406740"/>
                  <a:pt x="905847" y="6413461"/>
                  <a:pt x="907125" y="6419479"/>
                </a:cubicBezTo>
                <a:cubicBezTo>
                  <a:pt x="908465" y="6425878"/>
                  <a:pt x="910799" y="6432117"/>
                  <a:pt x="913047" y="6437613"/>
                </a:cubicBezTo>
                <a:cubicBezTo>
                  <a:pt x="915688" y="6444070"/>
                  <a:pt x="921440" y="6448160"/>
                  <a:pt x="924761" y="6452470"/>
                </a:cubicBezTo>
                <a:cubicBezTo>
                  <a:pt x="929821" y="6459056"/>
                  <a:pt x="934935" y="6466990"/>
                  <a:pt x="939832" y="6465637"/>
                </a:cubicBezTo>
                <a:cubicBezTo>
                  <a:pt x="942683" y="6464841"/>
                  <a:pt x="944452" y="6462200"/>
                  <a:pt x="945228" y="6458738"/>
                </a:cubicBezTo>
                <a:cubicBezTo>
                  <a:pt x="946004" y="6455277"/>
                  <a:pt x="945787" y="6450997"/>
                  <a:pt x="944666" y="6446923"/>
                </a:cubicBezTo>
                <a:cubicBezTo>
                  <a:pt x="943460" y="6442526"/>
                  <a:pt x="937277" y="6438301"/>
                  <a:pt x="935878" y="6431834"/>
                </a:cubicBezTo>
                <a:cubicBezTo>
                  <a:pt x="934801" y="6426916"/>
                  <a:pt x="935141" y="6421044"/>
                  <a:pt x="934728" y="6414858"/>
                </a:cubicBezTo>
                <a:cubicBezTo>
                  <a:pt x="934380" y="6409362"/>
                  <a:pt x="935701" y="6404520"/>
                  <a:pt x="935319" y="6400160"/>
                </a:cubicBezTo>
                <a:cubicBezTo>
                  <a:pt x="934884" y="6395290"/>
                  <a:pt x="930879" y="6392197"/>
                  <a:pt x="928109" y="6387632"/>
                </a:cubicBezTo>
                <a:lnTo>
                  <a:pt x="928087" y="6387578"/>
                </a:lnTo>
                <a:cubicBezTo>
                  <a:pt x="924585" y="6381911"/>
                  <a:pt x="920174" y="6374934"/>
                  <a:pt x="915043" y="6376322"/>
                </a:cubicBezTo>
                <a:close/>
                <a:moveTo>
                  <a:pt x="414168" y="6373876"/>
                </a:moveTo>
                <a:cubicBezTo>
                  <a:pt x="412306" y="6373642"/>
                  <a:pt x="410127" y="6374123"/>
                  <a:pt x="407729" y="6374998"/>
                </a:cubicBezTo>
                <a:lnTo>
                  <a:pt x="407691" y="6374982"/>
                </a:lnTo>
                <a:cubicBezTo>
                  <a:pt x="404142" y="6376281"/>
                  <a:pt x="405761" y="6384123"/>
                  <a:pt x="406065" y="6388672"/>
                </a:cubicBezTo>
                <a:cubicBezTo>
                  <a:pt x="406505" y="6395004"/>
                  <a:pt x="407194" y="6400952"/>
                  <a:pt x="409078" y="6406473"/>
                </a:cubicBezTo>
                <a:cubicBezTo>
                  <a:pt x="411177" y="6412746"/>
                  <a:pt x="411738" y="6419526"/>
                  <a:pt x="414446" y="6424242"/>
                </a:cubicBezTo>
                <a:cubicBezTo>
                  <a:pt x="419036" y="6432266"/>
                  <a:pt x="427985" y="6434423"/>
                  <a:pt x="429254" y="6435928"/>
                </a:cubicBezTo>
                <a:cubicBezTo>
                  <a:pt x="430761" y="6437709"/>
                  <a:pt x="432601" y="6443653"/>
                  <a:pt x="436554" y="6447609"/>
                </a:cubicBezTo>
                <a:cubicBezTo>
                  <a:pt x="440135" y="6451187"/>
                  <a:pt x="442839" y="6454752"/>
                  <a:pt x="447225" y="6453140"/>
                </a:cubicBezTo>
                <a:cubicBezTo>
                  <a:pt x="451862" y="6451457"/>
                  <a:pt x="453212" y="6447601"/>
                  <a:pt x="452179" y="6443321"/>
                </a:cubicBezTo>
                <a:cubicBezTo>
                  <a:pt x="451199" y="6439328"/>
                  <a:pt x="450372" y="6434869"/>
                  <a:pt x="449862" y="6431870"/>
                </a:cubicBezTo>
                <a:cubicBezTo>
                  <a:pt x="448819" y="6425817"/>
                  <a:pt x="443964" y="6420954"/>
                  <a:pt x="442091" y="6416145"/>
                </a:cubicBezTo>
                <a:cubicBezTo>
                  <a:pt x="439819" y="6410285"/>
                  <a:pt x="439863" y="6403538"/>
                  <a:pt x="437116" y="6399336"/>
                </a:cubicBezTo>
                <a:cubicBezTo>
                  <a:pt x="433352" y="6393558"/>
                  <a:pt x="424315" y="6393089"/>
                  <a:pt x="421577" y="6389820"/>
                </a:cubicBezTo>
                <a:cubicBezTo>
                  <a:pt x="419156" y="6386948"/>
                  <a:pt x="420679" y="6380467"/>
                  <a:pt x="418715" y="6377036"/>
                </a:cubicBezTo>
                <a:cubicBezTo>
                  <a:pt x="417578" y="6375056"/>
                  <a:pt x="416031" y="6374109"/>
                  <a:pt x="414168" y="6373876"/>
                </a:cubicBezTo>
                <a:close/>
                <a:moveTo>
                  <a:pt x="1042671" y="6340154"/>
                </a:moveTo>
                <a:lnTo>
                  <a:pt x="1042602" y="6340213"/>
                </a:lnTo>
                <a:cubicBezTo>
                  <a:pt x="1039125" y="6339863"/>
                  <a:pt x="1038467" y="6344495"/>
                  <a:pt x="1036915" y="6349992"/>
                </a:cubicBezTo>
                <a:cubicBezTo>
                  <a:pt x="1035686" y="6354297"/>
                  <a:pt x="1031004" y="6359145"/>
                  <a:pt x="1032090" y="6363093"/>
                </a:cubicBezTo>
                <a:cubicBezTo>
                  <a:pt x="1033694" y="6369072"/>
                  <a:pt x="1037647" y="6374398"/>
                  <a:pt x="1039400" y="6380128"/>
                </a:cubicBezTo>
                <a:cubicBezTo>
                  <a:pt x="1041236" y="6386293"/>
                  <a:pt x="1046607" y="6390975"/>
                  <a:pt x="1048486" y="6396405"/>
                </a:cubicBezTo>
                <a:cubicBezTo>
                  <a:pt x="1050763" y="6402885"/>
                  <a:pt x="1051288" y="6409120"/>
                  <a:pt x="1053557" y="6413829"/>
                </a:cubicBezTo>
                <a:cubicBezTo>
                  <a:pt x="1057735" y="6422521"/>
                  <a:pt x="1060160" y="6427384"/>
                  <a:pt x="1063793" y="6425987"/>
                </a:cubicBezTo>
                <a:cubicBezTo>
                  <a:pt x="1066893" y="6424810"/>
                  <a:pt x="1067969" y="6418760"/>
                  <a:pt x="1067531" y="6409999"/>
                </a:cubicBezTo>
                <a:cubicBezTo>
                  <a:pt x="1067280" y="6404588"/>
                  <a:pt x="1067749" y="6398195"/>
                  <a:pt x="1066684" y="6392089"/>
                </a:cubicBezTo>
                <a:cubicBezTo>
                  <a:pt x="1065635" y="6385945"/>
                  <a:pt x="1066801" y="6379049"/>
                  <a:pt x="1065396" y="6373861"/>
                </a:cubicBezTo>
                <a:cubicBezTo>
                  <a:pt x="1064531" y="6370758"/>
                  <a:pt x="1057076" y="6363876"/>
                  <a:pt x="1053739" y="6356022"/>
                </a:cubicBezTo>
                <a:cubicBezTo>
                  <a:pt x="1050402" y="6348169"/>
                  <a:pt x="1047416" y="6340638"/>
                  <a:pt x="1042671" y="6340154"/>
                </a:cubicBezTo>
                <a:close/>
                <a:moveTo>
                  <a:pt x="546615" y="6338106"/>
                </a:moveTo>
                <a:cubicBezTo>
                  <a:pt x="543139" y="6339658"/>
                  <a:pt x="543892" y="6344925"/>
                  <a:pt x="543598" y="6350374"/>
                </a:cubicBezTo>
                <a:cubicBezTo>
                  <a:pt x="543336" y="6355216"/>
                  <a:pt x="543605" y="6360060"/>
                  <a:pt x="544242" y="6363600"/>
                </a:cubicBezTo>
                <a:cubicBezTo>
                  <a:pt x="545388" y="6369828"/>
                  <a:pt x="545967" y="6376040"/>
                  <a:pt x="548196" y="6381793"/>
                </a:cubicBezTo>
                <a:cubicBezTo>
                  <a:pt x="550539" y="6387904"/>
                  <a:pt x="552779" y="6393840"/>
                  <a:pt x="555875" y="6398896"/>
                </a:cubicBezTo>
                <a:cubicBezTo>
                  <a:pt x="559508" y="6404883"/>
                  <a:pt x="564813" y="6408565"/>
                  <a:pt x="568770" y="6412301"/>
                </a:cubicBezTo>
                <a:cubicBezTo>
                  <a:pt x="574829" y="6417979"/>
                  <a:pt x="580852" y="6424481"/>
                  <a:pt x="585459" y="6422343"/>
                </a:cubicBezTo>
                <a:cubicBezTo>
                  <a:pt x="588144" y="6421102"/>
                  <a:pt x="589018" y="6418593"/>
                  <a:pt x="588778" y="6415437"/>
                </a:cubicBezTo>
                <a:cubicBezTo>
                  <a:pt x="588538" y="6412279"/>
                  <a:pt x="587183" y="6408473"/>
                  <a:pt x="585411" y="6404635"/>
                </a:cubicBezTo>
                <a:cubicBezTo>
                  <a:pt x="583490" y="6400469"/>
                  <a:pt x="583315" y="6394560"/>
                  <a:pt x="580911" y="6388379"/>
                </a:cubicBezTo>
                <a:cubicBezTo>
                  <a:pt x="579082" y="6383677"/>
                  <a:pt x="575483" y="6379296"/>
                  <a:pt x="574077" y="6373267"/>
                </a:cubicBezTo>
                <a:cubicBezTo>
                  <a:pt x="572841" y="6367886"/>
                  <a:pt x="570779" y="6363528"/>
                  <a:pt x="569675" y="6359307"/>
                </a:cubicBezTo>
                <a:cubicBezTo>
                  <a:pt x="568429" y="6354585"/>
                  <a:pt x="565329" y="6351650"/>
                  <a:pt x="561899" y="6347604"/>
                </a:cubicBezTo>
                <a:lnTo>
                  <a:pt x="561824" y="6347573"/>
                </a:lnTo>
                <a:cubicBezTo>
                  <a:pt x="557486" y="6342528"/>
                  <a:pt x="551458" y="6335934"/>
                  <a:pt x="546615" y="6338106"/>
                </a:cubicBezTo>
                <a:close/>
                <a:moveTo>
                  <a:pt x="48805" y="6332760"/>
                </a:moveTo>
                <a:cubicBezTo>
                  <a:pt x="42883" y="6335718"/>
                  <a:pt x="43307" y="6350842"/>
                  <a:pt x="43337" y="6354038"/>
                </a:cubicBezTo>
                <a:lnTo>
                  <a:pt x="43375" y="6354054"/>
                </a:lnTo>
                <a:cubicBezTo>
                  <a:pt x="43434" y="6360137"/>
                  <a:pt x="43953" y="6364379"/>
                  <a:pt x="45749" y="6368845"/>
                </a:cubicBezTo>
                <a:cubicBezTo>
                  <a:pt x="47109" y="6372245"/>
                  <a:pt x="49230" y="6375831"/>
                  <a:pt x="50798" y="6382104"/>
                </a:cubicBezTo>
                <a:cubicBezTo>
                  <a:pt x="52516" y="6388970"/>
                  <a:pt x="55764" y="6393558"/>
                  <a:pt x="56015" y="6397598"/>
                </a:cubicBezTo>
                <a:cubicBezTo>
                  <a:pt x="56382" y="6404208"/>
                  <a:pt x="58072" y="6405977"/>
                  <a:pt x="61615" y="6410911"/>
                </a:cubicBezTo>
                <a:cubicBezTo>
                  <a:pt x="66024" y="6417047"/>
                  <a:pt x="70111" y="6422164"/>
                  <a:pt x="76026" y="6419115"/>
                </a:cubicBezTo>
                <a:cubicBezTo>
                  <a:pt x="78278" y="6417958"/>
                  <a:pt x="80218" y="6416227"/>
                  <a:pt x="81540" y="6414018"/>
                </a:cubicBezTo>
                <a:cubicBezTo>
                  <a:pt x="82864" y="6411808"/>
                  <a:pt x="83570" y="6409119"/>
                  <a:pt x="83356" y="6406045"/>
                </a:cubicBezTo>
                <a:cubicBezTo>
                  <a:pt x="82904" y="6399532"/>
                  <a:pt x="83725" y="6393775"/>
                  <a:pt x="81278" y="6389388"/>
                </a:cubicBezTo>
                <a:cubicBezTo>
                  <a:pt x="78961" y="6385322"/>
                  <a:pt x="72060" y="6382918"/>
                  <a:pt x="70783" y="6376370"/>
                </a:cubicBezTo>
                <a:cubicBezTo>
                  <a:pt x="69645" y="6370542"/>
                  <a:pt x="74592" y="6366645"/>
                  <a:pt x="74869" y="6363135"/>
                </a:cubicBezTo>
                <a:cubicBezTo>
                  <a:pt x="75213" y="6359255"/>
                  <a:pt x="74483" y="6354881"/>
                  <a:pt x="72690" y="6349354"/>
                </a:cubicBezTo>
                <a:cubicBezTo>
                  <a:pt x="71292" y="6345099"/>
                  <a:pt x="68161" y="6339498"/>
                  <a:pt x="64725" y="6336731"/>
                </a:cubicBezTo>
                <a:cubicBezTo>
                  <a:pt x="60518" y="6333378"/>
                  <a:pt x="52216" y="6331050"/>
                  <a:pt x="48805" y="6332760"/>
                </a:cubicBezTo>
                <a:close/>
                <a:moveTo>
                  <a:pt x="675083" y="6301936"/>
                </a:moveTo>
                <a:cubicBezTo>
                  <a:pt x="671531" y="6302084"/>
                  <a:pt x="669568" y="6306347"/>
                  <a:pt x="669368" y="6312100"/>
                </a:cubicBezTo>
                <a:cubicBezTo>
                  <a:pt x="669235" y="6316422"/>
                  <a:pt x="668493" y="6321993"/>
                  <a:pt x="670089" y="6325669"/>
                </a:cubicBezTo>
                <a:cubicBezTo>
                  <a:pt x="672531" y="6331334"/>
                  <a:pt x="677101" y="6336034"/>
                  <a:pt x="679638" y="6341474"/>
                </a:cubicBezTo>
                <a:cubicBezTo>
                  <a:pt x="682327" y="6347288"/>
                  <a:pt x="683655" y="6353504"/>
                  <a:pt x="686333" y="6358606"/>
                </a:cubicBezTo>
                <a:cubicBezTo>
                  <a:pt x="689517" y="6364715"/>
                  <a:pt x="695117" y="6368432"/>
                  <a:pt x="698036" y="6372750"/>
                </a:cubicBezTo>
                <a:cubicBezTo>
                  <a:pt x="703428" y="6380758"/>
                  <a:pt x="706052" y="6387782"/>
                  <a:pt x="709451" y="6385889"/>
                </a:cubicBezTo>
                <a:cubicBezTo>
                  <a:pt x="712339" y="6384268"/>
                  <a:pt x="710161" y="6376812"/>
                  <a:pt x="708418" y="6368211"/>
                </a:cubicBezTo>
                <a:cubicBezTo>
                  <a:pt x="707371" y="6362909"/>
                  <a:pt x="704599" y="6357502"/>
                  <a:pt x="702653" y="6351602"/>
                </a:cubicBezTo>
                <a:cubicBezTo>
                  <a:pt x="700707" y="6345701"/>
                  <a:pt x="701349" y="6338895"/>
                  <a:pt x="699160" y="6333998"/>
                </a:cubicBezTo>
                <a:cubicBezTo>
                  <a:pt x="697830" y="6331053"/>
                  <a:pt x="695257" y="6322326"/>
                  <a:pt x="690844" y="6315038"/>
                </a:cubicBezTo>
                <a:cubicBezTo>
                  <a:pt x="688936" y="6311896"/>
                  <a:pt x="687716" y="6307847"/>
                  <a:pt x="685311" y="6305468"/>
                </a:cubicBezTo>
                <a:cubicBezTo>
                  <a:pt x="682123" y="6302320"/>
                  <a:pt x="677802" y="6301881"/>
                  <a:pt x="675105" y="6301989"/>
                </a:cubicBezTo>
                <a:close/>
                <a:moveTo>
                  <a:pt x="185793" y="6296710"/>
                </a:moveTo>
                <a:cubicBezTo>
                  <a:pt x="180896" y="6297223"/>
                  <a:pt x="178044" y="6299389"/>
                  <a:pt x="177348" y="6306748"/>
                </a:cubicBezTo>
                <a:cubicBezTo>
                  <a:pt x="176892" y="6311420"/>
                  <a:pt x="176836" y="6317145"/>
                  <a:pt x="177605" y="6323216"/>
                </a:cubicBezTo>
                <a:cubicBezTo>
                  <a:pt x="178261" y="6328399"/>
                  <a:pt x="182270" y="6333174"/>
                  <a:pt x="183587" y="6338678"/>
                </a:cubicBezTo>
                <a:cubicBezTo>
                  <a:pt x="184876" y="6344037"/>
                  <a:pt x="186814" y="6349006"/>
                  <a:pt x="188540" y="6354063"/>
                </a:cubicBezTo>
                <a:cubicBezTo>
                  <a:pt x="190409" y="6359621"/>
                  <a:pt x="191068" y="6365115"/>
                  <a:pt x="193227" y="6369557"/>
                </a:cubicBezTo>
                <a:cubicBezTo>
                  <a:pt x="195848" y="6374900"/>
                  <a:pt x="204619" y="6382332"/>
                  <a:pt x="209202" y="6379300"/>
                </a:cubicBezTo>
                <a:cubicBezTo>
                  <a:pt x="211826" y="6377569"/>
                  <a:pt x="215154" y="6373214"/>
                  <a:pt x="214898" y="6368023"/>
                </a:cubicBezTo>
                <a:lnTo>
                  <a:pt x="215005" y="6367978"/>
                </a:lnTo>
                <a:cubicBezTo>
                  <a:pt x="214734" y="6363354"/>
                  <a:pt x="211992" y="6357873"/>
                  <a:pt x="210865" y="6351917"/>
                </a:cubicBezTo>
                <a:cubicBezTo>
                  <a:pt x="209905" y="6346828"/>
                  <a:pt x="210335" y="6340950"/>
                  <a:pt x="208917" y="6335581"/>
                </a:cubicBezTo>
                <a:cubicBezTo>
                  <a:pt x="207468" y="6330286"/>
                  <a:pt x="202293" y="6326085"/>
                  <a:pt x="200573" y="6321119"/>
                </a:cubicBezTo>
                <a:cubicBezTo>
                  <a:pt x="198630" y="6315529"/>
                  <a:pt x="199057" y="6309341"/>
                  <a:pt x="196963" y="6305059"/>
                </a:cubicBezTo>
                <a:cubicBezTo>
                  <a:pt x="193353" y="6297754"/>
                  <a:pt x="188879" y="6296410"/>
                  <a:pt x="185793" y="6296710"/>
                </a:cubicBezTo>
                <a:close/>
                <a:moveTo>
                  <a:pt x="801724" y="6268228"/>
                </a:moveTo>
                <a:cubicBezTo>
                  <a:pt x="797169" y="6270034"/>
                  <a:pt x="793939" y="6274474"/>
                  <a:pt x="795227" y="6281735"/>
                </a:cubicBezTo>
                <a:cubicBezTo>
                  <a:pt x="796083" y="6286337"/>
                  <a:pt x="797003" y="6292472"/>
                  <a:pt x="799407" y="6298122"/>
                </a:cubicBezTo>
                <a:cubicBezTo>
                  <a:pt x="801462" y="6302919"/>
                  <a:pt x="805277" y="6307523"/>
                  <a:pt x="808033" y="6312437"/>
                </a:cubicBezTo>
                <a:cubicBezTo>
                  <a:pt x="810710" y="6317229"/>
                  <a:pt x="817299" y="6319634"/>
                  <a:pt x="820315" y="6324037"/>
                </a:cubicBezTo>
                <a:cubicBezTo>
                  <a:pt x="823633" y="6328877"/>
                  <a:pt x="826436" y="6333367"/>
                  <a:pt x="829734" y="6337093"/>
                </a:cubicBezTo>
                <a:cubicBezTo>
                  <a:pt x="831592" y="6339197"/>
                  <a:pt x="834449" y="6341764"/>
                  <a:pt x="838345" y="6343220"/>
                </a:cubicBezTo>
                <a:cubicBezTo>
                  <a:pt x="842730" y="6344880"/>
                  <a:pt x="846091" y="6345714"/>
                  <a:pt x="847990" y="6343502"/>
                </a:cubicBezTo>
                <a:cubicBezTo>
                  <a:pt x="850059" y="6341096"/>
                  <a:pt x="849722" y="6335782"/>
                  <a:pt x="848040" y="6330832"/>
                </a:cubicBezTo>
                <a:lnTo>
                  <a:pt x="848002" y="6330817"/>
                </a:lnTo>
                <a:cubicBezTo>
                  <a:pt x="846561" y="6326454"/>
                  <a:pt x="844981" y="6320839"/>
                  <a:pt x="842300" y="6315427"/>
                </a:cubicBezTo>
                <a:cubicBezTo>
                  <a:pt x="840016" y="6310756"/>
                  <a:pt x="833407" y="6308076"/>
                  <a:pt x="830587" y="6303313"/>
                </a:cubicBezTo>
                <a:cubicBezTo>
                  <a:pt x="827789" y="6298603"/>
                  <a:pt x="829329" y="6291023"/>
                  <a:pt x="826357" y="6286728"/>
                </a:cubicBezTo>
                <a:cubicBezTo>
                  <a:pt x="822964" y="6281857"/>
                  <a:pt x="814884" y="6281214"/>
                  <a:pt x="811726" y="6277680"/>
                </a:cubicBezTo>
                <a:cubicBezTo>
                  <a:pt x="806279" y="6271595"/>
                  <a:pt x="804589" y="6267084"/>
                  <a:pt x="801724" y="6268228"/>
                </a:cubicBezTo>
                <a:close/>
                <a:moveTo>
                  <a:pt x="310131" y="6255846"/>
                </a:moveTo>
                <a:cubicBezTo>
                  <a:pt x="304209" y="6258804"/>
                  <a:pt x="308456" y="6273451"/>
                  <a:pt x="308486" y="6276647"/>
                </a:cubicBezTo>
                <a:lnTo>
                  <a:pt x="308539" y="6276626"/>
                </a:lnTo>
                <a:cubicBezTo>
                  <a:pt x="308598" y="6282708"/>
                  <a:pt x="304496" y="6287225"/>
                  <a:pt x="306292" y="6291692"/>
                </a:cubicBezTo>
                <a:cubicBezTo>
                  <a:pt x="307651" y="6295091"/>
                  <a:pt x="310664" y="6298342"/>
                  <a:pt x="312232" y="6304615"/>
                </a:cubicBezTo>
                <a:cubicBezTo>
                  <a:pt x="313934" y="6311519"/>
                  <a:pt x="313400" y="6316381"/>
                  <a:pt x="313652" y="6320421"/>
                </a:cubicBezTo>
                <a:cubicBezTo>
                  <a:pt x="314020" y="6327032"/>
                  <a:pt x="319392" y="6328442"/>
                  <a:pt x="322936" y="6333375"/>
                </a:cubicBezTo>
                <a:cubicBezTo>
                  <a:pt x="324933" y="6336202"/>
                  <a:pt x="326813" y="6339201"/>
                  <a:pt x="329721" y="6341435"/>
                </a:cubicBezTo>
                <a:cubicBezTo>
                  <a:pt x="333129" y="6344057"/>
                  <a:pt x="336795" y="6348909"/>
                  <a:pt x="339993" y="6347286"/>
                </a:cubicBezTo>
                <a:cubicBezTo>
                  <a:pt x="342253" y="6346111"/>
                  <a:pt x="343996" y="6342950"/>
                  <a:pt x="345122" y="6339314"/>
                </a:cubicBezTo>
                <a:cubicBezTo>
                  <a:pt x="346247" y="6335679"/>
                  <a:pt x="346754" y="6331569"/>
                  <a:pt x="346540" y="6328494"/>
                </a:cubicBezTo>
                <a:cubicBezTo>
                  <a:pt x="346050" y="6321965"/>
                  <a:pt x="341999" y="6317925"/>
                  <a:pt x="339551" y="6313539"/>
                </a:cubicBezTo>
                <a:cubicBezTo>
                  <a:pt x="337287" y="6309451"/>
                  <a:pt x="333980" y="6305324"/>
                  <a:pt x="332703" y="6298775"/>
                </a:cubicBezTo>
                <a:cubicBezTo>
                  <a:pt x="331549" y="6292986"/>
                  <a:pt x="335036" y="6289095"/>
                  <a:pt x="335564" y="6285514"/>
                </a:cubicBezTo>
                <a:cubicBezTo>
                  <a:pt x="336174" y="6281525"/>
                  <a:pt x="332250" y="6278554"/>
                  <a:pt x="330456" y="6273027"/>
                </a:cubicBezTo>
                <a:cubicBezTo>
                  <a:pt x="329042" y="6268810"/>
                  <a:pt x="329422" y="6261893"/>
                  <a:pt x="325986" y="6259127"/>
                </a:cubicBezTo>
                <a:cubicBezTo>
                  <a:pt x="321780" y="6255773"/>
                  <a:pt x="313542" y="6254136"/>
                  <a:pt x="310131" y="6255846"/>
                </a:cubicBezTo>
                <a:close/>
                <a:moveTo>
                  <a:pt x="935776" y="6225376"/>
                </a:moveTo>
                <a:cubicBezTo>
                  <a:pt x="932271" y="6225411"/>
                  <a:pt x="929515" y="6230094"/>
                  <a:pt x="928433" y="6235521"/>
                </a:cubicBezTo>
                <a:cubicBezTo>
                  <a:pt x="927583" y="6239764"/>
                  <a:pt x="926182" y="6245324"/>
                  <a:pt x="927678" y="6249134"/>
                </a:cubicBezTo>
                <a:cubicBezTo>
                  <a:pt x="929960" y="6254866"/>
                  <a:pt x="936280" y="6258972"/>
                  <a:pt x="938603" y="6264500"/>
                </a:cubicBezTo>
                <a:cubicBezTo>
                  <a:pt x="941117" y="6270417"/>
                  <a:pt x="940615" y="6277415"/>
                  <a:pt x="943118" y="6282620"/>
                </a:cubicBezTo>
                <a:cubicBezTo>
                  <a:pt x="946089" y="6288817"/>
                  <a:pt x="951047" y="6293326"/>
                  <a:pt x="953827" y="6297762"/>
                </a:cubicBezTo>
                <a:cubicBezTo>
                  <a:pt x="958922" y="6305955"/>
                  <a:pt x="964821" y="6313600"/>
                  <a:pt x="968263" y="6311813"/>
                </a:cubicBezTo>
                <a:cubicBezTo>
                  <a:pt x="971195" y="6310300"/>
                  <a:pt x="971649" y="6300144"/>
                  <a:pt x="970234" y="6291503"/>
                </a:cubicBezTo>
                <a:cubicBezTo>
                  <a:pt x="969367" y="6286187"/>
                  <a:pt x="967441" y="6280029"/>
                  <a:pt x="965692" y="6274079"/>
                </a:cubicBezTo>
                <a:cubicBezTo>
                  <a:pt x="963960" y="6268091"/>
                  <a:pt x="961629" y="6262162"/>
                  <a:pt x="959636" y="6257215"/>
                </a:cubicBezTo>
                <a:cubicBezTo>
                  <a:pt x="958413" y="6254227"/>
                  <a:pt x="954252" y="6246337"/>
                  <a:pt x="950069" y="6238925"/>
                </a:cubicBezTo>
                <a:cubicBezTo>
                  <a:pt x="945884" y="6231512"/>
                  <a:pt x="940528" y="6225421"/>
                  <a:pt x="935798" y="6225429"/>
                </a:cubicBezTo>
                <a:close/>
                <a:moveTo>
                  <a:pt x="444771" y="6218546"/>
                </a:moveTo>
                <a:cubicBezTo>
                  <a:pt x="440470" y="6218690"/>
                  <a:pt x="433913" y="6223903"/>
                  <a:pt x="432519" y="6229023"/>
                </a:cubicBezTo>
                <a:cubicBezTo>
                  <a:pt x="431359" y="6233269"/>
                  <a:pt x="434428" y="6237119"/>
                  <a:pt x="436911" y="6241741"/>
                </a:cubicBezTo>
                <a:cubicBezTo>
                  <a:pt x="438643" y="6244987"/>
                  <a:pt x="442495" y="6248237"/>
                  <a:pt x="443978" y="6253236"/>
                </a:cubicBezTo>
                <a:cubicBezTo>
                  <a:pt x="445140" y="6257215"/>
                  <a:pt x="443609" y="6261395"/>
                  <a:pt x="444138" y="6264668"/>
                </a:cubicBezTo>
                <a:cubicBezTo>
                  <a:pt x="444812" y="6268752"/>
                  <a:pt x="446864" y="6272398"/>
                  <a:pt x="446644" y="6275666"/>
                </a:cubicBezTo>
                <a:cubicBezTo>
                  <a:pt x="446353" y="6279524"/>
                  <a:pt x="442697" y="6282768"/>
                  <a:pt x="442382" y="6286262"/>
                </a:cubicBezTo>
                <a:cubicBezTo>
                  <a:pt x="442067" y="6289756"/>
                  <a:pt x="445123" y="6292584"/>
                  <a:pt x="447159" y="6296267"/>
                </a:cubicBezTo>
                <a:cubicBezTo>
                  <a:pt x="450899" y="6303051"/>
                  <a:pt x="457133" y="6309157"/>
                  <a:pt x="462395" y="6307248"/>
                </a:cubicBezTo>
                <a:cubicBezTo>
                  <a:pt x="466231" y="6305892"/>
                  <a:pt x="472464" y="6301561"/>
                  <a:pt x="473737" y="6293250"/>
                </a:cubicBezTo>
                <a:cubicBezTo>
                  <a:pt x="474535" y="6287969"/>
                  <a:pt x="473566" y="6281106"/>
                  <a:pt x="473161" y="6274481"/>
                </a:cubicBezTo>
                <a:cubicBezTo>
                  <a:pt x="472788" y="6268621"/>
                  <a:pt x="466903" y="6263370"/>
                  <a:pt x="465443" y="6257364"/>
                </a:cubicBezTo>
                <a:cubicBezTo>
                  <a:pt x="464005" y="6251411"/>
                  <a:pt x="465067" y="6244868"/>
                  <a:pt x="462446" y="6239526"/>
                </a:cubicBezTo>
                <a:cubicBezTo>
                  <a:pt x="461113" y="6236801"/>
                  <a:pt x="458572" y="6232110"/>
                  <a:pt x="455468" y="6228025"/>
                </a:cubicBezTo>
                <a:cubicBezTo>
                  <a:pt x="452445" y="6224061"/>
                  <a:pt x="448950" y="6218484"/>
                  <a:pt x="444777" y="6218637"/>
                </a:cubicBezTo>
                <a:close/>
                <a:moveTo>
                  <a:pt x="67056" y="6190901"/>
                </a:moveTo>
                <a:cubicBezTo>
                  <a:pt x="62990" y="6192381"/>
                  <a:pt x="62822" y="6201111"/>
                  <a:pt x="63083" y="6206394"/>
                </a:cubicBezTo>
                <a:cubicBezTo>
                  <a:pt x="63322" y="6210783"/>
                  <a:pt x="65427" y="6212505"/>
                  <a:pt x="68541" y="6216462"/>
                </a:cubicBezTo>
                <a:cubicBezTo>
                  <a:pt x="70698" y="6219223"/>
                  <a:pt x="69531" y="6225279"/>
                  <a:pt x="72449" y="6229596"/>
                </a:cubicBezTo>
                <a:cubicBezTo>
                  <a:pt x="77689" y="6237231"/>
                  <a:pt x="82293" y="6241635"/>
                  <a:pt x="83682" y="6247390"/>
                </a:cubicBezTo>
                <a:cubicBezTo>
                  <a:pt x="84611" y="6251185"/>
                  <a:pt x="87448" y="6254010"/>
                  <a:pt x="88688" y="6257270"/>
                </a:cubicBezTo>
                <a:cubicBezTo>
                  <a:pt x="89929" y="6260532"/>
                  <a:pt x="91549" y="6262360"/>
                  <a:pt x="94552" y="6265210"/>
                </a:cubicBezTo>
                <a:cubicBezTo>
                  <a:pt x="97070" y="6267636"/>
                  <a:pt x="99173" y="6270418"/>
                  <a:pt x="102587" y="6271759"/>
                </a:cubicBezTo>
                <a:cubicBezTo>
                  <a:pt x="106730" y="6273363"/>
                  <a:pt x="111299" y="6276382"/>
                  <a:pt x="113713" y="6274519"/>
                </a:cubicBezTo>
                <a:cubicBezTo>
                  <a:pt x="116947" y="6272070"/>
                  <a:pt x="117320" y="6263693"/>
                  <a:pt x="115998" y="6255356"/>
                </a:cubicBezTo>
                <a:cubicBezTo>
                  <a:pt x="115169" y="6250056"/>
                  <a:pt x="114667" y="6243345"/>
                  <a:pt x="112263" y="6237165"/>
                </a:cubicBezTo>
                <a:cubicBezTo>
                  <a:pt x="110128" y="6231716"/>
                  <a:pt x="106143" y="6226465"/>
                  <a:pt x="102923" y="6221180"/>
                </a:cubicBezTo>
                <a:cubicBezTo>
                  <a:pt x="99762" y="6215966"/>
                  <a:pt x="96172" y="6210615"/>
                  <a:pt x="92049" y="6206323"/>
                </a:cubicBezTo>
                <a:cubicBezTo>
                  <a:pt x="89966" y="6204124"/>
                  <a:pt x="83561" y="6203386"/>
                  <a:pt x="79460" y="6200519"/>
                </a:cubicBezTo>
                <a:cubicBezTo>
                  <a:pt x="75361" y="6197651"/>
                  <a:pt x="71037" y="6189518"/>
                  <a:pt x="67093" y="6190916"/>
                </a:cubicBezTo>
                <a:close/>
                <a:moveTo>
                  <a:pt x="1063483" y="6189860"/>
                </a:moveTo>
                <a:cubicBezTo>
                  <a:pt x="1060051" y="6191517"/>
                  <a:pt x="1056025" y="6195535"/>
                  <a:pt x="1055882" y="6201047"/>
                </a:cubicBezTo>
                <a:cubicBezTo>
                  <a:pt x="1055748" y="6205899"/>
                  <a:pt x="1061741" y="6210577"/>
                  <a:pt x="1062432" y="6214094"/>
                </a:cubicBezTo>
                <a:cubicBezTo>
                  <a:pt x="1063722" y="6220295"/>
                  <a:pt x="1062849" y="6226915"/>
                  <a:pt x="1065200" y="6232586"/>
                </a:cubicBezTo>
                <a:cubicBezTo>
                  <a:pt x="1067704" y="6238633"/>
                  <a:pt x="1072459" y="6243101"/>
                  <a:pt x="1075676" y="6248074"/>
                </a:cubicBezTo>
                <a:cubicBezTo>
                  <a:pt x="1079447" y="6253944"/>
                  <a:pt x="1080974" y="6260950"/>
                  <a:pt x="1085031" y="6264552"/>
                </a:cubicBezTo>
                <a:cubicBezTo>
                  <a:pt x="1091245" y="6270073"/>
                  <a:pt x="1099012" y="6273680"/>
                  <a:pt x="1103575" y="6271436"/>
                </a:cubicBezTo>
                <a:cubicBezTo>
                  <a:pt x="1106227" y="6270115"/>
                  <a:pt x="1107755" y="6267416"/>
                  <a:pt x="1108155" y="6264101"/>
                </a:cubicBezTo>
                <a:cubicBezTo>
                  <a:pt x="1108555" y="6260786"/>
                  <a:pt x="1107826" y="6256855"/>
                  <a:pt x="1105966" y="6253070"/>
                </a:cubicBezTo>
                <a:cubicBezTo>
                  <a:pt x="1103976" y="6248963"/>
                  <a:pt x="1098548" y="6245363"/>
                  <a:pt x="1095985" y="6239248"/>
                </a:cubicBezTo>
                <a:cubicBezTo>
                  <a:pt x="1094033" y="6234628"/>
                  <a:pt x="1092599" y="6229296"/>
                  <a:pt x="1091049" y="6223296"/>
                </a:cubicBezTo>
                <a:cubicBezTo>
                  <a:pt x="1089668" y="6217942"/>
                  <a:pt x="1086838" y="6213837"/>
                  <a:pt x="1085627" y="6209660"/>
                </a:cubicBezTo>
                <a:cubicBezTo>
                  <a:pt x="1084274" y="6204981"/>
                  <a:pt x="1083123" y="6200873"/>
                  <a:pt x="1079571" y="6196909"/>
                </a:cubicBezTo>
                <a:lnTo>
                  <a:pt x="1079495" y="6196877"/>
                </a:lnTo>
                <a:cubicBezTo>
                  <a:pt x="1075021" y="6191951"/>
                  <a:pt x="1068244" y="6187565"/>
                  <a:pt x="1063483" y="6189860"/>
                </a:cubicBezTo>
                <a:close/>
                <a:moveTo>
                  <a:pt x="583472" y="6189272"/>
                </a:moveTo>
                <a:cubicBezTo>
                  <a:pt x="579709" y="6189288"/>
                  <a:pt x="579564" y="6194489"/>
                  <a:pt x="578303" y="6198869"/>
                </a:cubicBezTo>
                <a:cubicBezTo>
                  <a:pt x="576591" y="6204962"/>
                  <a:pt x="571073" y="6210433"/>
                  <a:pt x="570932" y="6216255"/>
                </a:cubicBezTo>
                <a:cubicBezTo>
                  <a:pt x="570807" y="6222880"/>
                  <a:pt x="574474" y="6229103"/>
                  <a:pt x="575415" y="6234449"/>
                </a:cubicBezTo>
                <a:cubicBezTo>
                  <a:pt x="577028" y="6243571"/>
                  <a:pt x="582593" y="6248953"/>
                  <a:pt x="583281" y="6250790"/>
                </a:cubicBezTo>
                <a:cubicBezTo>
                  <a:pt x="584048" y="6252968"/>
                  <a:pt x="582474" y="6259781"/>
                  <a:pt x="584858" y="6264849"/>
                </a:cubicBezTo>
                <a:cubicBezTo>
                  <a:pt x="587024" y="6269382"/>
                  <a:pt x="589343" y="6269646"/>
                  <a:pt x="594035" y="6269621"/>
                </a:cubicBezTo>
                <a:cubicBezTo>
                  <a:pt x="598894" y="6269623"/>
                  <a:pt x="603065" y="6269159"/>
                  <a:pt x="603644" y="6265245"/>
                </a:cubicBezTo>
                <a:cubicBezTo>
                  <a:pt x="604199" y="6261497"/>
                  <a:pt x="601196" y="6256746"/>
                  <a:pt x="601761" y="6253710"/>
                </a:cubicBezTo>
                <a:cubicBezTo>
                  <a:pt x="602853" y="6247624"/>
                  <a:pt x="599542" y="6241815"/>
                  <a:pt x="599401" y="6236671"/>
                </a:cubicBezTo>
                <a:cubicBezTo>
                  <a:pt x="599277" y="6230428"/>
                  <a:pt x="599000" y="6225183"/>
                  <a:pt x="597870" y="6220287"/>
                </a:cubicBezTo>
                <a:cubicBezTo>
                  <a:pt x="596293" y="6213613"/>
                  <a:pt x="594907" y="6208167"/>
                  <a:pt x="593451" y="6204154"/>
                </a:cubicBezTo>
                <a:cubicBezTo>
                  <a:pt x="592171" y="6200567"/>
                  <a:pt x="594003" y="6195983"/>
                  <a:pt x="593048" y="6192886"/>
                </a:cubicBezTo>
                <a:cubicBezTo>
                  <a:pt x="591977" y="6189430"/>
                  <a:pt x="588512" y="6189261"/>
                  <a:pt x="583472" y="6189272"/>
                </a:cubicBezTo>
                <a:close/>
                <a:moveTo>
                  <a:pt x="212636" y="6153851"/>
                </a:moveTo>
                <a:cubicBezTo>
                  <a:pt x="207866" y="6154904"/>
                  <a:pt x="206971" y="6158729"/>
                  <a:pt x="207098" y="6166123"/>
                </a:cubicBezTo>
                <a:cubicBezTo>
                  <a:pt x="207156" y="6170834"/>
                  <a:pt x="206761" y="6176418"/>
                  <a:pt x="208200" y="6182370"/>
                </a:cubicBezTo>
                <a:cubicBezTo>
                  <a:pt x="209433" y="6187442"/>
                  <a:pt x="213081" y="6192021"/>
                  <a:pt x="215006" y="6197339"/>
                </a:cubicBezTo>
                <a:cubicBezTo>
                  <a:pt x="216905" y="6202510"/>
                  <a:pt x="216934" y="6208449"/>
                  <a:pt x="219194" y="6213286"/>
                </a:cubicBezTo>
                <a:cubicBezTo>
                  <a:pt x="221702" y="6218582"/>
                  <a:pt x="226663" y="6222031"/>
                  <a:pt x="229318" y="6226239"/>
                </a:cubicBezTo>
                <a:cubicBezTo>
                  <a:pt x="230846" y="6228603"/>
                  <a:pt x="231817" y="6233565"/>
                  <a:pt x="235380" y="6235499"/>
                </a:cubicBezTo>
                <a:cubicBezTo>
                  <a:pt x="239378" y="6237661"/>
                  <a:pt x="243676" y="6237206"/>
                  <a:pt x="245909" y="6235356"/>
                </a:cubicBezTo>
                <a:cubicBezTo>
                  <a:pt x="248335" y="6233364"/>
                  <a:pt x="248332" y="6228411"/>
                  <a:pt x="247478" y="6223278"/>
                </a:cubicBezTo>
                <a:lnTo>
                  <a:pt x="247425" y="6223300"/>
                </a:lnTo>
                <a:cubicBezTo>
                  <a:pt x="246684" y="6218744"/>
                  <a:pt x="247822" y="6212544"/>
                  <a:pt x="246049" y="6206760"/>
                </a:cubicBezTo>
                <a:cubicBezTo>
                  <a:pt x="244548" y="6201798"/>
                  <a:pt x="240904" y="6197000"/>
                  <a:pt x="238900" y="6191870"/>
                </a:cubicBezTo>
                <a:cubicBezTo>
                  <a:pt x="236896" y="6186742"/>
                  <a:pt x="235754" y="6181134"/>
                  <a:pt x="233502" y="6176387"/>
                </a:cubicBezTo>
                <a:cubicBezTo>
                  <a:pt x="230934" y="6171022"/>
                  <a:pt x="228356" y="6165786"/>
                  <a:pt x="225788" y="6161793"/>
                </a:cubicBezTo>
                <a:cubicBezTo>
                  <a:pt x="221384" y="6154906"/>
                  <a:pt x="215661" y="6153172"/>
                  <a:pt x="212636" y="6153851"/>
                </a:cubicBezTo>
                <a:close/>
                <a:moveTo>
                  <a:pt x="705190" y="6147489"/>
                </a:moveTo>
                <a:lnTo>
                  <a:pt x="705137" y="6147511"/>
                </a:lnTo>
                <a:cubicBezTo>
                  <a:pt x="700866" y="6148110"/>
                  <a:pt x="698736" y="6155619"/>
                  <a:pt x="697916" y="6160846"/>
                </a:cubicBezTo>
                <a:cubicBezTo>
                  <a:pt x="697239" y="6165206"/>
                  <a:pt x="699597" y="6167697"/>
                  <a:pt x="701483" y="6172158"/>
                </a:cubicBezTo>
                <a:cubicBezTo>
                  <a:pt x="702840" y="6175247"/>
                  <a:pt x="702645" y="6179719"/>
                  <a:pt x="704647" y="6184537"/>
                </a:cubicBezTo>
                <a:cubicBezTo>
                  <a:pt x="708161" y="6193129"/>
                  <a:pt x="707536" y="6199368"/>
                  <a:pt x="707711" y="6205277"/>
                </a:cubicBezTo>
                <a:cubicBezTo>
                  <a:pt x="707827" y="6209218"/>
                  <a:pt x="711048" y="6212601"/>
                  <a:pt x="711702" y="6216103"/>
                </a:cubicBezTo>
                <a:cubicBezTo>
                  <a:pt x="712355" y="6219605"/>
                  <a:pt x="712945" y="6222416"/>
                  <a:pt x="715310" y="6225839"/>
                </a:cubicBezTo>
                <a:cubicBezTo>
                  <a:pt x="717329" y="6228719"/>
                  <a:pt x="719666" y="6231157"/>
                  <a:pt x="722821" y="6233010"/>
                </a:cubicBezTo>
                <a:cubicBezTo>
                  <a:pt x="726584" y="6235205"/>
                  <a:pt x="729469" y="6236546"/>
                  <a:pt x="732230" y="6235227"/>
                </a:cubicBezTo>
                <a:cubicBezTo>
                  <a:pt x="734061" y="6234335"/>
                  <a:pt x="734673" y="6232480"/>
                  <a:pt x="734880" y="6229797"/>
                </a:cubicBezTo>
                <a:cubicBezTo>
                  <a:pt x="735087" y="6227114"/>
                  <a:pt x="734889" y="6223604"/>
                  <a:pt x="735102" y="6219405"/>
                </a:cubicBezTo>
                <a:cubicBezTo>
                  <a:pt x="735365" y="6214032"/>
                  <a:pt x="736647" y="6208334"/>
                  <a:pt x="735553" y="6201773"/>
                </a:cubicBezTo>
                <a:cubicBezTo>
                  <a:pt x="734618" y="6195987"/>
                  <a:pt x="732270" y="6190626"/>
                  <a:pt x="730202" y="6184807"/>
                </a:cubicBezTo>
                <a:cubicBezTo>
                  <a:pt x="728155" y="6179041"/>
                  <a:pt x="730458" y="6171118"/>
                  <a:pt x="727309" y="6166084"/>
                </a:cubicBezTo>
                <a:cubicBezTo>
                  <a:pt x="725732" y="6163523"/>
                  <a:pt x="720315" y="6160635"/>
                  <a:pt x="716797" y="6156905"/>
                </a:cubicBezTo>
                <a:cubicBezTo>
                  <a:pt x="713375" y="6153261"/>
                  <a:pt x="709317" y="6146917"/>
                  <a:pt x="705190" y="6147489"/>
                </a:cubicBezTo>
                <a:close/>
                <a:moveTo>
                  <a:pt x="333638" y="6116100"/>
                </a:moveTo>
                <a:cubicBezTo>
                  <a:pt x="330242" y="6117773"/>
                  <a:pt x="332194" y="6125135"/>
                  <a:pt x="332120" y="6130587"/>
                </a:cubicBezTo>
                <a:cubicBezTo>
                  <a:pt x="332023" y="6135455"/>
                  <a:pt x="329215" y="6141000"/>
                  <a:pt x="329960" y="6144496"/>
                </a:cubicBezTo>
                <a:cubicBezTo>
                  <a:pt x="331320" y="6150636"/>
                  <a:pt x="335642" y="6156029"/>
                  <a:pt x="338031" y="6161717"/>
                </a:cubicBezTo>
                <a:cubicBezTo>
                  <a:pt x="340589" y="6167741"/>
                  <a:pt x="341237" y="6174734"/>
                  <a:pt x="344508" y="6179686"/>
                </a:cubicBezTo>
                <a:cubicBezTo>
                  <a:pt x="348348" y="6185495"/>
                  <a:pt x="353262" y="6190428"/>
                  <a:pt x="357336" y="6193992"/>
                </a:cubicBezTo>
                <a:cubicBezTo>
                  <a:pt x="363581" y="6199438"/>
                  <a:pt x="370101" y="6199692"/>
                  <a:pt x="374642" y="6197394"/>
                </a:cubicBezTo>
                <a:cubicBezTo>
                  <a:pt x="377282" y="6196047"/>
                  <a:pt x="378123" y="6194619"/>
                  <a:pt x="377828" y="6192582"/>
                </a:cubicBezTo>
                <a:cubicBezTo>
                  <a:pt x="377533" y="6190546"/>
                  <a:pt x="376100" y="6187901"/>
                  <a:pt x="374195" y="6184118"/>
                </a:cubicBezTo>
                <a:cubicBezTo>
                  <a:pt x="372151" y="6180034"/>
                  <a:pt x="370044" y="6174729"/>
                  <a:pt x="367427" y="6168636"/>
                </a:cubicBezTo>
                <a:cubicBezTo>
                  <a:pt x="365421" y="6164037"/>
                  <a:pt x="364500" y="6158434"/>
                  <a:pt x="362896" y="6152455"/>
                </a:cubicBezTo>
                <a:cubicBezTo>
                  <a:pt x="361463" y="6147123"/>
                  <a:pt x="363020" y="6141718"/>
                  <a:pt x="361772" y="6137525"/>
                </a:cubicBezTo>
                <a:cubicBezTo>
                  <a:pt x="360382" y="6132830"/>
                  <a:pt x="354656" y="6130255"/>
                  <a:pt x="351035" y="6126350"/>
                </a:cubicBezTo>
                <a:lnTo>
                  <a:pt x="351073" y="6126366"/>
                </a:lnTo>
                <a:cubicBezTo>
                  <a:pt x="346544" y="6121462"/>
                  <a:pt x="338415" y="6113767"/>
                  <a:pt x="333638" y="6116100"/>
                </a:cubicBezTo>
                <a:close/>
                <a:moveTo>
                  <a:pt x="833425" y="6111663"/>
                </a:moveTo>
                <a:cubicBezTo>
                  <a:pt x="827488" y="6114658"/>
                  <a:pt x="827088" y="6129216"/>
                  <a:pt x="827119" y="6132413"/>
                </a:cubicBezTo>
                <a:lnTo>
                  <a:pt x="827210" y="6132407"/>
                </a:lnTo>
                <a:cubicBezTo>
                  <a:pt x="827269" y="6138489"/>
                  <a:pt x="829866" y="6142098"/>
                  <a:pt x="831661" y="6146564"/>
                </a:cubicBezTo>
                <a:cubicBezTo>
                  <a:pt x="833021" y="6149963"/>
                  <a:pt x="833898" y="6154090"/>
                  <a:pt x="835467" y="6160364"/>
                </a:cubicBezTo>
                <a:cubicBezTo>
                  <a:pt x="837185" y="6167230"/>
                  <a:pt x="837598" y="6172045"/>
                  <a:pt x="837850" y="6176086"/>
                </a:cubicBezTo>
                <a:cubicBezTo>
                  <a:pt x="838232" y="6182658"/>
                  <a:pt x="842137" y="6184515"/>
                  <a:pt x="845682" y="6189449"/>
                </a:cubicBezTo>
                <a:cubicBezTo>
                  <a:pt x="850091" y="6195585"/>
                  <a:pt x="854637" y="6200762"/>
                  <a:pt x="860554" y="6197712"/>
                </a:cubicBezTo>
                <a:cubicBezTo>
                  <a:pt x="865057" y="6195399"/>
                  <a:pt x="866983" y="6190589"/>
                  <a:pt x="866555" y="6184440"/>
                </a:cubicBezTo>
                <a:cubicBezTo>
                  <a:pt x="866103" y="6177927"/>
                  <a:pt x="867717" y="6172280"/>
                  <a:pt x="865269" y="6167895"/>
                </a:cubicBezTo>
                <a:cubicBezTo>
                  <a:pt x="862967" y="6163791"/>
                  <a:pt x="859630" y="6160580"/>
                  <a:pt x="858353" y="6154031"/>
                </a:cubicBezTo>
                <a:cubicBezTo>
                  <a:pt x="857200" y="6148241"/>
                  <a:pt x="854104" y="6144558"/>
                  <a:pt x="854383" y="6141048"/>
                </a:cubicBezTo>
                <a:cubicBezTo>
                  <a:pt x="854689" y="6137153"/>
                  <a:pt x="856680" y="6133874"/>
                  <a:pt x="854887" y="6128347"/>
                </a:cubicBezTo>
                <a:cubicBezTo>
                  <a:pt x="853526" y="6124107"/>
                  <a:pt x="850362" y="6120483"/>
                  <a:pt x="846927" y="6117716"/>
                </a:cubicBezTo>
                <a:cubicBezTo>
                  <a:pt x="842720" y="6114362"/>
                  <a:pt x="836837" y="6109952"/>
                  <a:pt x="833425" y="6111663"/>
                </a:cubicBezTo>
                <a:close/>
                <a:moveTo>
                  <a:pt x="966098" y="6092243"/>
                </a:moveTo>
                <a:cubicBezTo>
                  <a:pt x="960655" y="6092793"/>
                  <a:pt x="955209" y="6095774"/>
                  <a:pt x="954509" y="6102822"/>
                </a:cubicBezTo>
                <a:cubicBezTo>
                  <a:pt x="954039" y="6107532"/>
                  <a:pt x="955623" y="6113768"/>
                  <a:pt x="956763" y="6119906"/>
                </a:cubicBezTo>
                <a:cubicBezTo>
                  <a:pt x="957745" y="6125048"/>
                  <a:pt x="961935" y="6129811"/>
                  <a:pt x="963760" y="6135262"/>
                </a:cubicBezTo>
                <a:cubicBezTo>
                  <a:pt x="965520" y="6140554"/>
                  <a:pt x="965663" y="6146540"/>
                  <a:pt x="968035" y="6151424"/>
                </a:cubicBezTo>
                <a:cubicBezTo>
                  <a:pt x="970538" y="6156630"/>
                  <a:pt x="981821" y="6164495"/>
                  <a:pt x="986191" y="6161550"/>
                </a:cubicBezTo>
                <a:cubicBezTo>
                  <a:pt x="987423" y="6160718"/>
                  <a:pt x="988775" y="6158862"/>
                  <a:pt x="989781" y="6156581"/>
                </a:cubicBezTo>
                <a:cubicBezTo>
                  <a:pt x="990787" y="6154300"/>
                  <a:pt x="991446" y="6151591"/>
                  <a:pt x="991294" y="6149051"/>
                </a:cubicBezTo>
                <a:cubicBezTo>
                  <a:pt x="991014" y="6144026"/>
                  <a:pt x="990378" y="6138056"/>
                  <a:pt x="989313" y="6132479"/>
                </a:cubicBezTo>
                <a:cubicBezTo>
                  <a:pt x="988280" y="6127139"/>
                  <a:pt x="983993" y="6122291"/>
                  <a:pt x="982450" y="6117223"/>
                </a:cubicBezTo>
                <a:cubicBezTo>
                  <a:pt x="980741" y="6111600"/>
                  <a:pt x="981082" y="6105198"/>
                  <a:pt x="979004" y="6100878"/>
                </a:cubicBezTo>
                <a:cubicBezTo>
                  <a:pt x="975609" y="6093796"/>
                  <a:pt x="969562" y="6091882"/>
                  <a:pt x="966098" y="6092243"/>
                </a:cubicBezTo>
                <a:close/>
                <a:moveTo>
                  <a:pt x="464264" y="6083532"/>
                </a:moveTo>
                <a:lnTo>
                  <a:pt x="464285" y="6083585"/>
                </a:lnTo>
                <a:cubicBezTo>
                  <a:pt x="460739" y="6083824"/>
                  <a:pt x="460139" y="6087154"/>
                  <a:pt x="460042" y="6093082"/>
                </a:cubicBezTo>
                <a:cubicBezTo>
                  <a:pt x="459959" y="6097603"/>
                  <a:pt x="461351" y="6101768"/>
                  <a:pt x="463040" y="6105437"/>
                </a:cubicBezTo>
                <a:cubicBezTo>
                  <a:pt x="465641" y="6111038"/>
                  <a:pt x="463551" y="6118874"/>
                  <a:pt x="466157" y="6124254"/>
                </a:cubicBezTo>
                <a:cubicBezTo>
                  <a:pt x="469007" y="6130002"/>
                  <a:pt x="474241" y="6134273"/>
                  <a:pt x="477027" y="6139331"/>
                </a:cubicBezTo>
                <a:cubicBezTo>
                  <a:pt x="480332" y="6145360"/>
                  <a:pt x="482595" y="6151348"/>
                  <a:pt x="485599" y="6155569"/>
                </a:cubicBezTo>
                <a:cubicBezTo>
                  <a:pt x="491183" y="6163436"/>
                  <a:pt x="495486" y="6165504"/>
                  <a:pt x="498841" y="6163504"/>
                </a:cubicBezTo>
                <a:cubicBezTo>
                  <a:pt x="501669" y="6161815"/>
                  <a:pt x="499858" y="6157386"/>
                  <a:pt x="497934" y="6148797"/>
                </a:cubicBezTo>
                <a:cubicBezTo>
                  <a:pt x="496742" y="6143522"/>
                  <a:pt x="496906" y="6137223"/>
                  <a:pt x="494799" y="6131389"/>
                </a:cubicBezTo>
                <a:cubicBezTo>
                  <a:pt x="492709" y="6125516"/>
                  <a:pt x="487559" y="6121148"/>
                  <a:pt x="485300" y="6116310"/>
                </a:cubicBezTo>
                <a:cubicBezTo>
                  <a:pt x="483918" y="6113388"/>
                  <a:pt x="483501" y="6103838"/>
                  <a:pt x="478912" y="6096654"/>
                </a:cubicBezTo>
                <a:cubicBezTo>
                  <a:pt x="474323" y="6089469"/>
                  <a:pt x="469029" y="6083228"/>
                  <a:pt x="464264" y="6083532"/>
                </a:cubicBezTo>
                <a:close/>
                <a:moveTo>
                  <a:pt x="113906" y="6068936"/>
                </a:moveTo>
                <a:cubicBezTo>
                  <a:pt x="107884" y="6071499"/>
                  <a:pt x="108778" y="6079701"/>
                  <a:pt x="108545" y="6081946"/>
                </a:cubicBezTo>
                <a:lnTo>
                  <a:pt x="108582" y="6081962"/>
                </a:lnTo>
                <a:cubicBezTo>
                  <a:pt x="107763" y="6089401"/>
                  <a:pt x="108459" y="6090798"/>
                  <a:pt x="110734" y="6100551"/>
                </a:cubicBezTo>
                <a:cubicBezTo>
                  <a:pt x="113538" y="6112736"/>
                  <a:pt x="110251" y="6116577"/>
                  <a:pt x="115133" y="6121585"/>
                </a:cubicBezTo>
                <a:cubicBezTo>
                  <a:pt x="118899" y="6125462"/>
                  <a:pt x="125478" y="6125786"/>
                  <a:pt x="131515" y="6123185"/>
                </a:cubicBezTo>
                <a:cubicBezTo>
                  <a:pt x="136150" y="6121191"/>
                  <a:pt x="140186" y="6118725"/>
                  <a:pt x="140287" y="6114478"/>
                </a:cubicBezTo>
                <a:cubicBezTo>
                  <a:pt x="140391" y="6110011"/>
                  <a:pt x="140308" y="6106837"/>
                  <a:pt x="140149" y="6103631"/>
                </a:cubicBezTo>
                <a:cubicBezTo>
                  <a:pt x="139964" y="6100591"/>
                  <a:pt x="140633" y="6097201"/>
                  <a:pt x="139912" y="6092698"/>
                </a:cubicBezTo>
                <a:cubicBezTo>
                  <a:pt x="138590" y="6084361"/>
                  <a:pt x="133408" y="6084180"/>
                  <a:pt x="130950" y="6077182"/>
                </a:cubicBezTo>
                <a:cubicBezTo>
                  <a:pt x="128761" y="6070913"/>
                  <a:pt x="120263" y="6066205"/>
                  <a:pt x="113906" y="6068936"/>
                </a:cubicBezTo>
                <a:close/>
                <a:moveTo>
                  <a:pt x="591265" y="6047277"/>
                </a:moveTo>
                <a:cubicBezTo>
                  <a:pt x="587935" y="6049110"/>
                  <a:pt x="584998" y="6054645"/>
                  <a:pt x="585180" y="6060115"/>
                </a:cubicBezTo>
                <a:cubicBezTo>
                  <a:pt x="585357" y="6064966"/>
                  <a:pt x="587364" y="6070405"/>
                  <a:pt x="588290" y="6073888"/>
                </a:cubicBezTo>
                <a:cubicBezTo>
                  <a:pt x="589976" y="6079989"/>
                  <a:pt x="590678" y="6086961"/>
                  <a:pt x="593365" y="6092464"/>
                </a:cubicBezTo>
                <a:cubicBezTo>
                  <a:pt x="596205" y="6098340"/>
                  <a:pt x="602374" y="6102384"/>
                  <a:pt x="605890" y="6107174"/>
                </a:cubicBezTo>
                <a:cubicBezTo>
                  <a:pt x="610028" y="6112799"/>
                  <a:pt x="614400" y="6117549"/>
                  <a:pt x="618681" y="6120933"/>
                </a:cubicBezTo>
                <a:cubicBezTo>
                  <a:pt x="625197" y="6126050"/>
                  <a:pt x="632732" y="6130313"/>
                  <a:pt x="637148" y="6127785"/>
                </a:cubicBezTo>
                <a:cubicBezTo>
                  <a:pt x="642268" y="6124845"/>
                  <a:pt x="636747" y="6119569"/>
                  <a:pt x="632547" y="6112194"/>
                </a:cubicBezTo>
                <a:cubicBezTo>
                  <a:pt x="630274" y="6108235"/>
                  <a:pt x="629130" y="6102316"/>
                  <a:pt x="626232" y="6096371"/>
                </a:cubicBezTo>
                <a:cubicBezTo>
                  <a:pt x="624013" y="6091860"/>
                  <a:pt x="624105" y="6085840"/>
                  <a:pt x="622196" y="6079955"/>
                </a:cubicBezTo>
                <a:cubicBezTo>
                  <a:pt x="620512" y="6074695"/>
                  <a:pt x="619149" y="6070145"/>
                  <a:pt x="617687" y="6066039"/>
                </a:cubicBezTo>
                <a:cubicBezTo>
                  <a:pt x="616084" y="6061432"/>
                  <a:pt x="612731" y="6057728"/>
                  <a:pt x="608940" y="6054018"/>
                </a:cubicBezTo>
                <a:lnTo>
                  <a:pt x="608887" y="6054039"/>
                </a:lnTo>
                <a:cubicBezTo>
                  <a:pt x="604120" y="6049388"/>
                  <a:pt x="595880" y="6044700"/>
                  <a:pt x="591265" y="6047277"/>
                </a:cubicBezTo>
                <a:close/>
                <a:moveTo>
                  <a:pt x="247789" y="6026589"/>
                </a:moveTo>
                <a:cubicBezTo>
                  <a:pt x="241758" y="6026538"/>
                  <a:pt x="238514" y="6035969"/>
                  <a:pt x="240267" y="6042540"/>
                </a:cubicBezTo>
                <a:cubicBezTo>
                  <a:pt x="241871" y="6048518"/>
                  <a:pt x="242967" y="6054550"/>
                  <a:pt x="244783" y="6060129"/>
                </a:cubicBezTo>
                <a:cubicBezTo>
                  <a:pt x="246872" y="6066532"/>
                  <a:pt x="247836" y="6072773"/>
                  <a:pt x="250142" y="6077498"/>
                </a:cubicBezTo>
                <a:cubicBezTo>
                  <a:pt x="254080" y="6085603"/>
                  <a:pt x="258850" y="6091935"/>
                  <a:pt x="263098" y="6090442"/>
                </a:cubicBezTo>
                <a:cubicBezTo>
                  <a:pt x="265096" y="6089732"/>
                  <a:pt x="266218" y="6086973"/>
                  <a:pt x="266777" y="6083255"/>
                </a:cubicBezTo>
                <a:cubicBezTo>
                  <a:pt x="267335" y="6079537"/>
                  <a:pt x="267328" y="6074858"/>
                  <a:pt x="267071" y="6070306"/>
                </a:cubicBezTo>
                <a:cubicBezTo>
                  <a:pt x="266659" y="6063590"/>
                  <a:pt x="264795" y="6056441"/>
                  <a:pt x="263225" y="6050698"/>
                </a:cubicBezTo>
                <a:cubicBezTo>
                  <a:pt x="262558" y="6048385"/>
                  <a:pt x="260306" y="6042268"/>
                  <a:pt x="257456" y="6036520"/>
                </a:cubicBezTo>
                <a:cubicBezTo>
                  <a:pt x="254776" y="6031108"/>
                  <a:pt x="252285" y="6026615"/>
                  <a:pt x="247827" y="6026604"/>
                </a:cubicBezTo>
                <a:close/>
                <a:moveTo>
                  <a:pt x="735179" y="6026332"/>
                </a:moveTo>
                <a:cubicBezTo>
                  <a:pt x="731547" y="6027198"/>
                  <a:pt x="728508" y="6036140"/>
                  <a:pt x="727830" y="6039658"/>
                </a:cubicBezTo>
                <a:cubicBezTo>
                  <a:pt x="726358" y="6047178"/>
                  <a:pt x="730445" y="6054506"/>
                  <a:pt x="732087" y="6060500"/>
                </a:cubicBezTo>
                <a:cubicBezTo>
                  <a:pt x="734814" y="6070442"/>
                  <a:pt x="738035" y="6078468"/>
                  <a:pt x="739219" y="6080070"/>
                </a:cubicBezTo>
                <a:cubicBezTo>
                  <a:pt x="740344" y="6081603"/>
                  <a:pt x="743781" y="6084369"/>
                  <a:pt x="747185" y="6087210"/>
                </a:cubicBezTo>
                <a:cubicBezTo>
                  <a:pt x="749797" y="6089410"/>
                  <a:pt x="751939" y="6090307"/>
                  <a:pt x="756111" y="6089313"/>
                </a:cubicBezTo>
                <a:cubicBezTo>
                  <a:pt x="760723" y="6088216"/>
                  <a:pt x="762231" y="6086039"/>
                  <a:pt x="762626" y="6083530"/>
                </a:cubicBezTo>
                <a:cubicBezTo>
                  <a:pt x="763020" y="6081019"/>
                  <a:pt x="762301" y="6078176"/>
                  <a:pt x="762458" y="6075743"/>
                </a:cubicBezTo>
                <a:cubicBezTo>
                  <a:pt x="762983" y="6068269"/>
                  <a:pt x="759445" y="6062055"/>
                  <a:pt x="757638" y="6056877"/>
                </a:cubicBezTo>
                <a:cubicBezTo>
                  <a:pt x="754978" y="6049306"/>
                  <a:pt x="750035" y="6044759"/>
                  <a:pt x="747378" y="6041082"/>
                </a:cubicBezTo>
                <a:cubicBezTo>
                  <a:pt x="743754" y="6036026"/>
                  <a:pt x="744425" y="6024191"/>
                  <a:pt x="735201" y="6026385"/>
                </a:cubicBezTo>
                <a:close/>
                <a:moveTo>
                  <a:pt x="377897" y="6004327"/>
                </a:moveTo>
                <a:lnTo>
                  <a:pt x="377932" y="6004345"/>
                </a:lnTo>
                <a:lnTo>
                  <a:pt x="369885" y="6011009"/>
                </a:lnTo>
                <a:cubicBezTo>
                  <a:pt x="366582" y="6016258"/>
                  <a:pt x="363893" y="6021410"/>
                  <a:pt x="363892" y="6026053"/>
                </a:cubicBezTo>
                <a:cubicBezTo>
                  <a:pt x="363883" y="6033876"/>
                  <a:pt x="368102" y="6040154"/>
                  <a:pt x="368851" y="6041528"/>
                </a:cubicBezTo>
                <a:cubicBezTo>
                  <a:pt x="370062" y="6043805"/>
                  <a:pt x="371942" y="6051447"/>
                  <a:pt x="381745" y="6051352"/>
                </a:cubicBezTo>
                <a:cubicBezTo>
                  <a:pt x="386472" y="6051299"/>
                  <a:pt x="388013" y="6049810"/>
                  <a:pt x="388567" y="6047892"/>
                </a:cubicBezTo>
                <a:cubicBezTo>
                  <a:pt x="389122" y="6045974"/>
                  <a:pt x="388691" y="6043627"/>
                  <a:pt x="389478" y="6041856"/>
                </a:cubicBezTo>
                <a:cubicBezTo>
                  <a:pt x="391876" y="6036449"/>
                  <a:pt x="392021" y="6031778"/>
                  <a:pt x="391620" y="6027675"/>
                </a:cubicBezTo>
                <a:cubicBezTo>
                  <a:pt x="391053" y="6021645"/>
                  <a:pt x="387560" y="6017749"/>
                  <a:pt x="385962" y="6014604"/>
                </a:cubicBezTo>
                <a:cubicBezTo>
                  <a:pt x="384869" y="6012466"/>
                  <a:pt x="385217" y="6009869"/>
                  <a:pt x="384656" y="6007822"/>
                </a:cubicBezTo>
                <a:lnTo>
                  <a:pt x="377932" y="6004345"/>
                </a:lnTo>
                <a:lnTo>
                  <a:pt x="377934" y="6004342"/>
                </a:lnTo>
                <a:close/>
                <a:moveTo>
                  <a:pt x="519682" y="5995004"/>
                </a:moveTo>
                <a:cubicBezTo>
                  <a:pt x="513531" y="5995346"/>
                  <a:pt x="508714" y="5998723"/>
                  <a:pt x="507048" y="6005233"/>
                </a:cubicBezTo>
                <a:cubicBezTo>
                  <a:pt x="505745" y="6010347"/>
                  <a:pt x="506834" y="6016817"/>
                  <a:pt x="507588" y="6022925"/>
                </a:cubicBezTo>
                <a:cubicBezTo>
                  <a:pt x="508342" y="6029034"/>
                  <a:pt x="510106" y="6034947"/>
                  <a:pt x="512428" y="6039634"/>
                </a:cubicBezTo>
                <a:cubicBezTo>
                  <a:pt x="513995" y="6042855"/>
                  <a:pt x="522549" y="6046482"/>
                  <a:pt x="527597" y="6044661"/>
                </a:cubicBezTo>
                <a:lnTo>
                  <a:pt x="530876" y="6038196"/>
                </a:lnTo>
                <a:lnTo>
                  <a:pt x="530874" y="6038208"/>
                </a:lnTo>
                <a:lnTo>
                  <a:pt x="530890" y="6038170"/>
                </a:lnTo>
                <a:lnTo>
                  <a:pt x="530876" y="6038196"/>
                </a:lnTo>
                <a:lnTo>
                  <a:pt x="534048" y="6021982"/>
                </a:lnTo>
                <a:cubicBezTo>
                  <a:pt x="533490" y="6016353"/>
                  <a:pt x="530948" y="6010822"/>
                  <a:pt x="529294" y="6006017"/>
                </a:cubicBezTo>
                <a:cubicBezTo>
                  <a:pt x="526830" y="5998927"/>
                  <a:pt x="523758" y="5994766"/>
                  <a:pt x="519682" y="5995004"/>
                </a:cubicBezTo>
                <a:close/>
                <a:moveTo>
                  <a:pt x="211815" y="0"/>
                </a:moveTo>
                <a:lnTo>
                  <a:pt x="4561539" y="0"/>
                </a:lnTo>
                <a:lnTo>
                  <a:pt x="4561539" y="6858000"/>
                </a:lnTo>
                <a:lnTo>
                  <a:pt x="486479" y="6858000"/>
                </a:lnTo>
                <a:lnTo>
                  <a:pt x="486436" y="6847507"/>
                </a:lnTo>
                <a:cubicBezTo>
                  <a:pt x="486737" y="6842149"/>
                  <a:pt x="490958" y="6835869"/>
                  <a:pt x="489863" y="6829308"/>
                </a:cubicBezTo>
                <a:cubicBezTo>
                  <a:pt x="488892" y="6823506"/>
                  <a:pt x="484863" y="6818149"/>
                  <a:pt x="482794" y="6812330"/>
                </a:cubicBezTo>
                <a:cubicBezTo>
                  <a:pt x="480748" y="6806564"/>
                  <a:pt x="478851" y="6800861"/>
                  <a:pt x="475702" y="6795827"/>
                </a:cubicBezTo>
                <a:cubicBezTo>
                  <a:pt x="474125" y="6793266"/>
                  <a:pt x="472784" y="6787397"/>
                  <a:pt x="469266" y="6783669"/>
                </a:cubicBezTo>
                <a:cubicBezTo>
                  <a:pt x="465843" y="6780024"/>
                  <a:pt x="460515" y="6775979"/>
                  <a:pt x="456388" y="6776549"/>
                </a:cubicBezTo>
                <a:lnTo>
                  <a:pt x="456351" y="6776533"/>
                </a:lnTo>
                <a:cubicBezTo>
                  <a:pt x="452079" y="6777133"/>
                  <a:pt x="450863" y="6783830"/>
                  <a:pt x="450042" y="6789059"/>
                </a:cubicBezTo>
                <a:cubicBezTo>
                  <a:pt x="449350" y="6793456"/>
                  <a:pt x="449159" y="6796338"/>
                  <a:pt x="451494" y="6800677"/>
                </a:cubicBezTo>
                <a:cubicBezTo>
                  <a:pt x="453117" y="6803657"/>
                  <a:pt x="455056" y="6807254"/>
                  <a:pt x="457020" y="6812057"/>
                </a:cubicBezTo>
                <a:cubicBezTo>
                  <a:pt x="458591" y="6815899"/>
                  <a:pt x="457395" y="6819598"/>
                  <a:pt x="457790" y="6822770"/>
                </a:cubicBezTo>
                <a:cubicBezTo>
                  <a:pt x="458291" y="6826740"/>
                  <a:pt x="459152" y="6830063"/>
                  <a:pt x="459242" y="6833329"/>
                </a:cubicBezTo>
                <a:cubicBezTo>
                  <a:pt x="459359" y="6837269"/>
                  <a:pt x="463405" y="6840158"/>
                  <a:pt x="464266" y="6843482"/>
                </a:cubicBezTo>
                <a:cubicBezTo>
                  <a:pt x="465127" y="6846805"/>
                  <a:pt x="463692" y="6850758"/>
                  <a:pt x="466036" y="6854128"/>
                </a:cubicBezTo>
                <a:lnTo>
                  <a:pt x="469943" y="6858000"/>
                </a:lnTo>
                <a:lnTo>
                  <a:pt x="351337" y="6858000"/>
                </a:lnTo>
                <a:lnTo>
                  <a:pt x="348563" y="6846439"/>
                </a:lnTo>
                <a:cubicBezTo>
                  <a:pt x="345965" y="6840089"/>
                  <a:pt x="343905" y="6834672"/>
                  <a:pt x="341847" y="6830936"/>
                </a:cubicBezTo>
                <a:cubicBezTo>
                  <a:pt x="339981" y="6827589"/>
                  <a:pt x="340379" y="6823158"/>
                  <a:pt x="338969" y="6820090"/>
                </a:cubicBezTo>
                <a:cubicBezTo>
                  <a:pt x="338176" y="6818343"/>
                  <a:pt x="336758" y="6817694"/>
                  <a:pt x="334917" y="6817580"/>
                </a:cubicBezTo>
                <a:cubicBezTo>
                  <a:pt x="333076" y="6817467"/>
                  <a:pt x="330812" y="6817890"/>
                  <a:pt x="328327" y="6818285"/>
                </a:cubicBezTo>
                <a:lnTo>
                  <a:pt x="328358" y="6818210"/>
                </a:lnTo>
                <a:cubicBezTo>
                  <a:pt x="324655" y="6818826"/>
                  <a:pt x="324257" y="6824098"/>
                  <a:pt x="323699" y="6828595"/>
                </a:cubicBezTo>
                <a:cubicBezTo>
                  <a:pt x="322914" y="6834899"/>
                  <a:pt x="321260" y="6841061"/>
                  <a:pt x="322027" y="6846821"/>
                </a:cubicBezTo>
                <a:lnTo>
                  <a:pt x="327461" y="6858000"/>
                </a:lnTo>
                <a:lnTo>
                  <a:pt x="217589" y="6858000"/>
                </a:lnTo>
                <a:lnTo>
                  <a:pt x="210647" y="6852668"/>
                </a:lnTo>
                <a:cubicBezTo>
                  <a:pt x="207331" y="6851384"/>
                  <a:pt x="203810" y="6850981"/>
                  <a:pt x="201244" y="6851675"/>
                </a:cubicBezTo>
                <a:lnTo>
                  <a:pt x="197893" y="6858000"/>
                </a:lnTo>
                <a:lnTo>
                  <a:pt x="6066" y="6858000"/>
                </a:lnTo>
                <a:lnTo>
                  <a:pt x="5645" y="6851942"/>
                </a:lnTo>
                <a:lnTo>
                  <a:pt x="5607" y="6851926"/>
                </a:lnTo>
                <a:lnTo>
                  <a:pt x="2677" y="6837413"/>
                </a:lnTo>
                <a:lnTo>
                  <a:pt x="1172" y="6811526"/>
                </a:lnTo>
                <a:lnTo>
                  <a:pt x="840" y="6695433"/>
                </a:lnTo>
                <a:lnTo>
                  <a:pt x="8120" y="6706614"/>
                </a:lnTo>
                <a:cubicBezTo>
                  <a:pt x="12298" y="6715306"/>
                  <a:pt x="14922" y="6719589"/>
                  <a:pt x="18555" y="6718193"/>
                </a:cubicBezTo>
                <a:cubicBezTo>
                  <a:pt x="20105" y="6717605"/>
                  <a:pt x="22107" y="6715856"/>
                  <a:pt x="23667" y="6713160"/>
                </a:cubicBezTo>
                <a:cubicBezTo>
                  <a:pt x="25227" y="6710464"/>
                  <a:pt x="26345" y="6706819"/>
                  <a:pt x="26126" y="6702439"/>
                </a:cubicBezTo>
                <a:cubicBezTo>
                  <a:pt x="25875" y="6697027"/>
                  <a:pt x="21584" y="6691029"/>
                  <a:pt x="20520" y="6684923"/>
                </a:cubicBezTo>
                <a:cubicBezTo>
                  <a:pt x="19455" y="6678817"/>
                  <a:pt x="18133" y="6672692"/>
                  <a:pt x="16675" y="6667526"/>
                </a:cubicBezTo>
                <a:cubicBezTo>
                  <a:pt x="15810" y="6664422"/>
                  <a:pt x="14817" y="6655295"/>
                  <a:pt x="11481" y="6647441"/>
                </a:cubicBezTo>
                <a:lnTo>
                  <a:pt x="671" y="6636578"/>
                </a:lnTo>
                <a:lnTo>
                  <a:pt x="0" y="6402016"/>
                </a:lnTo>
                <a:cubicBezTo>
                  <a:pt x="26612" y="5446491"/>
                  <a:pt x="244149" y="4490966"/>
                  <a:pt x="347800" y="3535442"/>
                </a:cubicBezTo>
                <a:cubicBezTo>
                  <a:pt x="453834" y="2896046"/>
                  <a:pt x="467087" y="2230554"/>
                  <a:pt x="387563" y="1591158"/>
                </a:cubicBezTo>
                <a:cubicBezTo>
                  <a:pt x="347800" y="1199691"/>
                  <a:pt x="255020" y="808226"/>
                  <a:pt x="228513" y="403711"/>
                </a:cubicBezTo>
                <a:cubicBezTo>
                  <a:pt x="225199" y="287902"/>
                  <a:pt x="219400" y="167403"/>
                  <a:pt x="213576" y="4400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D011F81-2E91-2892-9C2E-B57610837A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60F6751-E2D2-531F-E07C-90AD676BDA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913679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381D8FAF-8706-BE46-2CE9-D7BEEDA515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2" y="993550"/>
            <a:ext cx="6913680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E91B2BC8-07C0-1FFE-3C1C-D269BC09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F400930-AE8F-62F8-A7CF-A454AF337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66BBF540-FCCE-3F26-C9C8-8293CF47D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6912887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88453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0E8639-DF87-F80E-0719-6B7714A519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6350" y="0"/>
            <a:ext cx="4565650" cy="6858000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B5233EBA-76F7-8BA4-039E-E945895F47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AE251B6-7363-AF6E-F294-4528AF329E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08920" y="560388"/>
            <a:ext cx="3044011" cy="895350"/>
          </a:xfrm>
          <a:prstGeom prst="rect">
            <a:avLst/>
          </a:prstGeom>
        </p:spPr>
        <p:txBody>
          <a:bodyPr tIns="0" rIns="0" bIns="0" anchor="t">
            <a:noAutofit/>
          </a:bodyPr>
          <a:lstStyle>
            <a:lvl1pPr marL="0" indent="0">
              <a:buNone/>
              <a:defRPr sz="2800" b="1">
                <a:solidFill>
                  <a:srgbClr val="003359"/>
                </a:solidFill>
              </a:defRPr>
            </a:lvl1pPr>
          </a:lstStyle>
          <a:p>
            <a:pPr lvl="0"/>
            <a:r>
              <a:rPr lang="en-IT" dirty="0"/>
              <a:t>Key features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DDBDE56-D953-DA62-A091-17909C39CD6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8920" y="1668110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5CD19E9-C600-E723-2282-2F7C65E47F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8920" y="2158763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C5E9E2F8-B7B0-6987-D415-9545EAD7898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08920" y="3018510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1D79FAE8-3A52-25AD-4310-829034CD75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08920" y="3509163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8B198782-36D6-D35A-059D-F287FDBDD0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8920" y="4420992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B21CD220-D4E6-74F9-772C-5A1F6A696F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08920" y="4911645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673762F4-57A4-77F7-D88C-CFC4BD2E9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913679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C45ECD2-8CCA-3340-56EB-50D3D9E30E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6913679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BEA2414-C893-6F3A-F16A-62810B3890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8E99AA4B-0E9A-14F0-81CB-38502BA169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EE9C18C-13C5-C880-1D2D-65358030E5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5E5BF72B-EAAB-810B-10F2-6CCF04C7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6912885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64599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1B79D2-21B2-0F67-8F6A-700B8137B5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6350" y="0"/>
            <a:ext cx="4565650" cy="6858000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68C82CE-4F95-9C7E-F8FF-E1B6F0CE74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8920" y="2010260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07DA296-7843-8B47-9257-8325AB75C8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08920" y="2500913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C1427727-DA0E-D93F-ECE9-7A475B27F6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8920" y="3360660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C2E49121-3885-70FE-9974-C134E384696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08920" y="3851313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82319BA1-0059-364B-ED87-69DBA2DF060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08920" y="4763142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62E7A7D-99EF-02D0-2C35-9774DB02AA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8920" y="5253795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9745CC2-99FB-1645-6107-D6DE27256DB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392144" y="0"/>
            <a:ext cx="4092782" cy="2053850"/>
          </a:xfrm>
          <a:custGeom>
            <a:avLst/>
            <a:gdLst>
              <a:gd name="connsiteX0" fmla="*/ 383858 w 4092782"/>
              <a:gd name="connsiteY0" fmla="*/ 0 h 2053850"/>
              <a:gd name="connsiteX1" fmla="*/ 4091493 w 4092782"/>
              <a:gd name="connsiteY1" fmla="*/ 0 h 2053850"/>
              <a:gd name="connsiteX2" fmla="*/ 4092782 w 4092782"/>
              <a:gd name="connsiteY2" fmla="*/ 47448 h 2053850"/>
              <a:gd name="connsiteX3" fmla="*/ 3418500 w 4092782"/>
              <a:gd name="connsiteY3" fmla="*/ 1173072 h 2053850"/>
              <a:gd name="connsiteX4" fmla="*/ 2957838 w 4092782"/>
              <a:gd name="connsiteY4" fmla="*/ 1373355 h 2053850"/>
              <a:gd name="connsiteX5" fmla="*/ 2503058 w 4092782"/>
              <a:gd name="connsiteY5" fmla="*/ 1594438 h 2053850"/>
              <a:gd name="connsiteX6" fmla="*/ 1209189 w 4092782"/>
              <a:gd name="connsiteY6" fmla="*/ 2019289 h 2053850"/>
              <a:gd name="connsiteX7" fmla="*/ 1034 w 4092782"/>
              <a:gd name="connsiteY7" fmla="*/ 860372 h 2053850"/>
              <a:gd name="connsiteX8" fmla="*/ 381685 w 4092782"/>
              <a:gd name="connsiteY8" fmla="*/ 3713 h 205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92782" h="2053850">
                <a:moveTo>
                  <a:pt x="383858" y="0"/>
                </a:moveTo>
                <a:lnTo>
                  <a:pt x="4091493" y="0"/>
                </a:lnTo>
                <a:lnTo>
                  <a:pt x="4092782" y="47448"/>
                </a:lnTo>
                <a:cubicBezTo>
                  <a:pt x="4083223" y="494491"/>
                  <a:pt x="3796521" y="945211"/>
                  <a:pt x="3418500" y="1173072"/>
                </a:cubicBezTo>
                <a:cubicBezTo>
                  <a:pt x="3274705" y="1262397"/>
                  <a:pt x="3117850" y="1322079"/>
                  <a:pt x="2957838" y="1373355"/>
                </a:cubicBezTo>
                <a:cubicBezTo>
                  <a:pt x="2800553" y="1437024"/>
                  <a:pt x="2646855" y="1505114"/>
                  <a:pt x="2503058" y="1594438"/>
                </a:cubicBezTo>
                <a:cubicBezTo>
                  <a:pt x="2053013" y="1884593"/>
                  <a:pt x="1792541" y="2150864"/>
                  <a:pt x="1209189" y="2019289"/>
                </a:cubicBezTo>
                <a:cubicBezTo>
                  <a:pt x="662000" y="1891619"/>
                  <a:pt x="-30411" y="1490153"/>
                  <a:pt x="1034" y="860372"/>
                </a:cubicBezTo>
                <a:cubicBezTo>
                  <a:pt x="35592" y="540460"/>
                  <a:pt x="217467" y="275025"/>
                  <a:pt x="381685" y="371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728B83C-D088-8D35-F084-8CF1EC0B08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7862" y="0"/>
            <a:ext cx="1464030" cy="824948"/>
          </a:xfrm>
          <a:custGeom>
            <a:avLst/>
            <a:gdLst>
              <a:gd name="connsiteX0" fmla="*/ 535957 w 2259901"/>
              <a:gd name="connsiteY0" fmla="*/ 1215504 h 1273403"/>
              <a:gd name="connsiteX1" fmla="*/ 552713 w 2259901"/>
              <a:gd name="connsiteY1" fmla="*/ 1223426 h 1273403"/>
              <a:gd name="connsiteX2" fmla="*/ 564037 w 2259901"/>
              <a:gd name="connsiteY2" fmla="*/ 1239740 h 1273403"/>
              <a:gd name="connsiteX3" fmla="*/ 571622 w 2259901"/>
              <a:gd name="connsiteY3" fmla="*/ 1258383 h 1273403"/>
              <a:gd name="connsiteX4" fmla="*/ 571601 w 2259901"/>
              <a:gd name="connsiteY4" fmla="*/ 1258431 h 1273403"/>
              <a:gd name="connsiteX5" fmla="*/ 567916 w 2259901"/>
              <a:gd name="connsiteY5" fmla="*/ 1269247 h 1273403"/>
              <a:gd name="connsiteX6" fmla="*/ 544727 w 2259901"/>
              <a:gd name="connsiteY6" fmla="*/ 1271838 h 1273403"/>
              <a:gd name="connsiteX7" fmla="*/ 535867 w 2259901"/>
              <a:gd name="connsiteY7" fmla="*/ 1251928 h 1273403"/>
              <a:gd name="connsiteX8" fmla="*/ 525482 w 2259901"/>
              <a:gd name="connsiteY8" fmla="*/ 1233241 h 1273403"/>
              <a:gd name="connsiteX9" fmla="*/ 535957 w 2259901"/>
              <a:gd name="connsiteY9" fmla="*/ 1215504 h 1273403"/>
              <a:gd name="connsiteX10" fmla="*/ 261824 w 2259901"/>
              <a:gd name="connsiteY10" fmla="*/ 1182173 h 1273403"/>
              <a:gd name="connsiteX11" fmla="*/ 261872 w 2259901"/>
              <a:gd name="connsiteY11" fmla="*/ 1182193 h 1273403"/>
              <a:gd name="connsiteX12" fmla="*/ 276153 w 2259901"/>
              <a:gd name="connsiteY12" fmla="*/ 1201946 h 1273403"/>
              <a:gd name="connsiteX13" fmla="*/ 290418 w 2259901"/>
              <a:gd name="connsiteY13" fmla="*/ 1221468 h 1273403"/>
              <a:gd name="connsiteX14" fmla="*/ 288729 w 2259901"/>
              <a:gd name="connsiteY14" fmla="*/ 1245425 h 1273403"/>
              <a:gd name="connsiteX15" fmla="*/ 290855 w 2259901"/>
              <a:gd name="connsiteY15" fmla="*/ 1264239 h 1273403"/>
              <a:gd name="connsiteX16" fmla="*/ 285421 w 2259901"/>
              <a:gd name="connsiteY16" fmla="*/ 1267859 h 1273403"/>
              <a:gd name="connsiteX17" fmla="*/ 273867 w 2259901"/>
              <a:gd name="connsiteY17" fmla="*/ 1259633 h 1273403"/>
              <a:gd name="connsiteX18" fmla="*/ 263589 w 2259901"/>
              <a:gd name="connsiteY18" fmla="*/ 1250248 h 1273403"/>
              <a:gd name="connsiteX19" fmla="*/ 256022 w 2259901"/>
              <a:gd name="connsiteY19" fmla="*/ 1225234 h 1273403"/>
              <a:gd name="connsiteX20" fmla="*/ 255850 w 2259901"/>
              <a:gd name="connsiteY20" fmla="*/ 1199933 h 1273403"/>
              <a:gd name="connsiteX21" fmla="*/ 261824 w 2259901"/>
              <a:gd name="connsiteY21" fmla="*/ 1182173 h 1273403"/>
              <a:gd name="connsiteX22" fmla="*/ 710151 w 2259901"/>
              <a:gd name="connsiteY22" fmla="*/ 1178369 h 1273403"/>
              <a:gd name="connsiteX23" fmla="*/ 717748 w 2259901"/>
              <a:gd name="connsiteY23" fmla="*/ 1181199 h 1273403"/>
              <a:gd name="connsiteX24" fmla="*/ 727412 w 2259901"/>
              <a:gd name="connsiteY24" fmla="*/ 1189762 h 1273403"/>
              <a:gd name="connsiteX25" fmla="*/ 740461 w 2259901"/>
              <a:gd name="connsiteY25" fmla="*/ 1209226 h 1273403"/>
              <a:gd name="connsiteX26" fmla="*/ 744963 w 2259901"/>
              <a:gd name="connsiteY26" fmla="*/ 1223247 h 1273403"/>
              <a:gd name="connsiteX27" fmla="*/ 749670 w 2259901"/>
              <a:gd name="connsiteY27" fmla="*/ 1237185 h 1273403"/>
              <a:gd name="connsiteX28" fmla="*/ 748342 w 2259901"/>
              <a:gd name="connsiteY28" fmla="*/ 1247726 h 1273403"/>
              <a:gd name="connsiteX29" fmla="*/ 742405 w 2259901"/>
              <a:gd name="connsiteY29" fmla="*/ 1256549 h 1273403"/>
              <a:gd name="connsiteX30" fmla="*/ 722949 w 2259901"/>
              <a:gd name="connsiteY30" fmla="*/ 1249414 h 1273403"/>
              <a:gd name="connsiteX31" fmla="*/ 716069 w 2259901"/>
              <a:gd name="connsiteY31" fmla="*/ 1236090 h 1273403"/>
              <a:gd name="connsiteX32" fmla="*/ 706044 w 2259901"/>
              <a:gd name="connsiteY32" fmla="*/ 1224215 h 1273403"/>
              <a:gd name="connsiteX33" fmla="*/ 697673 w 2259901"/>
              <a:gd name="connsiteY33" fmla="*/ 1199373 h 1273403"/>
              <a:gd name="connsiteX34" fmla="*/ 697644 w 2259901"/>
              <a:gd name="connsiteY34" fmla="*/ 1199305 h 1273403"/>
              <a:gd name="connsiteX35" fmla="*/ 703500 w 2259901"/>
              <a:gd name="connsiteY35" fmla="*/ 1178730 h 1273403"/>
              <a:gd name="connsiteX36" fmla="*/ 710151 w 2259901"/>
              <a:gd name="connsiteY36" fmla="*/ 1178369 h 1273403"/>
              <a:gd name="connsiteX37" fmla="*/ 888977 w 2259901"/>
              <a:gd name="connsiteY37" fmla="*/ 1149356 h 1273403"/>
              <a:gd name="connsiteX38" fmla="*/ 901195 w 2259901"/>
              <a:gd name="connsiteY38" fmla="*/ 1159498 h 1273403"/>
              <a:gd name="connsiteX39" fmla="*/ 907982 w 2259901"/>
              <a:gd name="connsiteY39" fmla="*/ 1184353 h 1273403"/>
              <a:gd name="connsiteX40" fmla="*/ 919121 w 2259901"/>
              <a:gd name="connsiteY40" fmla="*/ 1197203 h 1273403"/>
              <a:gd name="connsiteX41" fmla="*/ 920973 w 2259901"/>
              <a:gd name="connsiteY41" fmla="*/ 1213783 h 1273403"/>
              <a:gd name="connsiteX42" fmla="*/ 913391 w 2259901"/>
              <a:gd name="connsiteY42" fmla="*/ 1229459 h 1273403"/>
              <a:gd name="connsiteX43" fmla="*/ 889454 w 2259901"/>
              <a:gd name="connsiteY43" fmla="*/ 1229930 h 1273403"/>
              <a:gd name="connsiteX44" fmla="*/ 883380 w 2259901"/>
              <a:gd name="connsiteY44" fmla="*/ 1213331 h 1273403"/>
              <a:gd name="connsiteX45" fmla="*/ 883651 w 2259901"/>
              <a:gd name="connsiteY45" fmla="*/ 1196399 h 1273403"/>
              <a:gd name="connsiteX46" fmla="*/ 871665 w 2259901"/>
              <a:gd name="connsiteY46" fmla="*/ 1186242 h 1273403"/>
              <a:gd name="connsiteX47" fmla="*/ 868656 w 2259901"/>
              <a:gd name="connsiteY47" fmla="*/ 1171887 h 1273403"/>
              <a:gd name="connsiteX48" fmla="*/ 868704 w 2259901"/>
              <a:gd name="connsiteY48" fmla="*/ 1171907 h 1273403"/>
              <a:gd name="connsiteX49" fmla="*/ 874706 w 2259901"/>
              <a:gd name="connsiteY49" fmla="*/ 1154215 h 1273403"/>
              <a:gd name="connsiteX50" fmla="*/ 888977 w 2259901"/>
              <a:gd name="connsiteY50" fmla="*/ 1149356 h 1273403"/>
              <a:gd name="connsiteX51" fmla="*/ 420753 w 2259901"/>
              <a:gd name="connsiteY51" fmla="*/ 1139983 h 1273403"/>
              <a:gd name="connsiteX52" fmla="*/ 435137 w 2259901"/>
              <a:gd name="connsiteY52" fmla="*/ 1145895 h 1273403"/>
              <a:gd name="connsiteX53" fmla="*/ 443875 w 2259901"/>
              <a:gd name="connsiteY53" fmla="*/ 1159094 h 1273403"/>
              <a:gd name="connsiteX54" fmla="*/ 452915 w 2259901"/>
              <a:gd name="connsiteY54" fmla="*/ 1177895 h 1273403"/>
              <a:gd name="connsiteX55" fmla="*/ 460074 w 2259901"/>
              <a:gd name="connsiteY55" fmla="*/ 1197826 h 1273403"/>
              <a:gd name="connsiteX56" fmla="*/ 461082 w 2259901"/>
              <a:gd name="connsiteY56" fmla="*/ 1219245 h 1273403"/>
              <a:gd name="connsiteX57" fmla="*/ 451369 w 2259901"/>
              <a:gd name="connsiteY57" fmla="*/ 1236512 h 1273403"/>
              <a:gd name="connsiteX58" fmla="*/ 431400 w 2259901"/>
              <a:gd name="connsiteY58" fmla="*/ 1226566 h 1273403"/>
              <a:gd name="connsiteX59" fmla="*/ 422985 w 2259901"/>
              <a:gd name="connsiteY59" fmla="*/ 1203173 h 1273403"/>
              <a:gd name="connsiteX60" fmla="*/ 421140 w 2259901"/>
              <a:gd name="connsiteY60" fmla="*/ 1177961 h 1273403"/>
              <a:gd name="connsiteX61" fmla="*/ 410493 w 2259901"/>
              <a:gd name="connsiteY61" fmla="*/ 1166898 h 1273403"/>
              <a:gd name="connsiteX62" fmla="*/ 409840 w 2259901"/>
              <a:gd name="connsiteY62" fmla="*/ 1151497 h 1273403"/>
              <a:gd name="connsiteX63" fmla="*/ 420753 w 2259901"/>
              <a:gd name="connsiteY63" fmla="*/ 1139983 h 1273403"/>
              <a:gd name="connsiteX64" fmla="*/ 1052133 w 2259901"/>
              <a:gd name="connsiteY64" fmla="*/ 1124908 h 1273403"/>
              <a:gd name="connsiteX65" fmla="*/ 1060283 w 2259901"/>
              <a:gd name="connsiteY65" fmla="*/ 1127514 h 1273403"/>
              <a:gd name="connsiteX66" fmla="*/ 1067483 w 2259901"/>
              <a:gd name="connsiteY66" fmla="*/ 1135010 h 1273403"/>
              <a:gd name="connsiteX67" fmla="*/ 1077352 w 2259901"/>
              <a:gd name="connsiteY67" fmla="*/ 1150489 h 1273403"/>
              <a:gd name="connsiteX68" fmla="*/ 1084805 w 2259901"/>
              <a:gd name="connsiteY68" fmla="*/ 1173083 h 1273403"/>
              <a:gd name="connsiteX69" fmla="*/ 1080028 w 2259901"/>
              <a:gd name="connsiteY69" fmla="*/ 1193773 h 1273403"/>
              <a:gd name="connsiteX70" fmla="*/ 1066542 w 2259901"/>
              <a:gd name="connsiteY70" fmla="*/ 1183833 h 1273403"/>
              <a:gd name="connsiteX71" fmla="*/ 1053767 w 2259901"/>
              <a:gd name="connsiteY71" fmla="*/ 1167080 h 1273403"/>
              <a:gd name="connsiteX72" fmla="*/ 1045560 w 2259901"/>
              <a:gd name="connsiteY72" fmla="*/ 1147500 h 1273403"/>
              <a:gd name="connsiteX73" fmla="*/ 1044837 w 2259901"/>
              <a:gd name="connsiteY73" fmla="*/ 1134033 h 1273403"/>
              <a:gd name="connsiteX74" fmla="*/ 1052165 w 2259901"/>
              <a:gd name="connsiteY74" fmla="*/ 1124868 h 1273403"/>
              <a:gd name="connsiteX75" fmla="*/ 1052133 w 2259901"/>
              <a:gd name="connsiteY75" fmla="*/ 1124908 h 1273403"/>
              <a:gd name="connsiteX76" fmla="*/ 1052097 w 2259901"/>
              <a:gd name="connsiteY76" fmla="*/ 1124896 h 1273403"/>
              <a:gd name="connsiteX77" fmla="*/ 598765 w 2259901"/>
              <a:gd name="connsiteY77" fmla="*/ 1094104 h 1273403"/>
              <a:gd name="connsiteX78" fmla="*/ 611770 w 2259901"/>
              <a:gd name="connsiteY78" fmla="*/ 1099270 h 1273403"/>
              <a:gd name="connsiteX79" fmla="*/ 621615 w 2259901"/>
              <a:gd name="connsiteY79" fmla="*/ 1112651 h 1273403"/>
              <a:gd name="connsiteX80" fmla="*/ 625290 w 2259901"/>
              <a:gd name="connsiteY80" fmla="*/ 1128244 h 1273403"/>
              <a:gd name="connsiteX81" fmla="*/ 623805 w 2259901"/>
              <a:gd name="connsiteY81" fmla="*/ 1144442 h 1273403"/>
              <a:gd name="connsiteX82" fmla="*/ 623904 w 2259901"/>
              <a:gd name="connsiteY82" fmla="*/ 1166553 h 1273403"/>
              <a:gd name="connsiteX83" fmla="*/ 635114 w 2259901"/>
              <a:gd name="connsiteY83" fmla="*/ 1185697 h 1273403"/>
              <a:gd name="connsiteX84" fmla="*/ 619423 w 2259901"/>
              <a:gd name="connsiteY84" fmla="*/ 1202153 h 1273403"/>
              <a:gd name="connsiteX85" fmla="*/ 606454 w 2259901"/>
              <a:gd name="connsiteY85" fmla="*/ 1202421 h 1273403"/>
              <a:gd name="connsiteX86" fmla="*/ 597112 w 2259901"/>
              <a:gd name="connsiteY86" fmla="*/ 1191340 h 1273403"/>
              <a:gd name="connsiteX87" fmla="*/ 597601 w 2259901"/>
              <a:gd name="connsiteY87" fmla="*/ 1171056 h 1273403"/>
              <a:gd name="connsiteX88" fmla="*/ 596547 w 2259901"/>
              <a:gd name="connsiteY88" fmla="*/ 1150013 h 1273403"/>
              <a:gd name="connsiteX89" fmla="*/ 588591 w 2259901"/>
              <a:gd name="connsiteY89" fmla="*/ 1132795 h 1273403"/>
              <a:gd name="connsiteX90" fmla="*/ 593141 w 2259901"/>
              <a:gd name="connsiteY90" fmla="*/ 1114664 h 1273403"/>
              <a:gd name="connsiteX91" fmla="*/ 598765 w 2259901"/>
              <a:gd name="connsiteY91" fmla="*/ 1094104 h 1273403"/>
              <a:gd name="connsiteX92" fmla="*/ 42335 w 2259901"/>
              <a:gd name="connsiteY92" fmla="*/ 1084357 h 1273403"/>
              <a:gd name="connsiteX93" fmla="*/ 59354 w 2259901"/>
              <a:gd name="connsiteY93" fmla="*/ 1090979 h 1273403"/>
              <a:gd name="connsiteX94" fmla="*/ 59382 w 2259901"/>
              <a:gd name="connsiteY94" fmla="*/ 1091047 h 1273403"/>
              <a:gd name="connsiteX95" fmla="*/ 67204 w 2259901"/>
              <a:gd name="connsiteY95" fmla="*/ 1116393 h 1273403"/>
              <a:gd name="connsiteX96" fmla="*/ 77423 w 2259901"/>
              <a:gd name="connsiteY96" fmla="*/ 1138170 h 1273403"/>
              <a:gd name="connsiteX97" fmla="*/ 80662 w 2259901"/>
              <a:gd name="connsiteY97" fmla="*/ 1160185 h 1273403"/>
              <a:gd name="connsiteX98" fmla="*/ 58257 w 2259901"/>
              <a:gd name="connsiteY98" fmla="*/ 1152154 h 1273403"/>
              <a:gd name="connsiteX99" fmla="*/ 45979 w 2259901"/>
              <a:gd name="connsiteY99" fmla="*/ 1131658 h 1273403"/>
              <a:gd name="connsiteX100" fmla="*/ 36768 w 2259901"/>
              <a:gd name="connsiteY100" fmla="*/ 1109626 h 1273403"/>
              <a:gd name="connsiteX101" fmla="*/ 42335 w 2259901"/>
              <a:gd name="connsiteY101" fmla="*/ 1084357 h 1273403"/>
              <a:gd name="connsiteX102" fmla="*/ 1229408 w 2259901"/>
              <a:gd name="connsiteY102" fmla="*/ 1081482 h 1273403"/>
              <a:gd name="connsiteX103" fmla="*/ 1238039 w 2259901"/>
              <a:gd name="connsiteY103" fmla="*/ 1086741 h 1273403"/>
              <a:gd name="connsiteX104" fmla="*/ 1237943 w 2259901"/>
              <a:gd name="connsiteY104" fmla="*/ 1086701 h 1273403"/>
              <a:gd name="connsiteX105" fmla="*/ 1244597 w 2259901"/>
              <a:gd name="connsiteY105" fmla="*/ 1099084 h 1273403"/>
              <a:gd name="connsiteX106" fmla="*/ 1247651 w 2259901"/>
              <a:gd name="connsiteY106" fmla="*/ 1113062 h 1273403"/>
              <a:gd name="connsiteX107" fmla="*/ 1254393 w 2259901"/>
              <a:gd name="connsiteY107" fmla="*/ 1138295 h 1273403"/>
              <a:gd name="connsiteX108" fmla="*/ 1259004 w 2259901"/>
              <a:gd name="connsiteY108" fmla="*/ 1160941 h 1273403"/>
              <a:gd name="connsiteX109" fmla="*/ 1232411 w 2259901"/>
              <a:gd name="connsiteY109" fmla="*/ 1155502 h 1273403"/>
              <a:gd name="connsiteX110" fmla="*/ 1219359 w 2259901"/>
              <a:gd name="connsiteY110" fmla="*/ 1132142 h 1273403"/>
              <a:gd name="connsiteX111" fmla="*/ 1214885 w 2259901"/>
              <a:gd name="connsiteY111" fmla="*/ 1107013 h 1273403"/>
              <a:gd name="connsiteX112" fmla="*/ 1210117 w 2259901"/>
              <a:gd name="connsiteY112" fmla="*/ 1092147 h 1273403"/>
              <a:gd name="connsiteX113" fmla="*/ 1219879 w 2259901"/>
              <a:gd name="connsiteY113" fmla="*/ 1081900 h 1273403"/>
              <a:gd name="connsiteX114" fmla="*/ 1229408 w 2259901"/>
              <a:gd name="connsiteY114" fmla="*/ 1081482 h 1273403"/>
              <a:gd name="connsiteX115" fmla="*/ 126373 w 2259901"/>
              <a:gd name="connsiteY115" fmla="*/ 1058604 h 1273403"/>
              <a:gd name="connsiteX116" fmla="*/ 126401 w 2259901"/>
              <a:gd name="connsiteY116" fmla="*/ 1058672 h 1273403"/>
              <a:gd name="connsiteX117" fmla="*/ 137310 w 2259901"/>
              <a:gd name="connsiteY117" fmla="*/ 1065612 h 1273403"/>
              <a:gd name="connsiteX118" fmla="*/ 144536 w 2259901"/>
              <a:gd name="connsiteY118" fmla="*/ 1077840 h 1273403"/>
              <a:gd name="connsiteX119" fmla="*/ 158129 w 2259901"/>
              <a:gd name="connsiteY119" fmla="*/ 1094257 h 1273403"/>
              <a:gd name="connsiteX120" fmla="*/ 171763 w 2259901"/>
              <a:gd name="connsiteY120" fmla="*/ 1111652 h 1273403"/>
              <a:gd name="connsiteX121" fmla="*/ 175888 w 2259901"/>
              <a:gd name="connsiteY121" fmla="*/ 1133304 h 1273403"/>
              <a:gd name="connsiteX122" fmla="*/ 177875 w 2259901"/>
              <a:gd name="connsiteY122" fmla="*/ 1148078 h 1273403"/>
              <a:gd name="connsiteX123" fmla="*/ 179210 w 2259901"/>
              <a:gd name="connsiteY123" fmla="*/ 1155778 h 1273403"/>
              <a:gd name="connsiteX124" fmla="*/ 174958 w 2259901"/>
              <a:gd name="connsiteY124" fmla="*/ 1160967 h 1273403"/>
              <a:gd name="connsiteX125" fmla="*/ 158966 w 2259901"/>
              <a:gd name="connsiteY125" fmla="*/ 1154719 h 1273403"/>
              <a:gd name="connsiteX126" fmla="*/ 148702 w 2259901"/>
              <a:gd name="connsiteY126" fmla="*/ 1140317 h 1273403"/>
              <a:gd name="connsiteX127" fmla="*/ 137151 w 2259901"/>
              <a:gd name="connsiteY127" fmla="*/ 1120239 h 1273403"/>
              <a:gd name="connsiteX128" fmla="*/ 127615 w 2259901"/>
              <a:gd name="connsiteY128" fmla="*/ 1099255 h 1273403"/>
              <a:gd name="connsiteX129" fmla="*/ 119911 w 2259901"/>
              <a:gd name="connsiteY129" fmla="*/ 1076725 h 1273403"/>
              <a:gd name="connsiteX130" fmla="*/ 126373 w 2259901"/>
              <a:gd name="connsiteY130" fmla="*/ 1058604 h 1273403"/>
              <a:gd name="connsiteX131" fmla="*/ 773494 w 2259901"/>
              <a:gd name="connsiteY131" fmla="*/ 1041659 h 1273403"/>
              <a:gd name="connsiteX132" fmla="*/ 784099 w 2259901"/>
              <a:gd name="connsiteY132" fmla="*/ 1053496 h 1273403"/>
              <a:gd name="connsiteX133" fmla="*/ 792310 w 2259901"/>
              <a:gd name="connsiteY133" fmla="*/ 1068223 h 1273403"/>
              <a:gd name="connsiteX134" fmla="*/ 800003 w 2259901"/>
              <a:gd name="connsiteY134" fmla="*/ 1090241 h 1273403"/>
              <a:gd name="connsiteX135" fmla="*/ 797406 w 2259901"/>
              <a:gd name="connsiteY135" fmla="*/ 1113536 h 1273403"/>
              <a:gd name="connsiteX136" fmla="*/ 798753 w 2259901"/>
              <a:gd name="connsiteY136" fmla="*/ 1137242 h 1273403"/>
              <a:gd name="connsiteX137" fmla="*/ 785082 w 2259901"/>
              <a:gd name="connsiteY137" fmla="*/ 1158438 h 1273403"/>
              <a:gd name="connsiteX138" fmla="*/ 770808 w 2259901"/>
              <a:gd name="connsiteY138" fmla="*/ 1151724 h 1273403"/>
              <a:gd name="connsiteX139" fmla="*/ 762433 w 2259901"/>
              <a:gd name="connsiteY139" fmla="*/ 1139411 h 1273403"/>
              <a:gd name="connsiteX140" fmla="*/ 760389 w 2259901"/>
              <a:gd name="connsiteY140" fmla="*/ 1124501 h 1273403"/>
              <a:gd name="connsiteX141" fmla="*/ 766316 w 2259901"/>
              <a:gd name="connsiteY141" fmla="*/ 1111293 h 1273403"/>
              <a:gd name="connsiteX142" fmla="*/ 766936 w 2259901"/>
              <a:gd name="connsiteY142" fmla="*/ 1097160 h 1273403"/>
              <a:gd name="connsiteX143" fmla="*/ 767732 w 2259901"/>
              <a:gd name="connsiteY143" fmla="*/ 1082875 h 1273403"/>
              <a:gd name="connsiteX144" fmla="*/ 763541 w 2259901"/>
              <a:gd name="connsiteY144" fmla="*/ 1065823 h 1273403"/>
              <a:gd name="connsiteX145" fmla="*/ 756413 w 2259901"/>
              <a:gd name="connsiteY145" fmla="*/ 1050533 h 1273403"/>
              <a:gd name="connsiteX146" fmla="*/ 773378 w 2259901"/>
              <a:gd name="connsiteY146" fmla="*/ 1041667 h 1273403"/>
              <a:gd name="connsiteX147" fmla="*/ 1390083 w 2259901"/>
              <a:gd name="connsiteY147" fmla="*/ 1038508 h 1273403"/>
              <a:gd name="connsiteX148" fmla="*/ 1402992 w 2259901"/>
              <a:gd name="connsiteY148" fmla="*/ 1048882 h 1273403"/>
              <a:gd name="connsiteX149" fmla="*/ 1411403 w 2259901"/>
              <a:gd name="connsiteY149" fmla="*/ 1064880 h 1273403"/>
              <a:gd name="connsiteX150" fmla="*/ 1416918 w 2259901"/>
              <a:gd name="connsiteY150" fmla="*/ 1087792 h 1273403"/>
              <a:gd name="connsiteX151" fmla="*/ 1411152 w 2259901"/>
              <a:gd name="connsiteY151" fmla="*/ 1107614 h 1273403"/>
              <a:gd name="connsiteX152" fmla="*/ 1395338 w 2259901"/>
              <a:gd name="connsiteY152" fmla="*/ 1098789 h 1273403"/>
              <a:gd name="connsiteX153" fmla="*/ 1388661 w 2259901"/>
              <a:gd name="connsiteY153" fmla="*/ 1078381 h 1273403"/>
              <a:gd name="connsiteX154" fmla="*/ 1381912 w 2259901"/>
              <a:gd name="connsiteY154" fmla="*/ 1058283 h 1273403"/>
              <a:gd name="connsiteX155" fmla="*/ 1390083 w 2259901"/>
              <a:gd name="connsiteY155" fmla="*/ 1038508 h 1273403"/>
              <a:gd name="connsiteX156" fmla="*/ 289774 w 2259901"/>
              <a:gd name="connsiteY156" fmla="*/ 1015297 h 1273403"/>
              <a:gd name="connsiteX157" fmla="*/ 305734 w 2259901"/>
              <a:gd name="connsiteY157" fmla="*/ 1017580 h 1273403"/>
              <a:gd name="connsiteX158" fmla="*/ 316904 w 2259901"/>
              <a:gd name="connsiteY158" fmla="*/ 1030895 h 1273403"/>
              <a:gd name="connsiteX159" fmla="*/ 336670 w 2259901"/>
              <a:gd name="connsiteY159" fmla="*/ 1045497 h 1273403"/>
              <a:gd name="connsiteX160" fmla="*/ 342211 w 2259901"/>
              <a:gd name="connsiteY160" fmla="*/ 1069153 h 1273403"/>
              <a:gd name="connsiteX161" fmla="*/ 346311 w 2259901"/>
              <a:gd name="connsiteY161" fmla="*/ 1091810 h 1273403"/>
              <a:gd name="connsiteX162" fmla="*/ 346873 w 2259901"/>
              <a:gd name="connsiteY162" fmla="*/ 1115639 h 1273403"/>
              <a:gd name="connsiteX163" fmla="*/ 321529 w 2259901"/>
              <a:gd name="connsiteY163" fmla="*/ 1104797 h 1273403"/>
              <a:gd name="connsiteX164" fmla="*/ 312264 w 2259901"/>
              <a:gd name="connsiteY164" fmla="*/ 1080201 h 1273403"/>
              <a:gd name="connsiteX165" fmla="*/ 305498 w 2259901"/>
              <a:gd name="connsiteY165" fmla="*/ 1067546 h 1273403"/>
              <a:gd name="connsiteX166" fmla="*/ 296263 w 2259901"/>
              <a:gd name="connsiteY166" fmla="*/ 1057017 h 1273403"/>
              <a:gd name="connsiteX167" fmla="*/ 287502 w 2259901"/>
              <a:gd name="connsiteY167" fmla="*/ 1043470 h 1273403"/>
              <a:gd name="connsiteX168" fmla="*/ 281089 w 2259901"/>
              <a:gd name="connsiteY168" fmla="*/ 1028761 h 1273403"/>
              <a:gd name="connsiteX169" fmla="*/ 289753 w 2259901"/>
              <a:gd name="connsiteY169" fmla="*/ 1015345 h 1273403"/>
              <a:gd name="connsiteX170" fmla="*/ 940888 w 2259901"/>
              <a:gd name="connsiteY170" fmla="*/ 993534 h 1273403"/>
              <a:gd name="connsiteX171" fmla="*/ 954631 w 2259901"/>
              <a:gd name="connsiteY171" fmla="*/ 1008379 h 1273403"/>
              <a:gd name="connsiteX172" fmla="*/ 959959 w 2259901"/>
              <a:gd name="connsiteY172" fmla="*/ 1028503 h 1273403"/>
              <a:gd name="connsiteX173" fmla="*/ 969398 w 2259901"/>
              <a:gd name="connsiteY173" fmla="*/ 1047300 h 1273403"/>
              <a:gd name="connsiteX174" fmla="*/ 972545 w 2259901"/>
              <a:gd name="connsiteY174" fmla="*/ 1067922 h 1273403"/>
              <a:gd name="connsiteX175" fmla="*/ 979890 w 2259901"/>
              <a:gd name="connsiteY175" fmla="*/ 1088214 h 1273403"/>
              <a:gd name="connsiteX176" fmla="*/ 979958 w 2259901"/>
              <a:gd name="connsiteY176" fmla="*/ 1088186 h 1273403"/>
              <a:gd name="connsiteX177" fmla="*/ 969775 w 2259901"/>
              <a:gd name="connsiteY177" fmla="*/ 1100515 h 1273403"/>
              <a:gd name="connsiteX178" fmla="*/ 949501 w 2259901"/>
              <a:gd name="connsiteY178" fmla="*/ 1090892 h 1273403"/>
              <a:gd name="connsiteX179" fmla="*/ 938538 w 2259901"/>
              <a:gd name="connsiteY179" fmla="*/ 1072641 h 1273403"/>
              <a:gd name="connsiteX180" fmla="*/ 934903 w 2259901"/>
              <a:gd name="connsiteY180" fmla="*/ 1051703 h 1273403"/>
              <a:gd name="connsiteX181" fmla="*/ 928534 w 2259901"/>
              <a:gd name="connsiteY181" fmla="*/ 1031368 h 1273403"/>
              <a:gd name="connsiteX182" fmla="*/ 929487 w 2259901"/>
              <a:gd name="connsiteY182" fmla="*/ 1009980 h 1273403"/>
              <a:gd name="connsiteX183" fmla="*/ 940888 w 2259901"/>
              <a:gd name="connsiteY183" fmla="*/ 993534 h 1273403"/>
              <a:gd name="connsiteX184" fmla="*/ 1541454 w 2259901"/>
              <a:gd name="connsiteY184" fmla="*/ 970746 h 1273403"/>
              <a:gd name="connsiteX185" fmla="*/ 1557494 w 2259901"/>
              <a:gd name="connsiteY185" fmla="*/ 977013 h 1273403"/>
              <a:gd name="connsiteX186" fmla="*/ 1566428 w 2259901"/>
              <a:gd name="connsiteY186" fmla="*/ 993513 h 1273403"/>
              <a:gd name="connsiteX187" fmla="*/ 1573536 w 2259901"/>
              <a:gd name="connsiteY187" fmla="*/ 1010600 h 1273403"/>
              <a:gd name="connsiteX188" fmla="*/ 1573468 w 2259901"/>
              <a:gd name="connsiteY188" fmla="*/ 1010628 h 1273403"/>
              <a:gd name="connsiteX189" fmla="*/ 1572046 w 2259901"/>
              <a:gd name="connsiteY189" fmla="*/ 1021829 h 1273403"/>
              <a:gd name="connsiteX190" fmla="*/ 1550392 w 2259901"/>
              <a:gd name="connsiteY190" fmla="*/ 1021563 h 1273403"/>
              <a:gd name="connsiteX191" fmla="*/ 1540042 w 2259901"/>
              <a:gd name="connsiteY191" fmla="*/ 1004810 h 1273403"/>
              <a:gd name="connsiteX192" fmla="*/ 1532380 w 2259901"/>
              <a:gd name="connsiteY192" fmla="*/ 986756 h 1273403"/>
              <a:gd name="connsiteX193" fmla="*/ 1541454 w 2259901"/>
              <a:gd name="connsiteY193" fmla="*/ 970746 h 1273403"/>
              <a:gd name="connsiteX194" fmla="*/ 461595 w 2259901"/>
              <a:gd name="connsiteY194" fmla="*/ 963989 h 1273403"/>
              <a:gd name="connsiteX195" fmla="*/ 471125 w 2259901"/>
              <a:gd name="connsiteY195" fmla="*/ 968447 h 1273403"/>
              <a:gd name="connsiteX196" fmla="*/ 482788 w 2259901"/>
              <a:gd name="connsiteY196" fmla="*/ 980049 h 1273403"/>
              <a:gd name="connsiteX197" fmla="*/ 491064 w 2259901"/>
              <a:gd name="connsiteY197" fmla="*/ 995425 h 1273403"/>
              <a:gd name="connsiteX198" fmla="*/ 490671 w 2259901"/>
              <a:gd name="connsiteY198" fmla="*/ 1012250 h 1273403"/>
              <a:gd name="connsiteX199" fmla="*/ 499161 w 2259901"/>
              <a:gd name="connsiteY199" fmla="*/ 1032231 h 1273403"/>
              <a:gd name="connsiteX200" fmla="*/ 514082 w 2259901"/>
              <a:gd name="connsiteY200" fmla="*/ 1046553 h 1273403"/>
              <a:gd name="connsiteX201" fmla="*/ 514065 w 2259901"/>
              <a:gd name="connsiteY201" fmla="*/ 1058758 h 1273403"/>
              <a:gd name="connsiteX202" fmla="*/ 508740 w 2259901"/>
              <a:gd name="connsiteY202" fmla="*/ 1068190 h 1273403"/>
              <a:gd name="connsiteX203" fmla="*/ 495548 w 2259901"/>
              <a:gd name="connsiteY203" fmla="*/ 1067913 h 1273403"/>
              <a:gd name="connsiteX204" fmla="*/ 483343 w 2259901"/>
              <a:gd name="connsiteY204" fmla="*/ 1061107 h 1273403"/>
              <a:gd name="connsiteX205" fmla="*/ 472427 w 2259901"/>
              <a:gd name="connsiteY205" fmla="*/ 1043552 h 1273403"/>
              <a:gd name="connsiteX206" fmla="*/ 467128 w 2259901"/>
              <a:gd name="connsiteY206" fmla="*/ 1023893 h 1273403"/>
              <a:gd name="connsiteX207" fmla="*/ 461339 w 2259901"/>
              <a:gd name="connsiteY207" fmla="*/ 1005945 h 1273403"/>
              <a:gd name="connsiteX208" fmla="*/ 453940 w 2259901"/>
              <a:gd name="connsiteY208" fmla="*/ 990090 h 1273403"/>
              <a:gd name="connsiteX209" fmla="*/ 454056 w 2259901"/>
              <a:gd name="connsiteY209" fmla="*/ 990082 h 1273403"/>
              <a:gd name="connsiteX210" fmla="*/ 453633 w 2259901"/>
              <a:gd name="connsiteY210" fmla="*/ 964167 h 1273403"/>
              <a:gd name="connsiteX211" fmla="*/ 461595 w 2259901"/>
              <a:gd name="connsiteY211" fmla="*/ 963989 h 1273403"/>
              <a:gd name="connsiteX212" fmla="*/ 1102165 w 2259901"/>
              <a:gd name="connsiteY212" fmla="*/ 950183 h 1273403"/>
              <a:gd name="connsiteX213" fmla="*/ 1124608 w 2259901"/>
              <a:gd name="connsiteY213" fmla="*/ 959472 h 1273403"/>
              <a:gd name="connsiteX214" fmla="*/ 1125196 w 2259901"/>
              <a:gd name="connsiteY214" fmla="*/ 979473 h 1273403"/>
              <a:gd name="connsiteX215" fmla="*/ 1126850 w 2259901"/>
              <a:gd name="connsiteY215" fmla="*/ 998002 h 1273403"/>
              <a:gd name="connsiteX216" fmla="*/ 1133146 w 2259901"/>
              <a:gd name="connsiteY216" fmla="*/ 1018645 h 1273403"/>
              <a:gd name="connsiteX217" fmla="*/ 1137478 w 2259901"/>
              <a:gd name="connsiteY217" fmla="*/ 1039537 h 1273403"/>
              <a:gd name="connsiteX218" fmla="*/ 1138377 w 2259901"/>
              <a:gd name="connsiteY218" fmla="*/ 1051223 h 1273403"/>
              <a:gd name="connsiteX219" fmla="*/ 1131670 w 2259901"/>
              <a:gd name="connsiteY219" fmla="*/ 1056632 h 1273403"/>
              <a:gd name="connsiteX220" fmla="*/ 1112492 w 2259901"/>
              <a:gd name="connsiteY220" fmla="*/ 1047357 h 1273403"/>
              <a:gd name="connsiteX221" fmla="*/ 1099884 w 2259901"/>
              <a:gd name="connsiteY221" fmla="*/ 1026837 h 1273403"/>
              <a:gd name="connsiteX222" fmla="*/ 1089668 w 2259901"/>
              <a:gd name="connsiteY222" fmla="*/ 1004382 h 1273403"/>
              <a:gd name="connsiteX223" fmla="*/ 1095149 w 2259901"/>
              <a:gd name="connsiteY223" fmla="*/ 979586 h 1273403"/>
              <a:gd name="connsiteX224" fmla="*/ 1095434 w 2259901"/>
              <a:gd name="connsiteY224" fmla="*/ 962886 h 1273403"/>
              <a:gd name="connsiteX225" fmla="*/ 1102165 w 2259901"/>
              <a:gd name="connsiteY225" fmla="*/ 950183 h 1273403"/>
              <a:gd name="connsiteX226" fmla="*/ 14860 w 2259901"/>
              <a:gd name="connsiteY226" fmla="*/ 926889 h 1273403"/>
              <a:gd name="connsiteX227" fmla="*/ 36439 w 2259901"/>
              <a:gd name="connsiteY227" fmla="*/ 938243 h 1273403"/>
              <a:gd name="connsiteX228" fmla="*/ 36390 w 2259901"/>
              <a:gd name="connsiteY228" fmla="*/ 938222 h 1273403"/>
              <a:gd name="connsiteX229" fmla="*/ 41574 w 2259901"/>
              <a:gd name="connsiteY229" fmla="*/ 953714 h 1273403"/>
              <a:gd name="connsiteX230" fmla="*/ 39099 w 2259901"/>
              <a:gd name="connsiteY230" fmla="*/ 969045 h 1273403"/>
              <a:gd name="connsiteX231" fmla="*/ 41247 w 2259901"/>
              <a:gd name="connsiteY231" fmla="*/ 996360 h 1273403"/>
              <a:gd name="connsiteX232" fmla="*/ 48200 w 2259901"/>
              <a:gd name="connsiteY232" fmla="*/ 1009375 h 1273403"/>
              <a:gd name="connsiteX233" fmla="*/ 47538 w 2259901"/>
              <a:gd name="connsiteY233" fmla="*/ 1017720 h 1273403"/>
              <a:gd name="connsiteX234" fmla="*/ 41403 w 2259901"/>
              <a:gd name="connsiteY234" fmla="*/ 1023179 h 1273403"/>
              <a:gd name="connsiteX235" fmla="*/ 22558 w 2259901"/>
              <a:gd name="connsiteY235" fmla="*/ 1011898 h 1273403"/>
              <a:gd name="connsiteX236" fmla="*/ 6756 w 2259901"/>
              <a:gd name="connsiteY236" fmla="*/ 997659 h 1273403"/>
              <a:gd name="connsiteX237" fmla="*/ 271 w 2259901"/>
              <a:gd name="connsiteY237" fmla="*/ 977333 h 1273403"/>
              <a:gd name="connsiteX238" fmla="*/ 2879 w 2259901"/>
              <a:gd name="connsiteY238" fmla="*/ 956300 h 1273403"/>
              <a:gd name="connsiteX239" fmla="*/ 7511 w 2259901"/>
              <a:gd name="connsiteY239" fmla="*/ 940799 h 1273403"/>
              <a:gd name="connsiteX240" fmla="*/ 14860 w 2259901"/>
              <a:gd name="connsiteY240" fmla="*/ 926889 h 1273403"/>
              <a:gd name="connsiteX241" fmla="*/ 623138 w 2259901"/>
              <a:gd name="connsiteY241" fmla="*/ 914500 h 1273403"/>
              <a:gd name="connsiteX242" fmla="*/ 637589 w 2259901"/>
              <a:gd name="connsiteY242" fmla="*/ 922811 h 1273403"/>
              <a:gd name="connsiteX243" fmla="*/ 650739 w 2259901"/>
              <a:gd name="connsiteY243" fmla="*/ 933286 h 1273403"/>
              <a:gd name="connsiteX244" fmla="*/ 665360 w 2259901"/>
              <a:gd name="connsiteY244" fmla="*/ 951150 h 1273403"/>
              <a:gd name="connsiteX245" fmla="*/ 675184 w 2259901"/>
              <a:gd name="connsiteY245" fmla="*/ 972255 h 1273403"/>
              <a:gd name="connsiteX246" fmla="*/ 679754 w 2259901"/>
              <a:gd name="connsiteY246" fmla="*/ 994997 h 1273403"/>
              <a:gd name="connsiteX247" fmla="*/ 680286 w 2259901"/>
              <a:gd name="connsiteY247" fmla="*/ 1009006 h 1273403"/>
              <a:gd name="connsiteX248" fmla="*/ 676623 w 2259901"/>
              <a:gd name="connsiteY248" fmla="*/ 1017279 h 1273403"/>
              <a:gd name="connsiteX249" fmla="*/ 663217 w 2259901"/>
              <a:gd name="connsiteY249" fmla="*/ 1016573 h 1273403"/>
              <a:gd name="connsiteX250" fmla="*/ 653082 w 2259901"/>
              <a:gd name="connsiteY250" fmla="*/ 1007248 h 1273403"/>
              <a:gd name="connsiteX251" fmla="*/ 647480 w 2259901"/>
              <a:gd name="connsiteY251" fmla="*/ 996660 h 1273403"/>
              <a:gd name="connsiteX252" fmla="*/ 641151 w 2259901"/>
              <a:gd name="connsiteY252" fmla="*/ 983229 h 1273403"/>
              <a:gd name="connsiteX253" fmla="*/ 637768 w 2259901"/>
              <a:gd name="connsiteY253" fmla="*/ 969902 h 1273403"/>
              <a:gd name="connsiteX254" fmla="*/ 631814 w 2259901"/>
              <a:gd name="connsiteY254" fmla="*/ 957193 h 1273403"/>
              <a:gd name="connsiteX255" fmla="*/ 622318 w 2259901"/>
              <a:gd name="connsiteY255" fmla="*/ 943111 h 1273403"/>
              <a:gd name="connsiteX256" fmla="*/ 615229 w 2259901"/>
              <a:gd name="connsiteY256" fmla="*/ 930151 h 1273403"/>
              <a:gd name="connsiteX257" fmla="*/ 623138 w 2259901"/>
              <a:gd name="connsiteY257" fmla="*/ 914500 h 1273403"/>
              <a:gd name="connsiteX258" fmla="*/ 1272788 w 2259901"/>
              <a:gd name="connsiteY258" fmla="*/ 906664 h 1273403"/>
              <a:gd name="connsiteX259" fmla="*/ 1277960 w 2259901"/>
              <a:gd name="connsiteY259" fmla="*/ 909867 h 1273403"/>
              <a:gd name="connsiteX260" fmla="*/ 1281633 w 2259901"/>
              <a:gd name="connsiteY260" fmla="*/ 923711 h 1273403"/>
              <a:gd name="connsiteX261" fmla="*/ 1290205 w 2259901"/>
              <a:gd name="connsiteY261" fmla="*/ 943500 h 1273403"/>
              <a:gd name="connsiteX262" fmla="*/ 1295176 w 2259901"/>
              <a:gd name="connsiteY262" fmla="*/ 964209 h 1273403"/>
              <a:gd name="connsiteX263" fmla="*/ 1299182 w 2259901"/>
              <a:gd name="connsiteY263" fmla="*/ 985472 h 1273403"/>
              <a:gd name="connsiteX264" fmla="*/ 1301339 w 2259901"/>
              <a:gd name="connsiteY264" fmla="*/ 1001051 h 1273403"/>
              <a:gd name="connsiteX265" fmla="*/ 1300647 w 2259901"/>
              <a:gd name="connsiteY265" fmla="*/ 1009687 h 1273403"/>
              <a:gd name="connsiteX266" fmla="*/ 1294751 w 2259901"/>
              <a:gd name="connsiteY266" fmla="*/ 1014491 h 1273403"/>
              <a:gd name="connsiteX267" fmla="*/ 1279137 w 2259901"/>
              <a:gd name="connsiteY267" fmla="*/ 1004112 h 1273403"/>
              <a:gd name="connsiteX268" fmla="*/ 1271519 w 2259901"/>
              <a:gd name="connsiteY268" fmla="*/ 988108 h 1273403"/>
              <a:gd name="connsiteX269" fmla="*/ 1266632 w 2259901"/>
              <a:gd name="connsiteY269" fmla="*/ 965177 h 1273403"/>
              <a:gd name="connsiteX270" fmla="*/ 1256335 w 2259901"/>
              <a:gd name="connsiteY270" fmla="*/ 943988 h 1273403"/>
              <a:gd name="connsiteX271" fmla="*/ 1258468 w 2259901"/>
              <a:gd name="connsiteY271" fmla="*/ 920723 h 1273403"/>
              <a:gd name="connsiteX272" fmla="*/ 1264416 w 2259901"/>
              <a:gd name="connsiteY272" fmla="*/ 907468 h 1273403"/>
              <a:gd name="connsiteX273" fmla="*/ 1264376 w 2259901"/>
              <a:gd name="connsiteY273" fmla="*/ 907564 h 1273403"/>
              <a:gd name="connsiteX274" fmla="*/ 1272788 w 2259901"/>
              <a:gd name="connsiteY274" fmla="*/ 906664 h 1273403"/>
              <a:gd name="connsiteX275" fmla="*/ 800515 w 2259901"/>
              <a:gd name="connsiteY275" fmla="*/ 862599 h 1273403"/>
              <a:gd name="connsiteX276" fmla="*/ 816566 w 2259901"/>
              <a:gd name="connsiteY276" fmla="*/ 876377 h 1273403"/>
              <a:gd name="connsiteX277" fmla="*/ 824518 w 2259901"/>
              <a:gd name="connsiteY277" fmla="*/ 895625 h 1273403"/>
              <a:gd name="connsiteX278" fmla="*/ 835671 w 2259901"/>
              <a:gd name="connsiteY278" fmla="*/ 912884 h 1273403"/>
              <a:gd name="connsiteX279" fmla="*/ 848305 w 2259901"/>
              <a:gd name="connsiteY279" fmla="*/ 929973 h 1273403"/>
              <a:gd name="connsiteX280" fmla="*/ 852449 w 2259901"/>
              <a:gd name="connsiteY280" fmla="*/ 950504 h 1273403"/>
              <a:gd name="connsiteX281" fmla="*/ 852497 w 2259901"/>
              <a:gd name="connsiteY281" fmla="*/ 950524 h 1273403"/>
              <a:gd name="connsiteX282" fmla="*/ 853628 w 2259901"/>
              <a:gd name="connsiteY282" fmla="*/ 966802 h 1273403"/>
              <a:gd name="connsiteX283" fmla="*/ 827471 w 2259901"/>
              <a:gd name="connsiteY283" fmla="*/ 958441 h 1273403"/>
              <a:gd name="connsiteX284" fmla="*/ 814375 w 2259901"/>
              <a:gd name="connsiteY284" fmla="*/ 941780 h 1273403"/>
              <a:gd name="connsiteX285" fmla="*/ 805563 w 2259901"/>
              <a:gd name="connsiteY285" fmla="*/ 922566 h 1273403"/>
              <a:gd name="connsiteX286" fmla="*/ 797500 w 2259901"/>
              <a:gd name="connsiteY286" fmla="*/ 903047 h 1273403"/>
              <a:gd name="connsiteX287" fmla="*/ 798876 w 2259901"/>
              <a:gd name="connsiteY287" fmla="*/ 881724 h 1273403"/>
              <a:gd name="connsiteX288" fmla="*/ 800515 w 2259901"/>
              <a:gd name="connsiteY288" fmla="*/ 862599 h 1273403"/>
              <a:gd name="connsiteX289" fmla="*/ 174061 w 2259901"/>
              <a:gd name="connsiteY289" fmla="*/ 861843 h 1273403"/>
              <a:gd name="connsiteX290" fmla="*/ 174089 w 2259901"/>
              <a:gd name="connsiteY290" fmla="*/ 861911 h 1273403"/>
              <a:gd name="connsiteX291" fmla="*/ 187020 w 2259901"/>
              <a:gd name="connsiteY291" fmla="*/ 883809 h 1273403"/>
              <a:gd name="connsiteX292" fmla="*/ 203057 w 2259901"/>
              <a:gd name="connsiteY292" fmla="*/ 906104 h 1273403"/>
              <a:gd name="connsiteX293" fmla="*/ 201106 w 2259901"/>
              <a:gd name="connsiteY293" fmla="*/ 930009 h 1273403"/>
              <a:gd name="connsiteX294" fmla="*/ 203549 w 2259901"/>
              <a:gd name="connsiteY294" fmla="*/ 952312 h 1273403"/>
              <a:gd name="connsiteX295" fmla="*/ 202463 w 2259901"/>
              <a:gd name="connsiteY295" fmla="*/ 976577 h 1273403"/>
              <a:gd name="connsiteX296" fmla="*/ 183575 w 2259901"/>
              <a:gd name="connsiteY296" fmla="*/ 959070 h 1273403"/>
              <a:gd name="connsiteX297" fmla="*/ 176859 w 2259901"/>
              <a:gd name="connsiteY297" fmla="*/ 936334 h 1273403"/>
              <a:gd name="connsiteX298" fmla="*/ 173431 w 2259901"/>
              <a:gd name="connsiteY298" fmla="*/ 912884 h 1273403"/>
              <a:gd name="connsiteX299" fmla="*/ 161498 w 2259901"/>
              <a:gd name="connsiteY299" fmla="*/ 891969 h 1273403"/>
              <a:gd name="connsiteX300" fmla="*/ 166340 w 2259901"/>
              <a:gd name="connsiteY300" fmla="*/ 875427 h 1273403"/>
              <a:gd name="connsiteX301" fmla="*/ 174061 w 2259901"/>
              <a:gd name="connsiteY301" fmla="*/ 861843 h 1273403"/>
              <a:gd name="connsiteX302" fmla="*/ 1427788 w 2259901"/>
              <a:gd name="connsiteY302" fmla="*/ 854271 h 1273403"/>
              <a:gd name="connsiteX303" fmla="*/ 1427835 w 2259901"/>
              <a:gd name="connsiteY303" fmla="*/ 854291 h 1273403"/>
              <a:gd name="connsiteX304" fmla="*/ 1444273 w 2259901"/>
              <a:gd name="connsiteY304" fmla="*/ 863379 h 1273403"/>
              <a:gd name="connsiteX305" fmla="*/ 1452488 w 2259901"/>
              <a:gd name="connsiteY305" fmla="*/ 878898 h 1273403"/>
              <a:gd name="connsiteX306" fmla="*/ 1461541 w 2259901"/>
              <a:gd name="connsiteY306" fmla="*/ 899962 h 1273403"/>
              <a:gd name="connsiteX307" fmla="*/ 1470563 w 2259901"/>
              <a:gd name="connsiteY307" fmla="*/ 921633 h 1273403"/>
              <a:gd name="connsiteX308" fmla="*/ 1466190 w 2259901"/>
              <a:gd name="connsiteY308" fmla="*/ 944862 h 1273403"/>
              <a:gd name="connsiteX309" fmla="*/ 1463223 w 2259901"/>
              <a:gd name="connsiteY309" fmla="*/ 967155 h 1273403"/>
              <a:gd name="connsiteX310" fmla="*/ 1440150 w 2259901"/>
              <a:gd name="connsiteY310" fmla="*/ 953314 h 1273403"/>
              <a:gd name="connsiteX311" fmla="*/ 1437891 w 2259901"/>
              <a:gd name="connsiteY311" fmla="*/ 939725 h 1273403"/>
              <a:gd name="connsiteX312" fmla="*/ 1431478 w 2259901"/>
              <a:gd name="connsiteY312" fmla="*/ 926766 h 1273403"/>
              <a:gd name="connsiteX313" fmla="*/ 1429624 w 2259901"/>
              <a:gd name="connsiteY313" fmla="*/ 913289 h 1273403"/>
              <a:gd name="connsiteX314" fmla="*/ 1428642 w 2259901"/>
              <a:gd name="connsiteY314" fmla="*/ 899614 h 1273403"/>
              <a:gd name="connsiteX315" fmla="*/ 1421588 w 2259901"/>
              <a:gd name="connsiteY315" fmla="*/ 885088 h 1273403"/>
              <a:gd name="connsiteX316" fmla="*/ 1419736 w 2259901"/>
              <a:gd name="connsiteY316" fmla="*/ 870259 h 1273403"/>
              <a:gd name="connsiteX317" fmla="*/ 1427788 w 2259901"/>
              <a:gd name="connsiteY317" fmla="*/ 854271 h 1273403"/>
              <a:gd name="connsiteX318" fmla="*/ 961047 w 2259901"/>
              <a:gd name="connsiteY318" fmla="*/ 817526 h 1273403"/>
              <a:gd name="connsiteX319" fmla="*/ 985339 w 2259901"/>
              <a:gd name="connsiteY319" fmla="*/ 826573 h 1273403"/>
              <a:gd name="connsiteX320" fmla="*/ 985359 w 2259901"/>
              <a:gd name="connsiteY320" fmla="*/ 826525 h 1273403"/>
              <a:gd name="connsiteX321" fmla="*/ 991153 w 2259901"/>
              <a:gd name="connsiteY321" fmla="*/ 844869 h 1273403"/>
              <a:gd name="connsiteX322" fmla="*/ 996422 w 2259901"/>
              <a:gd name="connsiteY322" fmla="*/ 862710 h 1273403"/>
              <a:gd name="connsiteX323" fmla="*/ 1002787 w 2259901"/>
              <a:gd name="connsiteY323" fmla="*/ 883325 h 1273403"/>
              <a:gd name="connsiteX324" fmla="*/ 1014406 w 2259901"/>
              <a:gd name="connsiteY324" fmla="*/ 901626 h 1273403"/>
              <a:gd name="connsiteX325" fmla="*/ 1017764 w 2259901"/>
              <a:gd name="connsiteY325" fmla="*/ 912656 h 1273403"/>
              <a:gd name="connsiteX326" fmla="*/ 1012419 w 2259901"/>
              <a:gd name="connsiteY326" fmla="*/ 919024 h 1273403"/>
              <a:gd name="connsiteX327" fmla="*/ 993214 w 2259901"/>
              <a:gd name="connsiteY327" fmla="*/ 912503 h 1273403"/>
              <a:gd name="connsiteX328" fmla="*/ 978413 w 2259901"/>
              <a:gd name="connsiteY328" fmla="*/ 894394 h 1273403"/>
              <a:gd name="connsiteX329" fmla="*/ 964973 w 2259901"/>
              <a:gd name="connsiteY329" fmla="*/ 874653 h 1273403"/>
              <a:gd name="connsiteX330" fmla="*/ 959851 w 2259901"/>
              <a:gd name="connsiteY330" fmla="*/ 851341 h 1273403"/>
              <a:gd name="connsiteX331" fmla="*/ 955347 w 2259901"/>
              <a:gd name="connsiteY331" fmla="*/ 834497 h 1273403"/>
              <a:gd name="connsiteX332" fmla="*/ 961047 w 2259901"/>
              <a:gd name="connsiteY332" fmla="*/ 817526 h 1273403"/>
              <a:gd name="connsiteX333" fmla="*/ 341430 w 2259901"/>
              <a:gd name="connsiteY333" fmla="*/ 812295 h 1273403"/>
              <a:gd name="connsiteX334" fmla="*/ 357154 w 2259901"/>
              <a:gd name="connsiteY334" fmla="*/ 828873 h 1273403"/>
              <a:gd name="connsiteX335" fmla="*/ 364869 w 2259901"/>
              <a:gd name="connsiteY335" fmla="*/ 848417 h 1273403"/>
              <a:gd name="connsiteX336" fmla="*/ 370798 w 2259901"/>
              <a:gd name="connsiteY336" fmla="*/ 868455 h 1273403"/>
              <a:gd name="connsiteX337" fmla="*/ 370174 w 2259901"/>
              <a:gd name="connsiteY337" fmla="*/ 889866 h 1273403"/>
              <a:gd name="connsiteX338" fmla="*/ 379141 w 2259901"/>
              <a:gd name="connsiteY338" fmla="*/ 909652 h 1273403"/>
              <a:gd name="connsiteX339" fmla="*/ 379258 w 2259901"/>
              <a:gd name="connsiteY339" fmla="*/ 909645 h 1273403"/>
              <a:gd name="connsiteX340" fmla="*/ 372781 w 2259901"/>
              <a:gd name="connsiteY340" fmla="*/ 925106 h 1273403"/>
              <a:gd name="connsiteX341" fmla="*/ 358294 w 2259901"/>
              <a:gd name="connsiteY341" fmla="*/ 924286 h 1273403"/>
              <a:gd name="connsiteX342" fmla="*/ 350581 w 2259901"/>
              <a:gd name="connsiteY342" fmla="*/ 912138 h 1273403"/>
              <a:gd name="connsiteX343" fmla="*/ 342493 w 2259901"/>
              <a:gd name="connsiteY343" fmla="*/ 892946 h 1273403"/>
              <a:gd name="connsiteX344" fmla="*/ 337962 w 2259901"/>
              <a:gd name="connsiteY344" fmla="*/ 872534 h 1273403"/>
              <a:gd name="connsiteX345" fmla="*/ 336072 w 2259901"/>
              <a:gd name="connsiteY345" fmla="*/ 851875 h 1273403"/>
              <a:gd name="connsiteX346" fmla="*/ 334424 w 2259901"/>
              <a:gd name="connsiteY346" fmla="*/ 831712 h 1273403"/>
              <a:gd name="connsiteX347" fmla="*/ 341430 w 2259901"/>
              <a:gd name="connsiteY347" fmla="*/ 812295 h 1273403"/>
              <a:gd name="connsiteX348" fmla="*/ 1598764 w 2259901"/>
              <a:gd name="connsiteY348" fmla="*/ 808494 h 1273403"/>
              <a:gd name="connsiteX349" fmla="*/ 1611507 w 2259901"/>
              <a:gd name="connsiteY349" fmla="*/ 817783 h 1273403"/>
              <a:gd name="connsiteX350" fmla="*/ 1622136 w 2259901"/>
              <a:gd name="connsiteY350" fmla="*/ 829968 h 1273403"/>
              <a:gd name="connsiteX351" fmla="*/ 1618657 w 2259901"/>
              <a:gd name="connsiteY351" fmla="*/ 845275 h 1273403"/>
              <a:gd name="connsiteX352" fmla="*/ 1621222 w 2259901"/>
              <a:gd name="connsiteY352" fmla="*/ 863112 h 1273403"/>
              <a:gd name="connsiteX353" fmla="*/ 1624112 w 2259901"/>
              <a:gd name="connsiteY353" fmla="*/ 884078 h 1273403"/>
              <a:gd name="connsiteX354" fmla="*/ 1633985 w 2259901"/>
              <a:gd name="connsiteY354" fmla="*/ 902775 h 1273403"/>
              <a:gd name="connsiteX355" fmla="*/ 1630423 w 2259901"/>
              <a:gd name="connsiteY355" fmla="*/ 915790 h 1273403"/>
              <a:gd name="connsiteX356" fmla="*/ 1622525 w 2259901"/>
              <a:gd name="connsiteY356" fmla="*/ 924616 h 1273403"/>
              <a:gd name="connsiteX357" fmla="*/ 1606251 w 2259901"/>
              <a:gd name="connsiteY357" fmla="*/ 921467 h 1273403"/>
              <a:gd name="connsiteX358" fmla="*/ 1598946 w 2259901"/>
              <a:gd name="connsiteY358" fmla="*/ 908078 h 1273403"/>
              <a:gd name="connsiteX359" fmla="*/ 1594157 w 2259901"/>
              <a:gd name="connsiteY359" fmla="*/ 888010 h 1273403"/>
              <a:gd name="connsiteX360" fmla="*/ 1599742 w 2259901"/>
              <a:gd name="connsiteY360" fmla="*/ 866870 h 1273403"/>
              <a:gd name="connsiteX361" fmla="*/ 1594877 w 2259901"/>
              <a:gd name="connsiteY361" fmla="*/ 848465 h 1273403"/>
              <a:gd name="connsiteX362" fmla="*/ 1586490 w 2259901"/>
              <a:gd name="connsiteY362" fmla="*/ 831066 h 1273403"/>
              <a:gd name="connsiteX363" fmla="*/ 1598764 w 2259901"/>
              <a:gd name="connsiteY363" fmla="*/ 808494 h 1273403"/>
              <a:gd name="connsiteX364" fmla="*/ 1129060 w 2259901"/>
              <a:gd name="connsiteY364" fmla="*/ 780425 h 1273403"/>
              <a:gd name="connsiteX365" fmla="*/ 1140530 w 2259901"/>
              <a:gd name="connsiteY365" fmla="*/ 781464 h 1273403"/>
              <a:gd name="connsiteX366" fmla="*/ 1145140 w 2259901"/>
              <a:gd name="connsiteY366" fmla="*/ 795361 h 1273403"/>
              <a:gd name="connsiteX367" fmla="*/ 1161438 w 2259901"/>
              <a:gd name="connsiteY367" fmla="*/ 810033 h 1273403"/>
              <a:gd name="connsiteX368" fmla="*/ 1170853 w 2259901"/>
              <a:gd name="connsiteY368" fmla="*/ 829556 h 1273403"/>
              <a:gd name="connsiteX369" fmla="*/ 1174811 w 2259901"/>
              <a:gd name="connsiteY369" fmla="*/ 850799 h 1273403"/>
              <a:gd name="connsiteX370" fmla="*/ 1183433 w 2259901"/>
              <a:gd name="connsiteY370" fmla="*/ 864005 h 1273403"/>
              <a:gd name="connsiteX371" fmla="*/ 1175363 w 2259901"/>
              <a:gd name="connsiteY371" fmla="*/ 875864 h 1273403"/>
              <a:gd name="connsiteX372" fmla="*/ 1160215 w 2259901"/>
              <a:gd name="connsiteY372" fmla="*/ 871777 h 1273403"/>
              <a:gd name="connsiteX373" fmla="*/ 1148629 w 2259901"/>
              <a:gd name="connsiteY373" fmla="*/ 858514 h 1273403"/>
              <a:gd name="connsiteX374" fmla="*/ 1135300 w 2259901"/>
              <a:gd name="connsiteY374" fmla="*/ 839045 h 1273403"/>
              <a:gd name="connsiteX375" fmla="*/ 1129144 w 2259901"/>
              <a:gd name="connsiteY375" fmla="*/ 816317 h 1273403"/>
              <a:gd name="connsiteX376" fmla="*/ 1120868 w 2259901"/>
              <a:gd name="connsiteY376" fmla="*/ 793941 h 1273403"/>
              <a:gd name="connsiteX377" fmla="*/ 1129080 w 2259901"/>
              <a:gd name="connsiteY377" fmla="*/ 780393 h 1273403"/>
              <a:gd name="connsiteX378" fmla="*/ 1129060 w 2259901"/>
              <a:gd name="connsiteY378" fmla="*/ 780425 h 1273403"/>
              <a:gd name="connsiteX379" fmla="*/ 1129012 w 2259901"/>
              <a:gd name="connsiteY379" fmla="*/ 780421 h 1273403"/>
              <a:gd name="connsiteX380" fmla="*/ 502034 w 2259901"/>
              <a:gd name="connsiteY380" fmla="*/ 763414 h 1273403"/>
              <a:gd name="connsiteX381" fmla="*/ 512336 w 2259901"/>
              <a:gd name="connsiteY381" fmla="*/ 776648 h 1273403"/>
              <a:gd name="connsiteX382" fmla="*/ 513961 w 2259901"/>
              <a:gd name="connsiteY382" fmla="*/ 792286 h 1273403"/>
              <a:gd name="connsiteX383" fmla="*/ 518373 w 2259901"/>
              <a:gd name="connsiteY383" fmla="*/ 812986 h 1273403"/>
              <a:gd name="connsiteX384" fmla="*/ 529128 w 2259901"/>
              <a:gd name="connsiteY384" fmla="*/ 832674 h 1273403"/>
              <a:gd name="connsiteX385" fmla="*/ 524659 w 2259901"/>
              <a:gd name="connsiteY385" fmla="*/ 854112 h 1273403"/>
              <a:gd name="connsiteX386" fmla="*/ 528530 w 2259901"/>
              <a:gd name="connsiteY386" fmla="*/ 869506 h 1273403"/>
              <a:gd name="connsiteX387" fmla="*/ 518757 w 2259901"/>
              <a:gd name="connsiteY387" fmla="*/ 880990 h 1273403"/>
              <a:gd name="connsiteX388" fmla="*/ 501759 w 2259901"/>
              <a:gd name="connsiteY388" fmla="*/ 871894 h 1273403"/>
              <a:gd name="connsiteX389" fmla="*/ 499592 w 2259901"/>
              <a:gd name="connsiteY389" fmla="*/ 853377 h 1273403"/>
              <a:gd name="connsiteX390" fmla="*/ 490446 w 2259901"/>
              <a:gd name="connsiteY390" fmla="*/ 831597 h 1273403"/>
              <a:gd name="connsiteX391" fmla="*/ 485301 w 2259901"/>
              <a:gd name="connsiteY391" fmla="*/ 807936 h 1273403"/>
              <a:gd name="connsiteX392" fmla="*/ 491371 w 2259901"/>
              <a:gd name="connsiteY392" fmla="*/ 784291 h 1273403"/>
              <a:gd name="connsiteX393" fmla="*/ 502014 w 2259901"/>
              <a:gd name="connsiteY393" fmla="*/ 763462 h 1273403"/>
              <a:gd name="connsiteX394" fmla="*/ 1774730 w 2259901"/>
              <a:gd name="connsiteY394" fmla="*/ 757807 h 1273403"/>
              <a:gd name="connsiteX395" fmla="*/ 1788218 w 2259901"/>
              <a:gd name="connsiteY395" fmla="*/ 768820 h 1273403"/>
              <a:gd name="connsiteX396" fmla="*/ 1793198 w 2259901"/>
              <a:gd name="connsiteY396" fmla="*/ 785468 h 1273403"/>
              <a:gd name="connsiteX397" fmla="*/ 1800080 w 2259901"/>
              <a:gd name="connsiteY397" fmla="*/ 807541 h 1273403"/>
              <a:gd name="connsiteX398" fmla="*/ 1797796 w 2259901"/>
              <a:gd name="connsiteY398" fmla="*/ 830628 h 1273403"/>
              <a:gd name="connsiteX399" fmla="*/ 1798183 w 2259901"/>
              <a:gd name="connsiteY399" fmla="*/ 853933 h 1273403"/>
              <a:gd name="connsiteX400" fmla="*/ 1785275 w 2259901"/>
              <a:gd name="connsiteY400" fmla="*/ 871554 h 1273403"/>
              <a:gd name="connsiteX401" fmla="*/ 1775597 w 2259901"/>
              <a:gd name="connsiteY401" fmla="*/ 865581 h 1273403"/>
              <a:gd name="connsiteX402" fmla="*/ 1768544 w 2259901"/>
              <a:gd name="connsiteY402" fmla="*/ 854554 h 1273403"/>
              <a:gd name="connsiteX403" fmla="*/ 1761886 w 2259901"/>
              <a:gd name="connsiteY403" fmla="*/ 841776 h 1273403"/>
              <a:gd name="connsiteX404" fmla="*/ 1766589 w 2259901"/>
              <a:gd name="connsiteY404" fmla="*/ 828393 h 1273403"/>
              <a:gd name="connsiteX405" fmla="*/ 1772506 w 2259901"/>
              <a:gd name="connsiteY405" fmla="*/ 814673 h 1273403"/>
              <a:gd name="connsiteX406" fmla="*/ 1770587 w 2259901"/>
              <a:gd name="connsiteY406" fmla="*/ 799871 h 1273403"/>
              <a:gd name="connsiteX407" fmla="*/ 1762907 w 2259901"/>
              <a:gd name="connsiteY407" fmla="*/ 784011 h 1273403"/>
              <a:gd name="connsiteX408" fmla="*/ 1760068 w 2259901"/>
              <a:gd name="connsiteY408" fmla="*/ 768711 h 1273403"/>
              <a:gd name="connsiteX409" fmla="*/ 1774785 w 2259901"/>
              <a:gd name="connsiteY409" fmla="*/ 757943 h 1273403"/>
              <a:gd name="connsiteX410" fmla="*/ 51791 w 2259901"/>
              <a:gd name="connsiteY410" fmla="*/ 750286 h 1273403"/>
              <a:gd name="connsiteX411" fmla="*/ 51771 w 2259901"/>
              <a:gd name="connsiteY411" fmla="*/ 750334 h 1273403"/>
              <a:gd name="connsiteX412" fmla="*/ 65834 w 2259901"/>
              <a:gd name="connsiteY412" fmla="*/ 761588 h 1273403"/>
              <a:gd name="connsiteX413" fmla="*/ 75576 w 2259901"/>
              <a:gd name="connsiteY413" fmla="*/ 777239 h 1273403"/>
              <a:gd name="connsiteX414" fmla="*/ 79776 w 2259901"/>
              <a:gd name="connsiteY414" fmla="*/ 800729 h 1273403"/>
              <a:gd name="connsiteX415" fmla="*/ 80640 w 2259901"/>
              <a:gd name="connsiteY415" fmla="*/ 814566 h 1273403"/>
              <a:gd name="connsiteX416" fmla="*/ 76687 w 2259901"/>
              <a:gd name="connsiteY416" fmla="*/ 822237 h 1273403"/>
              <a:gd name="connsiteX417" fmla="*/ 61499 w 2259901"/>
              <a:gd name="connsiteY417" fmla="*/ 811247 h 1273403"/>
              <a:gd name="connsiteX418" fmla="*/ 49847 w 2259901"/>
              <a:gd name="connsiteY418" fmla="*/ 793158 h 1273403"/>
              <a:gd name="connsiteX419" fmla="*/ 44912 w 2259901"/>
              <a:gd name="connsiteY419" fmla="*/ 771957 h 1273403"/>
              <a:gd name="connsiteX420" fmla="*/ 51791 w 2259901"/>
              <a:gd name="connsiteY420" fmla="*/ 750286 h 1273403"/>
              <a:gd name="connsiteX421" fmla="*/ 1291022 w 2259901"/>
              <a:gd name="connsiteY421" fmla="*/ 733032 h 1273403"/>
              <a:gd name="connsiteX422" fmla="*/ 1305531 w 2259901"/>
              <a:gd name="connsiteY422" fmla="*/ 736626 h 1273403"/>
              <a:gd name="connsiteX423" fmla="*/ 1318811 w 2259901"/>
              <a:gd name="connsiteY423" fmla="*/ 747326 h 1273403"/>
              <a:gd name="connsiteX424" fmla="*/ 1334944 w 2259901"/>
              <a:gd name="connsiteY424" fmla="*/ 764412 h 1273403"/>
              <a:gd name="connsiteX425" fmla="*/ 1343217 w 2259901"/>
              <a:gd name="connsiteY425" fmla="*/ 786391 h 1273403"/>
              <a:gd name="connsiteX426" fmla="*/ 1350822 w 2259901"/>
              <a:gd name="connsiteY426" fmla="*/ 808485 h 1273403"/>
              <a:gd name="connsiteX427" fmla="*/ 1346898 w 2259901"/>
              <a:gd name="connsiteY427" fmla="*/ 831449 h 1273403"/>
              <a:gd name="connsiteX428" fmla="*/ 1323645 w 2259901"/>
              <a:gd name="connsiteY428" fmla="*/ 820862 h 1273403"/>
              <a:gd name="connsiteX429" fmla="*/ 1307529 w 2259901"/>
              <a:gd name="connsiteY429" fmla="*/ 798759 h 1273403"/>
              <a:gd name="connsiteX430" fmla="*/ 1304638 w 2259901"/>
              <a:gd name="connsiteY430" fmla="*/ 785470 h 1273403"/>
              <a:gd name="connsiteX431" fmla="*/ 1300571 w 2259901"/>
              <a:gd name="connsiteY431" fmla="*/ 772025 h 1273403"/>
              <a:gd name="connsiteX432" fmla="*/ 1290488 w 2259901"/>
              <a:gd name="connsiteY432" fmla="*/ 758940 h 1273403"/>
              <a:gd name="connsiteX433" fmla="*/ 1278024 w 2259901"/>
              <a:gd name="connsiteY433" fmla="*/ 746156 h 1273403"/>
              <a:gd name="connsiteX434" fmla="*/ 1291050 w 2259901"/>
              <a:gd name="connsiteY434" fmla="*/ 733100 h 1273403"/>
              <a:gd name="connsiteX435" fmla="*/ 672511 w 2259901"/>
              <a:gd name="connsiteY435" fmla="*/ 722733 h 1273403"/>
              <a:gd name="connsiteX436" fmla="*/ 685435 w 2259901"/>
              <a:gd name="connsiteY436" fmla="*/ 724591 h 1273403"/>
              <a:gd name="connsiteX437" fmla="*/ 694897 w 2259901"/>
              <a:gd name="connsiteY437" fmla="*/ 737812 h 1273403"/>
              <a:gd name="connsiteX438" fmla="*/ 695529 w 2259901"/>
              <a:gd name="connsiteY438" fmla="*/ 753936 h 1273403"/>
              <a:gd name="connsiteX439" fmla="*/ 697097 w 2259901"/>
              <a:gd name="connsiteY439" fmla="*/ 770792 h 1273403"/>
              <a:gd name="connsiteX440" fmla="*/ 701931 w 2259901"/>
              <a:gd name="connsiteY440" fmla="*/ 791556 h 1273403"/>
              <a:gd name="connsiteX441" fmla="*/ 707598 w 2259901"/>
              <a:gd name="connsiteY441" fmla="*/ 809395 h 1273403"/>
              <a:gd name="connsiteX442" fmla="*/ 700806 w 2259901"/>
              <a:gd name="connsiteY442" fmla="*/ 824667 h 1273403"/>
              <a:gd name="connsiteX443" fmla="*/ 689294 w 2259901"/>
              <a:gd name="connsiteY443" fmla="*/ 826167 h 1273403"/>
              <a:gd name="connsiteX444" fmla="*/ 675776 w 2259901"/>
              <a:gd name="connsiteY444" fmla="*/ 819939 h 1273403"/>
              <a:gd name="connsiteX445" fmla="*/ 673676 w 2259901"/>
              <a:gd name="connsiteY445" fmla="*/ 797894 h 1273403"/>
              <a:gd name="connsiteX446" fmla="*/ 672810 w 2259901"/>
              <a:gd name="connsiteY446" fmla="*/ 777213 h 1273403"/>
              <a:gd name="connsiteX447" fmla="*/ 664904 w 2259901"/>
              <a:gd name="connsiteY447" fmla="*/ 760411 h 1273403"/>
              <a:gd name="connsiteX448" fmla="*/ 661781 w 2259901"/>
              <a:gd name="connsiteY448" fmla="*/ 741887 h 1273403"/>
              <a:gd name="connsiteX449" fmla="*/ 672511 w 2259901"/>
              <a:gd name="connsiteY449" fmla="*/ 722733 h 1273403"/>
              <a:gd name="connsiteX450" fmla="*/ 1926750 w 2259901"/>
              <a:gd name="connsiteY450" fmla="*/ 689979 h 1273403"/>
              <a:gd name="connsiteX451" fmla="*/ 1945247 w 2259901"/>
              <a:gd name="connsiteY451" fmla="*/ 699534 h 1273403"/>
              <a:gd name="connsiteX452" fmla="*/ 1957309 w 2259901"/>
              <a:gd name="connsiteY452" fmla="*/ 718527 h 1273403"/>
              <a:gd name="connsiteX453" fmla="*/ 1965608 w 2259901"/>
              <a:gd name="connsiteY453" fmla="*/ 739502 h 1273403"/>
              <a:gd name="connsiteX454" fmla="*/ 1965588 w 2259901"/>
              <a:gd name="connsiteY454" fmla="*/ 739550 h 1273403"/>
              <a:gd name="connsiteX455" fmla="*/ 1962198 w 2259901"/>
              <a:gd name="connsiteY455" fmla="*/ 750603 h 1273403"/>
              <a:gd name="connsiteX456" fmla="*/ 1940146 w 2259901"/>
              <a:gd name="connsiteY456" fmla="*/ 751017 h 1273403"/>
              <a:gd name="connsiteX457" fmla="*/ 1926368 w 2259901"/>
              <a:gd name="connsiteY457" fmla="*/ 731812 h 1273403"/>
              <a:gd name="connsiteX458" fmla="*/ 1919123 w 2259901"/>
              <a:gd name="connsiteY458" fmla="*/ 709531 h 1273403"/>
              <a:gd name="connsiteX459" fmla="*/ 1926750 w 2259901"/>
              <a:gd name="connsiteY459" fmla="*/ 689979 h 1273403"/>
              <a:gd name="connsiteX460" fmla="*/ 1455273 w 2259901"/>
              <a:gd name="connsiteY460" fmla="*/ 682178 h 1273403"/>
              <a:gd name="connsiteX461" fmla="*/ 1472857 w 2259901"/>
              <a:gd name="connsiteY461" fmla="*/ 684352 h 1273403"/>
              <a:gd name="connsiteX462" fmla="*/ 1488335 w 2259901"/>
              <a:gd name="connsiteY462" fmla="*/ 694787 h 1273403"/>
              <a:gd name="connsiteX463" fmla="*/ 1487408 w 2259901"/>
              <a:gd name="connsiteY463" fmla="*/ 712347 h 1273403"/>
              <a:gd name="connsiteX464" fmla="*/ 1494038 w 2259901"/>
              <a:gd name="connsiteY464" fmla="*/ 728558 h 1273403"/>
              <a:gd name="connsiteX465" fmla="*/ 1505825 w 2259901"/>
              <a:gd name="connsiteY465" fmla="*/ 744841 h 1273403"/>
              <a:gd name="connsiteX466" fmla="*/ 1514718 w 2259901"/>
              <a:gd name="connsiteY466" fmla="*/ 763861 h 1273403"/>
              <a:gd name="connsiteX467" fmla="*/ 1508859 w 2259901"/>
              <a:gd name="connsiteY467" fmla="*/ 784041 h 1273403"/>
              <a:gd name="connsiteX468" fmla="*/ 1496468 w 2259901"/>
              <a:gd name="connsiteY468" fmla="*/ 785623 h 1273403"/>
              <a:gd name="connsiteX469" fmla="*/ 1482038 w 2259901"/>
              <a:gd name="connsiteY469" fmla="*/ 780763 h 1273403"/>
              <a:gd name="connsiteX470" fmla="*/ 1476294 w 2259901"/>
              <a:gd name="connsiteY470" fmla="*/ 760014 h 1273403"/>
              <a:gd name="connsiteX471" fmla="*/ 1470596 w 2259901"/>
              <a:gd name="connsiteY471" fmla="*/ 739960 h 1273403"/>
              <a:gd name="connsiteX472" fmla="*/ 1464667 w 2259901"/>
              <a:gd name="connsiteY472" fmla="*/ 721673 h 1273403"/>
              <a:gd name="connsiteX473" fmla="*/ 1456641 w 2259901"/>
              <a:gd name="connsiteY473" fmla="*/ 706910 h 1273403"/>
              <a:gd name="connsiteX474" fmla="*/ 1456669 w 2259901"/>
              <a:gd name="connsiteY474" fmla="*/ 706978 h 1273403"/>
              <a:gd name="connsiteX475" fmla="*/ 1455273 w 2259901"/>
              <a:gd name="connsiteY475" fmla="*/ 682178 h 1273403"/>
              <a:gd name="connsiteX476" fmla="*/ 211933 w 2259901"/>
              <a:gd name="connsiteY476" fmla="*/ 671904 h 1273403"/>
              <a:gd name="connsiteX477" fmla="*/ 222606 w 2259901"/>
              <a:gd name="connsiteY477" fmla="*/ 678647 h 1273403"/>
              <a:gd name="connsiteX478" fmla="*/ 222627 w 2259901"/>
              <a:gd name="connsiteY478" fmla="*/ 678599 h 1273403"/>
              <a:gd name="connsiteX479" fmla="*/ 230127 w 2259901"/>
              <a:gd name="connsiteY479" fmla="*/ 695964 h 1273403"/>
              <a:gd name="connsiteX480" fmla="*/ 234483 w 2259901"/>
              <a:gd name="connsiteY480" fmla="*/ 714101 h 1273403"/>
              <a:gd name="connsiteX481" fmla="*/ 243720 w 2259901"/>
              <a:gd name="connsiteY481" fmla="*/ 733379 h 1273403"/>
              <a:gd name="connsiteX482" fmla="*/ 249138 w 2259901"/>
              <a:gd name="connsiteY482" fmla="*/ 754500 h 1273403"/>
              <a:gd name="connsiteX483" fmla="*/ 253503 w 2259901"/>
              <a:gd name="connsiteY483" fmla="*/ 764745 h 1273403"/>
              <a:gd name="connsiteX484" fmla="*/ 249207 w 2259901"/>
              <a:gd name="connsiteY484" fmla="*/ 770220 h 1273403"/>
              <a:gd name="connsiteX485" fmla="*/ 231097 w 2259901"/>
              <a:gd name="connsiteY485" fmla="*/ 762973 h 1273403"/>
              <a:gd name="connsiteX486" fmla="*/ 212345 w 2259901"/>
              <a:gd name="connsiteY486" fmla="*/ 747836 h 1273403"/>
              <a:gd name="connsiteX487" fmla="*/ 203772 w 2259901"/>
              <a:gd name="connsiteY487" fmla="*/ 725224 h 1273403"/>
              <a:gd name="connsiteX488" fmla="*/ 200275 w 2259901"/>
              <a:gd name="connsiteY488" fmla="*/ 701803 h 1273403"/>
              <a:gd name="connsiteX489" fmla="*/ 194081 w 2259901"/>
              <a:gd name="connsiteY489" fmla="*/ 685493 h 1273403"/>
              <a:gd name="connsiteX490" fmla="*/ 200950 w 2259901"/>
              <a:gd name="connsiteY490" fmla="*/ 672059 h 1273403"/>
              <a:gd name="connsiteX491" fmla="*/ 211933 w 2259901"/>
              <a:gd name="connsiteY491" fmla="*/ 671904 h 1273403"/>
              <a:gd name="connsiteX492" fmla="*/ 842128 w 2259901"/>
              <a:gd name="connsiteY492" fmla="*/ 671589 h 1273403"/>
              <a:gd name="connsiteX493" fmla="*/ 859947 w 2259901"/>
              <a:gd name="connsiteY493" fmla="*/ 689495 h 1273403"/>
              <a:gd name="connsiteX494" fmla="*/ 866575 w 2259901"/>
              <a:gd name="connsiteY494" fmla="*/ 715131 h 1273403"/>
              <a:gd name="connsiteX495" fmla="*/ 871484 w 2259901"/>
              <a:gd name="connsiteY495" fmla="*/ 737337 h 1273403"/>
              <a:gd name="connsiteX496" fmla="*/ 878640 w 2259901"/>
              <a:gd name="connsiteY496" fmla="*/ 759695 h 1273403"/>
              <a:gd name="connsiteX497" fmla="*/ 875501 w 2259901"/>
              <a:gd name="connsiteY497" fmla="*/ 773380 h 1273403"/>
              <a:gd name="connsiteX498" fmla="*/ 868976 w 2259901"/>
              <a:gd name="connsiteY498" fmla="*/ 779804 h 1273403"/>
              <a:gd name="connsiteX499" fmla="*/ 855656 w 2259901"/>
              <a:gd name="connsiteY499" fmla="*/ 765024 h 1273403"/>
              <a:gd name="connsiteX500" fmla="*/ 842617 w 2259901"/>
              <a:gd name="connsiteY500" fmla="*/ 744999 h 1273403"/>
              <a:gd name="connsiteX501" fmla="*/ 837646 w 2259901"/>
              <a:gd name="connsiteY501" fmla="*/ 721864 h 1273403"/>
              <a:gd name="connsiteX502" fmla="*/ 831703 w 2259901"/>
              <a:gd name="connsiteY502" fmla="*/ 699168 h 1273403"/>
              <a:gd name="connsiteX503" fmla="*/ 835248 w 2259901"/>
              <a:gd name="connsiteY503" fmla="*/ 683439 h 1273403"/>
              <a:gd name="connsiteX504" fmla="*/ 842128 w 2259901"/>
              <a:gd name="connsiteY504" fmla="*/ 671589 h 1273403"/>
              <a:gd name="connsiteX505" fmla="*/ 1625666 w 2259901"/>
              <a:gd name="connsiteY505" fmla="*/ 636044 h 1273403"/>
              <a:gd name="connsiteX506" fmla="*/ 1625762 w 2259901"/>
              <a:gd name="connsiteY506" fmla="*/ 636084 h 1273403"/>
              <a:gd name="connsiteX507" fmla="*/ 1639480 w 2259901"/>
              <a:gd name="connsiteY507" fmla="*/ 639008 h 1273403"/>
              <a:gd name="connsiteX508" fmla="*/ 1652692 w 2259901"/>
              <a:gd name="connsiteY508" fmla="*/ 649736 h 1273403"/>
              <a:gd name="connsiteX509" fmla="*/ 1669757 w 2259901"/>
              <a:gd name="connsiteY509" fmla="*/ 666480 h 1273403"/>
              <a:gd name="connsiteX510" fmla="*/ 1673361 w 2259901"/>
              <a:gd name="connsiteY510" fmla="*/ 690453 h 1273403"/>
              <a:gd name="connsiteX511" fmla="*/ 1679851 w 2259901"/>
              <a:gd name="connsiteY511" fmla="*/ 712249 h 1273403"/>
              <a:gd name="connsiteX512" fmla="*/ 1679994 w 2259901"/>
              <a:gd name="connsiteY512" fmla="*/ 737483 h 1273403"/>
              <a:gd name="connsiteX513" fmla="*/ 1662960 w 2259901"/>
              <a:gd name="connsiteY513" fmla="*/ 737628 h 1273403"/>
              <a:gd name="connsiteX514" fmla="*/ 1651423 w 2259901"/>
              <a:gd name="connsiteY514" fmla="*/ 727207 h 1273403"/>
              <a:gd name="connsiteX515" fmla="*/ 1648572 w 2259901"/>
              <a:gd name="connsiteY515" fmla="*/ 713822 h 1273403"/>
              <a:gd name="connsiteX516" fmla="*/ 1640402 w 2259901"/>
              <a:gd name="connsiteY516" fmla="*/ 700748 h 1273403"/>
              <a:gd name="connsiteX517" fmla="*/ 1641392 w 2259901"/>
              <a:gd name="connsiteY517" fmla="*/ 685866 h 1273403"/>
              <a:gd name="connsiteX518" fmla="*/ 1633865 w 2259901"/>
              <a:gd name="connsiteY518" fmla="*/ 673682 h 1273403"/>
              <a:gd name="connsiteX519" fmla="*/ 1623384 w 2259901"/>
              <a:gd name="connsiteY519" fmla="*/ 660204 h 1273403"/>
              <a:gd name="connsiteX520" fmla="*/ 1613897 w 2259901"/>
              <a:gd name="connsiteY520" fmla="*/ 647312 h 1273403"/>
              <a:gd name="connsiteX521" fmla="*/ 1625666 w 2259901"/>
              <a:gd name="connsiteY521" fmla="*/ 636044 h 1273403"/>
              <a:gd name="connsiteX522" fmla="*/ 1011339 w 2259901"/>
              <a:gd name="connsiteY522" fmla="*/ 623434 h 1273403"/>
              <a:gd name="connsiteX523" fmla="*/ 1035125 w 2259901"/>
              <a:gd name="connsiteY523" fmla="*/ 636785 h 1273403"/>
              <a:gd name="connsiteX524" fmla="*/ 1035173 w 2259901"/>
              <a:gd name="connsiteY524" fmla="*/ 636805 h 1273403"/>
              <a:gd name="connsiteX525" fmla="*/ 1035420 w 2259901"/>
              <a:gd name="connsiteY525" fmla="*/ 656946 h 1273403"/>
              <a:gd name="connsiteX526" fmla="*/ 1040673 w 2259901"/>
              <a:gd name="connsiteY526" fmla="*/ 675232 h 1273403"/>
              <a:gd name="connsiteX527" fmla="*/ 1040889 w 2259901"/>
              <a:gd name="connsiteY527" fmla="*/ 696658 h 1273403"/>
              <a:gd name="connsiteX528" fmla="*/ 1046926 w 2259901"/>
              <a:gd name="connsiteY528" fmla="*/ 717248 h 1273403"/>
              <a:gd name="connsiteX529" fmla="*/ 1048927 w 2259901"/>
              <a:gd name="connsiteY529" fmla="*/ 731146 h 1273403"/>
              <a:gd name="connsiteX530" fmla="*/ 1043324 w 2259901"/>
              <a:gd name="connsiteY530" fmla="*/ 738768 h 1273403"/>
              <a:gd name="connsiteX531" fmla="*/ 1021189 w 2259901"/>
              <a:gd name="connsiteY531" fmla="*/ 726052 h 1273403"/>
              <a:gd name="connsiteX532" fmla="*/ 1010110 w 2259901"/>
              <a:gd name="connsiteY532" fmla="*/ 704309 h 1273403"/>
              <a:gd name="connsiteX533" fmla="*/ 1007754 w 2259901"/>
              <a:gd name="connsiteY533" fmla="*/ 680181 h 1273403"/>
              <a:gd name="connsiteX534" fmla="*/ 1001460 w 2259901"/>
              <a:gd name="connsiteY534" fmla="*/ 657113 h 1273403"/>
              <a:gd name="connsiteX535" fmla="*/ 1001704 w 2259901"/>
              <a:gd name="connsiteY535" fmla="*/ 639435 h 1273403"/>
              <a:gd name="connsiteX536" fmla="*/ 1011339 w 2259901"/>
              <a:gd name="connsiteY536" fmla="*/ 623434 h 1273403"/>
              <a:gd name="connsiteX537" fmla="*/ 363981 w 2259901"/>
              <a:gd name="connsiteY537" fmla="*/ 622501 h 1273403"/>
              <a:gd name="connsiteX538" fmla="*/ 375358 w 2259901"/>
              <a:gd name="connsiteY538" fmla="*/ 629129 h 1273403"/>
              <a:gd name="connsiteX539" fmla="*/ 384012 w 2259901"/>
              <a:gd name="connsiteY539" fmla="*/ 642124 h 1273403"/>
              <a:gd name="connsiteX540" fmla="*/ 403198 w 2259901"/>
              <a:gd name="connsiteY540" fmla="*/ 655015 h 1273403"/>
              <a:gd name="connsiteX541" fmla="*/ 408970 w 2259901"/>
              <a:gd name="connsiteY541" fmla="*/ 676906 h 1273403"/>
              <a:gd name="connsiteX542" fmla="*/ 417629 w 2259901"/>
              <a:gd name="connsiteY542" fmla="*/ 697296 h 1273403"/>
              <a:gd name="connsiteX543" fmla="*/ 419439 w 2259901"/>
              <a:gd name="connsiteY543" fmla="*/ 712222 h 1273403"/>
              <a:gd name="connsiteX544" fmla="*/ 420327 w 2259901"/>
              <a:gd name="connsiteY544" fmla="*/ 720319 h 1273403"/>
              <a:gd name="connsiteX545" fmla="*/ 415784 w 2259901"/>
              <a:gd name="connsiteY545" fmla="*/ 725930 h 1273403"/>
              <a:gd name="connsiteX546" fmla="*/ 401955 w 2259901"/>
              <a:gd name="connsiteY546" fmla="*/ 716807 h 1273403"/>
              <a:gd name="connsiteX547" fmla="*/ 388452 w 2259901"/>
              <a:gd name="connsiteY547" fmla="*/ 705563 h 1273403"/>
              <a:gd name="connsiteX548" fmla="*/ 376356 w 2259901"/>
              <a:gd name="connsiteY548" fmla="*/ 685708 h 1273403"/>
              <a:gd name="connsiteX549" fmla="*/ 365538 w 2259901"/>
              <a:gd name="connsiteY549" fmla="*/ 665090 h 1273403"/>
              <a:gd name="connsiteX550" fmla="*/ 361048 w 2259901"/>
              <a:gd name="connsiteY550" fmla="*/ 642156 h 1273403"/>
              <a:gd name="connsiteX551" fmla="*/ 364029 w 2259901"/>
              <a:gd name="connsiteY551" fmla="*/ 622521 h 1273403"/>
              <a:gd name="connsiteX552" fmla="*/ 1803540 w 2259901"/>
              <a:gd name="connsiteY552" fmla="*/ 585648 h 1273403"/>
              <a:gd name="connsiteX553" fmla="*/ 1816377 w 2259901"/>
              <a:gd name="connsiteY553" fmla="*/ 594582 h 1273403"/>
              <a:gd name="connsiteX554" fmla="*/ 1831093 w 2259901"/>
              <a:gd name="connsiteY554" fmla="*/ 609664 h 1273403"/>
              <a:gd name="connsiteX555" fmla="*/ 1840562 w 2259901"/>
              <a:gd name="connsiteY555" fmla="*/ 628249 h 1273403"/>
              <a:gd name="connsiteX556" fmla="*/ 1851537 w 2259901"/>
              <a:gd name="connsiteY556" fmla="*/ 646337 h 1273403"/>
              <a:gd name="connsiteX557" fmla="*/ 1852697 w 2259901"/>
              <a:gd name="connsiteY557" fmla="*/ 667932 h 1273403"/>
              <a:gd name="connsiteX558" fmla="*/ 1852765 w 2259901"/>
              <a:gd name="connsiteY558" fmla="*/ 667904 h 1273403"/>
              <a:gd name="connsiteX559" fmla="*/ 1851864 w 2259901"/>
              <a:gd name="connsiteY559" fmla="*/ 680960 h 1273403"/>
              <a:gd name="connsiteX560" fmla="*/ 1829679 w 2259901"/>
              <a:gd name="connsiteY560" fmla="*/ 674827 h 1273403"/>
              <a:gd name="connsiteX561" fmla="*/ 1817897 w 2259901"/>
              <a:gd name="connsiteY561" fmla="*/ 657587 h 1273403"/>
              <a:gd name="connsiteX562" fmla="*/ 1808331 w 2259901"/>
              <a:gd name="connsiteY562" fmla="*/ 638962 h 1273403"/>
              <a:gd name="connsiteX563" fmla="*/ 1800100 w 2259901"/>
              <a:gd name="connsiteY563" fmla="*/ 619709 h 1273403"/>
              <a:gd name="connsiteX564" fmla="*/ 1795983 w 2259901"/>
              <a:gd name="connsiteY564" fmla="*/ 599247 h 1273403"/>
              <a:gd name="connsiteX565" fmla="*/ 1803540 w 2259901"/>
              <a:gd name="connsiteY565" fmla="*/ 585648 h 1273403"/>
              <a:gd name="connsiteX566" fmla="*/ 542496 w 2259901"/>
              <a:gd name="connsiteY566" fmla="*/ 578921 h 1273403"/>
              <a:gd name="connsiteX567" fmla="*/ 564233 w 2259901"/>
              <a:gd name="connsiteY567" fmla="*/ 587068 h 1273403"/>
              <a:gd name="connsiteX568" fmla="*/ 564281 w 2259901"/>
              <a:gd name="connsiteY568" fmla="*/ 587088 h 1273403"/>
              <a:gd name="connsiteX569" fmla="*/ 570267 w 2259901"/>
              <a:gd name="connsiteY569" fmla="*/ 604835 h 1273403"/>
              <a:gd name="connsiteX570" fmla="*/ 577583 w 2259901"/>
              <a:gd name="connsiteY570" fmla="*/ 622236 h 1273403"/>
              <a:gd name="connsiteX571" fmla="*/ 581758 w 2259901"/>
              <a:gd name="connsiteY571" fmla="*/ 643232 h 1273403"/>
              <a:gd name="connsiteX572" fmla="*/ 589396 w 2259901"/>
              <a:gd name="connsiteY572" fmla="*/ 663364 h 1273403"/>
              <a:gd name="connsiteX573" fmla="*/ 591918 w 2259901"/>
              <a:gd name="connsiteY573" fmla="*/ 686151 h 1273403"/>
              <a:gd name="connsiteX574" fmla="*/ 570494 w 2259901"/>
              <a:gd name="connsiteY574" fmla="*/ 671870 h 1273403"/>
              <a:gd name="connsiteX575" fmla="*/ 553397 w 2259901"/>
              <a:gd name="connsiteY575" fmla="*/ 655340 h 1273403"/>
              <a:gd name="connsiteX576" fmla="*/ 543091 w 2259901"/>
              <a:gd name="connsiteY576" fmla="*/ 633637 h 1273403"/>
              <a:gd name="connsiteX577" fmla="*/ 533405 w 2259901"/>
              <a:gd name="connsiteY577" fmla="*/ 611124 h 1273403"/>
              <a:gd name="connsiteX578" fmla="*/ 537970 w 2259901"/>
              <a:gd name="connsiteY578" fmla="*/ 593225 h 1273403"/>
              <a:gd name="connsiteX579" fmla="*/ 542496 w 2259901"/>
              <a:gd name="connsiteY579" fmla="*/ 578921 h 1273403"/>
              <a:gd name="connsiteX580" fmla="*/ 1175168 w 2259901"/>
              <a:gd name="connsiteY580" fmla="*/ 578163 h 1273403"/>
              <a:gd name="connsiteX581" fmla="*/ 1175148 w 2259901"/>
              <a:gd name="connsiteY581" fmla="*/ 578211 h 1273403"/>
              <a:gd name="connsiteX582" fmla="*/ 1191919 w 2259901"/>
              <a:gd name="connsiteY582" fmla="*/ 599290 h 1273403"/>
              <a:gd name="connsiteX583" fmla="*/ 1203849 w 2259901"/>
              <a:gd name="connsiteY583" fmla="*/ 623309 h 1273403"/>
              <a:gd name="connsiteX584" fmla="*/ 1206114 w 2259901"/>
              <a:gd name="connsiteY584" fmla="*/ 646439 h 1273403"/>
              <a:gd name="connsiteX585" fmla="*/ 1204827 w 2259901"/>
              <a:gd name="connsiteY585" fmla="*/ 669436 h 1273403"/>
              <a:gd name="connsiteX586" fmla="*/ 1203559 w 2259901"/>
              <a:gd name="connsiteY586" fmla="*/ 694135 h 1273403"/>
              <a:gd name="connsiteX587" fmla="*/ 1189860 w 2259901"/>
              <a:gd name="connsiteY587" fmla="*/ 673664 h 1273403"/>
              <a:gd name="connsiteX588" fmla="*/ 1179294 w 2259901"/>
              <a:gd name="connsiteY588" fmla="*/ 652983 h 1273403"/>
              <a:gd name="connsiteX589" fmla="*/ 1172738 w 2259901"/>
              <a:gd name="connsiteY589" fmla="*/ 630539 h 1273403"/>
              <a:gd name="connsiteX590" fmla="*/ 1164833 w 2259901"/>
              <a:gd name="connsiteY590" fmla="*/ 608488 h 1273403"/>
              <a:gd name="connsiteX591" fmla="*/ 1167865 w 2259901"/>
              <a:gd name="connsiteY591" fmla="*/ 592769 h 1273403"/>
              <a:gd name="connsiteX592" fmla="*/ 1175168 w 2259901"/>
              <a:gd name="connsiteY592" fmla="*/ 578163 h 1273403"/>
              <a:gd name="connsiteX593" fmla="*/ 2078659 w 2259901"/>
              <a:gd name="connsiteY593" fmla="*/ 562782 h 1273403"/>
              <a:gd name="connsiteX594" fmla="*/ 2097320 w 2259901"/>
              <a:gd name="connsiteY594" fmla="*/ 568849 h 1273403"/>
              <a:gd name="connsiteX595" fmla="*/ 2097340 w 2259901"/>
              <a:gd name="connsiteY595" fmla="*/ 568801 h 1273403"/>
              <a:gd name="connsiteX596" fmla="*/ 2106915 w 2259901"/>
              <a:gd name="connsiteY596" fmla="*/ 579868 h 1273403"/>
              <a:gd name="connsiteX597" fmla="*/ 2106826 w 2259901"/>
              <a:gd name="connsiteY597" fmla="*/ 594618 h 1273403"/>
              <a:gd name="connsiteX598" fmla="*/ 2115907 w 2259901"/>
              <a:gd name="connsiteY598" fmla="*/ 615073 h 1273403"/>
              <a:gd name="connsiteX599" fmla="*/ 2116812 w 2259901"/>
              <a:gd name="connsiteY599" fmla="*/ 627467 h 1273403"/>
              <a:gd name="connsiteX600" fmla="*/ 2108799 w 2259901"/>
              <a:gd name="connsiteY600" fmla="*/ 635405 h 1273403"/>
              <a:gd name="connsiteX601" fmla="*/ 2089350 w 2259901"/>
              <a:gd name="connsiteY601" fmla="*/ 629065 h 1273403"/>
              <a:gd name="connsiteX602" fmla="*/ 2077011 w 2259901"/>
              <a:gd name="connsiteY602" fmla="*/ 611140 h 1273403"/>
              <a:gd name="connsiteX603" fmla="*/ 2071773 w 2259901"/>
              <a:gd name="connsiteY603" fmla="*/ 589586 h 1273403"/>
              <a:gd name="connsiteX604" fmla="*/ 2072994 w 2259901"/>
              <a:gd name="connsiteY604" fmla="*/ 574689 h 1273403"/>
              <a:gd name="connsiteX605" fmla="*/ 2078659 w 2259901"/>
              <a:gd name="connsiteY605" fmla="*/ 562782 h 1273403"/>
              <a:gd name="connsiteX606" fmla="*/ 1962528 w 2259901"/>
              <a:gd name="connsiteY606" fmla="*/ 535245 h 1273403"/>
              <a:gd name="connsiteX607" fmla="*/ 1982459 w 2259901"/>
              <a:gd name="connsiteY607" fmla="*/ 547432 h 1273403"/>
              <a:gd name="connsiteX608" fmla="*/ 1982555 w 2259901"/>
              <a:gd name="connsiteY608" fmla="*/ 547472 h 1273403"/>
              <a:gd name="connsiteX609" fmla="*/ 1996002 w 2259901"/>
              <a:gd name="connsiteY609" fmla="*/ 561006 h 1273403"/>
              <a:gd name="connsiteX610" fmla="*/ 1999698 w 2259901"/>
              <a:gd name="connsiteY610" fmla="*/ 579374 h 1273403"/>
              <a:gd name="connsiteX611" fmla="*/ 2008578 w 2259901"/>
              <a:gd name="connsiteY611" fmla="*/ 598560 h 1273403"/>
              <a:gd name="connsiteX612" fmla="*/ 2012215 w 2259901"/>
              <a:gd name="connsiteY612" fmla="*/ 620571 h 1273403"/>
              <a:gd name="connsiteX613" fmla="*/ 2015258 w 2259901"/>
              <a:gd name="connsiteY613" fmla="*/ 639286 h 1273403"/>
              <a:gd name="connsiteX614" fmla="*/ 1994709 w 2259901"/>
              <a:gd name="connsiteY614" fmla="*/ 629381 h 1273403"/>
              <a:gd name="connsiteX615" fmla="*/ 1978021 w 2259901"/>
              <a:gd name="connsiteY615" fmla="*/ 612682 h 1273403"/>
              <a:gd name="connsiteX616" fmla="*/ 1969947 w 2259901"/>
              <a:gd name="connsiteY616" fmla="*/ 590223 h 1273403"/>
              <a:gd name="connsiteX617" fmla="*/ 1960188 w 2259901"/>
              <a:gd name="connsiteY617" fmla="*/ 568694 h 1273403"/>
              <a:gd name="connsiteX618" fmla="*/ 1957070 w 2259901"/>
              <a:gd name="connsiteY618" fmla="*/ 551640 h 1273403"/>
              <a:gd name="connsiteX619" fmla="*/ 1962528 w 2259901"/>
              <a:gd name="connsiteY619" fmla="*/ 535245 h 1273403"/>
              <a:gd name="connsiteX620" fmla="*/ 705757 w 2259901"/>
              <a:gd name="connsiteY620" fmla="*/ 530025 h 1273403"/>
              <a:gd name="connsiteX621" fmla="*/ 705697 w 2259901"/>
              <a:gd name="connsiteY621" fmla="*/ 530169 h 1273403"/>
              <a:gd name="connsiteX622" fmla="*/ 719033 w 2259901"/>
              <a:gd name="connsiteY622" fmla="*/ 535755 h 1273403"/>
              <a:gd name="connsiteX623" fmla="*/ 723187 w 2259901"/>
              <a:gd name="connsiteY623" fmla="*/ 549800 h 1273403"/>
              <a:gd name="connsiteX624" fmla="*/ 736329 w 2259901"/>
              <a:gd name="connsiteY624" fmla="*/ 572407 h 1273403"/>
              <a:gd name="connsiteX625" fmla="*/ 743023 w 2259901"/>
              <a:gd name="connsiteY625" fmla="*/ 594120 h 1273403"/>
              <a:gd name="connsiteX626" fmla="*/ 751987 w 2259901"/>
              <a:gd name="connsiteY626" fmla="*/ 615258 h 1273403"/>
              <a:gd name="connsiteX627" fmla="*/ 751660 w 2259901"/>
              <a:gd name="connsiteY627" fmla="*/ 627836 h 1273403"/>
              <a:gd name="connsiteX628" fmla="*/ 746900 w 2259901"/>
              <a:gd name="connsiteY628" fmla="*/ 633729 h 1273403"/>
              <a:gd name="connsiteX629" fmla="*/ 733623 w 2259901"/>
              <a:gd name="connsiteY629" fmla="*/ 622749 h 1273403"/>
              <a:gd name="connsiteX630" fmla="*/ 720903 w 2259901"/>
              <a:gd name="connsiteY630" fmla="*/ 603309 h 1273403"/>
              <a:gd name="connsiteX631" fmla="*/ 707049 w 2259901"/>
              <a:gd name="connsiteY631" fmla="*/ 584017 h 1273403"/>
              <a:gd name="connsiteX632" fmla="*/ 703554 w 2259901"/>
              <a:gd name="connsiteY632" fmla="*/ 559920 h 1273403"/>
              <a:gd name="connsiteX633" fmla="*/ 695958 w 2259901"/>
              <a:gd name="connsiteY633" fmla="*/ 544263 h 1273403"/>
              <a:gd name="connsiteX634" fmla="*/ 705757 w 2259901"/>
              <a:gd name="connsiteY634" fmla="*/ 530025 h 1273403"/>
              <a:gd name="connsiteX635" fmla="*/ 1342467 w 2259901"/>
              <a:gd name="connsiteY635" fmla="*/ 529320 h 1273403"/>
              <a:gd name="connsiteX636" fmla="*/ 1357410 w 2259901"/>
              <a:gd name="connsiteY636" fmla="*/ 546417 h 1273403"/>
              <a:gd name="connsiteX637" fmla="*/ 1361813 w 2259901"/>
              <a:gd name="connsiteY637" fmla="*/ 567000 h 1273403"/>
              <a:gd name="connsiteX638" fmla="*/ 1368660 w 2259901"/>
              <a:gd name="connsiteY638" fmla="*/ 586463 h 1273403"/>
              <a:gd name="connsiteX639" fmla="*/ 1374582 w 2259901"/>
              <a:gd name="connsiteY639" fmla="*/ 606384 h 1273403"/>
              <a:gd name="connsiteX640" fmla="*/ 1380651 w 2259901"/>
              <a:gd name="connsiteY640" fmla="*/ 626762 h 1273403"/>
              <a:gd name="connsiteX641" fmla="*/ 1380631 w 2259901"/>
              <a:gd name="connsiteY641" fmla="*/ 626810 h 1273403"/>
              <a:gd name="connsiteX642" fmla="*/ 1378116 w 2259901"/>
              <a:gd name="connsiteY642" fmla="*/ 635471 h 1273403"/>
              <a:gd name="connsiteX643" fmla="*/ 1372844 w 2259901"/>
              <a:gd name="connsiteY643" fmla="*/ 640820 h 1273403"/>
              <a:gd name="connsiteX644" fmla="*/ 1361322 w 2259901"/>
              <a:gd name="connsiteY644" fmla="*/ 638307 h 1273403"/>
              <a:gd name="connsiteX645" fmla="*/ 1352124 w 2259901"/>
              <a:gd name="connsiteY645" fmla="*/ 629036 h 1273403"/>
              <a:gd name="connsiteX646" fmla="*/ 1345133 w 2259901"/>
              <a:gd name="connsiteY646" fmla="*/ 609513 h 1273403"/>
              <a:gd name="connsiteX647" fmla="*/ 1341093 w 2259901"/>
              <a:gd name="connsiteY647" fmla="*/ 589138 h 1273403"/>
              <a:gd name="connsiteX648" fmla="*/ 1332470 w 2259901"/>
              <a:gd name="connsiteY648" fmla="*/ 569609 h 1273403"/>
              <a:gd name="connsiteX649" fmla="*/ 1329932 w 2259901"/>
              <a:gd name="connsiteY649" fmla="*/ 548340 h 1273403"/>
              <a:gd name="connsiteX650" fmla="*/ 1342467 w 2259901"/>
              <a:gd name="connsiteY650" fmla="*/ 529320 h 1273403"/>
              <a:gd name="connsiteX651" fmla="*/ 247634 w 2259901"/>
              <a:gd name="connsiteY651" fmla="*/ 496268 h 1273403"/>
              <a:gd name="connsiteX652" fmla="*/ 262692 w 2259901"/>
              <a:gd name="connsiteY652" fmla="*/ 497609 h 1273403"/>
              <a:gd name="connsiteX653" fmla="*/ 270042 w 2259901"/>
              <a:gd name="connsiteY653" fmla="*/ 510621 h 1273403"/>
              <a:gd name="connsiteX654" fmla="*/ 272779 w 2259901"/>
              <a:gd name="connsiteY654" fmla="*/ 537336 h 1273403"/>
              <a:gd name="connsiteX655" fmla="*/ 279724 w 2259901"/>
              <a:gd name="connsiteY655" fmla="*/ 552663 h 1273403"/>
              <a:gd name="connsiteX656" fmla="*/ 283618 w 2259901"/>
              <a:gd name="connsiteY656" fmla="*/ 568405 h 1273403"/>
              <a:gd name="connsiteX657" fmla="*/ 281991 w 2259901"/>
              <a:gd name="connsiteY657" fmla="*/ 577890 h 1273403"/>
              <a:gd name="connsiteX658" fmla="*/ 275855 w 2259901"/>
              <a:gd name="connsiteY658" fmla="*/ 584513 h 1273403"/>
              <a:gd name="connsiteX659" fmla="*/ 254771 w 2259901"/>
              <a:gd name="connsiteY659" fmla="*/ 576018 h 1273403"/>
              <a:gd name="connsiteX660" fmla="*/ 249014 w 2259901"/>
              <a:gd name="connsiteY660" fmla="*/ 561359 h 1273403"/>
              <a:gd name="connsiteX661" fmla="*/ 249764 w 2259901"/>
              <a:gd name="connsiteY661" fmla="*/ 543951 h 1273403"/>
              <a:gd name="connsiteX662" fmla="*/ 243070 w 2259901"/>
              <a:gd name="connsiteY662" fmla="*/ 529914 h 1273403"/>
              <a:gd name="connsiteX663" fmla="*/ 240965 w 2259901"/>
              <a:gd name="connsiteY663" fmla="*/ 515825 h 1273403"/>
              <a:gd name="connsiteX664" fmla="*/ 240897 w 2259901"/>
              <a:gd name="connsiteY664" fmla="*/ 515853 h 1273403"/>
              <a:gd name="connsiteX665" fmla="*/ 247634 w 2259901"/>
              <a:gd name="connsiteY665" fmla="*/ 496268 h 1273403"/>
              <a:gd name="connsiteX666" fmla="*/ 1503275 w 2259901"/>
              <a:gd name="connsiteY666" fmla="*/ 488032 h 1273403"/>
              <a:gd name="connsiteX667" fmla="*/ 1509646 w 2259901"/>
              <a:gd name="connsiteY667" fmla="*/ 494765 h 1273403"/>
              <a:gd name="connsiteX668" fmla="*/ 1514354 w 2259901"/>
              <a:gd name="connsiteY668" fmla="*/ 509775 h 1273403"/>
              <a:gd name="connsiteX669" fmla="*/ 1522561 w 2259901"/>
              <a:gd name="connsiteY669" fmla="*/ 529356 h 1273403"/>
              <a:gd name="connsiteX670" fmla="*/ 1530154 w 2259901"/>
              <a:gd name="connsiteY670" fmla="*/ 549864 h 1273403"/>
              <a:gd name="connsiteX671" fmla="*/ 1530137 w 2259901"/>
              <a:gd name="connsiteY671" fmla="*/ 571982 h 1273403"/>
              <a:gd name="connsiteX672" fmla="*/ 1525874 w 2259901"/>
              <a:gd name="connsiteY672" fmla="*/ 586734 h 1273403"/>
              <a:gd name="connsiteX673" fmla="*/ 1525227 w 2259901"/>
              <a:gd name="connsiteY673" fmla="*/ 595516 h 1273403"/>
              <a:gd name="connsiteX674" fmla="*/ 1519838 w 2259901"/>
              <a:gd name="connsiteY674" fmla="*/ 600066 h 1273403"/>
              <a:gd name="connsiteX675" fmla="*/ 1504703 w 2259901"/>
              <a:gd name="connsiteY675" fmla="*/ 588138 h 1273403"/>
              <a:gd name="connsiteX676" fmla="*/ 1504410 w 2259901"/>
              <a:gd name="connsiteY676" fmla="*/ 569050 h 1273403"/>
              <a:gd name="connsiteX677" fmla="*/ 1491954 w 2259901"/>
              <a:gd name="connsiteY677" fmla="*/ 548707 h 1273403"/>
              <a:gd name="connsiteX678" fmla="*/ 1488655 w 2259901"/>
              <a:gd name="connsiteY678" fmla="*/ 525086 h 1273403"/>
              <a:gd name="connsiteX679" fmla="*/ 1494052 w 2259901"/>
              <a:gd name="connsiteY679" fmla="*/ 501836 h 1273403"/>
              <a:gd name="connsiteX680" fmla="*/ 1503275 w 2259901"/>
              <a:gd name="connsiteY680" fmla="*/ 488032 h 1273403"/>
              <a:gd name="connsiteX681" fmla="*/ 865561 w 2259901"/>
              <a:gd name="connsiteY681" fmla="*/ 483461 h 1273403"/>
              <a:gd name="connsiteX682" fmla="*/ 882000 w 2259901"/>
              <a:gd name="connsiteY682" fmla="*/ 498870 h 1273403"/>
              <a:gd name="connsiteX683" fmla="*/ 894817 w 2259901"/>
              <a:gd name="connsiteY683" fmla="*/ 514850 h 1273403"/>
              <a:gd name="connsiteX684" fmla="*/ 905325 w 2259901"/>
              <a:gd name="connsiteY684" fmla="*/ 532573 h 1273403"/>
              <a:gd name="connsiteX685" fmla="*/ 917799 w 2259901"/>
              <a:gd name="connsiteY685" fmla="*/ 549370 h 1273403"/>
              <a:gd name="connsiteX686" fmla="*/ 924082 w 2259901"/>
              <a:gd name="connsiteY686" fmla="*/ 569103 h 1273403"/>
              <a:gd name="connsiteX687" fmla="*/ 924054 w 2259901"/>
              <a:gd name="connsiteY687" fmla="*/ 569035 h 1273403"/>
              <a:gd name="connsiteX688" fmla="*/ 927639 w 2259901"/>
              <a:gd name="connsiteY688" fmla="*/ 585381 h 1273403"/>
              <a:gd name="connsiteX689" fmla="*/ 913054 w 2259901"/>
              <a:gd name="connsiteY689" fmla="*/ 586948 h 1273403"/>
              <a:gd name="connsiteX690" fmla="*/ 899939 w 2259901"/>
              <a:gd name="connsiteY690" fmla="*/ 579083 h 1273403"/>
              <a:gd name="connsiteX691" fmla="*/ 886294 w 2259901"/>
              <a:gd name="connsiteY691" fmla="*/ 562926 h 1273403"/>
              <a:gd name="connsiteX692" fmla="*/ 875006 w 2259901"/>
              <a:gd name="connsiteY692" fmla="*/ 545046 h 1273403"/>
              <a:gd name="connsiteX693" fmla="*/ 862654 w 2259901"/>
              <a:gd name="connsiteY693" fmla="*/ 527285 h 1273403"/>
              <a:gd name="connsiteX694" fmla="*/ 864225 w 2259901"/>
              <a:gd name="connsiteY694" fmla="*/ 504688 h 1273403"/>
              <a:gd name="connsiteX695" fmla="*/ 865561 w 2259901"/>
              <a:gd name="connsiteY695" fmla="*/ 483461 h 1273403"/>
              <a:gd name="connsiteX696" fmla="*/ 2127813 w 2259901"/>
              <a:gd name="connsiteY696" fmla="*/ 443961 h 1273403"/>
              <a:gd name="connsiteX697" fmla="*/ 2139305 w 2259901"/>
              <a:gd name="connsiteY697" fmla="*/ 447082 h 1273403"/>
              <a:gd name="connsiteX698" fmla="*/ 2146463 w 2259901"/>
              <a:gd name="connsiteY698" fmla="*/ 460015 h 1273403"/>
              <a:gd name="connsiteX699" fmla="*/ 2165892 w 2259901"/>
              <a:gd name="connsiteY699" fmla="*/ 478652 h 1273403"/>
              <a:gd name="connsiteX700" fmla="*/ 2170724 w 2259901"/>
              <a:gd name="connsiteY700" fmla="*/ 504945 h 1273403"/>
              <a:gd name="connsiteX701" fmla="*/ 2174762 w 2259901"/>
              <a:gd name="connsiteY701" fmla="*/ 518998 h 1273403"/>
              <a:gd name="connsiteX702" fmla="*/ 2176354 w 2259901"/>
              <a:gd name="connsiteY702" fmla="*/ 526502 h 1273403"/>
              <a:gd name="connsiteX703" fmla="*/ 2172176 w 2259901"/>
              <a:gd name="connsiteY703" fmla="*/ 531630 h 1273403"/>
              <a:gd name="connsiteX704" fmla="*/ 2156977 w 2259901"/>
              <a:gd name="connsiteY704" fmla="*/ 525376 h 1273403"/>
              <a:gd name="connsiteX705" fmla="*/ 2145351 w 2259901"/>
              <a:gd name="connsiteY705" fmla="*/ 512209 h 1273403"/>
              <a:gd name="connsiteX706" fmla="*/ 2133713 w 2259901"/>
              <a:gd name="connsiteY706" fmla="*/ 496779 h 1273403"/>
              <a:gd name="connsiteX707" fmla="*/ 2125201 w 2259901"/>
              <a:gd name="connsiteY707" fmla="*/ 479272 h 1273403"/>
              <a:gd name="connsiteX708" fmla="*/ 2120999 w 2259901"/>
              <a:gd name="connsiteY708" fmla="*/ 459959 h 1273403"/>
              <a:gd name="connsiteX709" fmla="*/ 2127841 w 2259901"/>
              <a:gd name="connsiteY709" fmla="*/ 444029 h 1273403"/>
              <a:gd name="connsiteX710" fmla="*/ 1038562 w 2259901"/>
              <a:gd name="connsiteY710" fmla="*/ 436218 h 1273403"/>
              <a:gd name="connsiteX711" fmla="*/ 1057192 w 2259901"/>
              <a:gd name="connsiteY711" fmla="*/ 450570 h 1273403"/>
              <a:gd name="connsiteX712" fmla="*/ 1066845 w 2259901"/>
              <a:gd name="connsiteY712" fmla="*/ 475045 h 1273403"/>
              <a:gd name="connsiteX713" fmla="*/ 1075132 w 2259901"/>
              <a:gd name="connsiteY713" fmla="*/ 496183 h 1273403"/>
              <a:gd name="connsiteX714" fmla="*/ 1079256 w 2259901"/>
              <a:gd name="connsiteY714" fmla="*/ 518512 h 1273403"/>
              <a:gd name="connsiteX715" fmla="*/ 1077768 w 2259901"/>
              <a:gd name="connsiteY715" fmla="*/ 539563 h 1273403"/>
              <a:gd name="connsiteX716" fmla="*/ 1062555 w 2259901"/>
              <a:gd name="connsiteY716" fmla="*/ 525401 h 1273403"/>
              <a:gd name="connsiteX717" fmla="*/ 1050996 w 2259901"/>
              <a:gd name="connsiteY717" fmla="*/ 505206 h 1273403"/>
              <a:gd name="connsiteX718" fmla="*/ 1041640 w 2259901"/>
              <a:gd name="connsiteY718" fmla="*/ 483791 h 1273403"/>
              <a:gd name="connsiteX719" fmla="*/ 1033307 w 2259901"/>
              <a:gd name="connsiteY719" fmla="*/ 461955 h 1273403"/>
              <a:gd name="connsiteX720" fmla="*/ 1027787 w 2259901"/>
              <a:gd name="connsiteY720" fmla="*/ 446323 h 1273403"/>
              <a:gd name="connsiteX721" fmla="*/ 1038590 w 2259901"/>
              <a:gd name="connsiteY721" fmla="*/ 436286 h 1273403"/>
              <a:gd name="connsiteX722" fmla="*/ 1671402 w 2259901"/>
              <a:gd name="connsiteY722" fmla="*/ 435190 h 1273403"/>
              <a:gd name="connsiteX723" fmla="*/ 1687172 w 2259901"/>
              <a:gd name="connsiteY723" fmla="*/ 440893 h 1273403"/>
              <a:gd name="connsiteX724" fmla="*/ 1698886 w 2259901"/>
              <a:gd name="connsiteY724" fmla="*/ 453985 h 1273403"/>
              <a:gd name="connsiteX725" fmla="*/ 1695815 w 2259901"/>
              <a:gd name="connsiteY725" fmla="*/ 470873 h 1273403"/>
              <a:gd name="connsiteX726" fmla="*/ 1694015 w 2259901"/>
              <a:gd name="connsiteY726" fmla="*/ 488631 h 1273403"/>
              <a:gd name="connsiteX727" fmla="*/ 1705249 w 2259901"/>
              <a:gd name="connsiteY727" fmla="*/ 507448 h 1273403"/>
              <a:gd name="connsiteX728" fmla="*/ 1713034 w 2259901"/>
              <a:gd name="connsiteY728" fmla="*/ 526288 h 1273403"/>
              <a:gd name="connsiteX729" fmla="*/ 1711081 w 2259901"/>
              <a:gd name="connsiteY729" fmla="*/ 538571 h 1273403"/>
              <a:gd name="connsiteX730" fmla="*/ 1704489 w 2259901"/>
              <a:gd name="connsiteY730" fmla="*/ 547091 h 1273403"/>
              <a:gd name="connsiteX731" fmla="*/ 1691449 w 2259901"/>
              <a:gd name="connsiteY731" fmla="*/ 541065 h 1273403"/>
              <a:gd name="connsiteX732" fmla="*/ 1678092 w 2259901"/>
              <a:gd name="connsiteY732" fmla="*/ 536202 h 1273403"/>
              <a:gd name="connsiteX733" fmla="*/ 1674277 w 2259901"/>
              <a:gd name="connsiteY733" fmla="*/ 515019 h 1273403"/>
              <a:gd name="connsiteX734" fmla="*/ 1668571 w 2259901"/>
              <a:gd name="connsiteY734" fmla="*/ 495527 h 1273403"/>
              <a:gd name="connsiteX735" fmla="*/ 1664083 w 2259901"/>
              <a:gd name="connsiteY735" fmla="*/ 478238 h 1273403"/>
              <a:gd name="connsiteX736" fmla="*/ 1666439 w 2259901"/>
              <a:gd name="connsiteY736" fmla="*/ 459019 h 1273403"/>
              <a:gd name="connsiteX737" fmla="*/ 1666487 w 2259901"/>
              <a:gd name="connsiteY737" fmla="*/ 459039 h 1273403"/>
              <a:gd name="connsiteX738" fmla="*/ 1671402 w 2259901"/>
              <a:gd name="connsiteY738" fmla="*/ 435190 h 1273403"/>
              <a:gd name="connsiteX739" fmla="*/ 412066 w 2259901"/>
              <a:gd name="connsiteY739" fmla="*/ 426809 h 1273403"/>
              <a:gd name="connsiteX740" fmla="*/ 412046 w 2259901"/>
              <a:gd name="connsiteY740" fmla="*/ 426857 h 1273403"/>
              <a:gd name="connsiteX741" fmla="*/ 425596 w 2259901"/>
              <a:gd name="connsiteY741" fmla="*/ 437048 h 1273403"/>
              <a:gd name="connsiteX742" fmla="*/ 433801 w 2259901"/>
              <a:gd name="connsiteY742" fmla="*/ 452056 h 1273403"/>
              <a:gd name="connsiteX743" fmla="*/ 439474 w 2259901"/>
              <a:gd name="connsiteY743" fmla="*/ 474187 h 1273403"/>
              <a:gd name="connsiteX744" fmla="*/ 447455 w 2259901"/>
              <a:gd name="connsiteY744" fmla="*/ 496326 h 1273403"/>
              <a:gd name="connsiteX745" fmla="*/ 444858 w 2259901"/>
              <a:gd name="connsiteY745" fmla="*/ 519621 h 1273403"/>
              <a:gd name="connsiteX746" fmla="*/ 433984 w 2259901"/>
              <a:gd name="connsiteY746" fmla="*/ 536965 h 1273403"/>
              <a:gd name="connsiteX747" fmla="*/ 411521 w 2259901"/>
              <a:gd name="connsiteY747" fmla="*/ 525975 h 1273403"/>
              <a:gd name="connsiteX748" fmla="*/ 412665 w 2259901"/>
              <a:gd name="connsiteY748" fmla="*/ 511667 h 1273403"/>
              <a:gd name="connsiteX749" fmla="*/ 412383 w 2259901"/>
              <a:gd name="connsiteY749" fmla="*/ 497664 h 1273403"/>
              <a:gd name="connsiteX750" fmla="*/ 410138 w 2259901"/>
              <a:gd name="connsiteY750" fmla="*/ 483911 h 1273403"/>
              <a:gd name="connsiteX751" fmla="*/ 410358 w 2259901"/>
              <a:gd name="connsiteY751" fmla="*/ 469385 h 1273403"/>
              <a:gd name="connsiteX752" fmla="*/ 402922 w 2259901"/>
              <a:gd name="connsiteY752" fmla="*/ 454022 h 1273403"/>
              <a:gd name="connsiteX753" fmla="*/ 395043 w 2259901"/>
              <a:gd name="connsiteY753" fmla="*/ 437965 h 1273403"/>
              <a:gd name="connsiteX754" fmla="*/ 412066 w 2259901"/>
              <a:gd name="connsiteY754" fmla="*/ 426809 h 1273403"/>
              <a:gd name="connsiteX755" fmla="*/ 1201967 w 2259901"/>
              <a:gd name="connsiteY755" fmla="*/ 389132 h 1273403"/>
              <a:gd name="connsiteX756" fmla="*/ 1219718 w 2259901"/>
              <a:gd name="connsiteY756" fmla="*/ 399390 h 1273403"/>
              <a:gd name="connsiteX757" fmla="*/ 1219650 w 2259901"/>
              <a:gd name="connsiteY757" fmla="*/ 399418 h 1273403"/>
              <a:gd name="connsiteX758" fmla="*/ 1232180 w 2259901"/>
              <a:gd name="connsiteY758" fmla="*/ 412851 h 1273403"/>
              <a:gd name="connsiteX759" fmla="*/ 1236081 w 2259901"/>
              <a:gd name="connsiteY759" fmla="*/ 431135 h 1273403"/>
              <a:gd name="connsiteX760" fmla="*/ 1245766 w 2259901"/>
              <a:gd name="connsiteY760" fmla="*/ 450150 h 1273403"/>
              <a:gd name="connsiteX761" fmla="*/ 1250075 w 2259901"/>
              <a:gd name="connsiteY761" fmla="*/ 471765 h 1273403"/>
              <a:gd name="connsiteX762" fmla="*/ 1252343 w 2259901"/>
              <a:gd name="connsiteY762" fmla="*/ 491793 h 1273403"/>
              <a:gd name="connsiteX763" fmla="*/ 1229434 w 2259901"/>
              <a:gd name="connsiteY763" fmla="*/ 483212 h 1273403"/>
              <a:gd name="connsiteX764" fmla="*/ 1214600 w 2259901"/>
              <a:gd name="connsiteY764" fmla="*/ 464242 h 1273403"/>
              <a:gd name="connsiteX765" fmla="*/ 1206363 w 2259901"/>
              <a:gd name="connsiteY765" fmla="*/ 441771 h 1273403"/>
              <a:gd name="connsiteX766" fmla="*/ 1195716 w 2259901"/>
              <a:gd name="connsiteY766" fmla="*/ 420208 h 1273403"/>
              <a:gd name="connsiteX767" fmla="*/ 1192818 w 2259901"/>
              <a:gd name="connsiteY767" fmla="*/ 402626 h 1273403"/>
              <a:gd name="connsiteX768" fmla="*/ 1201967 w 2259901"/>
              <a:gd name="connsiteY768" fmla="*/ 389132 h 1273403"/>
              <a:gd name="connsiteX769" fmla="*/ 1843600 w 2259901"/>
              <a:gd name="connsiteY769" fmla="*/ 385692 h 1273403"/>
              <a:gd name="connsiteX770" fmla="*/ 1857995 w 2259901"/>
              <a:gd name="connsiteY770" fmla="*/ 407864 h 1273403"/>
              <a:gd name="connsiteX771" fmla="*/ 1871096 w 2259901"/>
              <a:gd name="connsiteY771" fmla="*/ 431245 h 1273403"/>
              <a:gd name="connsiteX772" fmla="*/ 1874254 w 2259901"/>
              <a:gd name="connsiteY772" fmla="*/ 454128 h 1273403"/>
              <a:gd name="connsiteX773" fmla="*/ 1876660 w 2259901"/>
              <a:gd name="connsiteY773" fmla="*/ 476923 h 1273403"/>
              <a:gd name="connsiteX774" fmla="*/ 1874865 w 2259901"/>
              <a:gd name="connsiteY774" fmla="*/ 489873 h 1273403"/>
              <a:gd name="connsiteX775" fmla="*/ 1869647 w 2259901"/>
              <a:gd name="connsiteY775" fmla="*/ 495546 h 1273403"/>
              <a:gd name="connsiteX776" fmla="*/ 1853605 w 2259901"/>
              <a:gd name="connsiteY776" fmla="*/ 483633 h 1273403"/>
              <a:gd name="connsiteX777" fmla="*/ 1846781 w 2259901"/>
              <a:gd name="connsiteY777" fmla="*/ 461020 h 1273403"/>
              <a:gd name="connsiteX778" fmla="*/ 1841342 w 2259901"/>
              <a:gd name="connsiteY778" fmla="*/ 438196 h 1273403"/>
              <a:gd name="connsiteX779" fmla="*/ 1838201 w 2259901"/>
              <a:gd name="connsiteY779" fmla="*/ 414868 h 1273403"/>
              <a:gd name="connsiteX780" fmla="*/ 1834377 w 2259901"/>
              <a:gd name="connsiteY780" fmla="*/ 400171 h 1273403"/>
              <a:gd name="connsiteX781" fmla="*/ 1843628 w 2259901"/>
              <a:gd name="connsiteY781" fmla="*/ 385760 h 1273403"/>
              <a:gd name="connsiteX782" fmla="*/ 588893 w 2259901"/>
              <a:gd name="connsiteY782" fmla="*/ 381337 h 1273403"/>
              <a:gd name="connsiteX783" fmla="*/ 588853 w 2259901"/>
              <a:gd name="connsiteY783" fmla="*/ 381433 h 1273403"/>
              <a:gd name="connsiteX784" fmla="*/ 598302 w 2259901"/>
              <a:gd name="connsiteY784" fmla="*/ 393068 h 1273403"/>
              <a:gd name="connsiteX785" fmla="*/ 604268 w 2259901"/>
              <a:gd name="connsiteY785" fmla="*/ 405614 h 1273403"/>
              <a:gd name="connsiteX786" fmla="*/ 613074 w 2259901"/>
              <a:gd name="connsiteY786" fmla="*/ 425784 h 1273403"/>
              <a:gd name="connsiteX787" fmla="*/ 607150 w 2259901"/>
              <a:gd name="connsiteY787" fmla="*/ 448137 h 1273403"/>
              <a:gd name="connsiteX788" fmla="*/ 610159 w 2259901"/>
              <a:gd name="connsiteY788" fmla="*/ 469491 h 1273403"/>
              <a:gd name="connsiteX789" fmla="*/ 611107 w 2259901"/>
              <a:gd name="connsiteY789" fmla="*/ 484055 h 1273403"/>
              <a:gd name="connsiteX790" fmla="*/ 602380 w 2259901"/>
              <a:gd name="connsiteY790" fmla="*/ 489543 h 1273403"/>
              <a:gd name="connsiteX791" fmla="*/ 590499 w 2259901"/>
              <a:gd name="connsiteY791" fmla="*/ 484114 h 1273403"/>
              <a:gd name="connsiteX792" fmla="*/ 586348 w 2259901"/>
              <a:gd name="connsiteY792" fmla="*/ 466967 h 1273403"/>
              <a:gd name="connsiteX793" fmla="*/ 575609 w 2259901"/>
              <a:gd name="connsiteY793" fmla="*/ 445761 h 1273403"/>
              <a:gd name="connsiteX794" fmla="*/ 578858 w 2259901"/>
              <a:gd name="connsiteY794" fmla="*/ 422118 h 1273403"/>
              <a:gd name="connsiteX795" fmla="*/ 581694 w 2259901"/>
              <a:gd name="connsiteY795" fmla="*/ 399600 h 1273403"/>
              <a:gd name="connsiteX796" fmla="*/ 588893 w 2259901"/>
              <a:gd name="connsiteY796" fmla="*/ 381337 h 1273403"/>
              <a:gd name="connsiteX797" fmla="*/ 299311 w 2259901"/>
              <a:gd name="connsiteY797" fmla="*/ 362135 h 1273403"/>
              <a:gd name="connsiteX798" fmla="*/ 319026 w 2259901"/>
              <a:gd name="connsiteY798" fmla="*/ 364072 h 1273403"/>
              <a:gd name="connsiteX799" fmla="*/ 319006 w 2259901"/>
              <a:gd name="connsiteY799" fmla="*/ 364120 h 1273403"/>
              <a:gd name="connsiteX800" fmla="*/ 322708 w 2259901"/>
              <a:gd name="connsiteY800" fmla="*/ 386780 h 1273403"/>
              <a:gd name="connsiteX801" fmla="*/ 330380 w 2259901"/>
              <a:gd name="connsiteY801" fmla="*/ 406023 h 1273403"/>
              <a:gd name="connsiteX802" fmla="*/ 334544 w 2259901"/>
              <a:gd name="connsiteY802" fmla="*/ 415550 h 1273403"/>
              <a:gd name="connsiteX803" fmla="*/ 329248 w 2259901"/>
              <a:gd name="connsiteY803" fmla="*/ 421917 h 1273403"/>
              <a:gd name="connsiteX804" fmla="*/ 309413 w 2259901"/>
              <a:gd name="connsiteY804" fmla="*/ 422019 h 1273403"/>
              <a:gd name="connsiteX805" fmla="*/ 297258 w 2259901"/>
              <a:gd name="connsiteY805" fmla="*/ 405131 h 1273403"/>
              <a:gd name="connsiteX806" fmla="*/ 293853 w 2259901"/>
              <a:gd name="connsiteY806" fmla="*/ 385530 h 1273403"/>
              <a:gd name="connsiteX807" fmla="*/ 299311 w 2259901"/>
              <a:gd name="connsiteY807" fmla="*/ 362135 h 1273403"/>
              <a:gd name="connsiteX808" fmla="*/ 2013274 w 2259901"/>
              <a:gd name="connsiteY808" fmla="*/ 343432 h 1273403"/>
              <a:gd name="connsiteX809" fmla="*/ 2029923 w 2259901"/>
              <a:gd name="connsiteY809" fmla="*/ 357800 h 1273403"/>
              <a:gd name="connsiteX810" fmla="*/ 2029951 w 2259901"/>
              <a:gd name="connsiteY810" fmla="*/ 357868 h 1273403"/>
              <a:gd name="connsiteX811" fmla="*/ 2039154 w 2259901"/>
              <a:gd name="connsiteY811" fmla="*/ 373859 h 1273403"/>
              <a:gd name="connsiteX812" fmla="*/ 2038400 w 2259901"/>
              <a:gd name="connsiteY812" fmla="*/ 392621 h 1273403"/>
              <a:gd name="connsiteX813" fmla="*/ 2039868 w 2259901"/>
              <a:gd name="connsiteY813" fmla="*/ 414288 h 1273403"/>
              <a:gd name="connsiteX814" fmla="*/ 2051085 w 2259901"/>
              <a:gd name="connsiteY814" fmla="*/ 433549 h 1273403"/>
              <a:gd name="connsiteX815" fmla="*/ 2051802 w 2259901"/>
              <a:gd name="connsiteY815" fmla="*/ 448630 h 1273403"/>
              <a:gd name="connsiteX816" fmla="*/ 2044914 w 2259901"/>
              <a:gd name="connsiteY816" fmla="*/ 457436 h 1273403"/>
              <a:gd name="connsiteX817" fmla="*/ 2025677 w 2259901"/>
              <a:gd name="connsiteY817" fmla="*/ 440629 h 1273403"/>
              <a:gd name="connsiteX818" fmla="*/ 2010726 w 2259901"/>
              <a:gd name="connsiteY818" fmla="*/ 421666 h 1273403"/>
              <a:gd name="connsiteX819" fmla="*/ 2003167 w 2259901"/>
              <a:gd name="connsiteY819" fmla="*/ 398519 h 1273403"/>
              <a:gd name="connsiteX820" fmla="*/ 2005414 w 2259901"/>
              <a:gd name="connsiteY820" fmla="*/ 374174 h 1273403"/>
              <a:gd name="connsiteX821" fmla="*/ 2001160 w 2259901"/>
              <a:gd name="connsiteY821" fmla="*/ 356193 h 1273403"/>
              <a:gd name="connsiteX822" fmla="*/ 2013274 w 2259901"/>
              <a:gd name="connsiteY822" fmla="*/ 343432 h 1273403"/>
              <a:gd name="connsiteX823" fmla="*/ 1373945 w 2259901"/>
              <a:gd name="connsiteY823" fmla="*/ 340310 h 1273403"/>
              <a:gd name="connsiteX824" fmla="*/ 1379748 w 2259901"/>
              <a:gd name="connsiteY824" fmla="*/ 344343 h 1273403"/>
              <a:gd name="connsiteX825" fmla="*/ 1383401 w 2259901"/>
              <a:gd name="connsiteY825" fmla="*/ 360660 h 1273403"/>
              <a:gd name="connsiteX826" fmla="*/ 1403236 w 2259901"/>
              <a:gd name="connsiteY826" fmla="*/ 372807 h 1273403"/>
              <a:gd name="connsiteX827" fmla="*/ 1409587 w 2259901"/>
              <a:gd name="connsiteY827" fmla="*/ 394263 h 1273403"/>
              <a:gd name="connsiteX828" fmla="*/ 1419506 w 2259901"/>
              <a:gd name="connsiteY828" fmla="*/ 414335 h 1273403"/>
              <a:gd name="connsiteX829" fmla="*/ 1422462 w 2259901"/>
              <a:gd name="connsiteY829" fmla="*/ 428951 h 1273403"/>
              <a:gd name="connsiteX830" fmla="*/ 1416139 w 2259901"/>
              <a:gd name="connsiteY830" fmla="*/ 441485 h 1273403"/>
              <a:gd name="connsiteX831" fmla="*/ 1402519 w 2259901"/>
              <a:gd name="connsiteY831" fmla="*/ 434424 h 1273403"/>
              <a:gd name="connsiteX832" fmla="*/ 1393201 w 2259901"/>
              <a:gd name="connsiteY832" fmla="*/ 419515 h 1273403"/>
              <a:gd name="connsiteX833" fmla="*/ 1374299 w 2259901"/>
              <a:gd name="connsiteY833" fmla="*/ 404598 h 1273403"/>
              <a:gd name="connsiteX834" fmla="*/ 1367447 w 2259901"/>
              <a:gd name="connsiteY834" fmla="*/ 381917 h 1273403"/>
              <a:gd name="connsiteX835" fmla="*/ 1363602 w 2259901"/>
              <a:gd name="connsiteY835" fmla="*/ 359196 h 1273403"/>
              <a:gd name="connsiteX836" fmla="*/ 1365677 w 2259901"/>
              <a:gd name="connsiteY836" fmla="*/ 341722 h 1273403"/>
              <a:gd name="connsiteX837" fmla="*/ 1365725 w 2259901"/>
              <a:gd name="connsiteY837" fmla="*/ 341742 h 1273403"/>
              <a:gd name="connsiteX838" fmla="*/ 1373945 w 2259901"/>
              <a:gd name="connsiteY838" fmla="*/ 340310 h 1273403"/>
              <a:gd name="connsiteX839" fmla="*/ 744201 w 2259901"/>
              <a:gd name="connsiteY839" fmla="*/ 333794 h 1273403"/>
              <a:gd name="connsiteX840" fmla="*/ 755974 w 2259901"/>
              <a:gd name="connsiteY840" fmla="*/ 349167 h 1273403"/>
              <a:gd name="connsiteX841" fmla="*/ 768814 w 2259901"/>
              <a:gd name="connsiteY841" fmla="*/ 360246 h 1273403"/>
              <a:gd name="connsiteX842" fmla="*/ 782192 w 2259901"/>
              <a:gd name="connsiteY842" fmla="*/ 379735 h 1273403"/>
              <a:gd name="connsiteX843" fmla="*/ 781969 w 2259901"/>
              <a:gd name="connsiteY843" fmla="*/ 403686 h 1273403"/>
              <a:gd name="connsiteX844" fmla="*/ 782760 w 2259901"/>
              <a:gd name="connsiteY844" fmla="*/ 426030 h 1273403"/>
              <a:gd name="connsiteX845" fmla="*/ 780403 w 2259901"/>
              <a:gd name="connsiteY845" fmla="*/ 449426 h 1273403"/>
              <a:gd name="connsiteX846" fmla="*/ 764318 w 2259901"/>
              <a:gd name="connsiteY846" fmla="*/ 447711 h 1273403"/>
              <a:gd name="connsiteX847" fmla="*/ 756151 w 2259901"/>
              <a:gd name="connsiteY847" fmla="*/ 435034 h 1273403"/>
              <a:gd name="connsiteX848" fmla="*/ 748628 w 2259901"/>
              <a:gd name="connsiteY848" fmla="*/ 422569 h 1273403"/>
              <a:gd name="connsiteX849" fmla="*/ 752290 w 2259901"/>
              <a:gd name="connsiteY849" fmla="*/ 407904 h 1273403"/>
              <a:gd name="connsiteX850" fmla="*/ 743633 w 2259901"/>
              <a:gd name="connsiteY850" fmla="*/ 381588 h 1273403"/>
              <a:gd name="connsiteX851" fmla="*/ 737893 w 2259901"/>
              <a:gd name="connsiteY851" fmla="*/ 366484 h 1273403"/>
              <a:gd name="connsiteX852" fmla="*/ 732259 w 2259901"/>
              <a:gd name="connsiteY852" fmla="*/ 350860 h 1273403"/>
              <a:gd name="connsiteX853" fmla="*/ 744277 w 2259901"/>
              <a:gd name="connsiteY853" fmla="*/ 333882 h 1273403"/>
              <a:gd name="connsiteX854" fmla="*/ 2176180 w 2259901"/>
              <a:gd name="connsiteY854" fmla="*/ 297266 h 1273403"/>
              <a:gd name="connsiteX855" fmla="*/ 2190308 w 2259901"/>
              <a:gd name="connsiteY855" fmla="*/ 317520 h 1273403"/>
              <a:gd name="connsiteX856" fmla="*/ 2205187 w 2259901"/>
              <a:gd name="connsiteY856" fmla="*/ 340290 h 1273403"/>
              <a:gd name="connsiteX857" fmla="*/ 2206831 w 2259901"/>
              <a:gd name="connsiteY857" fmla="*/ 363556 h 1273403"/>
              <a:gd name="connsiteX858" fmla="*/ 2207912 w 2259901"/>
              <a:gd name="connsiteY858" fmla="*/ 386417 h 1273403"/>
              <a:gd name="connsiteX859" fmla="*/ 2203141 w 2259901"/>
              <a:gd name="connsiteY859" fmla="*/ 406826 h 1273403"/>
              <a:gd name="connsiteX860" fmla="*/ 2190075 w 2259901"/>
              <a:gd name="connsiteY860" fmla="*/ 391306 h 1273403"/>
              <a:gd name="connsiteX861" fmla="*/ 2183603 w 2259901"/>
              <a:gd name="connsiteY861" fmla="*/ 369066 h 1273403"/>
              <a:gd name="connsiteX862" fmla="*/ 2172005 w 2259901"/>
              <a:gd name="connsiteY862" fmla="*/ 348290 h 1273403"/>
              <a:gd name="connsiteX863" fmla="*/ 2162675 w 2259901"/>
              <a:gd name="connsiteY863" fmla="*/ 326547 h 1273403"/>
              <a:gd name="connsiteX864" fmla="*/ 2168834 w 2259901"/>
              <a:gd name="connsiteY864" fmla="*/ 309824 h 1273403"/>
              <a:gd name="connsiteX865" fmla="*/ 2176092 w 2259901"/>
              <a:gd name="connsiteY865" fmla="*/ 297342 h 1273403"/>
              <a:gd name="connsiteX866" fmla="*/ 1543004 w 2259901"/>
              <a:gd name="connsiteY866" fmla="*/ 294653 h 1273403"/>
              <a:gd name="connsiteX867" fmla="*/ 1562416 w 2259901"/>
              <a:gd name="connsiteY867" fmla="*/ 306736 h 1273403"/>
              <a:gd name="connsiteX868" fmla="*/ 1562512 w 2259901"/>
              <a:gd name="connsiteY868" fmla="*/ 306776 h 1273403"/>
              <a:gd name="connsiteX869" fmla="*/ 1572438 w 2259901"/>
              <a:gd name="connsiteY869" fmla="*/ 321714 h 1273403"/>
              <a:gd name="connsiteX870" fmla="*/ 1578056 w 2259901"/>
              <a:gd name="connsiteY870" fmla="*/ 339532 h 1273403"/>
              <a:gd name="connsiteX871" fmla="*/ 1586780 w 2259901"/>
              <a:gd name="connsiteY871" fmla="*/ 358822 h 1273403"/>
              <a:gd name="connsiteX872" fmla="*/ 1592523 w 2259901"/>
              <a:gd name="connsiteY872" fmla="*/ 379572 h 1273403"/>
              <a:gd name="connsiteX873" fmla="*/ 1596821 w 2259901"/>
              <a:gd name="connsiteY873" fmla="*/ 393359 h 1273403"/>
              <a:gd name="connsiteX874" fmla="*/ 1592585 w 2259901"/>
              <a:gd name="connsiteY874" fmla="*/ 402175 h 1273403"/>
              <a:gd name="connsiteX875" fmla="*/ 1571283 w 2259901"/>
              <a:gd name="connsiteY875" fmla="*/ 389356 h 1273403"/>
              <a:gd name="connsiteX876" fmla="*/ 1554823 w 2259901"/>
              <a:gd name="connsiteY876" fmla="*/ 372245 h 1273403"/>
              <a:gd name="connsiteX877" fmla="*/ 1545020 w 2259901"/>
              <a:gd name="connsiteY877" fmla="*/ 350416 h 1273403"/>
              <a:gd name="connsiteX878" fmla="*/ 1539974 w 2259901"/>
              <a:gd name="connsiteY878" fmla="*/ 327193 h 1273403"/>
              <a:gd name="connsiteX879" fmla="*/ 1539152 w 2259901"/>
              <a:gd name="connsiteY879" fmla="*/ 310311 h 1273403"/>
              <a:gd name="connsiteX880" fmla="*/ 1543004 w 2259901"/>
              <a:gd name="connsiteY880" fmla="*/ 294653 h 1273403"/>
              <a:gd name="connsiteX881" fmla="*/ 907587 w 2259901"/>
              <a:gd name="connsiteY881" fmla="*/ 287829 h 1273403"/>
              <a:gd name="connsiteX882" fmla="*/ 927908 w 2259901"/>
              <a:gd name="connsiteY882" fmla="*/ 292898 h 1273403"/>
              <a:gd name="connsiteX883" fmla="*/ 938075 w 2259901"/>
              <a:gd name="connsiteY883" fmla="*/ 309010 h 1273403"/>
              <a:gd name="connsiteX884" fmla="*/ 940857 w 2259901"/>
              <a:gd name="connsiteY884" fmla="*/ 326600 h 1273403"/>
              <a:gd name="connsiteX885" fmla="*/ 935641 w 2259901"/>
              <a:gd name="connsiteY885" fmla="*/ 343493 h 1273403"/>
              <a:gd name="connsiteX886" fmla="*/ 949037 w 2259901"/>
              <a:gd name="connsiteY886" fmla="*/ 360110 h 1273403"/>
              <a:gd name="connsiteX887" fmla="*/ 951690 w 2259901"/>
              <a:gd name="connsiteY887" fmla="*/ 381371 h 1273403"/>
              <a:gd name="connsiteX888" fmla="*/ 949372 w 2259901"/>
              <a:gd name="connsiteY888" fmla="*/ 391548 h 1273403"/>
              <a:gd name="connsiteX889" fmla="*/ 942334 w 2259901"/>
              <a:gd name="connsiteY889" fmla="*/ 398054 h 1273403"/>
              <a:gd name="connsiteX890" fmla="*/ 923938 w 2259901"/>
              <a:gd name="connsiteY890" fmla="*/ 387582 h 1273403"/>
              <a:gd name="connsiteX891" fmla="*/ 916791 w 2259901"/>
              <a:gd name="connsiteY891" fmla="*/ 370590 h 1273403"/>
              <a:gd name="connsiteX892" fmla="*/ 910132 w 2259901"/>
              <a:gd name="connsiteY892" fmla="*/ 350812 h 1273403"/>
              <a:gd name="connsiteX893" fmla="*/ 903687 w 2259901"/>
              <a:gd name="connsiteY893" fmla="*/ 333889 h 1273403"/>
              <a:gd name="connsiteX894" fmla="*/ 900657 w 2259901"/>
              <a:gd name="connsiteY894" fmla="*/ 315009 h 1273403"/>
              <a:gd name="connsiteX895" fmla="*/ 900609 w 2259901"/>
              <a:gd name="connsiteY895" fmla="*/ 314989 h 1273403"/>
              <a:gd name="connsiteX896" fmla="*/ 907587 w 2259901"/>
              <a:gd name="connsiteY896" fmla="*/ 287829 h 1273403"/>
              <a:gd name="connsiteX897" fmla="*/ 446186 w 2259901"/>
              <a:gd name="connsiteY897" fmla="*/ 270647 h 1273403"/>
              <a:gd name="connsiteX898" fmla="*/ 461160 w 2259901"/>
              <a:gd name="connsiteY898" fmla="*/ 286458 h 1273403"/>
              <a:gd name="connsiteX899" fmla="*/ 476662 w 2259901"/>
              <a:gd name="connsiteY899" fmla="*/ 302491 h 1273403"/>
              <a:gd name="connsiteX900" fmla="*/ 476896 w 2259901"/>
              <a:gd name="connsiteY900" fmla="*/ 317546 h 1273403"/>
              <a:gd name="connsiteX901" fmla="*/ 485673 w 2259901"/>
              <a:gd name="connsiteY901" fmla="*/ 329575 h 1273403"/>
              <a:gd name="connsiteX902" fmla="*/ 486398 w 2259901"/>
              <a:gd name="connsiteY902" fmla="*/ 346050 h 1273403"/>
              <a:gd name="connsiteX903" fmla="*/ 481174 w 2259901"/>
              <a:gd name="connsiteY903" fmla="*/ 355122 h 1273403"/>
              <a:gd name="connsiteX904" fmla="*/ 466044 w 2259901"/>
              <a:gd name="connsiteY904" fmla="*/ 341164 h 1273403"/>
              <a:gd name="connsiteX905" fmla="*/ 447083 w 2259901"/>
              <a:gd name="connsiteY905" fmla="*/ 322892 h 1273403"/>
              <a:gd name="connsiteX906" fmla="*/ 440552 w 2259901"/>
              <a:gd name="connsiteY906" fmla="*/ 297693 h 1273403"/>
              <a:gd name="connsiteX907" fmla="*/ 438595 w 2259901"/>
              <a:gd name="connsiteY907" fmla="*/ 283384 h 1273403"/>
              <a:gd name="connsiteX908" fmla="*/ 446166 w 2259901"/>
              <a:gd name="connsiteY908" fmla="*/ 270695 h 1273403"/>
              <a:gd name="connsiteX909" fmla="*/ 1706983 w 2259901"/>
              <a:gd name="connsiteY909" fmla="*/ 248484 h 1273403"/>
              <a:gd name="connsiteX910" fmla="*/ 1707011 w 2259901"/>
              <a:gd name="connsiteY910" fmla="*/ 248552 h 1273403"/>
              <a:gd name="connsiteX911" fmla="*/ 1720038 w 2259901"/>
              <a:gd name="connsiteY911" fmla="*/ 252993 h 1273403"/>
              <a:gd name="connsiteX912" fmla="*/ 1727101 w 2259901"/>
              <a:gd name="connsiteY912" fmla="*/ 265208 h 1273403"/>
              <a:gd name="connsiteX913" fmla="*/ 1737715 w 2259901"/>
              <a:gd name="connsiteY913" fmla="*/ 289408 h 1273403"/>
              <a:gd name="connsiteX914" fmla="*/ 1742174 w 2259901"/>
              <a:gd name="connsiteY914" fmla="*/ 311879 h 1273403"/>
              <a:gd name="connsiteX915" fmla="*/ 1749533 w 2259901"/>
              <a:gd name="connsiteY915" fmla="*/ 333079 h 1273403"/>
              <a:gd name="connsiteX916" fmla="*/ 1750851 w 2259901"/>
              <a:gd name="connsiteY916" fmla="*/ 355644 h 1273403"/>
              <a:gd name="connsiteX917" fmla="*/ 1736280 w 2259901"/>
              <a:gd name="connsiteY917" fmla="*/ 338872 h 1273403"/>
              <a:gd name="connsiteX918" fmla="*/ 1721342 w 2259901"/>
              <a:gd name="connsiteY918" fmla="*/ 320819 h 1273403"/>
              <a:gd name="connsiteX919" fmla="*/ 1712797 w 2259901"/>
              <a:gd name="connsiteY919" fmla="*/ 298951 h 1273403"/>
              <a:gd name="connsiteX920" fmla="*/ 1700609 w 2259901"/>
              <a:gd name="connsiteY920" fmla="*/ 278776 h 1273403"/>
              <a:gd name="connsiteX921" fmla="*/ 1699688 w 2259901"/>
              <a:gd name="connsiteY921" fmla="*/ 261458 h 1273403"/>
              <a:gd name="connsiteX922" fmla="*/ 1706983 w 2259901"/>
              <a:gd name="connsiteY922" fmla="*/ 248484 h 1273403"/>
              <a:gd name="connsiteX923" fmla="*/ 1082443 w 2259901"/>
              <a:gd name="connsiteY923" fmla="*/ 241814 h 1273403"/>
              <a:gd name="connsiteX924" fmla="*/ 1096700 w 2259901"/>
              <a:gd name="connsiteY924" fmla="*/ 252470 h 1273403"/>
              <a:gd name="connsiteX925" fmla="*/ 1101308 w 2259901"/>
              <a:gd name="connsiteY925" fmla="*/ 272970 h 1273403"/>
              <a:gd name="connsiteX926" fmla="*/ 1111958 w 2259901"/>
              <a:gd name="connsiteY926" fmla="*/ 291429 h 1273403"/>
              <a:gd name="connsiteX927" fmla="*/ 1114444 w 2259901"/>
              <a:gd name="connsiteY927" fmla="*/ 312281 h 1273403"/>
              <a:gd name="connsiteX928" fmla="*/ 1119729 w 2259901"/>
              <a:gd name="connsiteY928" fmla="*/ 332782 h 1273403"/>
              <a:gd name="connsiteX929" fmla="*/ 1119592 w 2259901"/>
              <a:gd name="connsiteY929" fmla="*/ 332839 h 1273403"/>
              <a:gd name="connsiteX930" fmla="*/ 1112322 w 2259901"/>
              <a:gd name="connsiteY930" fmla="*/ 347234 h 1273403"/>
              <a:gd name="connsiteX931" fmla="*/ 1091931 w 2259901"/>
              <a:gd name="connsiteY931" fmla="*/ 334797 h 1273403"/>
              <a:gd name="connsiteX932" fmla="*/ 1085948 w 2259901"/>
              <a:gd name="connsiteY932" fmla="*/ 315020 h 1273403"/>
              <a:gd name="connsiteX933" fmla="*/ 1079627 w 2259901"/>
              <a:gd name="connsiteY933" fmla="*/ 295382 h 1273403"/>
              <a:gd name="connsiteX934" fmla="*/ 1071991 w 2259901"/>
              <a:gd name="connsiteY934" fmla="*/ 275647 h 1273403"/>
              <a:gd name="connsiteX935" fmla="*/ 1071663 w 2259901"/>
              <a:gd name="connsiteY935" fmla="*/ 254625 h 1273403"/>
              <a:gd name="connsiteX936" fmla="*/ 1082443 w 2259901"/>
              <a:gd name="connsiteY936" fmla="*/ 241814 h 1273403"/>
              <a:gd name="connsiteX937" fmla="*/ 610807 w 2259901"/>
              <a:gd name="connsiteY937" fmla="*/ 208929 h 1273403"/>
              <a:gd name="connsiteX938" fmla="*/ 621130 w 2259901"/>
              <a:gd name="connsiteY938" fmla="*/ 215130 h 1273403"/>
              <a:gd name="connsiteX939" fmla="*/ 621150 w 2259901"/>
              <a:gd name="connsiteY939" fmla="*/ 215082 h 1273403"/>
              <a:gd name="connsiteX940" fmla="*/ 633426 w 2259901"/>
              <a:gd name="connsiteY940" fmla="*/ 229932 h 1273403"/>
              <a:gd name="connsiteX941" fmla="*/ 636741 w 2259901"/>
              <a:gd name="connsiteY941" fmla="*/ 248535 h 1273403"/>
              <a:gd name="connsiteX942" fmla="*/ 641254 w 2259901"/>
              <a:gd name="connsiteY942" fmla="*/ 270068 h 1273403"/>
              <a:gd name="connsiteX943" fmla="*/ 652629 w 2259901"/>
              <a:gd name="connsiteY943" fmla="*/ 288548 h 1273403"/>
              <a:gd name="connsiteX944" fmla="*/ 658469 w 2259901"/>
              <a:gd name="connsiteY944" fmla="*/ 299292 h 1273403"/>
              <a:gd name="connsiteX945" fmla="*/ 655388 w 2259901"/>
              <a:gd name="connsiteY945" fmla="*/ 305790 h 1273403"/>
              <a:gd name="connsiteX946" fmla="*/ 635201 w 2259901"/>
              <a:gd name="connsiteY946" fmla="*/ 298519 h 1273403"/>
              <a:gd name="connsiteX947" fmla="*/ 618860 w 2259901"/>
              <a:gd name="connsiteY947" fmla="*/ 281797 h 1273403"/>
              <a:gd name="connsiteX948" fmla="*/ 601113 w 2259901"/>
              <a:gd name="connsiteY948" fmla="*/ 264259 h 1273403"/>
              <a:gd name="connsiteX949" fmla="*/ 597123 w 2259901"/>
              <a:gd name="connsiteY949" fmla="*/ 239729 h 1273403"/>
              <a:gd name="connsiteX950" fmla="*/ 596141 w 2259901"/>
              <a:gd name="connsiteY950" fmla="*/ 222554 h 1273403"/>
              <a:gd name="connsiteX951" fmla="*/ 600595 w 2259901"/>
              <a:gd name="connsiteY951" fmla="*/ 209632 h 1273403"/>
              <a:gd name="connsiteX952" fmla="*/ 610807 w 2259901"/>
              <a:gd name="connsiteY952" fmla="*/ 208929 h 1273403"/>
              <a:gd name="connsiteX953" fmla="*/ 1868631 w 2259901"/>
              <a:gd name="connsiteY953" fmla="*/ 205459 h 1273403"/>
              <a:gd name="connsiteX954" fmla="*/ 1881397 w 2259901"/>
              <a:gd name="connsiteY954" fmla="*/ 217523 h 1273403"/>
              <a:gd name="connsiteX955" fmla="*/ 1900073 w 2259901"/>
              <a:gd name="connsiteY955" fmla="*/ 229072 h 1273403"/>
              <a:gd name="connsiteX956" fmla="*/ 1905472 w 2259901"/>
              <a:gd name="connsiteY956" fmla="*/ 250241 h 1273403"/>
              <a:gd name="connsiteX957" fmla="*/ 1920423 w 2259901"/>
              <a:gd name="connsiteY957" fmla="*/ 265705 h 1273403"/>
              <a:gd name="connsiteX958" fmla="*/ 1927701 w 2259901"/>
              <a:gd name="connsiteY958" fmla="*/ 285347 h 1273403"/>
              <a:gd name="connsiteX959" fmla="*/ 1927749 w 2259901"/>
              <a:gd name="connsiteY959" fmla="*/ 285368 h 1273403"/>
              <a:gd name="connsiteX960" fmla="*/ 1927685 w 2259901"/>
              <a:gd name="connsiteY960" fmla="*/ 301540 h 1273403"/>
              <a:gd name="connsiteX961" fmla="*/ 1915374 w 2259901"/>
              <a:gd name="connsiteY961" fmla="*/ 301180 h 1273403"/>
              <a:gd name="connsiteX962" fmla="*/ 1904383 w 2259901"/>
              <a:gd name="connsiteY962" fmla="*/ 293359 h 1273403"/>
              <a:gd name="connsiteX963" fmla="*/ 1892361 w 2259901"/>
              <a:gd name="connsiteY963" fmla="*/ 276695 h 1273403"/>
              <a:gd name="connsiteX964" fmla="*/ 1876684 w 2259901"/>
              <a:gd name="connsiteY964" fmla="*/ 261888 h 1273403"/>
              <a:gd name="connsiteX965" fmla="*/ 1865673 w 2259901"/>
              <a:gd name="connsiteY965" fmla="*/ 243616 h 1273403"/>
              <a:gd name="connsiteX966" fmla="*/ 1860338 w 2259901"/>
              <a:gd name="connsiteY966" fmla="*/ 222699 h 1273403"/>
              <a:gd name="connsiteX967" fmla="*/ 1868631 w 2259901"/>
              <a:gd name="connsiteY967" fmla="*/ 205459 h 1273403"/>
              <a:gd name="connsiteX968" fmla="*/ 1241150 w 2259901"/>
              <a:gd name="connsiteY968" fmla="*/ 189654 h 1273403"/>
              <a:gd name="connsiteX969" fmla="*/ 1261388 w 2259901"/>
              <a:gd name="connsiteY969" fmla="*/ 193841 h 1273403"/>
              <a:gd name="connsiteX970" fmla="*/ 1267094 w 2259901"/>
              <a:gd name="connsiteY970" fmla="*/ 211584 h 1273403"/>
              <a:gd name="connsiteX971" fmla="*/ 1273613 w 2259901"/>
              <a:gd name="connsiteY971" fmla="*/ 227522 h 1273403"/>
              <a:gd name="connsiteX972" fmla="*/ 1269961 w 2259901"/>
              <a:gd name="connsiteY972" fmla="*/ 244450 h 1273403"/>
              <a:gd name="connsiteX973" fmla="*/ 1278702 w 2259901"/>
              <a:gd name="connsiteY973" fmla="*/ 263295 h 1273403"/>
              <a:gd name="connsiteX974" fmla="*/ 1287623 w 2259901"/>
              <a:gd name="connsiteY974" fmla="*/ 282384 h 1273403"/>
              <a:gd name="connsiteX975" fmla="*/ 1285813 w 2259901"/>
              <a:gd name="connsiteY975" fmla="*/ 296195 h 1273403"/>
              <a:gd name="connsiteX976" fmla="*/ 1279267 w 2259901"/>
              <a:gd name="connsiteY976" fmla="*/ 306370 h 1273403"/>
              <a:gd name="connsiteX977" fmla="*/ 1266155 w 2259901"/>
              <a:gd name="connsiteY977" fmla="*/ 298902 h 1273403"/>
              <a:gd name="connsiteX978" fmla="*/ 1257495 w 2259901"/>
              <a:gd name="connsiteY978" fmla="*/ 288614 h 1273403"/>
              <a:gd name="connsiteX979" fmla="*/ 1245644 w 2259901"/>
              <a:gd name="connsiteY979" fmla="*/ 272079 h 1273403"/>
              <a:gd name="connsiteX980" fmla="*/ 1243832 w 2259901"/>
              <a:gd name="connsiteY980" fmla="*/ 251904 h 1273403"/>
              <a:gd name="connsiteX981" fmla="*/ 1236250 w 2259901"/>
              <a:gd name="connsiteY981" fmla="*/ 235408 h 1273403"/>
              <a:gd name="connsiteX982" fmla="*/ 1239118 w 2259901"/>
              <a:gd name="connsiteY982" fmla="*/ 216177 h 1273403"/>
              <a:gd name="connsiteX983" fmla="*/ 1239050 w 2259901"/>
              <a:gd name="connsiteY983" fmla="*/ 216205 h 1273403"/>
              <a:gd name="connsiteX984" fmla="*/ 1241150 w 2259901"/>
              <a:gd name="connsiteY984" fmla="*/ 189654 h 1273403"/>
              <a:gd name="connsiteX985" fmla="*/ 773699 w 2259901"/>
              <a:gd name="connsiteY985" fmla="*/ 152723 h 1273403"/>
              <a:gd name="connsiteX986" fmla="*/ 773686 w 2259901"/>
              <a:gd name="connsiteY986" fmla="*/ 152887 h 1273403"/>
              <a:gd name="connsiteX987" fmla="*/ 788231 w 2259901"/>
              <a:gd name="connsiteY987" fmla="*/ 161915 h 1273403"/>
              <a:gd name="connsiteX988" fmla="*/ 792489 w 2259901"/>
              <a:gd name="connsiteY988" fmla="*/ 176116 h 1273403"/>
              <a:gd name="connsiteX989" fmla="*/ 801325 w 2259901"/>
              <a:gd name="connsiteY989" fmla="*/ 195678 h 1273403"/>
              <a:gd name="connsiteX990" fmla="*/ 807193 w 2259901"/>
              <a:gd name="connsiteY990" fmla="*/ 215859 h 1273403"/>
              <a:gd name="connsiteX991" fmla="*/ 813701 w 2259901"/>
              <a:gd name="connsiteY991" fmla="*/ 236534 h 1273403"/>
              <a:gd name="connsiteX992" fmla="*/ 812227 w 2259901"/>
              <a:gd name="connsiteY992" fmla="*/ 251495 h 1273403"/>
              <a:gd name="connsiteX993" fmla="*/ 813744 w 2259901"/>
              <a:gd name="connsiteY993" fmla="*/ 258035 h 1273403"/>
              <a:gd name="connsiteX994" fmla="*/ 809648 w 2259901"/>
              <a:gd name="connsiteY994" fmla="*/ 261420 h 1273403"/>
              <a:gd name="connsiteX995" fmla="*/ 798992 w 2259901"/>
              <a:gd name="connsiteY995" fmla="*/ 252667 h 1273403"/>
              <a:gd name="connsiteX996" fmla="*/ 788066 w 2259901"/>
              <a:gd name="connsiteY996" fmla="*/ 239172 h 1273403"/>
              <a:gd name="connsiteX997" fmla="*/ 778314 w 2259901"/>
              <a:gd name="connsiteY997" fmla="*/ 218436 h 1273403"/>
              <a:gd name="connsiteX998" fmla="*/ 771400 w 2259901"/>
              <a:gd name="connsiteY998" fmla="*/ 196576 h 1273403"/>
              <a:gd name="connsiteX999" fmla="*/ 772055 w 2259901"/>
              <a:gd name="connsiteY999" fmla="*/ 173878 h 1273403"/>
              <a:gd name="connsiteX1000" fmla="*/ 773699 w 2259901"/>
              <a:gd name="connsiteY1000" fmla="*/ 152723 h 1273403"/>
              <a:gd name="connsiteX1001" fmla="*/ 2039737 w 2259901"/>
              <a:gd name="connsiteY1001" fmla="*/ 150761 h 1273403"/>
              <a:gd name="connsiteX1002" fmla="*/ 2039765 w 2259901"/>
              <a:gd name="connsiteY1002" fmla="*/ 150829 h 1273403"/>
              <a:gd name="connsiteX1003" fmla="*/ 2057981 w 2259901"/>
              <a:gd name="connsiteY1003" fmla="*/ 168055 h 1273403"/>
              <a:gd name="connsiteX1004" fmla="*/ 2070193 w 2259901"/>
              <a:gd name="connsiteY1004" fmla="*/ 191402 h 1273403"/>
              <a:gd name="connsiteX1005" fmla="*/ 2077923 w 2259901"/>
              <a:gd name="connsiteY1005" fmla="*/ 212927 h 1273403"/>
              <a:gd name="connsiteX1006" fmla="*/ 2083720 w 2259901"/>
              <a:gd name="connsiteY1006" fmla="*/ 235166 h 1273403"/>
              <a:gd name="connsiteX1007" fmla="*/ 2081205 w 2259901"/>
              <a:gd name="connsiteY1007" fmla="*/ 261092 h 1273403"/>
              <a:gd name="connsiteX1008" fmla="*/ 2062778 w 2259901"/>
              <a:gd name="connsiteY1008" fmla="*/ 243157 h 1273403"/>
              <a:gd name="connsiteX1009" fmla="*/ 2049109 w 2259901"/>
              <a:gd name="connsiteY1009" fmla="*/ 223828 h 1273403"/>
              <a:gd name="connsiteX1010" fmla="*/ 2043346 w 2259901"/>
              <a:gd name="connsiteY1010" fmla="*/ 200700 h 1273403"/>
              <a:gd name="connsiteX1011" fmla="*/ 2029401 w 2259901"/>
              <a:gd name="connsiteY1011" fmla="*/ 181087 h 1273403"/>
              <a:gd name="connsiteX1012" fmla="*/ 2030365 w 2259901"/>
              <a:gd name="connsiteY1012" fmla="*/ 163711 h 1273403"/>
              <a:gd name="connsiteX1013" fmla="*/ 2039737 w 2259901"/>
              <a:gd name="connsiteY1013" fmla="*/ 150761 h 1273403"/>
              <a:gd name="connsiteX1014" fmla="*/ 1413007 w 2259901"/>
              <a:gd name="connsiteY1014" fmla="*/ 142044 h 1273403"/>
              <a:gd name="connsiteX1015" fmla="*/ 1413015 w 2259901"/>
              <a:gd name="connsiteY1015" fmla="*/ 142160 h 1273403"/>
              <a:gd name="connsiteX1016" fmla="*/ 1426662 w 2259901"/>
              <a:gd name="connsiteY1016" fmla="*/ 154141 h 1273403"/>
              <a:gd name="connsiteX1017" fmla="*/ 1435568 w 2259901"/>
              <a:gd name="connsiteY1017" fmla="*/ 168823 h 1273403"/>
              <a:gd name="connsiteX1018" fmla="*/ 1439394 w 2259901"/>
              <a:gd name="connsiteY1018" fmla="*/ 191591 h 1273403"/>
              <a:gd name="connsiteX1019" fmla="*/ 1449245 w 2259901"/>
              <a:gd name="connsiteY1019" fmla="*/ 213440 h 1273403"/>
              <a:gd name="connsiteX1020" fmla="*/ 1449980 w 2259901"/>
              <a:gd name="connsiteY1020" fmla="*/ 237397 h 1273403"/>
              <a:gd name="connsiteX1021" fmla="*/ 1435502 w 2259901"/>
              <a:gd name="connsiteY1021" fmla="*/ 255264 h 1273403"/>
              <a:gd name="connsiteX1022" fmla="*/ 1416056 w 2259901"/>
              <a:gd name="connsiteY1022" fmla="*/ 241248 h 1273403"/>
              <a:gd name="connsiteX1023" fmla="*/ 1409957 w 2259901"/>
              <a:gd name="connsiteY1023" fmla="*/ 228477 h 1273403"/>
              <a:gd name="connsiteX1024" fmla="*/ 1415397 w 2259901"/>
              <a:gd name="connsiteY1024" fmla="*/ 214952 h 1273403"/>
              <a:gd name="connsiteX1025" fmla="*/ 1412200 w 2259901"/>
              <a:gd name="connsiteY1025" fmla="*/ 200914 h 1273403"/>
              <a:gd name="connsiteX1026" fmla="*/ 1411996 w 2259901"/>
              <a:gd name="connsiteY1026" fmla="*/ 186322 h 1273403"/>
              <a:gd name="connsiteX1027" fmla="*/ 1402974 w 2259901"/>
              <a:gd name="connsiteY1027" fmla="*/ 171650 h 1273403"/>
              <a:gd name="connsiteX1028" fmla="*/ 1397368 w 2259901"/>
              <a:gd name="connsiteY1028" fmla="*/ 155416 h 1273403"/>
              <a:gd name="connsiteX1029" fmla="*/ 1413007 w 2259901"/>
              <a:gd name="connsiteY1029" fmla="*/ 142044 h 1273403"/>
              <a:gd name="connsiteX1030" fmla="*/ 930883 w 2259901"/>
              <a:gd name="connsiteY1030" fmla="*/ 106756 h 1273403"/>
              <a:gd name="connsiteX1031" fmla="*/ 930931 w 2259901"/>
              <a:gd name="connsiteY1031" fmla="*/ 106776 h 1273403"/>
              <a:gd name="connsiteX1032" fmla="*/ 946717 w 2259901"/>
              <a:gd name="connsiteY1032" fmla="*/ 119033 h 1273403"/>
              <a:gd name="connsiteX1033" fmla="*/ 962786 w 2259901"/>
              <a:gd name="connsiteY1033" fmla="*/ 126441 h 1273403"/>
              <a:gd name="connsiteX1034" fmla="*/ 976665 w 2259901"/>
              <a:gd name="connsiteY1034" fmla="*/ 145406 h 1273403"/>
              <a:gd name="connsiteX1035" fmla="*/ 988587 w 2259901"/>
              <a:gd name="connsiteY1035" fmla="*/ 165809 h 1273403"/>
              <a:gd name="connsiteX1036" fmla="*/ 993353 w 2259901"/>
              <a:gd name="connsiteY1036" fmla="*/ 189028 h 1273403"/>
              <a:gd name="connsiteX1037" fmla="*/ 990437 w 2259901"/>
              <a:gd name="connsiteY1037" fmla="*/ 213488 h 1273403"/>
              <a:gd name="connsiteX1038" fmla="*/ 976236 w 2259901"/>
              <a:gd name="connsiteY1038" fmla="*/ 209966 h 1273403"/>
              <a:gd name="connsiteX1039" fmla="*/ 965980 w 2259901"/>
              <a:gd name="connsiteY1039" fmla="*/ 201606 h 1273403"/>
              <a:gd name="connsiteX1040" fmla="*/ 958495 w 2259901"/>
              <a:gd name="connsiteY1040" fmla="*/ 191471 h 1273403"/>
              <a:gd name="connsiteX1041" fmla="*/ 952105 w 2259901"/>
              <a:gd name="connsiteY1041" fmla="*/ 178861 h 1273403"/>
              <a:gd name="connsiteX1042" fmla="*/ 937768 w 2259901"/>
              <a:gd name="connsiteY1042" fmla="*/ 156148 h 1273403"/>
              <a:gd name="connsiteX1043" fmla="*/ 932779 w 2259901"/>
              <a:gd name="connsiteY1043" fmla="*/ 139383 h 1273403"/>
              <a:gd name="connsiteX1044" fmla="*/ 925813 w 2259901"/>
              <a:gd name="connsiteY1044" fmla="*/ 126532 h 1273403"/>
              <a:gd name="connsiteX1045" fmla="*/ 930883 w 2259901"/>
              <a:gd name="connsiteY1045" fmla="*/ 106756 h 1273403"/>
              <a:gd name="connsiteX1046" fmla="*/ 2202746 w 2259901"/>
              <a:gd name="connsiteY1046" fmla="*/ 105428 h 1273403"/>
              <a:gd name="connsiteX1047" fmla="*/ 2223184 w 2259901"/>
              <a:gd name="connsiteY1047" fmla="*/ 114385 h 1273403"/>
              <a:gd name="connsiteX1048" fmla="*/ 2223280 w 2259901"/>
              <a:gd name="connsiteY1048" fmla="*/ 114425 h 1273403"/>
              <a:gd name="connsiteX1049" fmla="*/ 2231011 w 2259901"/>
              <a:gd name="connsiteY1049" fmla="*/ 130701 h 1273403"/>
              <a:gd name="connsiteX1050" fmla="*/ 2237931 w 2259901"/>
              <a:gd name="connsiteY1050" fmla="*/ 148105 h 1273403"/>
              <a:gd name="connsiteX1051" fmla="*/ 2244231 w 2259901"/>
              <a:gd name="connsiteY1051" fmla="*/ 168468 h 1273403"/>
              <a:gd name="connsiteX1052" fmla="*/ 2256972 w 2259901"/>
              <a:gd name="connsiteY1052" fmla="*/ 186110 h 1273403"/>
              <a:gd name="connsiteX1053" fmla="*/ 2259766 w 2259901"/>
              <a:gd name="connsiteY1053" fmla="*/ 200190 h 1273403"/>
              <a:gd name="connsiteX1054" fmla="*/ 2253919 w 2259901"/>
              <a:gd name="connsiteY1054" fmla="*/ 209553 h 1273403"/>
              <a:gd name="connsiteX1055" fmla="*/ 2230250 w 2259901"/>
              <a:gd name="connsiteY1055" fmla="*/ 200766 h 1273403"/>
              <a:gd name="connsiteX1056" fmla="*/ 2218309 w 2259901"/>
              <a:gd name="connsiteY1056" fmla="*/ 179734 h 1273403"/>
              <a:gd name="connsiteX1057" fmla="*/ 2204937 w 2259901"/>
              <a:gd name="connsiteY1057" fmla="*/ 159965 h 1273403"/>
              <a:gd name="connsiteX1058" fmla="*/ 2201404 w 2259901"/>
              <a:gd name="connsiteY1058" fmla="*/ 136361 h 1273403"/>
              <a:gd name="connsiteX1059" fmla="*/ 2193043 w 2259901"/>
              <a:gd name="connsiteY1059" fmla="*/ 119706 h 1273403"/>
              <a:gd name="connsiteX1060" fmla="*/ 2202746 w 2259901"/>
              <a:gd name="connsiteY1060" fmla="*/ 105428 h 1273403"/>
              <a:gd name="connsiteX1061" fmla="*/ 1590048 w 2259901"/>
              <a:gd name="connsiteY1061" fmla="*/ 104678 h 1273403"/>
              <a:gd name="connsiteX1062" fmla="*/ 1602270 w 2259901"/>
              <a:gd name="connsiteY1062" fmla="*/ 109289 h 1273403"/>
              <a:gd name="connsiteX1063" fmla="*/ 1602786 w 2259901"/>
              <a:gd name="connsiteY1063" fmla="*/ 123673 h 1273403"/>
              <a:gd name="connsiteX1064" fmla="*/ 1608426 w 2259901"/>
              <a:gd name="connsiteY1064" fmla="*/ 144266 h 1273403"/>
              <a:gd name="connsiteX1065" fmla="*/ 1610380 w 2259901"/>
              <a:gd name="connsiteY1065" fmla="*/ 165178 h 1273403"/>
              <a:gd name="connsiteX1066" fmla="*/ 1613393 w 2259901"/>
              <a:gd name="connsiteY1066" fmla="*/ 186928 h 1273403"/>
              <a:gd name="connsiteX1067" fmla="*/ 1615797 w 2259901"/>
              <a:gd name="connsiteY1067" fmla="*/ 201651 h 1273403"/>
              <a:gd name="connsiteX1068" fmla="*/ 1603532 w 2259901"/>
              <a:gd name="connsiteY1068" fmla="*/ 207237 h 1273403"/>
              <a:gd name="connsiteX1069" fmla="*/ 1591817 w 2259901"/>
              <a:gd name="connsiteY1069" fmla="*/ 201145 h 1273403"/>
              <a:gd name="connsiteX1070" fmla="*/ 1589805 w 2259901"/>
              <a:gd name="connsiteY1070" fmla="*/ 183200 h 1273403"/>
              <a:gd name="connsiteX1071" fmla="*/ 1579764 w 2259901"/>
              <a:gd name="connsiteY1071" fmla="*/ 162343 h 1273403"/>
              <a:gd name="connsiteX1072" fmla="*/ 1574042 w 2259901"/>
              <a:gd name="connsiteY1072" fmla="*/ 139119 h 1273403"/>
              <a:gd name="connsiteX1073" fmla="*/ 1583451 w 2259901"/>
              <a:gd name="connsiteY1073" fmla="*/ 116927 h 1273403"/>
              <a:gd name="connsiteX1074" fmla="*/ 1590048 w 2259901"/>
              <a:gd name="connsiteY1074" fmla="*/ 104678 h 1273403"/>
              <a:gd name="connsiteX1075" fmla="*/ 664875 w 2259901"/>
              <a:gd name="connsiteY1075" fmla="*/ 85801 h 1273403"/>
              <a:gd name="connsiteX1076" fmla="*/ 688737 w 2259901"/>
              <a:gd name="connsiteY1076" fmla="*/ 95741 h 1273403"/>
              <a:gd name="connsiteX1077" fmla="*/ 687384 w 2259901"/>
              <a:gd name="connsiteY1077" fmla="*/ 115663 h 1273403"/>
              <a:gd name="connsiteX1078" fmla="*/ 696946 w 2259901"/>
              <a:gd name="connsiteY1078" fmla="*/ 137391 h 1273403"/>
              <a:gd name="connsiteX1079" fmla="*/ 686671 w 2259901"/>
              <a:gd name="connsiteY1079" fmla="*/ 150076 h 1273403"/>
              <a:gd name="connsiteX1080" fmla="*/ 666660 w 2259901"/>
              <a:gd name="connsiteY1080" fmla="*/ 144403 h 1273403"/>
              <a:gd name="connsiteX1081" fmla="*/ 653627 w 2259901"/>
              <a:gd name="connsiteY1081" fmla="*/ 125171 h 1273403"/>
              <a:gd name="connsiteX1082" fmla="*/ 653542 w 2259901"/>
              <a:gd name="connsiteY1082" fmla="*/ 102219 h 1273403"/>
              <a:gd name="connsiteX1083" fmla="*/ 653562 w 2259901"/>
              <a:gd name="connsiteY1083" fmla="*/ 102171 h 1273403"/>
              <a:gd name="connsiteX1084" fmla="*/ 664875 w 2259901"/>
              <a:gd name="connsiteY1084" fmla="*/ 85801 h 1273403"/>
              <a:gd name="connsiteX1085" fmla="*/ 1116706 w 2259901"/>
              <a:gd name="connsiteY1085" fmla="*/ 59465 h 1273403"/>
              <a:gd name="connsiteX1086" fmla="*/ 1133493 w 2259901"/>
              <a:gd name="connsiteY1086" fmla="*/ 69601 h 1273403"/>
              <a:gd name="connsiteX1087" fmla="*/ 1143339 w 2259901"/>
              <a:gd name="connsiteY1087" fmla="*/ 88231 h 1273403"/>
              <a:gd name="connsiteX1088" fmla="*/ 1150229 w 2259901"/>
              <a:gd name="connsiteY1088" fmla="*/ 107994 h 1273403"/>
              <a:gd name="connsiteX1089" fmla="*/ 1159353 w 2259901"/>
              <a:gd name="connsiteY1089" fmla="*/ 126999 h 1273403"/>
              <a:gd name="connsiteX1090" fmla="*/ 1161111 w 2259901"/>
              <a:gd name="connsiteY1090" fmla="*/ 148111 h 1273403"/>
              <a:gd name="connsiteX1091" fmla="*/ 1161179 w 2259901"/>
              <a:gd name="connsiteY1091" fmla="*/ 148083 h 1273403"/>
              <a:gd name="connsiteX1092" fmla="*/ 1159176 w 2259901"/>
              <a:gd name="connsiteY1092" fmla="*/ 163499 h 1273403"/>
              <a:gd name="connsiteX1093" fmla="*/ 1145736 w 2259901"/>
              <a:gd name="connsiteY1093" fmla="*/ 163683 h 1273403"/>
              <a:gd name="connsiteX1094" fmla="*/ 1137999 w 2259901"/>
              <a:gd name="connsiteY1094" fmla="*/ 151862 h 1273403"/>
              <a:gd name="connsiteX1095" fmla="*/ 1125076 w 2259901"/>
              <a:gd name="connsiteY1095" fmla="*/ 135330 h 1273403"/>
              <a:gd name="connsiteX1096" fmla="*/ 1119731 w 2259901"/>
              <a:gd name="connsiteY1096" fmla="*/ 114974 h 1273403"/>
              <a:gd name="connsiteX1097" fmla="*/ 1111043 w 2259901"/>
              <a:gd name="connsiteY1097" fmla="*/ 95868 h 1273403"/>
              <a:gd name="connsiteX1098" fmla="*/ 1109637 w 2259901"/>
              <a:gd name="connsiteY1098" fmla="*/ 75129 h 1273403"/>
              <a:gd name="connsiteX1099" fmla="*/ 1116706 w 2259901"/>
              <a:gd name="connsiteY1099" fmla="*/ 59465 h 1273403"/>
              <a:gd name="connsiteX1100" fmla="*/ 1745412 w 2259901"/>
              <a:gd name="connsiteY1100" fmla="*/ 51345 h 1273403"/>
              <a:gd name="connsiteX1101" fmla="*/ 1760227 w 2259901"/>
              <a:gd name="connsiteY1101" fmla="*/ 63364 h 1273403"/>
              <a:gd name="connsiteX1102" fmla="*/ 1773645 w 2259901"/>
              <a:gd name="connsiteY1102" fmla="*/ 75080 h 1273403"/>
              <a:gd name="connsiteX1103" fmla="*/ 1777338 w 2259901"/>
              <a:gd name="connsiteY1103" fmla="*/ 98977 h 1273403"/>
              <a:gd name="connsiteX1104" fmla="*/ 1784168 w 2259901"/>
              <a:gd name="connsiteY1104" fmla="*/ 120634 h 1273403"/>
              <a:gd name="connsiteX1105" fmla="*/ 1783593 w 2259901"/>
              <a:gd name="connsiteY1105" fmla="*/ 143140 h 1273403"/>
              <a:gd name="connsiteX1106" fmla="*/ 1783309 w 2259901"/>
              <a:gd name="connsiteY1106" fmla="*/ 156404 h 1273403"/>
              <a:gd name="connsiteX1107" fmla="*/ 1779927 w 2259901"/>
              <a:gd name="connsiteY1107" fmla="*/ 163335 h 1273403"/>
              <a:gd name="connsiteX1108" fmla="*/ 1767917 w 2259901"/>
              <a:gd name="connsiteY1108" fmla="*/ 160505 h 1273403"/>
              <a:gd name="connsiteX1109" fmla="*/ 1758330 w 2259901"/>
              <a:gd name="connsiteY1109" fmla="*/ 151353 h 1273403"/>
              <a:gd name="connsiteX1110" fmla="*/ 1753724 w 2259901"/>
              <a:gd name="connsiteY1110" fmla="*/ 138925 h 1273403"/>
              <a:gd name="connsiteX1111" fmla="*/ 1748630 w 2259901"/>
              <a:gd name="connsiteY1111" fmla="*/ 125107 h 1273403"/>
              <a:gd name="connsiteX1112" fmla="*/ 1744719 w 2259901"/>
              <a:gd name="connsiteY1112" fmla="*/ 98634 h 1273403"/>
              <a:gd name="connsiteX1113" fmla="*/ 1740681 w 2259901"/>
              <a:gd name="connsiteY1113" fmla="*/ 82833 h 1273403"/>
              <a:gd name="connsiteX1114" fmla="*/ 1736128 w 2259901"/>
              <a:gd name="connsiteY1114" fmla="*/ 68394 h 1273403"/>
              <a:gd name="connsiteX1115" fmla="*/ 1745344 w 2259901"/>
              <a:gd name="connsiteY1115" fmla="*/ 51372 h 1273403"/>
              <a:gd name="connsiteX1116" fmla="*/ 1271155 w 2259901"/>
              <a:gd name="connsiteY1116" fmla="*/ 11279 h 1273403"/>
              <a:gd name="connsiteX1117" fmla="*/ 1293409 w 2259901"/>
              <a:gd name="connsiteY1117" fmla="*/ 24383 h 1273403"/>
              <a:gd name="connsiteX1118" fmla="*/ 1293361 w 2259901"/>
              <a:gd name="connsiteY1118" fmla="*/ 24363 h 1273403"/>
              <a:gd name="connsiteX1119" fmla="*/ 1307066 w 2259901"/>
              <a:gd name="connsiteY1119" fmla="*/ 38627 h 1273403"/>
              <a:gd name="connsiteX1120" fmla="*/ 1308500 w 2259901"/>
              <a:gd name="connsiteY1120" fmla="*/ 57684 h 1273403"/>
              <a:gd name="connsiteX1121" fmla="*/ 1314283 w 2259901"/>
              <a:gd name="connsiteY1121" fmla="*/ 78337 h 1273403"/>
              <a:gd name="connsiteX1122" fmla="*/ 1322923 w 2259901"/>
              <a:gd name="connsiteY1122" fmla="*/ 98099 h 1273403"/>
              <a:gd name="connsiteX1123" fmla="*/ 1327560 w 2259901"/>
              <a:gd name="connsiteY1123" fmla="*/ 108902 h 1273403"/>
              <a:gd name="connsiteX1124" fmla="*/ 1323493 w 2259901"/>
              <a:gd name="connsiteY1124" fmla="*/ 115045 h 1273403"/>
              <a:gd name="connsiteX1125" fmla="*/ 1301402 w 2259901"/>
              <a:gd name="connsiteY1125" fmla="*/ 110701 h 1273403"/>
              <a:gd name="connsiteX1126" fmla="*/ 1285030 w 2259901"/>
              <a:gd name="connsiteY1126" fmla="*/ 92442 h 1273403"/>
              <a:gd name="connsiteX1127" fmla="*/ 1276762 w 2259901"/>
              <a:gd name="connsiteY1127" fmla="*/ 69505 h 1273403"/>
              <a:gd name="connsiteX1128" fmla="*/ 1266460 w 2259901"/>
              <a:gd name="connsiteY1128" fmla="*/ 47524 h 1273403"/>
              <a:gd name="connsiteX1129" fmla="*/ 1269217 w 2259901"/>
              <a:gd name="connsiteY1129" fmla="*/ 29770 h 1273403"/>
              <a:gd name="connsiteX1130" fmla="*/ 1271155 w 2259901"/>
              <a:gd name="connsiteY1130" fmla="*/ 11279 h 1273403"/>
              <a:gd name="connsiteX1131" fmla="*/ 1909095 w 2259901"/>
              <a:gd name="connsiteY1131" fmla="*/ 5615 h 1273403"/>
              <a:gd name="connsiteX1132" fmla="*/ 1926328 w 2259901"/>
              <a:gd name="connsiteY1132" fmla="*/ 13342 h 1273403"/>
              <a:gd name="connsiteX1133" fmla="*/ 1936489 w 2259901"/>
              <a:gd name="connsiteY1133" fmla="*/ 26911 h 1273403"/>
              <a:gd name="connsiteX1134" fmla="*/ 1935845 w 2259901"/>
              <a:gd name="connsiteY1134" fmla="*/ 43122 h 1273403"/>
              <a:gd name="connsiteX1135" fmla="*/ 1940913 w 2259901"/>
              <a:gd name="connsiteY1135" fmla="*/ 59695 h 1273403"/>
              <a:gd name="connsiteX1136" fmla="*/ 1949740 w 2259901"/>
              <a:gd name="connsiteY1136" fmla="*/ 77390 h 1273403"/>
              <a:gd name="connsiteX1137" fmla="*/ 1951382 w 2259901"/>
              <a:gd name="connsiteY1137" fmla="*/ 98510 h 1273403"/>
              <a:gd name="connsiteX1138" fmla="*/ 1943722 w 2259901"/>
              <a:gd name="connsiteY1138" fmla="*/ 115451 h 1273403"/>
              <a:gd name="connsiteX1139" fmla="*/ 1924739 w 2259901"/>
              <a:gd name="connsiteY1139" fmla="*/ 104903 h 1273403"/>
              <a:gd name="connsiteX1140" fmla="*/ 1914742 w 2259901"/>
              <a:gd name="connsiteY1140" fmla="*/ 87846 h 1273403"/>
              <a:gd name="connsiteX1141" fmla="*/ 1911701 w 2259901"/>
              <a:gd name="connsiteY1141" fmla="*/ 67777 h 1273403"/>
              <a:gd name="connsiteX1142" fmla="*/ 1906843 w 2259901"/>
              <a:gd name="connsiteY1142" fmla="*/ 50164 h 1273403"/>
              <a:gd name="connsiteX1143" fmla="*/ 1901161 w 2259901"/>
              <a:gd name="connsiteY1143" fmla="*/ 32093 h 1273403"/>
              <a:gd name="connsiteX1144" fmla="*/ 1901045 w 2259901"/>
              <a:gd name="connsiteY1144" fmla="*/ 32101 h 1273403"/>
              <a:gd name="connsiteX1145" fmla="*/ 1909095 w 2259901"/>
              <a:gd name="connsiteY1145" fmla="*/ 5615 h 1273403"/>
              <a:gd name="connsiteX1146" fmla="*/ 820012 w 2259901"/>
              <a:gd name="connsiteY1146" fmla="*/ 5280 h 1273403"/>
              <a:gd name="connsiteX1147" fmla="*/ 820040 w 2259901"/>
              <a:gd name="connsiteY1147" fmla="*/ 5349 h 1273403"/>
              <a:gd name="connsiteX1148" fmla="*/ 840165 w 2259901"/>
              <a:gd name="connsiteY1148" fmla="*/ 18689 h 1273403"/>
              <a:gd name="connsiteX1149" fmla="*/ 852985 w 2259901"/>
              <a:gd name="connsiteY1149" fmla="*/ 35065 h 1273403"/>
              <a:gd name="connsiteX1150" fmla="*/ 854546 w 2259901"/>
              <a:gd name="connsiteY1150" fmla="*/ 56378 h 1273403"/>
              <a:gd name="connsiteX1151" fmla="*/ 843334 w 2259901"/>
              <a:gd name="connsiteY1151" fmla="*/ 74258 h 1273403"/>
              <a:gd name="connsiteX1152" fmla="*/ 820257 w 2259901"/>
              <a:gd name="connsiteY1152" fmla="*/ 69445 h 1273403"/>
              <a:gd name="connsiteX1153" fmla="*/ 820170 w 2259901"/>
              <a:gd name="connsiteY1153" fmla="*/ 50669 h 1273403"/>
              <a:gd name="connsiteX1154" fmla="*/ 816052 w 2259901"/>
              <a:gd name="connsiteY1154" fmla="*/ 33310 h 1273403"/>
              <a:gd name="connsiteX1155" fmla="*/ 809806 w 2259901"/>
              <a:gd name="connsiteY1155" fmla="*/ 15511 h 1273403"/>
              <a:gd name="connsiteX1156" fmla="*/ 820012 w 2259901"/>
              <a:gd name="connsiteY1156" fmla="*/ 5280 h 1273403"/>
              <a:gd name="connsiteX1157" fmla="*/ 2064397 w 2259901"/>
              <a:gd name="connsiteY1157" fmla="*/ 0 h 1273403"/>
              <a:gd name="connsiteX1158" fmla="*/ 2096633 w 2259901"/>
              <a:gd name="connsiteY1158" fmla="*/ 0 h 1273403"/>
              <a:gd name="connsiteX1159" fmla="*/ 2099313 w 2259901"/>
              <a:gd name="connsiteY1159" fmla="*/ 12712 h 1273403"/>
              <a:gd name="connsiteX1160" fmla="*/ 2108073 w 2259901"/>
              <a:gd name="connsiteY1160" fmla="*/ 32186 h 1273403"/>
              <a:gd name="connsiteX1161" fmla="*/ 2110602 w 2259901"/>
              <a:gd name="connsiteY1161" fmla="*/ 53339 h 1273403"/>
              <a:gd name="connsiteX1162" fmla="*/ 2108670 w 2259901"/>
              <a:gd name="connsiteY1162" fmla="*/ 62950 h 1273403"/>
              <a:gd name="connsiteX1163" fmla="*/ 2104088 w 2259901"/>
              <a:gd name="connsiteY1163" fmla="*/ 69292 h 1273403"/>
              <a:gd name="connsiteX1164" fmla="*/ 2080914 w 2259901"/>
              <a:gd name="connsiteY1164" fmla="*/ 56367 h 1273403"/>
              <a:gd name="connsiteX1165" fmla="*/ 2075457 w 2259901"/>
              <a:gd name="connsiteY1165" fmla="*/ 35738 h 1273403"/>
              <a:gd name="connsiteX1166" fmla="*/ 2066526 w 2259901"/>
              <a:gd name="connsiteY1166" fmla="*/ 16136 h 1273403"/>
              <a:gd name="connsiteX1167" fmla="*/ 1618771 w 2259901"/>
              <a:gd name="connsiteY1167" fmla="*/ 0 h 1273403"/>
              <a:gd name="connsiteX1168" fmla="*/ 1650177 w 2259901"/>
              <a:gd name="connsiteY1168" fmla="*/ 0 h 1273403"/>
              <a:gd name="connsiteX1169" fmla="*/ 1652689 w 2259901"/>
              <a:gd name="connsiteY1169" fmla="*/ 6293 h 1273403"/>
              <a:gd name="connsiteX1170" fmla="*/ 1658562 w 2259901"/>
              <a:gd name="connsiteY1170" fmla="*/ 26194 h 1273403"/>
              <a:gd name="connsiteX1171" fmla="*/ 1634990 w 2259901"/>
              <a:gd name="connsiteY1171" fmla="*/ 17448 h 1273403"/>
              <a:gd name="connsiteX1172" fmla="*/ 1436711 w 2259901"/>
              <a:gd name="connsiteY1172" fmla="*/ 0 h 1273403"/>
              <a:gd name="connsiteX1173" fmla="*/ 1461797 w 2259901"/>
              <a:gd name="connsiteY1173" fmla="*/ 0 h 1273403"/>
              <a:gd name="connsiteX1174" fmla="*/ 1462198 w 2259901"/>
              <a:gd name="connsiteY1174" fmla="*/ 1042 h 1273403"/>
              <a:gd name="connsiteX1175" fmla="*/ 1464740 w 2259901"/>
              <a:gd name="connsiteY1175" fmla="*/ 11547 h 1273403"/>
              <a:gd name="connsiteX1176" fmla="*/ 1476865 w 2259901"/>
              <a:gd name="connsiteY1176" fmla="*/ 30794 h 1273403"/>
              <a:gd name="connsiteX1177" fmla="*/ 1480866 w 2259901"/>
              <a:gd name="connsiteY1177" fmla="*/ 53014 h 1273403"/>
              <a:gd name="connsiteX1178" fmla="*/ 1482024 w 2259901"/>
              <a:gd name="connsiteY1178" fmla="*/ 71786 h 1273403"/>
              <a:gd name="connsiteX1179" fmla="*/ 1465120 w 2259901"/>
              <a:gd name="connsiteY1179" fmla="*/ 61658 h 1273403"/>
              <a:gd name="connsiteX1180" fmla="*/ 1454179 w 2259901"/>
              <a:gd name="connsiteY1180" fmla="*/ 40932 h 1273403"/>
              <a:gd name="connsiteX1181" fmla="*/ 1440305 w 2259901"/>
              <a:gd name="connsiteY1181" fmla="*/ 21687 h 1273403"/>
              <a:gd name="connsiteX1182" fmla="*/ 987557 w 2259901"/>
              <a:gd name="connsiteY1182" fmla="*/ 0 h 1273403"/>
              <a:gd name="connsiteX1183" fmla="*/ 1024240 w 2259901"/>
              <a:gd name="connsiteY1183" fmla="*/ 0 h 1273403"/>
              <a:gd name="connsiteX1184" fmla="*/ 1024358 w 2259901"/>
              <a:gd name="connsiteY1184" fmla="*/ 9209 h 1273403"/>
              <a:gd name="connsiteX1185" fmla="*/ 1013161 w 2259901"/>
              <a:gd name="connsiteY1185" fmla="*/ 20323 h 1273403"/>
              <a:gd name="connsiteX1186" fmla="*/ 992250 w 2259901"/>
              <a:gd name="connsiteY1186" fmla="*/ 18280 h 1273403"/>
              <a:gd name="connsiteX1187" fmla="*/ 988449 w 2259901"/>
              <a:gd name="connsiteY1187" fmla="*/ 8291 h 127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</a:cxnLst>
            <a:rect l="l" t="t" r="r" b="b"/>
            <a:pathLst>
              <a:path w="2259901" h="1273403">
                <a:moveTo>
                  <a:pt x="535957" y="1215504"/>
                </a:moveTo>
                <a:cubicBezTo>
                  <a:pt x="540611" y="1213277"/>
                  <a:pt x="546890" y="1216867"/>
                  <a:pt x="552713" y="1223426"/>
                </a:cubicBezTo>
                <a:cubicBezTo>
                  <a:pt x="556773" y="1228005"/>
                  <a:pt x="560909" y="1233745"/>
                  <a:pt x="564037" y="1239740"/>
                </a:cubicBezTo>
                <a:cubicBezTo>
                  <a:pt x="567407" y="1246232"/>
                  <a:pt x="570861" y="1252928"/>
                  <a:pt x="571622" y="1258383"/>
                </a:cubicBezTo>
                <a:lnTo>
                  <a:pt x="571601" y="1258431"/>
                </a:lnTo>
                <a:cubicBezTo>
                  <a:pt x="572157" y="1262219"/>
                  <a:pt x="570847" y="1266693"/>
                  <a:pt x="567916" y="1269247"/>
                </a:cubicBezTo>
                <a:cubicBezTo>
                  <a:pt x="562732" y="1273680"/>
                  <a:pt x="547965" y="1274606"/>
                  <a:pt x="544727" y="1271838"/>
                </a:cubicBezTo>
                <a:cubicBezTo>
                  <a:pt x="539973" y="1267702"/>
                  <a:pt x="539402" y="1258433"/>
                  <a:pt x="535867" y="1251928"/>
                </a:cubicBezTo>
                <a:cubicBezTo>
                  <a:pt x="532353" y="1245376"/>
                  <a:pt x="525956" y="1239649"/>
                  <a:pt x="525482" y="1233241"/>
                </a:cubicBezTo>
                <a:cubicBezTo>
                  <a:pt x="524915" y="1225440"/>
                  <a:pt x="528995" y="1218797"/>
                  <a:pt x="535957" y="1215504"/>
                </a:cubicBezTo>
                <a:close/>
                <a:moveTo>
                  <a:pt x="261824" y="1182173"/>
                </a:moveTo>
                <a:lnTo>
                  <a:pt x="261872" y="1182193"/>
                </a:lnTo>
                <a:cubicBezTo>
                  <a:pt x="273754" y="1179945"/>
                  <a:pt x="271874" y="1195469"/>
                  <a:pt x="276153" y="1201946"/>
                </a:cubicBezTo>
                <a:cubicBezTo>
                  <a:pt x="279291" y="1206704"/>
                  <a:pt x="287535" y="1211795"/>
                  <a:pt x="290418" y="1221468"/>
                </a:cubicBezTo>
                <a:cubicBezTo>
                  <a:pt x="292396" y="1228055"/>
                  <a:pt x="289878" y="1236086"/>
                  <a:pt x="288729" y="1245425"/>
                </a:cubicBezTo>
                <a:cubicBezTo>
                  <a:pt x="288175" y="1249977"/>
                  <a:pt x="293285" y="1259029"/>
                  <a:pt x="290855" y="1264239"/>
                </a:cubicBezTo>
                <a:cubicBezTo>
                  <a:pt x="290044" y="1265976"/>
                  <a:pt x="288396" y="1267285"/>
                  <a:pt x="285421" y="1267859"/>
                </a:cubicBezTo>
                <a:cubicBezTo>
                  <a:pt x="280033" y="1268876"/>
                  <a:pt x="277197" y="1262721"/>
                  <a:pt x="273867" y="1259633"/>
                </a:cubicBezTo>
                <a:cubicBezTo>
                  <a:pt x="269567" y="1255629"/>
                  <a:pt x="264909" y="1252211"/>
                  <a:pt x="263589" y="1250248"/>
                </a:cubicBezTo>
                <a:cubicBezTo>
                  <a:pt x="262193" y="1248195"/>
                  <a:pt x="258867" y="1237828"/>
                  <a:pt x="256022" y="1225234"/>
                </a:cubicBezTo>
                <a:cubicBezTo>
                  <a:pt x="254302" y="1217628"/>
                  <a:pt x="253561" y="1209303"/>
                  <a:pt x="255850" y="1199933"/>
                </a:cubicBezTo>
                <a:cubicBezTo>
                  <a:pt x="256957" y="1195542"/>
                  <a:pt x="257105" y="1183074"/>
                  <a:pt x="261824" y="1182173"/>
                </a:cubicBezTo>
                <a:close/>
                <a:moveTo>
                  <a:pt x="710151" y="1178369"/>
                </a:moveTo>
                <a:cubicBezTo>
                  <a:pt x="712603" y="1179043"/>
                  <a:pt x="715213" y="1180250"/>
                  <a:pt x="717748" y="1181199"/>
                </a:cubicBezTo>
                <a:cubicBezTo>
                  <a:pt x="722817" y="1183097"/>
                  <a:pt x="725401" y="1185815"/>
                  <a:pt x="727412" y="1189762"/>
                </a:cubicBezTo>
                <a:cubicBezTo>
                  <a:pt x="731970" y="1198670"/>
                  <a:pt x="737057" y="1198374"/>
                  <a:pt x="740461" y="1209226"/>
                </a:cubicBezTo>
                <a:cubicBezTo>
                  <a:pt x="742297" y="1215075"/>
                  <a:pt x="743144" y="1219381"/>
                  <a:pt x="744963" y="1223247"/>
                </a:cubicBezTo>
                <a:cubicBezTo>
                  <a:pt x="746867" y="1227318"/>
                  <a:pt x="748899" y="1231218"/>
                  <a:pt x="749670" y="1237185"/>
                </a:cubicBezTo>
                <a:cubicBezTo>
                  <a:pt x="750033" y="1240017"/>
                  <a:pt x="749572" y="1244015"/>
                  <a:pt x="748342" y="1247726"/>
                </a:cubicBezTo>
                <a:cubicBezTo>
                  <a:pt x="747112" y="1251436"/>
                  <a:pt x="745113" y="1254861"/>
                  <a:pt x="742405" y="1256549"/>
                </a:cubicBezTo>
                <a:cubicBezTo>
                  <a:pt x="735288" y="1261018"/>
                  <a:pt x="729183" y="1253381"/>
                  <a:pt x="722949" y="1249414"/>
                </a:cubicBezTo>
                <a:cubicBezTo>
                  <a:pt x="718542" y="1246609"/>
                  <a:pt x="718858" y="1241549"/>
                  <a:pt x="716069" y="1236090"/>
                </a:cubicBezTo>
                <a:cubicBezTo>
                  <a:pt x="714376" y="1232728"/>
                  <a:pt x="708380" y="1230216"/>
                  <a:pt x="706044" y="1224215"/>
                </a:cubicBezTo>
                <a:cubicBezTo>
                  <a:pt x="701150" y="1211667"/>
                  <a:pt x="698202" y="1209416"/>
                  <a:pt x="697673" y="1199373"/>
                </a:cubicBezTo>
                <a:lnTo>
                  <a:pt x="697644" y="1199305"/>
                </a:lnTo>
                <a:cubicBezTo>
                  <a:pt x="697491" y="1196306"/>
                  <a:pt x="696356" y="1183131"/>
                  <a:pt x="703500" y="1178730"/>
                </a:cubicBezTo>
                <a:cubicBezTo>
                  <a:pt x="705404" y="1177552"/>
                  <a:pt x="707699" y="1177694"/>
                  <a:pt x="710151" y="1178369"/>
                </a:cubicBezTo>
                <a:close/>
                <a:moveTo>
                  <a:pt x="888977" y="1149356"/>
                </a:moveTo>
                <a:cubicBezTo>
                  <a:pt x="894173" y="1150686"/>
                  <a:pt x="898880" y="1155197"/>
                  <a:pt x="901195" y="1159498"/>
                </a:cubicBezTo>
                <a:cubicBezTo>
                  <a:pt x="906483" y="1169220"/>
                  <a:pt x="903743" y="1172530"/>
                  <a:pt x="907982" y="1184353"/>
                </a:cubicBezTo>
                <a:cubicBezTo>
                  <a:pt x="910245" y="1190663"/>
                  <a:pt x="917025" y="1193052"/>
                  <a:pt x="919121" y="1197203"/>
                </a:cubicBezTo>
                <a:cubicBezTo>
                  <a:pt x="921376" y="1201647"/>
                  <a:pt x="919795" y="1207307"/>
                  <a:pt x="920973" y="1213783"/>
                </a:cubicBezTo>
                <a:cubicBezTo>
                  <a:pt x="922127" y="1219911"/>
                  <a:pt x="918697" y="1225811"/>
                  <a:pt x="913391" y="1229459"/>
                </a:cubicBezTo>
                <a:cubicBezTo>
                  <a:pt x="906434" y="1234221"/>
                  <a:pt x="895476" y="1234936"/>
                  <a:pt x="889454" y="1229930"/>
                </a:cubicBezTo>
                <a:cubicBezTo>
                  <a:pt x="884642" y="1225938"/>
                  <a:pt x="884334" y="1219939"/>
                  <a:pt x="883380" y="1213331"/>
                </a:cubicBezTo>
                <a:cubicBezTo>
                  <a:pt x="882810" y="1209310"/>
                  <a:pt x="886441" y="1202930"/>
                  <a:pt x="883651" y="1196399"/>
                </a:cubicBezTo>
                <a:cubicBezTo>
                  <a:pt x="881083" y="1190413"/>
                  <a:pt x="874312" y="1189214"/>
                  <a:pt x="871665" y="1186242"/>
                </a:cubicBezTo>
                <a:cubicBezTo>
                  <a:pt x="868288" y="1182457"/>
                  <a:pt x="869319" y="1177978"/>
                  <a:pt x="868656" y="1171887"/>
                </a:cubicBezTo>
                <a:lnTo>
                  <a:pt x="868704" y="1171907"/>
                </a:lnTo>
                <a:cubicBezTo>
                  <a:pt x="868323" y="1168643"/>
                  <a:pt x="867769" y="1158929"/>
                  <a:pt x="874706" y="1154215"/>
                </a:cubicBezTo>
                <a:cubicBezTo>
                  <a:pt x="878477" y="1151675"/>
                  <a:pt x="883783" y="1148026"/>
                  <a:pt x="888977" y="1149356"/>
                </a:cubicBezTo>
                <a:close/>
                <a:moveTo>
                  <a:pt x="420753" y="1139983"/>
                </a:moveTo>
                <a:cubicBezTo>
                  <a:pt x="426041" y="1139206"/>
                  <a:pt x="430896" y="1141749"/>
                  <a:pt x="435137" y="1145895"/>
                </a:cubicBezTo>
                <a:cubicBezTo>
                  <a:pt x="439500" y="1150151"/>
                  <a:pt x="441952" y="1156144"/>
                  <a:pt x="443875" y="1159094"/>
                </a:cubicBezTo>
                <a:cubicBezTo>
                  <a:pt x="447711" y="1164878"/>
                  <a:pt x="450486" y="1171177"/>
                  <a:pt x="452915" y="1177895"/>
                </a:cubicBezTo>
                <a:cubicBezTo>
                  <a:pt x="455373" y="1184682"/>
                  <a:pt x="458996" y="1191110"/>
                  <a:pt x="460074" y="1197826"/>
                </a:cubicBezTo>
                <a:cubicBezTo>
                  <a:pt x="461281" y="1205444"/>
                  <a:pt x="461573" y="1212960"/>
                  <a:pt x="461082" y="1219245"/>
                </a:cubicBezTo>
                <a:cubicBezTo>
                  <a:pt x="460292" y="1229074"/>
                  <a:pt x="456071" y="1234304"/>
                  <a:pt x="451369" y="1236512"/>
                </a:cubicBezTo>
                <a:cubicBezTo>
                  <a:pt x="444924" y="1239513"/>
                  <a:pt x="436805" y="1233853"/>
                  <a:pt x="431400" y="1226566"/>
                </a:cubicBezTo>
                <a:cubicBezTo>
                  <a:pt x="425531" y="1218632"/>
                  <a:pt x="423076" y="1212243"/>
                  <a:pt x="422985" y="1203173"/>
                </a:cubicBezTo>
                <a:cubicBezTo>
                  <a:pt x="422944" y="1196270"/>
                  <a:pt x="425392" y="1187870"/>
                  <a:pt x="421140" y="1177961"/>
                </a:cubicBezTo>
                <a:cubicBezTo>
                  <a:pt x="418788" y="1172404"/>
                  <a:pt x="412426" y="1170361"/>
                  <a:pt x="410493" y="1166898"/>
                </a:cubicBezTo>
                <a:cubicBezTo>
                  <a:pt x="407687" y="1161884"/>
                  <a:pt x="408828" y="1156605"/>
                  <a:pt x="409840" y="1151497"/>
                </a:cubicBezTo>
                <a:cubicBezTo>
                  <a:pt x="411062" y="1145349"/>
                  <a:pt x="415329" y="1140815"/>
                  <a:pt x="420753" y="1139983"/>
                </a:cubicBezTo>
                <a:close/>
                <a:moveTo>
                  <a:pt x="1052133" y="1124908"/>
                </a:moveTo>
                <a:lnTo>
                  <a:pt x="1060283" y="1127514"/>
                </a:lnTo>
                <a:cubicBezTo>
                  <a:pt x="1062918" y="1129485"/>
                  <a:pt x="1065389" y="1132270"/>
                  <a:pt x="1067483" y="1135010"/>
                </a:cubicBezTo>
                <a:cubicBezTo>
                  <a:pt x="1072080" y="1140999"/>
                  <a:pt x="1076178" y="1147908"/>
                  <a:pt x="1077352" y="1150489"/>
                </a:cubicBezTo>
                <a:cubicBezTo>
                  <a:pt x="1080291" y="1156800"/>
                  <a:pt x="1083213" y="1165306"/>
                  <a:pt x="1084805" y="1173083"/>
                </a:cubicBezTo>
                <a:cubicBezTo>
                  <a:pt x="1086914" y="1183393"/>
                  <a:pt x="1084728" y="1191169"/>
                  <a:pt x="1080028" y="1193773"/>
                </a:cubicBezTo>
                <a:cubicBezTo>
                  <a:pt x="1075057" y="1196488"/>
                  <a:pt x="1072686" y="1192051"/>
                  <a:pt x="1066542" y="1183833"/>
                </a:cubicBezTo>
                <a:cubicBezTo>
                  <a:pt x="1062856" y="1178903"/>
                  <a:pt x="1057449" y="1174041"/>
                  <a:pt x="1053767" y="1167080"/>
                </a:cubicBezTo>
                <a:cubicBezTo>
                  <a:pt x="1050592" y="1161065"/>
                  <a:pt x="1048542" y="1154111"/>
                  <a:pt x="1045560" y="1147500"/>
                </a:cubicBezTo>
                <a:cubicBezTo>
                  <a:pt x="1043958" y="1143922"/>
                  <a:pt x="1043726" y="1138618"/>
                  <a:pt x="1044837" y="1134033"/>
                </a:cubicBezTo>
                <a:close/>
                <a:moveTo>
                  <a:pt x="1052165" y="1124868"/>
                </a:moveTo>
                <a:lnTo>
                  <a:pt x="1052133" y="1124908"/>
                </a:lnTo>
                <a:lnTo>
                  <a:pt x="1052097" y="1124896"/>
                </a:lnTo>
                <a:close/>
                <a:moveTo>
                  <a:pt x="598765" y="1094104"/>
                </a:moveTo>
                <a:cubicBezTo>
                  <a:pt x="603362" y="1092419"/>
                  <a:pt x="606923" y="1094418"/>
                  <a:pt x="611770" y="1099270"/>
                </a:cubicBezTo>
                <a:cubicBezTo>
                  <a:pt x="615742" y="1103248"/>
                  <a:pt x="620452" y="1107085"/>
                  <a:pt x="621615" y="1112651"/>
                </a:cubicBezTo>
                <a:cubicBezTo>
                  <a:pt x="623128" y="1119945"/>
                  <a:pt x="625104" y="1123708"/>
                  <a:pt x="625290" y="1128244"/>
                </a:cubicBezTo>
                <a:cubicBezTo>
                  <a:pt x="625444" y="1132317"/>
                  <a:pt x="623186" y="1136902"/>
                  <a:pt x="623805" y="1144442"/>
                </a:cubicBezTo>
                <a:cubicBezTo>
                  <a:pt x="624535" y="1152932"/>
                  <a:pt x="621580" y="1161063"/>
                  <a:pt x="623904" y="1166553"/>
                </a:cubicBezTo>
                <a:cubicBezTo>
                  <a:pt x="626444" y="1172471"/>
                  <a:pt x="635396" y="1177350"/>
                  <a:pt x="635114" y="1185697"/>
                </a:cubicBezTo>
                <a:cubicBezTo>
                  <a:pt x="634799" y="1193581"/>
                  <a:pt x="625519" y="1199852"/>
                  <a:pt x="619423" y="1202153"/>
                </a:cubicBezTo>
                <a:cubicBezTo>
                  <a:pt x="615262" y="1203740"/>
                  <a:pt x="610877" y="1205460"/>
                  <a:pt x="606454" y="1202421"/>
                </a:cubicBezTo>
                <a:cubicBezTo>
                  <a:pt x="602498" y="1199748"/>
                  <a:pt x="599336" y="1195319"/>
                  <a:pt x="597112" y="1191340"/>
                </a:cubicBezTo>
                <a:cubicBezTo>
                  <a:pt x="593329" y="1184619"/>
                  <a:pt x="597230" y="1179479"/>
                  <a:pt x="597601" y="1171056"/>
                </a:cubicBezTo>
                <a:cubicBezTo>
                  <a:pt x="597861" y="1165859"/>
                  <a:pt x="597772" y="1158936"/>
                  <a:pt x="596547" y="1150013"/>
                </a:cubicBezTo>
                <a:cubicBezTo>
                  <a:pt x="595446" y="1141876"/>
                  <a:pt x="589849" y="1137330"/>
                  <a:pt x="588591" y="1132795"/>
                </a:cubicBezTo>
                <a:cubicBezTo>
                  <a:pt x="586940" y="1126911"/>
                  <a:pt x="592395" y="1122367"/>
                  <a:pt x="593141" y="1114664"/>
                </a:cubicBezTo>
                <a:cubicBezTo>
                  <a:pt x="593547" y="1110601"/>
                  <a:pt x="590872" y="1097064"/>
                  <a:pt x="598765" y="1094104"/>
                </a:cubicBezTo>
                <a:close/>
                <a:moveTo>
                  <a:pt x="42335" y="1084357"/>
                </a:moveTo>
                <a:cubicBezTo>
                  <a:pt x="47390" y="1081846"/>
                  <a:pt x="54954" y="1086539"/>
                  <a:pt x="59354" y="1090979"/>
                </a:cubicBezTo>
                <a:lnTo>
                  <a:pt x="59382" y="1091047"/>
                </a:lnTo>
                <a:cubicBezTo>
                  <a:pt x="66101" y="1097756"/>
                  <a:pt x="64674" y="1105738"/>
                  <a:pt x="67204" y="1116393"/>
                </a:cubicBezTo>
                <a:cubicBezTo>
                  <a:pt x="69401" y="1125553"/>
                  <a:pt x="74515" y="1132324"/>
                  <a:pt x="77423" y="1138170"/>
                </a:cubicBezTo>
                <a:cubicBezTo>
                  <a:pt x="83043" y="1149387"/>
                  <a:pt x="87854" y="1156481"/>
                  <a:pt x="80662" y="1160185"/>
                </a:cubicBezTo>
                <a:cubicBezTo>
                  <a:pt x="74846" y="1163168"/>
                  <a:pt x="65643" y="1159425"/>
                  <a:pt x="58257" y="1152154"/>
                </a:cubicBezTo>
                <a:cubicBezTo>
                  <a:pt x="53266" y="1147241"/>
                  <a:pt x="49878" y="1139445"/>
                  <a:pt x="45979" y="1131658"/>
                </a:cubicBezTo>
                <a:cubicBezTo>
                  <a:pt x="42537" y="1124799"/>
                  <a:pt x="38279" y="1117596"/>
                  <a:pt x="36768" y="1109626"/>
                </a:cubicBezTo>
                <a:cubicBezTo>
                  <a:pt x="35415" y="1102624"/>
                  <a:pt x="35449" y="1087738"/>
                  <a:pt x="42335" y="1084357"/>
                </a:cubicBezTo>
                <a:close/>
                <a:moveTo>
                  <a:pt x="1229408" y="1081482"/>
                </a:moveTo>
                <a:cubicBezTo>
                  <a:pt x="1232573" y="1082490"/>
                  <a:pt x="1235589" y="1084445"/>
                  <a:pt x="1238039" y="1086741"/>
                </a:cubicBezTo>
                <a:lnTo>
                  <a:pt x="1237943" y="1086701"/>
                </a:lnTo>
                <a:cubicBezTo>
                  <a:pt x="1241920" y="1090399"/>
                  <a:pt x="1243768" y="1094334"/>
                  <a:pt x="1244597" y="1099084"/>
                </a:cubicBezTo>
                <a:cubicBezTo>
                  <a:pt x="1245341" y="1103233"/>
                  <a:pt x="1246571" y="1107699"/>
                  <a:pt x="1247651" y="1113062"/>
                </a:cubicBezTo>
                <a:cubicBezTo>
                  <a:pt x="1249697" y="1123120"/>
                  <a:pt x="1251318" y="1132040"/>
                  <a:pt x="1254393" y="1138295"/>
                </a:cubicBezTo>
                <a:cubicBezTo>
                  <a:pt x="1260168" y="1150084"/>
                  <a:pt x="1267577" y="1156629"/>
                  <a:pt x="1259004" y="1160941"/>
                </a:cubicBezTo>
                <a:cubicBezTo>
                  <a:pt x="1252214" y="1164361"/>
                  <a:pt x="1240419" y="1162637"/>
                  <a:pt x="1232411" y="1155502"/>
                </a:cubicBezTo>
                <a:cubicBezTo>
                  <a:pt x="1226708" y="1150403"/>
                  <a:pt x="1223558" y="1140561"/>
                  <a:pt x="1219359" y="1132142"/>
                </a:cubicBezTo>
                <a:cubicBezTo>
                  <a:pt x="1215694" y="1124737"/>
                  <a:pt x="1216170" y="1115792"/>
                  <a:pt x="1214885" y="1107013"/>
                </a:cubicBezTo>
                <a:cubicBezTo>
                  <a:pt x="1214357" y="1103293"/>
                  <a:pt x="1209725" y="1097796"/>
                  <a:pt x="1210117" y="1092147"/>
                </a:cubicBezTo>
                <a:cubicBezTo>
                  <a:pt x="1210510" y="1086498"/>
                  <a:pt x="1215681" y="1083980"/>
                  <a:pt x="1219879" y="1081900"/>
                </a:cubicBezTo>
                <a:cubicBezTo>
                  <a:pt x="1222927" y="1080411"/>
                  <a:pt x="1226242" y="1080473"/>
                  <a:pt x="1229408" y="1081482"/>
                </a:cubicBezTo>
                <a:close/>
                <a:moveTo>
                  <a:pt x="126373" y="1058604"/>
                </a:moveTo>
                <a:lnTo>
                  <a:pt x="126401" y="1058672"/>
                </a:lnTo>
                <a:cubicBezTo>
                  <a:pt x="132580" y="1056576"/>
                  <a:pt x="134770" y="1061444"/>
                  <a:pt x="137310" y="1065612"/>
                </a:cubicBezTo>
                <a:cubicBezTo>
                  <a:pt x="139510" y="1069243"/>
                  <a:pt x="141557" y="1074051"/>
                  <a:pt x="144536" y="1077840"/>
                </a:cubicBezTo>
                <a:cubicBezTo>
                  <a:pt x="147944" y="1082089"/>
                  <a:pt x="153528" y="1086799"/>
                  <a:pt x="158129" y="1094257"/>
                </a:cubicBezTo>
                <a:cubicBezTo>
                  <a:pt x="161498" y="1099676"/>
                  <a:pt x="169046" y="1104137"/>
                  <a:pt x="171763" y="1111652"/>
                </a:cubicBezTo>
                <a:cubicBezTo>
                  <a:pt x="174017" y="1117846"/>
                  <a:pt x="174741" y="1125543"/>
                  <a:pt x="175888" y="1133304"/>
                </a:cubicBezTo>
                <a:cubicBezTo>
                  <a:pt x="176471" y="1137161"/>
                  <a:pt x="176539" y="1143059"/>
                  <a:pt x="177875" y="1148078"/>
                </a:cubicBezTo>
                <a:cubicBezTo>
                  <a:pt x="178603" y="1150783"/>
                  <a:pt x="179373" y="1153489"/>
                  <a:pt x="179210" y="1155778"/>
                </a:cubicBezTo>
                <a:cubicBezTo>
                  <a:pt x="179048" y="1158066"/>
                  <a:pt x="177955" y="1159936"/>
                  <a:pt x="174958" y="1160967"/>
                </a:cubicBezTo>
                <a:cubicBezTo>
                  <a:pt x="169304" y="1162888"/>
                  <a:pt x="163449" y="1159363"/>
                  <a:pt x="158966" y="1154719"/>
                </a:cubicBezTo>
                <a:cubicBezTo>
                  <a:pt x="154028" y="1149547"/>
                  <a:pt x="150559" y="1142618"/>
                  <a:pt x="148702" y="1140317"/>
                </a:cubicBezTo>
                <a:cubicBezTo>
                  <a:pt x="147103" y="1138348"/>
                  <a:pt x="142786" y="1130614"/>
                  <a:pt x="137151" y="1120239"/>
                </a:cubicBezTo>
                <a:cubicBezTo>
                  <a:pt x="133852" y="1114116"/>
                  <a:pt x="130110" y="1107299"/>
                  <a:pt x="127615" y="1099255"/>
                </a:cubicBezTo>
                <a:cubicBezTo>
                  <a:pt x="125394" y="1092172"/>
                  <a:pt x="120288" y="1084841"/>
                  <a:pt x="119911" y="1076725"/>
                </a:cubicBezTo>
                <a:cubicBezTo>
                  <a:pt x="119639" y="1070910"/>
                  <a:pt x="121769" y="1060174"/>
                  <a:pt x="126373" y="1058604"/>
                </a:cubicBezTo>
                <a:close/>
                <a:moveTo>
                  <a:pt x="773494" y="1041659"/>
                </a:moveTo>
                <a:cubicBezTo>
                  <a:pt x="778811" y="1042024"/>
                  <a:pt x="780799" y="1048048"/>
                  <a:pt x="784099" y="1053496"/>
                </a:cubicBezTo>
                <a:cubicBezTo>
                  <a:pt x="787504" y="1059098"/>
                  <a:pt x="791017" y="1064577"/>
                  <a:pt x="792310" y="1068223"/>
                </a:cubicBezTo>
                <a:cubicBezTo>
                  <a:pt x="794907" y="1075350"/>
                  <a:pt x="799020" y="1082491"/>
                  <a:pt x="800003" y="1090241"/>
                </a:cubicBezTo>
                <a:cubicBezTo>
                  <a:pt x="801014" y="1098059"/>
                  <a:pt x="797723" y="1106050"/>
                  <a:pt x="797406" y="1113536"/>
                </a:cubicBezTo>
                <a:cubicBezTo>
                  <a:pt x="797015" y="1122008"/>
                  <a:pt x="800505" y="1130638"/>
                  <a:pt x="798753" y="1137242"/>
                </a:cubicBezTo>
                <a:cubicBezTo>
                  <a:pt x="795974" y="1147648"/>
                  <a:pt x="790106" y="1157213"/>
                  <a:pt x="785082" y="1158438"/>
                </a:cubicBezTo>
                <a:cubicBezTo>
                  <a:pt x="781250" y="1159373"/>
                  <a:pt x="774651" y="1155875"/>
                  <a:pt x="770808" y="1151724"/>
                </a:cubicBezTo>
                <a:cubicBezTo>
                  <a:pt x="767666" y="1148320"/>
                  <a:pt x="764151" y="1143518"/>
                  <a:pt x="762433" y="1139411"/>
                </a:cubicBezTo>
                <a:cubicBezTo>
                  <a:pt x="760379" y="1134487"/>
                  <a:pt x="759931" y="1128825"/>
                  <a:pt x="760389" y="1124501"/>
                </a:cubicBezTo>
                <a:cubicBezTo>
                  <a:pt x="760847" y="1120178"/>
                  <a:pt x="765386" y="1116208"/>
                  <a:pt x="766316" y="1111293"/>
                </a:cubicBezTo>
                <a:cubicBezTo>
                  <a:pt x="767070" y="1107206"/>
                  <a:pt x="766657" y="1102405"/>
                  <a:pt x="766936" y="1097160"/>
                </a:cubicBezTo>
                <a:cubicBezTo>
                  <a:pt x="767190" y="1092920"/>
                  <a:pt x="768709" y="1088082"/>
                  <a:pt x="767732" y="1082875"/>
                </a:cubicBezTo>
                <a:cubicBezTo>
                  <a:pt x="766547" y="1076283"/>
                  <a:pt x="765672" y="1070159"/>
                  <a:pt x="763541" y="1065823"/>
                </a:cubicBezTo>
                <a:cubicBezTo>
                  <a:pt x="760542" y="1059656"/>
                  <a:pt x="754405" y="1055731"/>
                  <a:pt x="756413" y="1050533"/>
                </a:cubicBezTo>
                <a:cubicBezTo>
                  <a:pt x="758835" y="1044210"/>
                  <a:pt x="767849" y="1041270"/>
                  <a:pt x="773378" y="1041667"/>
                </a:cubicBezTo>
                <a:close/>
                <a:moveTo>
                  <a:pt x="1390083" y="1038508"/>
                </a:moveTo>
                <a:cubicBezTo>
                  <a:pt x="1395646" y="1038016"/>
                  <a:pt x="1399360" y="1043015"/>
                  <a:pt x="1402992" y="1048882"/>
                </a:cubicBezTo>
                <a:cubicBezTo>
                  <a:pt x="1406964" y="1055287"/>
                  <a:pt x="1410433" y="1062216"/>
                  <a:pt x="1411403" y="1064880"/>
                </a:cubicBezTo>
                <a:cubicBezTo>
                  <a:pt x="1413777" y="1071462"/>
                  <a:pt x="1416091" y="1079938"/>
                  <a:pt x="1416918" y="1087792"/>
                </a:cubicBezTo>
                <a:cubicBezTo>
                  <a:pt x="1418059" y="1098259"/>
                  <a:pt x="1416094" y="1105508"/>
                  <a:pt x="1411152" y="1107614"/>
                </a:cubicBezTo>
                <a:cubicBezTo>
                  <a:pt x="1405917" y="1109881"/>
                  <a:pt x="1400680" y="1107574"/>
                  <a:pt x="1395338" y="1098789"/>
                </a:cubicBezTo>
                <a:cubicBezTo>
                  <a:pt x="1392121" y="1093547"/>
                  <a:pt x="1391690" y="1085690"/>
                  <a:pt x="1388661" y="1078381"/>
                </a:cubicBezTo>
                <a:cubicBezTo>
                  <a:pt x="1386050" y="1072095"/>
                  <a:pt x="1384281" y="1065146"/>
                  <a:pt x="1381912" y="1058283"/>
                </a:cubicBezTo>
                <a:cubicBezTo>
                  <a:pt x="1379339" y="1050828"/>
                  <a:pt x="1382459" y="1039209"/>
                  <a:pt x="1390083" y="1038508"/>
                </a:cubicBezTo>
                <a:close/>
                <a:moveTo>
                  <a:pt x="289774" y="1015297"/>
                </a:moveTo>
                <a:cubicBezTo>
                  <a:pt x="294807" y="1013512"/>
                  <a:pt x="300548" y="1013941"/>
                  <a:pt x="305734" y="1017580"/>
                </a:cubicBezTo>
                <a:cubicBezTo>
                  <a:pt x="310920" y="1021221"/>
                  <a:pt x="314246" y="1028089"/>
                  <a:pt x="316904" y="1030895"/>
                </a:cubicBezTo>
                <a:cubicBezTo>
                  <a:pt x="322166" y="1036373"/>
                  <a:pt x="332608" y="1038772"/>
                  <a:pt x="336670" y="1045497"/>
                </a:cubicBezTo>
                <a:cubicBezTo>
                  <a:pt x="340781" y="1052242"/>
                  <a:pt x="339486" y="1062198"/>
                  <a:pt x="342211" y="1069153"/>
                </a:cubicBezTo>
                <a:cubicBezTo>
                  <a:pt x="345279" y="1077042"/>
                  <a:pt x="345253" y="1085046"/>
                  <a:pt x="346311" y="1091810"/>
                </a:cubicBezTo>
                <a:cubicBezTo>
                  <a:pt x="347951" y="1102432"/>
                  <a:pt x="351021" y="1112467"/>
                  <a:pt x="346873" y="1115639"/>
                </a:cubicBezTo>
                <a:cubicBezTo>
                  <a:pt x="341218" y="1119987"/>
                  <a:pt x="328720" y="1111591"/>
                  <a:pt x="321529" y="1104797"/>
                </a:cubicBezTo>
                <a:cubicBezTo>
                  <a:pt x="313739" y="1097412"/>
                  <a:pt x="314560" y="1089799"/>
                  <a:pt x="312264" y="1080201"/>
                </a:cubicBezTo>
                <a:cubicBezTo>
                  <a:pt x="311269" y="1076116"/>
                  <a:pt x="307380" y="1072342"/>
                  <a:pt x="305498" y="1067546"/>
                </a:cubicBezTo>
                <a:cubicBezTo>
                  <a:pt x="304007" y="1063704"/>
                  <a:pt x="299234" y="1061366"/>
                  <a:pt x="296263" y="1057017"/>
                </a:cubicBezTo>
                <a:cubicBezTo>
                  <a:pt x="292537" y="1051506"/>
                  <a:pt x="290520" y="1046766"/>
                  <a:pt x="287502" y="1043470"/>
                </a:cubicBezTo>
                <a:cubicBezTo>
                  <a:pt x="283107" y="1038750"/>
                  <a:pt x="281372" y="1034412"/>
                  <a:pt x="281089" y="1028761"/>
                </a:cubicBezTo>
                <a:cubicBezTo>
                  <a:pt x="280756" y="1022018"/>
                  <a:pt x="284583" y="1017187"/>
                  <a:pt x="289753" y="1015345"/>
                </a:cubicBezTo>
                <a:close/>
                <a:moveTo>
                  <a:pt x="940888" y="993534"/>
                </a:moveTo>
                <a:cubicBezTo>
                  <a:pt x="944826" y="993152"/>
                  <a:pt x="950022" y="999054"/>
                  <a:pt x="954631" y="1008379"/>
                </a:cubicBezTo>
                <a:cubicBezTo>
                  <a:pt x="957304" y="1013844"/>
                  <a:pt x="957479" y="1021368"/>
                  <a:pt x="959959" y="1028503"/>
                </a:cubicBezTo>
                <a:cubicBezTo>
                  <a:pt x="962154" y="1034840"/>
                  <a:pt x="967616" y="1040515"/>
                  <a:pt x="969398" y="1047300"/>
                </a:cubicBezTo>
                <a:cubicBezTo>
                  <a:pt x="971206" y="1054154"/>
                  <a:pt x="971318" y="1061426"/>
                  <a:pt x="972545" y="1067922"/>
                </a:cubicBezTo>
                <a:cubicBezTo>
                  <a:pt x="973984" y="1075523"/>
                  <a:pt x="979590" y="1082331"/>
                  <a:pt x="979890" y="1088214"/>
                </a:cubicBezTo>
                <a:lnTo>
                  <a:pt x="979958" y="1088186"/>
                </a:lnTo>
                <a:cubicBezTo>
                  <a:pt x="980283" y="1094813"/>
                  <a:pt x="973124" y="1098305"/>
                  <a:pt x="969775" y="1100515"/>
                </a:cubicBezTo>
                <a:cubicBezTo>
                  <a:pt x="963924" y="1104385"/>
                  <a:pt x="952799" y="1097692"/>
                  <a:pt x="949501" y="1090892"/>
                </a:cubicBezTo>
                <a:cubicBezTo>
                  <a:pt x="946744" y="1085223"/>
                  <a:pt x="940991" y="1079708"/>
                  <a:pt x="938538" y="1072641"/>
                </a:cubicBezTo>
                <a:cubicBezTo>
                  <a:pt x="936336" y="1066187"/>
                  <a:pt x="936549" y="1058544"/>
                  <a:pt x="934903" y="1051703"/>
                </a:cubicBezTo>
                <a:cubicBezTo>
                  <a:pt x="933222" y="1044677"/>
                  <a:pt x="929372" y="1037984"/>
                  <a:pt x="928534" y="1031368"/>
                </a:cubicBezTo>
                <a:cubicBezTo>
                  <a:pt x="927552" y="1023619"/>
                  <a:pt x="928925" y="1015897"/>
                  <a:pt x="929487" y="1009980"/>
                </a:cubicBezTo>
                <a:cubicBezTo>
                  <a:pt x="930376" y="1000588"/>
                  <a:pt x="934704" y="994161"/>
                  <a:pt x="940888" y="993534"/>
                </a:cubicBezTo>
                <a:close/>
                <a:moveTo>
                  <a:pt x="1541454" y="970746"/>
                </a:moveTo>
                <a:cubicBezTo>
                  <a:pt x="1546041" y="968547"/>
                  <a:pt x="1552009" y="970991"/>
                  <a:pt x="1557494" y="977013"/>
                </a:cubicBezTo>
                <a:cubicBezTo>
                  <a:pt x="1561414" y="981252"/>
                  <a:pt x="1563480" y="987762"/>
                  <a:pt x="1566428" y="993513"/>
                </a:cubicBezTo>
                <a:cubicBezTo>
                  <a:pt x="1569563" y="999624"/>
                  <a:pt x="1572908" y="1005370"/>
                  <a:pt x="1573536" y="1010600"/>
                </a:cubicBezTo>
                <a:lnTo>
                  <a:pt x="1573468" y="1010628"/>
                </a:lnTo>
                <a:cubicBezTo>
                  <a:pt x="1573872" y="1014241"/>
                  <a:pt x="1575005" y="1019343"/>
                  <a:pt x="1572046" y="1021829"/>
                </a:cubicBezTo>
                <a:cubicBezTo>
                  <a:pt x="1566835" y="1026194"/>
                  <a:pt x="1553459" y="1024202"/>
                  <a:pt x="1550392" y="1021563"/>
                </a:cubicBezTo>
                <a:cubicBezTo>
                  <a:pt x="1545771" y="1017652"/>
                  <a:pt x="1543349" y="1011049"/>
                  <a:pt x="1540042" y="1004810"/>
                </a:cubicBezTo>
                <a:cubicBezTo>
                  <a:pt x="1536754" y="998522"/>
                  <a:pt x="1532577" y="992878"/>
                  <a:pt x="1532380" y="986756"/>
                </a:cubicBezTo>
                <a:cubicBezTo>
                  <a:pt x="1532131" y="979540"/>
                  <a:pt x="1534676" y="974003"/>
                  <a:pt x="1541454" y="970746"/>
                </a:cubicBezTo>
                <a:close/>
                <a:moveTo>
                  <a:pt x="461595" y="963989"/>
                </a:moveTo>
                <a:cubicBezTo>
                  <a:pt x="464724" y="965017"/>
                  <a:pt x="468114" y="966819"/>
                  <a:pt x="471125" y="968447"/>
                </a:cubicBezTo>
                <a:cubicBezTo>
                  <a:pt x="476086" y="971146"/>
                  <a:pt x="480098" y="975028"/>
                  <a:pt x="482788" y="980049"/>
                </a:cubicBezTo>
                <a:cubicBezTo>
                  <a:pt x="486303" y="986601"/>
                  <a:pt x="491384" y="990085"/>
                  <a:pt x="491064" y="995425"/>
                </a:cubicBezTo>
                <a:cubicBezTo>
                  <a:pt x="490802" y="1000226"/>
                  <a:pt x="487918" y="1005226"/>
                  <a:pt x="490671" y="1012250"/>
                </a:cubicBezTo>
                <a:cubicBezTo>
                  <a:pt x="493786" y="1020158"/>
                  <a:pt x="495402" y="1027608"/>
                  <a:pt x="499161" y="1032231"/>
                </a:cubicBezTo>
                <a:cubicBezTo>
                  <a:pt x="503223" y="1037206"/>
                  <a:pt x="512072" y="1038429"/>
                  <a:pt x="514082" y="1046553"/>
                </a:cubicBezTo>
                <a:cubicBezTo>
                  <a:pt x="515048" y="1050371"/>
                  <a:pt x="514999" y="1054796"/>
                  <a:pt x="514065" y="1058758"/>
                </a:cubicBezTo>
                <a:cubicBezTo>
                  <a:pt x="513132" y="1062720"/>
                  <a:pt x="511313" y="1066220"/>
                  <a:pt x="508740" y="1068190"/>
                </a:cubicBezTo>
                <a:cubicBezTo>
                  <a:pt x="505169" y="1070927"/>
                  <a:pt x="500638" y="1069763"/>
                  <a:pt x="495548" y="1067913"/>
                </a:cubicBezTo>
                <a:cubicBezTo>
                  <a:pt x="491102" y="1066277"/>
                  <a:pt x="486625" y="1064175"/>
                  <a:pt x="483343" y="1061107"/>
                </a:cubicBezTo>
                <a:cubicBezTo>
                  <a:pt x="477810" y="1055741"/>
                  <a:pt x="474397" y="1051772"/>
                  <a:pt x="472427" y="1043552"/>
                </a:cubicBezTo>
                <a:cubicBezTo>
                  <a:pt x="471205" y="1038525"/>
                  <a:pt x="470828" y="1032159"/>
                  <a:pt x="467128" y="1023893"/>
                </a:cubicBezTo>
                <a:cubicBezTo>
                  <a:pt x="463736" y="1016375"/>
                  <a:pt x="463842" y="1009929"/>
                  <a:pt x="461339" y="1005945"/>
                </a:cubicBezTo>
                <a:cubicBezTo>
                  <a:pt x="458054" y="1000731"/>
                  <a:pt x="455407" y="997760"/>
                  <a:pt x="453940" y="990090"/>
                </a:cubicBezTo>
                <a:lnTo>
                  <a:pt x="454056" y="990082"/>
                </a:lnTo>
                <a:cubicBezTo>
                  <a:pt x="453272" y="986028"/>
                  <a:pt x="446864" y="969290"/>
                  <a:pt x="453633" y="964167"/>
                </a:cubicBezTo>
                <a:cubicBezTo>
                  <a:pt x="455599" y="962705"/>
                  <a:pt x="458467" y="962961"/>
                  <a:pt x="461595" y="963989"/>
                </a:cubicBezTo>
                <a:close/>
                <a:moveTo>
                  <a:pt x="1102165" y="950183"/>
                </a:moveTo>
                <a:cubicBezTo>
                  <a:pt x="1108715" y="948412"/>
                  <a:pt x="1120138" y="952238"/>
                  <a:pt x="1124608" y="959472"/>
                </a:cubicBezTo>
                <a:cubicBezTo>
                  <a:pt x="1128144" y="965300"/>
                  <a:pt x="1124641" y="973258"/>
                  <a:pt x="1125196" y="979473"/>
                </a:cubicBezTo>
                <a:cubicBezTo>
                  <a:pt x="1125683" y="985040"/>
                  <a:pt x="1126406" y="990987"/>
                  <a:pt x="1126850" y="998002"/>
                </a:cubicBezTo>
                <a:cubicBezTo>
                  <a:pt x="1127377" y="1005899"/>
                  <a:pt x="1131772" y="1012368"/>
                  <a:pt x="1133146" y="1018645"/>
                </a:cubicBezTo>
                <a:cubicBezTo>
                  <a:pt x="1134933" y="1026899"/>
                  <a:pt x="1135938" y="1033924"/>
                  <a:pt x="1137478" y="1039537"/>
                </a:cubicBezTo>
                <a:cubicBezTo>
                  <a:pt x="1138909" y="1044737"/>
                  <a:pt x="1139277" y="1048502"/>
                  <a:pt x="1138377" y="1051223"/>
                </a:cubicBezTo>
                <a:cubicBezTo>
                  <a:pt x="1137477" y="1053943"/>
                  <a:pt x="1135310" y="1055617"/>
                  <a:pt x="1131670" y="1056632"/>
                </a:cubicBezTo>
                <a:cubicBezTo>
                  <a:pt x="1125399" y="1058409"/>
                  <a:pt x="1118950" y="1055764"/>
                  <a:pt x="1112492" y="1047357"/>
                </a:cubicBezTo>
                <a:cubicBezTo>
                  <a:pt x="1108254" y="1041857"/>
                  <a:pt x="1103256" y="1035078"/>
                  <a:pt x="1099884" y="1026837"/>
                </a:cubicBezTo>
                <a:cubicBezTo>
                  <a:pt x="1097015" y="1019821"/>
                  <a:pt x="1091378" y="1012549"/>
                  <a:pt x="1089668" y="1004382"/>
                </a:cubicBezTo>
                <a:cubicBezTo>
                  <a:pt x="1088104" y="996672"/>
                  <a:pt x="1095314" y="987670"/>
                  <a:pt x="1095149" y="979586"/>
                </a:cubicBezTo>
                <a:cubicBezTo>
                  <a:pt x="1095050" y="974973"/>
                  <a:pt x="1094136" y="968946"/>
                  <a:pt x="1095434" y="962886"/>
                </a:cubicBezTo>
                <a:cubicBezTo>
                  <a:pt x="1096938" y="956065"/>
                  <a:pt x="1097468" y="951434"/>
                  <a:pt x="1102165" y="950183"/>
                </a:cubicBezTo>
                <a:close/>
                <a:moveTo>
                  <a:pt x="14860" y="926889"/>
                </a:moveTo>
                <a:cubicBezTo>
                  <a:pt x="21915" y="924991"/>
                  <a:pt x="32234" y="932530"/>
                  <a:pt x="36439" y="938243"/>
                </a:cubicBezTo>
                <a:lnTo>
                  <a:pt x="36390" y="938222"/>
                </a:lnTo>
                <a:cubicBezTo>
                  <a:pt x="39754" y="942848"/>
                  <a:pt x="41465" y="948589"/>
                  <a:pt x="41574" y="953714"/>
                </a:cubicBezTo>
                <a:cubicBezTo>
                  <a:pt x="41712" y="958231"/>
                  <a:pt x="39088" y="963283"/>
                  <a:pt x="39099" y="969045"/>
                </a:cubicBezTo>
                <a:cubicBezTo>
                  <a:pt x="39123" y="979892"/>
                  <a:pt x="39306" y="989282"/>
                  <a:pt x="41247" y="996360"/>
                </a:cubicBezTo>
                <a:cubicBezTo>
                  <a:pt x="42723" y="1001720"/>
                  <a:pt x="47480" y="1005575"/>
                  <a:pt x="48200" y="1009375"/>
                </a:cubicBezTo>
                <a:cubicBezTo>
                  <a:pt x="48747" y="1012173"/>
                  <a:pt x="48599" y="1015187"/>
                  <a:pt x="47538" y="1017720"/>
                </a:cubicBezTo>
                <a:cubicBezTo>
                  <a:pt x="46477" y="1020253"/>
                  <a:pt x="44503" y="1022304"/>
                  <a:pt x="41403" y="1023179"/>
                </a:cubicBezTo>
                <a:cubicBezTo>
                  <a:pt x="35201" y="1024927"/>
                  <a:pt x="28447" y="1017356"/>
                  <a:pt x="22558" y="1011898"/>
                </a:cubicBezTo>
                <a:cubicBezTo>
                  <a:pt x="18154" y="1007739"/>
                  <a:pt x="9986" y="1004487"/>
                  <a:pt x="6756" y="997659"/>
                </a:cubicBezTo>
                <a:cubicBezTo>
                  <a:pt x="3992" y="991873"/>
                  <a:pt x="1624" y="984334"/>
                  <a:pt x="271" y="977333"/>
                </a:cubicBezTo>
                <a:cubicBezTo>
                  <a:pt x="-983" y="970769"/>
                  <a:pt x="2503" y="963254"/>
                  <a:pt x="2879" y="956300"/>
                </a:cubicBezTo>
                <a:cubicBezTo>
                  <a:pt x="3128" y="952340"/>
                  <a:pt x="5849" y="946650"/>
                  <a:pt x="7511" y="940799"/>
                </a:cubicBezTo>
                <a:cubicBezTo>
                  <a:pt x="9172" y="934949"/>
                  <a:pt x="10028" y="928195"/>
                  <a:pt x="14860" y="926889"/>
                </a:cubicBezTo>
                <a:close/>
                <a:moveTo>
                  <a:pt x="623138" y="914500"/>
                </a:moveTo>
                <a:cubicBezTo>
                  <a:pt x="628228" y="912851"/>
                  <a:pt x="632512" y="919047"/>
                  <a:pt x="637589" y="922811"/>
                </a:cubicBezTo>
                <a:cubicBezTo>
                  <a:pt x="642838" y="926703"/>
                  <a:pt x="648168" y="930403"/>
                  <a:pt x="650739" y="933286"/>
                </a:cubicBezTo>
                <a:cubicBezTo>
                  <a:pt x="655823" y="938916"/>
                  <a:pt x="661502" y="944342"/>
                  <a:pt x="665360" y="951150"/>
                </a:cubicBezTo>
                <a:cubicBezTo>
                  <a:pt x="669245" y="958028"/>
                  <a:pt x="672682" y="965168"/>
                  <a:pt x="675184" y="972255"/>
                </a:cubicBezTo>
                <a:cubicBezTo>
                  <a:pt x="678047" y="980228"/>
                  <a:pt x="678881" y="988197"/>
                  <a:pt x="679754" y="994997"/>
                </a:cubicBezTo>
                <a:cubicBezTo>
                  <a:pt x="680424" y="1000330"/>
                  <a:pt x="680705" y="1005146"/>
                  <a:pt x="680286" y="1009006"/>
                </a:cubicBezTo>
                <a:cubicBezTo>
                  <a:pt x="679867" y="1012866"/>
                  <a:pt x="678749" y="1015770"/>
                  <a:pt x="676623" y="1017279"/>
                </a:cubicBezTo>
                <a:cubicBezTo>
                  <a:pt x="673465" y="1019568"/>
                  <a:pt x="668738" y="1018604"/>
                  <a:pt x="663217" y="1016573"/>
                </a:cubicBezTo>
                <a:cubicBezTo>
                  <a:pt x="658579" y="1014856"/>
                  <a:pt x="656256" y="1010440"/>
                  <a:pt x="653082" y="1007248"/>
                </a:cubicBezTo>
                <a:cubicBezTo>
                  <a:pt x="649261" y="1003446"/>
                  <a:pt x="648186" y="1001303"/>
                  <a:pt x="647480" y="996660"/>
                </a:cubicBezTo>
                <a:cubicBezTo>
                  <a:pt x="646774" y="992019"/>
                  <a:pt x="642125" y="988039"/>
                  <a:pt x="641151" y="983229"/>
                </a:cubicBezTo>
                <a:cubicBezTo>
                  <a:pt x="640272" y="979135"/>
                  <a:pt x="639882" y="974682"/>
                  <a:pt x="637768" y="969902"/>
                </a:cubicBezTo>
                <a:cubicBezTo>
                  <a:pt x="636044" y="966076"/>
                  <a:pt x="634629" y="961645"/>
                  <a:pt x="631814" y="957193"/>
                </a:cubicBezTo>
                <a:cubicBezTo>
                  <a:pt x="628246" y="951577"/>
                  <a:pt x="625576" y="946508"/>
                  <a:pt x="622318" y="943111"/>
                </a:cubicBezTo>
                <a:cubicBezTo>
                  <a:pt x="617636" y="938271"/>
                  <a:pt x="615348" y="935789"/>
                  <a:pt x="615229" y="930151"/>
                </a:cubicBezTo>
                <a:cubicBezTo>
                  <a:pt x="615128" y="923393"/>
                  <a:pt x="617913" y="916206"/>
                  <a:pt x="623138" y="914500"/>
                </a:cubicBezTo>
                <a:close/>
                <a:moveTo>
                  <a:pt x="1272788" y="906664"/>
                </a:moveTo>
                <a:cubicBezTo>
                  <a:pt x="1275138" y="906809"/>
                  <a:pt x="1276948" y="907638"/>
                  <a:pt x="1277960" y="909867"/>
                </a:cubicBezTo>
                <a:cubicBezTo>
                  <a:pt x="1279759" y="913782"/>
                  <a:pt x="1279251" y="919439"/>
                  <a:pt x="1281633" y="923711"/>
                </a:cubicBezTo>
                <a:cubicBezTo>
                  <a:pt x="1284260" y="928480"/>
                  <a:pt x="1286889" y="935395"/>
                  <a:pt x="1290205" y="943500"/>
                </a:cubicBezTo>
                <a:cubicBezTo>
                  <a:pt x="1292628" y="949426"/>
                  <a:pt x="1293721" y="956374"/>
                  <a:pt x="1295176" y="964209"/>
                </a:cubicBezTo>
                <a:cubicBezTo>
                  <a:pt x="1296354" y="970685"/>
                  <a:pt x="1299379" y="977597"/>
                  <a:pt x="1299182" y="985472"/>
                </a:cubicBezTo>
                <a:cubicBezTo>
                  <a:pt x="1299089" y="989328"/>
                  <a:pt x="1300688" y="995473"/>
                  <a:pt x="1301339" y="1001051"/>
                </a:cubicBezTo>
                <a:cubicBezTo>
                  <a:pt x="1301695" y="1004107"/>
                  <a:pt x="1301605" y="1007216"/>
                  <a:pt x="1300647" y="1009687"/>
                </a:cubicBezTo>
                <a:cubicBezTo>
                  <a:pt x="1299690" y="1012157"/>
                  <a:pt x="1297866" y="1013989"/>
                  <a:pt x="1294751" y="1014491"/>
                </a:cubicBezTo>
                <a:cubicBezTo>
                  <a:pt x="1288843" y="1015402"/>
                  <a:pt x="1282758" y="1009467"/>
                  <a:pt x="1279137" y="1004112"/>
                </a:cubicBezTo>
                <a:cubicBezTo>
                  <a:pt x="1275129" y="998199"/>
                  <a:pt x="1272925" y="990672"/>
                  <a:pt x="1271519" y="988108"/>
                </a:cubicBezTo>
                <a:cubicBezTo>
                  <a:pt x="1270299" y="985903"/>
                  <a:pt x="1270408" y="976354"/>
                  <a:pt x="1266632" y="965177"/>
                </a:cubicBezTo>
                <a:cubicBezTo>
                  <a:pt x="1264374" y="958586"/>
                  <a:pt x="1257453" y="952358"/>
                  <a:pt x="1256335" y="943988"/>
                </a:cubicBezTo>
                <a:cubicBezTo>
                  <a:pt x="1255356" y="936635"/>
                  <a:pt x="1257466" y="928770"/>
                  <a:pt x="1258468" y="920723"/>
                </a:cubicBezTo>
                <a:cubicBezTo>
                  <a:pt x="1259181" y="914983"/>
                  <a:pt x="1259688" y="908253"/>
                  <a:pt x="1264416" y="907468"/>
                </a:cubicBezTo>
                <a:lnTo>
                  <a:pt x="1264376" y="907564"/>
                </a:lnTo>
                <a:cubicBezTo>
                  <a:pt x="1267548" y="907058"/>
                  <a:pt x="1270438" y="906519"/>
                  <a:pt x="1272788" y="906664"/>
                </a:cubicBezTo>
                <a:close/>
                <a:moveTo>
                  <a:pt x="800515" y="862599"/>
                </a:moveTo>
                <a:cubicBezTo>
                  <a:pt x="804283" y="861412"/>
                  <a:pt x="810258" y="868147"/>
                  <a:pt x="816566" y="876377"/>
                </a:cubicBezTo>
                <a:cubicBezTo>
                  <a:pt x="820244" y="881193"/>
                  <a:pt x="820703" y="889117"/>
                  <a:pt x="824518" y="895625"/>
                </a:cubicBezTo>
                <a:cubicBezTo>
                  <a:pt x="827910" y="901393"/>
                  <a:pt x="832616" y="906581"/>
                  <a:pt x="835671" y="912884"/>
                </a:cubicBezTo>
                <a:cubicBezTo>
                  <a:pt x="838726" y="919187"/>
                  <a:pt x="845818" y="923795"/>
                  <a:pt x="848305" y="929973"/>
                </a:cubicBezTo>
                <a:cubicBezTo>
                  <a:pt x="851182" y="937105"/>
                  <a:pt x="851017" y="944768"/>
                  <a:pt x="852449" y="950504"/>
                </a:cubicBezTo>
                <a:lnTo>
                  <a:pt x="852497" y="950524"/>
                </a:lnTo>
                <a:cubicBezTo>
                  <a:pt x="854139" y="956969"/>
                  <a:pt x="856496" y="963997"/>
                  <a:pt x="853628" y="966802"/>
                </a:cubicBezTo>
                <a:cubicBezTo>
                  <a:pt x="848620" y="971759"/>
                  <a:pt x="832046" y="964478"/>
                  <a:pt x="827471" y="958441"/>
                </a:cubicBezTo>
                <a:cubicBezTo>
                  <a:pt x="823661" y="953402"/>
                  <a:pt x="818142" y="948268"/>
                  <a:pt x="814375" y="941780"/>
                </a:cubicBezTo>
                <a:cubicBezTo>
                  <a:pt x="810927" y="935876"/>
                  <a:pt x="808482" y="928926"/>
                  <a:pt x="805563" y="922566"/>
                </a:cubicBezTo>
                <a:cubicBezTo>
                  <a:pt x="802541" y="916052"/>
                  <a:pt x="799646" y="909364"/>
                  <a:pt x="797500" y="903047"/>
                </a:cubicBezTo>
                <a:cubicBezTo>
                  <a:pt x="795024" y="895631"/>
                  <a:pt x="799483" y="887679"/>
                  <a:pt x="798876" y="881724"/>
                </a:cubicBezTo>
                <a:cubicBezTo>
                  <a:pt x="797948" y="872360"/>
                  <a:pt x="794553" y="864447"/>
                  <a:pt x="800515" y="862599"/>
                </a:cubicBezTo>
                <a:close/>
                <a:moveTo>
                  <a:pt x="174061" y="861843"/>
                </a:moveTo>
                <a:lnTo>
                  <a:pt x="174089" y="861911"/>
                </a:lnTo>
                <a:cubicBezTo>
                  <a:pt x="180145" y="862529"/>
                  <a:pt x="182761" y="873783"/>
                  <a:pt x="187020" y="883809"/>
                </a:cubicBezTo>
                <a:cubicBezTo>
                  <a:pt x="191280" y="893834"/>
                  <a:pt x="201952" y="902143"/>
                  <a:pt x="203057" y="906104"/>
                </a:cubicBezTo>
                <a:cubicBezTo>
                  <a:pt x="204919" y="912697"/>
                  <a:pt x="199767" y="922167"/>
                  <a:pt x="201106" y="930009"/>
                </a:cubicBezTo>
                <a:cubicBezTo>
                  <a:pt x="202417" y="937783"/>
                  <a:pt x="203229" y="945403"/>
                  <a:pt x="203549" y="952312"/>
                </a:cubicBezTo>
                <a:cubicBezTo>
                  <a:pt x="204109" y="963495"/>
                  <a:pt x="206420" y="975074"/>
                  <a:pt x="202463" y="976577"/>
                </a:cubicBezTo>
                <a:cubicBezTo>
                  <a:pt x="197826" y="978360"/>
                  <a:pt x="188908" y="970166"/>
                  <a:pt x="183575" y="959070"/>
                </a:cubicBezTo>
                <a:cubicBezTo>
                  <a:pt x="180680" y="953059"/>
                  <a:pt x="179767" y="944606"/>
                  <a:pt x="176859" y="936334"/>
                </a:cubicBezTo>
                <a:cubicBezTo>
                  <a:pt x="174462" y="929402"/>
                  <a:pt x="175774" y="920752"/>
                  <a:pt x="173431" y="912884"/>
                </a:cubicBezTo>
                <a:cubicBezTo>
                  <a:pt x="171243" y="905590"/>
                  <a:pt x="163545" y="899600"/>
                  <a:pt x="161498" y="891969"/>
                </a:cubicBezTo>
                <a:cubicBezTo>
                  <a:pt x="160132" y="886881"/>
                  <a:pt x="164772" y="880923"/>
                  <a:pt x="166340" y="875427"/>
                </a:cubicBezTo>
                <a:cubicBezTo>
                  <a:pt x="168368" y="868432"/>
                  <a:pt x="169625" y="861395"/>
                  <a:pt x="174061" y="861843"/>
                </a:cubicBezTo>
                <a:close/>
                <a:moveTo>
                  <a:pt x="1427788" y="854271"/>
                </a:moveTo>
                <a:lnTo>
                  <a:pt x="1427835" y="854291"/>
                </a:lnTo>
                <a:cubicBezTo>
                  <a:pt x="1433103" y="853563"/>
                  <a:pt x="1439905" y="858727"/>
                  <a:pt x="1444273" y="863379"/>
                </a:cubicBezTo>
                <a:cubicBezTo>
                  <a:pt x="1448763" y="868138"/>
                  <a:pt x="1450475" y="875628"/>
                  <a:pt x="1452488" y="878898"/>
                </a:cubicBezTo>
                <a:cubicBezTo>
                  <a:pt x="1456508" y="885323"/>
                  <a:pt x="1458929" y="892603"/>
                  <a:pt x="1461541" y="899962"/>
                </a:cubicBezTo>
                <a:cubicBezTo>
                  <a:pt x="1464181" y="907389"/>
                  <a:pt x="1469323" y="914228"/>
                  <a:pt x="1470563" y="921633"/>
                </a:cubicBezTo>
                <a:cubicBezTo>
                  <a:pt x="1471961" y="930008"/>
                  <a:pt x="1466574" y="938024"/>
                  <a:pt x="1466190" y="944862"/>
                </a:cubicBezTo>
                <a:cubicBezTo>
                  <a:pt x="1465646" y="955584"/>
                  <a:pt x="1467878" y="964929"/>
                  <a:pt x="1463223" y="967155"/>
                </a:cubicBezTo>
                <a:cubicBezTo>
                  <a:pt x="1456786" y="970272"/>
                  <a:pt x="1445774" y="961427"/>
                  <a:pt x="1440150" y="953314"/>
                </a:cubicBezTo>
                <a:cubicBezTo>
                  <a:pt x="1437159" y="949013"/>
                  <a:pt x="1438991" y="943967"/>
                  <a:pt x="1437891" y="939725"/>
                </a:cubicBezTo>
                <a:cubicBezTo>
                  <a:pt x="1436793" y="935483"/>
                  <a:pt x="1431628" y="931795"/>
                  <a:pt x="1431478" y="926766"/>
                </a:cubicBezTo>
                <a:cubicBezTo>
                  <a:pt x="1431364" y="922597"/>
                  <a:pt x="1430264" y="918356"/>
                  <a:pt x="1429624" y="913289"/>
                </a:cubicBezTo>
                <a:cubicBezTo>
                  <a:pt x="1429121" y="909240"/>
                  <a:pt x="1430648" y="904518"/>
                  <a:pt x="1428642" y="899614"/>
                </a:cubicBezTo>
                <a:cubicBezTo>
                  <a:pt x="1426135" y="893483"/>
                  <a:pt x="1423660" y="888892"/>
                  <a:pt x="1421588" y="885088"/>
                </a:cubicBezTo>
                <a:cubicBezTo>
                  <a:pt x="1418607" y="879550"/>
                  <a:pt x="1418852" y="875871"/>
                  <a:pt x="1419736" y="870259"/>
                </a:cubicBezTo>
                <a:cubicBezTo>
                  <a:pt x="1420784" y="863585"/>
                  <a:pt x="1422336" y="855036"/>
                  <a:pt x="1427788" y="854271"/>
                </a:cubicBezTo>
                <a:close/>
                <a:moveTo>
                  <a:pt x="961047" y="817526"/>
                </a:moveTo>
                <a:cubicBezTo>
                  <a:pt x="967144" y="814548"/>
                  <a:pt x="979540" y="820362"/>
                  <a:pt x="985339" y="826573"/>
                </a:cubicBezTo>
                <a:lnTo>
                  <a:pt x="985359" y="826525"/>
                </a:lnTo>
                <a:cubicBezTo>
                  <a:pt x="989934" y="831489"/>
                  <a:pt x="989357" y="838924"/>
                  <a:pt x="991153" y="844869"/>
                </a:cubicBezTo>
                <a:cubicBezTo>
                  <a:pt x="992745" y="850220"/>
                  <a:pt x="994593" y="855905"/>
                  <a:pt x="996422" y="862710"/>
                </a:cubicBezTo>
                <a:cubicBezTo>
                  <a:pt x="998470" y="870341"/>
                  <a:pt x="1000227" y="877455"/>
                  <a:pt x="1002787" y="883325"/>
                </a:cubicBezTo>
                <a:cubicBezTo>
                  <a:pt x="1006127" y="891102"/>
                  <a:pt x="1011797" y="896413"/>
                  <a:pt x="1014406" y="901626"/>
                </a:cubicBezTo>
                <a:cubicBezTo>
                  <a:pt x="1016837" y="906454"/>
                  <a:pt x="1018027" y="909944"/>
                  <a:pt x="1017764" y="912656"/>
                </a:cubicBezTo>
                <a:cubicBezTo>
                  <a:pt x="1017502" y="915368"/>
                  <a:pt x="1015789" y="917304"/>
                  <a:pt x="1012419" y="919024"/>
                </a:cubicBezTo>
                <a:cubicBezTo>
                  <a:pt x="1006670" y="921978"/>
                  <a:pt x="1001233" y="919474"/>
                  <a:pt x="993214" y="912503"/>
                </a:cubicBezTo>
                <a:cubicBezTo>
                  <a:pt x="987967" y="907934"/>
                  <a:pt x="983315" y="901809"/>
                  <a:pt x="978413" y="894394"/>
                </a:cubicBezTo>
                <a:cubicBezTo>
                  <a:pt x="974238" y="888073"/>
                  <a:pt x="968257" y="882294"/>
                  <a:pt x="964973" y="874653"/>
                </a:cubicBezTo>
                <a:cubicBezTo>
                  <a:pt x="961904" y="867441"/>
                  <a:pt x="961586" y="859181"/>
                  <a:pt x="959851" y="851341"/>
                </a:cubicBezTo>
                <a:cubicBezTo>
                  <a:pt x="958833" y="846908"/>
                  <a:pt x="955226" y="840712"/>
                  <a:pt x="955347" y="834497"/>
                </a:cubicBezTo>
                <a:cubicBezTo>
                  <a:pt x="955443" y="827539"/>
                  <a:pt x="956693" y="819709"/>
                  <a:pt x="961047" y="817526"/>
                </a:cubicBezTo>
                <a:close/>
                <a:moveTo>
                  <a:pt x="341430" y="812295"/>
                </a:moveTo>
                <a:cubicBezTo>
                  <a:pt x="345367" y="811913"/>
                  <a:pt x="352545" y="819548"/>
                  <a:pt x="357154" y="828873"/>
                </a:cubicBezTo>
                <a:cubicBezTo>
                  <a:pt x="359827" y="834339"/>
                  <a:pt x="362388" y="841282"/>
                  <a:pt x="364869" y="848417"/>
                </a:cubicBezTo>
                <a:cubicBezTo>
                  <a:pt x="367064" y="854755"/>
                  <a:pt x="369017" y="861668"/>
                  <a:pt x="370798" y="868455"/>
                </a:cubicBezTo>
                <a:cubicBezTo>
                  <a:pt x="372607" y="875308"/>
                  <a:pt x="368948" y="883370"/>
                  <a:pt x="370174" y="889866"/>
                </a:cubicBezTo>
                <a:cubicBezTo>
                  <a:pt x="371614" y="897468"/>
                  <a:pt x="378842" y="903770"/>
                  <a:pt x="379141" y="909652"/>
                </a:cubicBezTo>
                <a:lnTo>
                  <a:pt x="379258" y="909645"/>
                </a:lnTo>
                <a:cubicBezTo>
                  <a:pt x="379582" y="916272"/>
                  <a:pt x="376131" y="922897"/>
                  <a:pt x="372781" y="925106"/>
                </a:cubicBezTo>
                <a:cubicBezTo>
                  <a:pt x="369675" y="927134"/>
                  <a:pt x="363016" y="927281"/>
                  <a:pt x="358294" y="924286"/>
                </a:cubicBezTo>
                <a:cubicBezTo>
                  <a:pt x="354010" y="921589"/>
                  <a:pt x="352171" y="915344"/>
                  <a:pt x="350581" y="912138"/>
                </a:cubicBezTo>
                <a:cubicBezTo>
                  <a:pt x="347825" y="906467"/>
                  <a:pt x="344899" y="899993"/>
                  <a:pt x="342493" y="892946"/>
                </a:cubicBezTo>
                <a:cubicBezTo>
                  <a:pt x="340291" y="886492"/>
                  <a:pt x="339607" y="879376"/>
                  <a:pt x="337962" y="872534"/>
                </a:cubicBezTo>
                <a:cubicBezTo>
                  <a:pt x="336316" y="865693"/>
                  <a:pt x="336908" y="858491"/>
                  <a:pt x="336072" y="851875"/>
                </a:cubicBezTo>
                <a:cubicBezTo>
                  <a:pt x="335088" y="844126"/>
                  <a:pt x="333890" y="837697"/>
                  <a:pt x="334424" y="831712"/>
                </a:cubicBezTo>
                <a:cubicBezTo>
                  <a:pt x="335313" y="822320"/>
                  <a:pt x="335245" y="812923"/>
                  <a:pt x="341430" y="812295"/>
                </a:cubicBezTo>
                <a:close/>
                <a:moveTo>
                  <a:pt x="1598764" y="808494"/>
                </a:moveTo>
                <a:cubicBezTo>
                  <a:pt x="1603361" y="806808"/>
                  <a:pt x="1606661" y="812931"/>
                  <a:pt x="1611507" y="817783"/>
                </a:cubicBezTo>
                <a:cubicBezTo>
                  <a:pt x="1615479" y="821762"/>
                  <a:pt x="1620972" y="824401"/>
                  <a:pt x="1622136" y="829968"/>
                </a:cubicBezTo>
                <a:cubicBezTo>
                  <a:pt x="1623648" y="837262"/>
                  <a:pt x="1620052" y="840328"/>
                  <a:pt x="1618657" y="845275"/>
                </a:cubicBezTo>
                <a:cubicBezTo>
                  <a:pt x="1617414" y="849721"/>
                  <a:pt x="1620534" y="855600"/>
                  <a:pt x="1621222" y="863112"/>
                </a:cubicBezTo>
                <a:cubicBezTo>
                  <a:pt x="1621951" y="871602"/>
                  <a:pt x="1621787" y="878588"/>
                  <a:pt x="1624112" y="884078"/>
                </a:cubicBezTo>
                <a:cubicBezTo>
                  <a:pt x="1626652" y="889995"/>
                  <a:pt x="1634317" y="894448"/>
                  <a:pt x="1633985" y="902775"/>
                </a:cubicBezTo>
                <a:cubicBezTo>
                  <a:pt x="1633829" y="906717"/>
                  <a:pt x="1632488" y="911602"/>
                  <a:pt x="1630423" y="915790"/>
                </a:cubicBezTo>
                <a:cubicBezTo>
                  <a:pt x="1628359" y="919977"/>
                  <a:pt x="1625573" y="923466"/>
                  <a:pt x="1622525" y="924616"/>
                </a:cubicBezTo>
                <a:cubicBezTo>
                  <a:pt x="1618364" y="926203"/>
                  <a:pt x="1610694" y="924457"/>
                  <a:pt x="1606251" y="921467"/>
                </a:cubicBezTo>
                <a:cubicBezTo>
                  <a:pt x="1602295" y="918794"/>
                  <a:pt x="1601190" y="912009"/>
                  <a:pt x="1598946" y="908078"/>
                </a:cubicBezTo>
                <a:cubicBezTo>
                  <a:pt x="1595163" y="901358"/>
                  <a:pt x="1593718" y="896462"/>
                  <a:pt x="1594157" y="888010"/>
                </a:cubicBezTo>
                <a:cubicBezTo>
                  <a:pt x="1594416" y="882814"/>
                  <a:pt x="1600946" y="875841"/>
                  <a:pt x="1599742" y="866870"/>
                </a:cubicBezTo>
                <a:cubicBezTo>
                  <a:pt x="1598639" y="858733"/>
                  <a:pt x="1596203" y="852971"/>
                  <a:pt x="1594877" y="848465"/>
                </a:cubicBezTo>
                <a:cubicBezTo>
                  <a:pt x="1593226" y="842580"/>
                  <a:pt x="1585724" y="838816"/>
                  <a:pt x="1586490" y="831066"/>
                </a:cubicBezTo>
                <a:cubicBezTo>
                  <a:pt x="1586894" y="827002"/>
                  <a:pt x="1590870" y="811453"/>
                  <a:pt x="1598764" y="808494"/>
                </a:cubicBezTo>
                <a:close/>
                <a:moveTo>
                  <a:pt x="1129060" y="780425"/>
                </a:moveTo>
                <a:lnTo>
                  <a:pt x="1140530" y="781464"/>
                </a:lnTo>
                <a:cubicBezTo>
                  <a:pt x="1142730" y="785095"/>
                  <a:pt x="1142140" y="791621"/>
                  <a:pt x="1145140" y="795361"/>
                </a:cubicBezTo>
                <a:cubicBezTo>
                  <a:pt x="1148548" y="799610"/>
                  <a:pt x="1156836" y="802575"/>
                  <a:pt x="1161438" y="810033"/>
                </a:cubicBezTo>
                <a:cubicBezTo>
                  <a:pt x="1164807" y="815452"/>
                  <a:pt x="1168089" y="822020"/>
                  <a:pt x="1170853" y="829556"/>
                </a:cubicBezTo>
                <a:cubicBezTo>
                  <a:pt x="1173108" y="835749"/>
                  <a:pt x="1173664" y="843038"/>
                  <a:pt x="1174811" y="850799"/>
                </a:cubicBezTo>
                <a:cubicBezTo>
                  <a:pt x="1175395" y="854656"/>
                  <a:pt x="1182027" y="859015"/>
                  <a:pt x="1183433" y="864005"/>
                </a:cubicBezTo>
                <a:cubicBezTo>
                  <a:pt x="1184889" y="869413"/>
                  <a:pt x="1181337" y="873852"/>
                  <a:pt x="1175363" y="875864"/>
                </a:cubicBezTo>
                <a:cubicBezTo>
                  <a:pt x="1169709" y="877786"/>
                  <a:pt x="1164650" y="876401"/>
                  <a:pt x="1160215" y="871777"/>
                </a:cubicBezTo>
                <a:cubicBezTo>
                  <a:pt x="1155277" y="866604"/>
                  <a:pt x="1150505" y="860767"/>
                  <a:pt x="1148629" y="858514"/>
                </a:cubicBezTo>
                <a:cubicBezTo>
                  <a:pt x="1147029" y="856546"/>
                  <a:pt x="1140935" y="849421"/>
                  <a:pt x="1135300" y="839045"/>
                </a:cubicBezTo>
                <a:cubicBezTo>
                  <a:pt x="1132001" y="832922"/>
                  <a:pt x="1131639" y="824361"/>
                  <a:pt x="1129144" y="816317"/>
                </a:cubicBezTo>
                <a:cubicBezTo>
                  <a:pt x="1126923" y="809234"/>
                  <a:pt x="1121265" y="802010"/>
                  <a:pt x="1120868" y="793941"/>
                </a:cubicBezTo>
                <a:close/>
                <a:moveTo>
                  <a:pt x="1129080" y="780393"/>
                </a:moveTo>
                <a:lnTo>
                  <a:pt x="1129060" y="780425"/>
                </a:lnTo>
                <a:lnTo>
                  <a:pt x="1129012" y="780421"/>
                </a:lnTo>
                <a:close/>
                <a:moveTo>
                  <a:pt x="502034" y="763414"/>
                </a:moveTo>
                <a:cubicBezTo>
                  <a:pt x="508549" y="763208"/>
                  <a:pt x="511064" y="771204"/>
                  <a:pt x="512336" y="776648"/>
                </a:cubicBezTo>
                <a:cubicBezTo>
                  <a:pt x="513493" y="781422"/>
                  <a:pt x="512191" y="787763"/>
                  <a:pt x="513961" y="792286"/>
                </a:cubicBezTo>
                <a:cubicBezTo>
                  <a:pt x="515955" y="797354"/>
                  <a:pt x="516175" y="804502"/>
                  <a:pt x="518373" y="812986"/>
                </a:cubicBezTo>
                <a:cubicBezTo>
                  <a:pt x="520000" y="819199"/>
                  <a:pt x="528690" y="824702"/>
                  <a:pt x="529128" y="832674"/>
                </a:cubicBezTo>
                <a:cubicBezTo>
                  <a:pt x="529474" y="839254"/>
                  <a:pt x="525841" y="846311"/>
                  <a:pt x="524659" y="854112"/>
                </a:cubicBezTo>
                <a:cubicBezTo>
                  <a:pt x="524075" y="857932"/>
                  <a:pt x="528550" y="864209"/>
                  <a:pt x="528530" y="869506"/>
                </a:cubicBezTo>
                <a:cubicBezTo>
                  <a:pt x="528521" y="875316"/>
                  <a:pt x="525108" y="880772"/>
                  <a:pt x="518757" y="880990"/>
                </a:cubicBezTo>
                <a:cubicBezTo>
                  <a:pt x="512823" y="881157"/>
                  <a:pt x="504659" y="877625"/>
                  <a:pt x="501759" y="871894"/>
                </a:cubicBezTo>
                <a:cubicBezTo>
                  <a:pt x="498560" y="865531"/>
                  <a:pt x="500707" y="856101"/>
                  <a:pt x="499592" y="853377"/>
                </a:cubicBezTo>
                <a:cubicBezTo>
                  <a:pt x="498645" y="851061"/>
                  <a:pt x="492824" y="843148"/>
                  <a:pt x="490446" y="831597"/>
                </a:cubicBezTo>
                <a:cubicBezTo>
                  <a:pt x="489060" y="824807"/>
                  <a:pt x="485374" y="816377"/>
                  <a:pt x="485301" y="807936"/>
                </a:cubicBezTo>
                <a:cubicBezTo>
                  <a:pt x="485270" y="800473"/>
                  <a:pt x="489378" y="792147"/>
                  <a:pt x="491371" y="784291"/>
                </a:cubicBezTo>
                <a:cubicBezTo>
                  <a:pt x="492816" y="778687"/>
                  <a:pt x="497172" y="763578"/>
                  <a:pt x="502014" y="763462"/>
                </a:cubicBezTo>
                <a:close/>
                <a:moveTo>
                  <a:pt x="1774730" y="757807"/>
                </a:moveTo>
                <a:cubicBezTo>
                  <a:pt x="1780047" y="758172"/>
                  <a:pt x="1784917" y="763374"/>
                  <a:pt x="1788218" y="768820"/>
                </a:cubicBezTo>
                <a:cubicBezTo>
                  <a:pt x="1791623" y="774423"/>
                  <a:pt x="1791907" y="781823"/>
                  <a:pt x="1793198" y="785468"/>
                </a:cubicBezTo>
                <a:cubicBezTo>
                  <a:pt x="1795796" y="792595"/>
                  <a:pt x="1799096" y="799791"/>
                  <a:pt x="1800080" y="807541"/>
                </a:cubicBezTo>
                <a:cubicBezTo>
                  <a:pt x="1801091" y="815359"/>
                  <a:pt x="1798112" y="823141"/>
                  <a:pt x="1797796" y="830628"/>
                </a:cubicBezTo>
                <a:cubicBezTo>
                  <a:pt x="1797404" y="839100"/>
                  <a:pt x="1799955" y="847281"/>
                  <a:pt x="1798183" y="853933"/>
                </a:cubicBezTo>
                <a:cubicBezTo>
                  <a:pt x="1795403" y="864339"/>
                  <a:pt x="1790300" y="870328"/>
                  <a:pt x="1785275" y="871554"/>
                </a:cubicBezTo>
                <a:cubicBezTo>
                  <a:pt x="1781445" y="872488"/>
                  <a:pt x="1779422" y="869778"/>
                  <a:pt x="1775597" y="865581"/>
                </a:cubicBezTo>
                <a:cubicBezTo>
                  <a:pt x="1772456" y="862176"/>
                  <a:pt x="1770236" y="858594"/>
                  <a:pt x="1768544" y="854554"/>
                </a:cubicBezTo>
                <a:cubicBezTo>
                  <a:pt x="1766490" y="849630"/>
                  <a:pt x="1761380" y="846079"/>
                  <a:pt x="1761886" y="841776"/>
                </a:cubicBezTo>
                <a:cubicBezTo>
                  <a:pt x="1762391" y="837472"/>
                  <a:pt x="1765727" y="833281"/>
                  <a:pt x="1766589" y="828393"/>
                </a:cubicBezTo>
                <a:cubicBezTo>
                  <a:pt x="1767343" y="824306"/>
                  <a:pt x="1772179" y="819897"/>
                  <a:pt x="1772506" y="814673"/>
                </a:cubicBezTo>
                <a:cubicBezTo>
                  <a:pt x="1772760" y="810433"/>
                  <a:pt x="1771516" y="805058"/>
                  <a:pt x="1770587" y="799871"/>
                </a:cubicBezTo>
                <a:cubicBezTo>
                  <a:pt x="1769401" y="793279"/>
                  <a:pt x="1765018" y="788395"/>
                  <a:pt x="1762907" y="784011"/>
                </a:cubicBezTo>
                <a:cubicBezTo>
                  <a:pt x="1759908" y="777844"/>
                  <a:pt x="1758060" y="773909"/>
                  <a:pt x="1760068" y="768711"/>
                </a:cubicBezTo>
                <a:cubicBezTo>
                  <a:pt x="1762491" y="762388"/>
                  <a:pt x="1769256" y="757546"/>
                  <a:pt x="1774785" y="757943"/>
                </a:cubicBezTo>
                <a:close/>
                <a:moveTo>
                  <a:pt x="51791" y="750286"/>
                </a:moveTo>
                <a:lnTo>
                  <a:pt x="51771" y="750334"/>
                </a:lnTo>
                <a:cubicBezTo>
                  <a:pt x="57319" y="749610"/>
                  <a:pt x="61950" y="755783"/>
                  <a:pt x="65834" y="761588"/>
                </a:cubicBezTo>
                <a:cubicBezTo>
                  <a:pt x="70078" y="767881"/>
                  <a:pt x="74488" y="774582"/>
                  <a:pt x="75576" y="777239"/>
                </a:cubicBezTo>
                <a:cubicBezTo>
                  <a:pt x="78202" y="783758"/>
                  <a:pt x="78573" y="792831"/>
                  <a:pt x="79776" y="800729"/>
                </a:cubicBezTo>
                <a:cubicBezTo>
                  <a:pt x="80558" y="805995"/>
                  <a:pt x="81001" y="810795"/>
                  <a:pt x="80640" y="814566"/>
                </a:cubicBezTo>
                <a:cubicBezTo>
                  <a:pt x="80279" y="818338"/>
                  <a:pt x="79116" y="821082"/>
                  <a:pt x="76687" y="822237"/>
                </a:cubicBezTo>
                <a:cubicBezTo>
                  <a:pt x="71536" y="824707"/>
                  <a:pt x="67229" y="819912"/>
                  <a:pt x="61499" y="811247"/>
                </a:cubicBezTo>
                <a:cubicBezTo>
                  <a:pt x="58077" y="806088"/>
                  <a:pt x="53176" y="800422"/>
                  <a:pt x="49847" y="793158"/>
                </a:cubicBezTo>
                <a:cubicBezTo>
                  <a:pt x="47004" y="786888"/>
                  <a:pt x="47582" y="778776"/>
                  <a:pt x="44912" y="771957"/>
                </a:cubicBezTo>
                <a:cubicBezTo>
                  <a:pt x="42040" y="764545"/>
                  <a:pt x="44211" y="751287"/>
                  <a:pt x="51791" y="750286"/>
                </a:cubicBezTo>
                <a:close/>
                <a:moveTo>
                  <a:pt x="1291022" y="733032"/>
                </a:moveTo>
                <a:cubicBezTo>
                  <a:pt x="1296056" y="731246"/>
                  <a:pt x="1300298" y="732966"/>
                  <a:pt x="1305531" y="736626"/>
                </a:cubicBezTo>
                <a:cubicBezTo>
                  <a:pt x="1310888" y="740394"/>
                  <a:pt x="1316153" y="744519"/>
                  <a:pt x="1318811" y="747326"/>
                </a:cubicBezTo>
                <a:cubicBezTo>
                  <a:pt x="1324074" y="752803"/>
                  <a:pt x="1330880" y="757686"/>
                  <a:pt x="1334944" y="764412"/>
                </a:cubicBezTo>
                <a:cubicBezTo>
                  <a:pt x="1339053" y="771157"/>
                  <a:pt x="1340491" y="779436"/>
                  <a:pt x="1343217" y="786391"/>
                </a:cubicBezTo>
                <a:cubicBezTo>
                  <a:pt x="1346284" y="794280"/>
                  <a:pt x="1349765" y="801720"/>
                  <a:pt x="1350822" y="808485"/>
                </a:cubicBezTo>
                <a:cubicBezTo>
                  <a:pt x="1352463" y="819106"/>
                  <a:pt x="1351026" y="828325"/>
                  <a:pt x="1346898" y="831449"/>
                </a:cubicBezTo>
                <a:cubicBezTo>
                  <a:pt x="1341243" y="835797"/>
                  <a:pt x="1330837" y="827656"/>
                  <a:pt x="1323645" y="820862"/>
                </a:cubicBezTo>
                <a:cubicBezTo>
                  <a:pt x="1315855" y="813479"/>
                  <a:pt x="1309824" y="808356"/>
                  <a:pt x="1307529" y="798759"/>
                </a:cubicBezTo>
                <a:cubicBezTo>
                  <a:pt x="1306534" y="794674"/>
                  <a:pt x="1306519" y="790265"/>
                  <a:pt x="1304638" y="785470"/>
                </a:cubicBezTo>
                <a:cubicBezTo>
                  <a:pt x="1303146" y="781627"/>
                  <a:pt x="1303494" y="776355"/>
                  <a:pt x="1300571" y="772025"/>
                </a:cubicBezTo>
                <a:cubicBezTo>
                  <a:pt x="1296846" y="766514"/>
                  <a:pt x="1293526" y="762189"/>
                  <a:pt x="1290488" y="758940"/>
                </a:cubicBezTo>
                <a:cubicBezTo>
                  <a:pt x="1286093" y="754221"/>
                  <a:pt x="1278308" y="751806"/>
                  <a:pt x="1278024" y="746156"/>
                </a:cubicBezTo>
                <a:cubicBezTo>
                  <a:pt x="1277691" y="739413"/>
                  <a:pt x="1285880" y="734941"/>
                  <a:pt x="1291050" y="733100"/>
                </a:cubicBezTo>
                <a:close/>
                <a:moveTo>
                  <a:pt x="672511" y="722733"/>
                </a:moveTo>
                <a:cubicBezTo>
                  <a:pt x="676941" y="720638"/>
                  <a:pt x="680128" y="720167"/>
                  <a:pt x="685435" y="724591"/>
                </a:cubicBezTo>
                <a:cubicBezTo>
                  <a:pt x="689733" y="728198"/>
                  <a:pt x="693229" y="732372"/>
                  <a:pt x="694897" y="737812"/>
                </a:cubicBezTo>
                <a:cubicBezTo>
                  <a:pt x="697050" y="744922"/>
                  <a:pt x="696453" y="748905"/>
                  <a:pt x="695529" y="753936"/>
                </a:cubicBezTo>
                <a:cubicBezTo>
                  <a:pt x="694711" y="758447"/>
                  <a:pt x="695761" y="763346"/>
                  <a:pt x="697097" y="770792"/>
                </a:cubicBezTo>
                <a:cubicBezTo>
                  <a:pt x="698611" y="779158"/>
                  <a:pt x="699110" y="786311"/>
                  <a:pt x="701931" y="791556"/>
                </a:cubicBezTo>
                <a:cubicBezTo>
                  <a:pt x="704968" y="797230"/>
                  <a:pt x="707204" y="801045"/>
                  <a:pt x="707598" y="809395"/>
                </a:cubicBezTo>
                <a:cubicBezTo>
                  <a:pt x="707961" y="817279"/>
                  <a:pt x="706678" y="821821"/>
                  <a:pt x="700806" y="824667"/>
                </a:cubicBezTo>
                <a:cubicBezTo>
                  <a:pt x="696831" y="826615"/>
                  <a:pt x="693867" y="828308"/>
                  <a:pt x="689294" y="826167"/>
                </a:cubicBezTo>
                <a:cubicBezTo>
                  <a:pt x="685201" y="824226"/>
                  <a:pt x="678379" y="823683"/>
                  <a:pt x="675776" y="819939"/>
                </a:cubicBezTo>
                <a:cubicBezTo>
                  <a:pt x="671388" y="813586"/>
                  <a:pt x="673981" y="806319"/>
                  <a:pt x="673676" y="797894"/>
                </a:cubicBezTo>
                <a:cubicBezTo>
                  <a:pt x="673471" y="792729"/>
                  <a:pt x="674799" y="786060"/>
                  <a:pt x="672810" y="777213"/>
                </a:cubicBezTo>
                <a:cubicBezTo>
                  <a:pt x="670991" y="769169"/>
                  <a:pt x="666552" y="764826"/>
                  <a:pt x="664904" y="760411"/>
                </a:cubicBezTo>
                <a:cubicBezTo>
                  <a:pt x="662729" y="754701"/>
                  <a:pt x="661739" y="749659"/>
                  <a:pt x="661781" y="741887"/>
                </a:cubicBezTo>
                <a:cubicBezTo>
                  <a:pt x="661809" y="737779"/>
                  <a:pt x="664848" y="726353"/>
                  <a:pt x="672511" y="722733"/>
                </a:cubicBezTo>
                <a:close/>
                <a:moveTo>
                  <a:pt x="1926750" y="689979"/>
                </a:moveTo>
                <a:cubicBezTo>
                  <a:pt x="1931548" y="687812"/>
                  <a:pt x="1938654" y="691579"/>
                  <a:pt x="1945247" y="699534"/>
                </a:cubicBezTo>
                <a:cubicBezTo>
                  <a:pt x="1949612" y="704861"/>
                  <a:pt x="1953779" y="711743"/>
                  <a:pt x="1957309" y="718527"/>
                </a:cubicBezTo>
                <a:cubicBezTo>
                  <a:pt x="1961109" y="725876"/>
                  <a:pt x="1964481" y="733442"/>
                  <a:pt x="1965608" y="739502"/>
                </a:cubicBezTo>
                <a:lnTo>
                  <a:pt x="1965588" y="739550"/>
                </a:lnTo>
                <a:cubicBezTo>
                  <a:pt x="1966359" y="743767"/>
                  <a:pt x="1965150" y="748001"/>
                  <a:pt x="1962198" y="750603"/>
                </a:cubicBezTo>
                <a:cubicBezTo>
                  <a:pt x="1957091" y="755124"/>
                  <a:pt x="1943656" y="754350"/>
                  <a:pt x="1940146" y="751017"/>
                </a:cubicBezTo>
                <a:cubicBezTo>
                  <a:pt x="1935115" y="746200"/>
                  <a:pt x="1930353" y="739126"/>
                  <a:pt x="1926368" y="731812"/>
                </a:cubicBezTo>
                <a:cubicBezTo>
                  <a:pt x="1922411" y="724567"/>
                  <a:pt x="1920197" y="716527"/>
                  <a:pt x="1919123" y="709531"/>
                </a:cubicBezTo>
                <a:cubicBezTo>
                  <a:pt x="1917691" y="700295"/>
                  <a:pt x="1919460" y="693246"/>
                  <a:pt x="1926750" y="689979"/>
                </a:cubicBezTo>
                <a:close/>
                <a:moveTo>
                  <a:pt x="1455273" y="682178"/>
                </a:moveTo>
                <a:cubicBezTo>
                  <a:pt x="1459204" y="679254"/>
                  <a:pt x="1466835" y="681095"/>
                  <a:pt x="1472857" y="684352"/>
                </a:cubicBezTo>
                <a:cubicBezTo>
                  <a:pt x="1477817" y="687051"/>
                  <a:pt x="1485646" y="689766"/>
                  <a:pt x="1488335" y="694787"/>
                </a:cubicBezTo>
                <a:cubicBezTo>
                  <a:pt x="1491850" y="701339"/>
                  <a:pt x="1487728" y="707006"/>
                  <a:pt x="1487408" y="712347"/>
                </a:cubicBezTo>
                <a:cubicBezTo>
                  <a:pt x="1487145" y="717148"/>
                  <a:pt x="1491257" y="721467"/>
                  <a:pt x="1494038" y="728558"/>
                </a:cubicBezTo>
                <a:cubicBezTo>
                  <a:pt x="1497153" y="736467"/>
                  <a:pt x="1501998" y="740246"/>
                  <a:pt x="1505825" y="744841"/>
                </a:cubicBezTo>
                <a:cubicBezTo>
                  <a:pt x="1509888" y="749815"/>
                  <a:pt x="1512639" y="755766"/>
                  <a:pt x="1514718" y="763861"/>
                </a:cubicBezTo>
                <a:cubicBezTo>
                  <a:pt x="1516650" y="771500"/>
                  <a:pt x="1514006" y="780101"/>
                  <a:pt x="1508859" y="784041"/>
                </a:cubicBezTo>
                <a:cubicBezTo>
                  <a:pt x="1505287" y="786777"/>
                  <a:pt x="1501489" y="787501"/>
                  <a:pt x="1496468" y="785623"/>
                </a:cubicBezTo>
                <a:cubicBezTo>
                  <a:pt x="1492022" y="783986"/>
                  <a:pt x="1485299" y="783879"/>
                  <a:pt x="1482038" y="780763"/>
                </a:cubicBezTo>
                <a:cubicBezTo>
                  <a:pt x="1476503" y="775397"/>
                  <a:pt x="1478264" y="768233"/>
                  <a:pt x="1476294" y="760014"/>
                </a:cubicBezTo>
                <a:cubicBezTo>
                  <a:pt x="1475072" y="754986"/>
                  <a:pt x="1474296" y="748226"/>
                  <a:pt x="1470596" y="739960"/>
                </a:cubicBezTo>
                <a:cubicBezTo>
                  <a:pt x="1467204" y="732444"/>
                  <a:pt x="1467171" y="725657"/>
                  <a:pt x="1464667" y="721673"/>
                </a:cubicBezTo>
                <a:cubicBezTo>
                  <a:pt x="1461382" y="716459"/>
                  <a:pt x="1458129" y="714531"/>
                  <a:pt x="1456641" y="706910"/>
                </a:cubicBezTo>
                <a:lnTo>
                  <a:pt x="1456669" y="706978"/>
                </a:lnTo>
                <a:cubicBezTo>
                  <a:pt x="1455885" y="702924"/>
                  <a:pt x="1448522" y="687253"/>
                  <a:pt x="1455273" y="682178"/>
                </a:cubicBezTo>
                <a:close/>
                <a:moveTo>
                  <a:pt x="211933" y="671904"/>
                </a:moveTo>
                <a:cubicBezTo>
                  <a:pt x="215868" y="673129"/>
                  <a:pt x="219751" y="675503"/>
                  <a:pt x="222606" y="678647"/>
                </a:cubicBezTo>
                <a:lnTo>
                  <a:pt x="222627" y="678599"/>
                </a:lnTo>
                <a:cubicBezTo>
                  <a:pt x="227181" y="683611"/>
                  <a:pt x="228399" y="689991"/>
                  <a:pt x="230127" y="695964"/>
                </a:cubicBezTo>
                <a:cubicBezTo>
                  <a:pt x="231651" y="701344"/>
                  <a:pt x="232722" y="707268"/>
                  <a:pt x="234483" y="714101"/>
                </a:cubicBezTo>
                <a:cubicBezTo>
                  <a:pt x="236415" y="721739"/>
                  <a:pt x="241228" y="727481"/>
                  <a:pt x="243720" y="733379"/>
                </a:cubicBezTo>
                <a:cubicBezTo>
                  <a:pt x="246992" y="741184"/>
                  <a:pt x="246597" y="749260"/>
                  <a:pt x="249138" y="754500"/>
                </a:cubicBezTo>
                <a:cubicBezTo>
                  <a:pt x="251526" y="759367"/>
                  <a:pt x="253237" y="762454"/>
                  <a:pt x="253503" y="764745"/>
                </a:cubicBezTo>
                <a:cubicBezTo>
                  <a:pt x="253769" y="767037"/>
                  <a:pt x="252592" y="768534"/>
                  <a:pt x="249207" y="770220"/>
                </a:cubicBezTo>
                <a:cubicBezTo>
                  <a:pt x="243383" y="773086"/>
                  <a:pt x="239029" y="770021"/>
                  <a:pt x="231097" y="762973"/>
                </a:cubicBezTo>
                <a:cubicBezTo>
                  <a:pt x="225918" y="758376"/>
                  <a:pt x="217157" y="755327"/>
                  <a:pt x="212345" y="747836"/>
                </a:cubicBezTo>
                <a:cubicBezTo>
                  <a:pt x="208237" y="741487"/>
                  <a:pt x="206967" y="732941"/>
                  <a:pt x="203772" y="725224"/>
                </a:cubicBezTo>
                <a:cubicBezTo>
                  <a:pt x="200791" y="717936"/>
                  <a:pt x="201922" y="709718"/>
                  <a:pt x="200275" y="701803"/>
                </a:cubicBezTo>
                <a:cubicBezTo>
                  <a:pt x="199325" y="697341"/>
                  <a:pt x="193912" y="691687"/>
                  <a:pt x="194081" y="685493"/>
                </a:cubicBezTo>
                <a:cubicBezTo>
                  <a:pt x="194293" y="678526"/>
                  <a:pt x="196568" y="674174"/>
                  <a:pt x="200950" y="672059"/>
                </a:cubicBezTo>
                <a:cubicBezTo>
                  <a:pt x="204012" y="670604"/>
                  <a:pt x="207998" y="670679"/>
                  <a:pt x="211933" y="671904"/>
                </a:cubicBezTo>
                <a:close/>
                <a:moveTo>
                  <a:pt x="842128" y="671589"/>
                </a:moveTo>
                <a:cubicBezTo>
                  <a:pt x="848185" y="672207"/>
                  <a:pt x="855687" y="679471"/>
                  <a:pt x="859947" y="689495"/>
                </a:cubicBezTo>
                <a:cubicBezTo>
                  <a:pt x="864205" y="699520"/>
                  <a:pt x="865473" y="711169"/>
                  <a:pt x="866575" y="715131"/>
                </a:cubicBezTo>
                <a:cubicBezTo>
                  <a:pt x="868438" y="721724"/>
                  <a:pt x="870124" y="729543"/>
                  <a:pt x="871484" y="737337"/>
                </a:cubicBezTo>
                <a:cubicBezTo>
                  <a:pt x="872843" y="745131"/>
                  <a:pt x="878319" y="752787"/>
                  <a:pt x="878640" y="759695"/>
                </a:cubicBezTo>
                <a:cubicBezTo>
                  <a:pt x="878920" y="765286"/>
                  <a:pt x="877492" y="769938"/>
                  <a:pt x="875501" y="773380"/>
                </a:cubicBezTo>
                <a:cubicBezTo>
                  <a:pt x="873510" y="776821"/>
                  <a:pt x="870954" y="779053"/>
                  <a:pt x="868976" y="779804"/>
                </a:cubicBezTo>
                <a:cubicBezTo>
                  <a:pt x="864338" y="781586"/>
                  <a:pt x="860990" y="776119"/>
                  <a:pt x="855656" y="765024"/>
                </a:cubicBezTo>
                <a:cubicBezTo>
                  <a:pt x="852761" y="759013"/>
                  <a:pt x="845523" y="753272"/>
                  <a:pt x="842617" y="744999"/>
                </a:cubicBezTo>
                <a:cubicBezTo>
                  <a:pt x="840171" y="738049"/>
                  <a:pt x="839990" y="729732"/>
                  <a:pt x="837646" y="721864"/>
                </a:cubicBezTo>
                <a:cubicBezTo>
                  <a:pt x="835430" y="714501"/>
                  <a:pt x="833750" y="706799"/>
                  <a:pt x="831703" y="699168"/>
                </a:cubicBezTo>
                <a:cubicBezTo>
                  <a:pt x="830374" y="694265"/>
                  <a:pt x="834384" y="688326"/>
                  <a:pt x="835248" y="683439"/>
                </a:cubicBezTo>
                <a:cubicBezTo>
                  <a:pt x="836438" y="676825"/>
                  <a:pt x="837596" y="671102"/>
                  <a:pt x="842128" y="671589"/>
                </a:cubicBezTo>
                <a:close/>
                <a:moveTo>
                  <a:pt x="1625666" y="636044"/>
                </a:moveTo>
                <a:lnTo>
                  <a:pt x="1625762" y="636084"/>
                </a:lnTo>
                <a:cubicBezTo>
                  <a:pt x="1630851" y="634434"/>
                  <a:pt x="1634403" y="635245"/>
                  <a:pt x="1639480" y="639008"/>
                </a:cubicBezTo>
                <a:cubicBezTo>
                  <a:pt x="1644729" y="642900"/>
                  <a:pt x="1650122" y="646853"/>
                  <a:pt x="1652692" y="649736"/>
                </a:cubicBezTo>
                <a:cubicBezTo>
                  <a:pt x="1657778" y="655365"/>
                  <a:pt x="1665947" y="659691"/>
                  <a:pt x="1669757" y="666480"/>
                </a:cubicBezTo>
                <a:cubicBezTo>
                  <a:pt x="1673643" y="673356"/>
                  <a:pt x="1670840" y="683414"/>
                  <a:pt x="1673361" y="690453"/>
                </a:cubicBezTo>
                <a:cubicBezTo>
                  <a:pt x="1676224" y="698425"/>
                  <a:pt x="1678977" y="705449"/>
                  <a:pt x="1679851" y="712249"/>
                </a:cubicBezTo>
                <a:cubicBezTo>
                  <a:pt x="1681191" y="722914"/>
                  <a:pt x="1684198" y="734446"/>
                  <a:pt x="1679994" y="737483"/>
                </a:cubicBezTo>
                <a:cubicBezTo>
                  <a:pt x="1676836" y="739771"/>
                  <a:pt x="1668482" y="739659"/>
                  <a:pt x="1662960" y="737628"/>
                </a:cubicBezTo>
                <a:cubicBezTo>
                  <a:pt x="1658322" y="735910"/>
                  <a:pt x="1654597" y="730399"/>
                  <a:pt x="1651423" y="727207"/>
                </a:cubicBezTo>
                <a:cubicBezTo>
                  <a:pt x="1647602" y="723405"/>
                  <a:pt x="1649278" y="718463"/>
                  <a:pt x="1648572" y="713822"/>
                </a:cubicBezTo>
                <a:cubicBezTo>
                  <a:pt x="1647866" y="709180"/>
                  <a:pt x="1641424" y="705578"/>
                  <a:pt x="1640402" y="700748"/>
                </a:cubicBezTo>
                <a:cubicBezTo>
                  <a:pt x="1639524" y="696655"/>
                  <a:pt x="1643534" y="690715"/>
                  <a:pt x="1641392" y="685866"/>
                </a:cubicBezTo>
                <a:cubicBezTo>
                  <a:pt x="1639669" y="682040"/>
                  <a:pt x="1636700" y="678087"/>
                  <a:pt x="1633865" y="673682"/>
                </a:cubicBezTo>
                <a:cubicBezTo>
                  <a:pt x="1630296" y="668067"/>
                  <a:pt x="1626661" y="663553"/>
                  <a:pt x="1623384" y="660204"/>
                </a:cubicBezTo>
                <a:cubicBezTo>
                  <a:pt x="1618700" y="655364"/>
                  <a:pt x="1613968" y="652930"/>
                  <a:pt x="1613897" y="647312"/>
                </a:cubicBezTo>
                <a:cubicBezTo>
                  <a:pt x="1613795" y="640553"/>
                  <a:pt x="1620392" y="637729"/>
                  <a:pt x="1625666" y="636044"/>
                </a:cubicBezTo>
                <a:close/>
                <a:moveTo>
                  <a:pt x="1011339" y="623434"/>
                </a:moveTo>
                <a:cubicBezTo>
                  <a:pt x="1017889" y="621663"/>
                  <a:pt x="1030656" y="629551"/>
                  <a:pt x="1035125" y="636785"/>
                </a:cubicBezTo>
                <a:lnTo>
                  <a:pt x="1035173" y="636805"/>
                </a:lnTo>
                <a:cubicBezTo>
                  <a:pt x="1038709" y="642632"/>
                  <a:pt x="1034866" y="650730"/>
                  <a:pt x="1035420" y="656946"/>
                </a:cubicBezTo>
                <a:cubicBezTo>
                  <a:pt x="1035928" y="662464"/>
                  <a:pt x="1040229" y="668216"/>
                  <a:pt x="1040673" y="675232"/>
                </a:cubicBezTo>
                <a:cubicBezTo>
                  <a:pt x="1041200" y="683128"/>
                  <a:pt x="1039515" y="690382"/>
                  <a:pt x="1040889" y="696658"/>
                </a:cubicBezTo>
                <a:cubicBezTo>
                  <a:pt x="1042628" y="704893"/>
                  <a:pt x="1045385" y="711636"/>
                  <a:pt x="1046926" y="717248"/>
                </a:cubicBezTo>
                <a:cubicBezTo>
                  <a:pt x="1048356" y="722447"/>
                  <a:pt x="1049276" y="727320"/>
                  <a:pt x="1048927" y="731146"/>
                </a:cubicBezTo>
                <a:cubicBezTo>
                  <a:pt x="1048579" y="734972"/>
                  <a:pt x="1046963" y="737752"/>
                  <a:pt x="1043324" y="738768"/>
                </a:cubicBezTo>
                <a:cubicBezTo>
                  <a:pt x="1037103" y="740564"/>
                  <a:pt x="1027649" y="734459"/>
                  <a:pt x="1021189" y="726052"/>
                </a:cubicBezTo>
                <a:cubicBezTo>
                  <a:pt x="1016952" y="720552"/>
                  <a:pt x="1013481" y="712550"/>
                  <a:pt x="1010110" y="704309"/>
                </a:cubicBezTo>
                <a:cubicBezTo>
                  <a:pt x="1007241" y="697294"/>
                  <a:pt x="1009465" y="688348"/>
                  <a:pt x="1007754" y="680181"/>
                </a:cubicBezTo>
                <a:cubicBezTo>
                  <a:pt x="1006124" y="672500"/>
                  <a:pt x="1001626" y="665197"/>
                  <a:pt x="1001460" y="657113"/>
                </a:cubicBezTo>
                <a:cubicBezTo>
                  <a:pt x="1001362" y="652500"/>
                  <a:pt x="1000405" y="645495"/>
                  <a:pt x="1001704" y="639435"/>
                </a:cubicBezTo>
                <a:cubicBezTo>
                  <a:pt x="1003208" y="632615"/>
                  <a:pt x="1006643" y="624684"/>
                  <a:pt x="1011339" y="623434"/>
                </a:cubicBezTo>
                <a:close/>
                <a:moveTo>
                  <a:pt x="363981" y="622501"/>
                </a:moveTo>
                <a:cubicBezTo>
                  <a:pt x="370103" y="620268"/>
                  <a:pt x="372408" y="624055"/>
                  <a:pt x="375358" y="629129"/>
                </a:cubicBezTo>
                <a:cubicBezTo>
                  <a:pt x="377865" y="633510"/>
                  <a:pt x="380923" y="638460"/>
                  <a:pt x="384012" y="642124"/>
                </a:cubicBezTo>
                <a:cubicBezTo>
                  <a:pt x="387508" y="646298"/>
                  <a:pt x="398392" y="647641"/>
                  <a:pt x="403198" y="655015"/>
                </a:cubicBezTo>
                <a:cubicBezTo>
                  <a:pt x="406703" y="660378"/>
                  <a:pt x="406098" y="669494"/>
                  <a:pt x="408970" y="676906"/>
                </a:cubicBezTo>
                <a:cubicBezTo>
                  <a:pt x="411362" y="683044"/>
                  <a:pt x="416249" y="689550"/>
                  <a:pt x="417629" y="697296"/>
                </a:cubicBezTo>
                <a:cubicBezTo>
                  <a:pt x="418280" y="701125"/>
                  <a:pt x="418191" y="707127"/>
                  <a:pt x="419439" y="712222"/>
                </a:cubicBezTo>
                <a:cubicBezTo>
                  <a:pt x="420100" y="714953"/>
                  <a:pt x="420666" y="717843"/>
                  <a:pt x="420327" y="720319"/>
                </a:cubicBezTo>
                <a:cubicBezTo>
                  <a:pt x="419987" y="722794"/>
                  <a:pt x="418743" y="724856"/>
                  <a:pt x="415784" y="725930"/>
                </a:cubicBezTo>
                <a:cubicBezTo>
                  <a:pt x="410185" y="727987"/>
                  <a:pt x="406499" y="721306"/>
                  <a:pt x="401955" y="716807"/>
                </a:cubicBezTo>
                <a:cubicBezTo>
                  <a:pt x="396909" y="711758"/>
                  <a:pt x="390327" y="707815"/>
                  <a:pt x="388452" y="705563"/>
                </a:cubicBezTo>
                <a:cubicBezTo>
                  <a:pt x="386831" y="703642"/>
                  <a:pt x="382235" y="695903"/>
                  <a:pt x="376356" y="685708"/>
                </a:cubicBezTo>
                <a:cubicBezTo>
                  <a:pt x="372901" y="679688"/>
                  <a:pt x="368217" y="673099"/>
                  <a:pt x="365538" y="665090"/>
                </a:cubicBezTo>
                <a:cubicBezTo>
                  <a:pt x="363133" y="658043"/>
                  <a:pt x="361610" y="650237"/>
                  <a:pt x="361048" y="642156"/>
                </a:cubicBezTo>
                <a:cubicBezTo>
                  <a:pt x="360661" y="636349"/>
                  <a:pt x="359500" y="624180"/>
                  <a:pt x="364029" y="622521"/>
                </a:cubicBezTo>
                <a:close/>
                <a:moveTo>
                  <a:pt x="1803540" y="585648"/>
                </a:moveTo>
                <a:cubicBezTo>
                  <a:pt x="1807308" y="584461"/>
                  <a:pt x="1810089" y="586304"/>
                  <a:pt x="1816377" y="594582"/>
                </a:cubicBezTo>
                <a:cubicBezTo>
                  <a:pt x="1820056" y="599396"/>
                  <a:pt x="1827249" y="603087"/>
                  <a:pt x="1831093" y="609664"/>
                </a:cubicBezTo>
                <a:cubicBezTo>
                  <a:pt x="1834485" y="615431"/>
                  <a:pt x="1837439" y="621974"/>
                  <a:pt x="1840562" y="628249"/>
                </a:cubicBezTo>
                <a:cubicBezTo>
                  <a:pt x="1843693" y="634641"/>
                  <a:pt x="1849050" y="640158"/>
                  <a:pt x="1851537" y="646337"/>
                </a:cubicBezTo>
                <a:cubicBezTo>
                  <a:pt x="1854415" y="653469"/>
                  <a:pt x="1851267" y="662196"/>
                  <a:pt x="1852697" y="667932"/>
                </a:cubicBezTo>
                <a:lnTo>
                  <a:pt x="1852765" y="667904"/>
                </a:lnTo>
                <a:cubicBezTo>
                  <a:pt x="1854408" y="674349"/>
                  <a:pt x="1854684" y="678134"/>
                  <a:pt x="1851864" y="680960"/>
                </a:cubicBezTo>
                <a:cubicBezTo>
                  <a:pt x="1846856" y="685917"/>
                  <a:pt x="1834255" y="680864"/>
                  <a:pt x="1829679" y="674827"/>
                </a:cubicBezTo>
                <a:cubicBezTo>
                  <a:pt x="1825868" y="669787"/>
                  <a:pt x="1821616" y="664055"/>
                  <a:pt x="1817897" y="657587"/>
                </a:cubicBezTo>
                <a:cubicBezTo>
                  <a:pt x="1814449" y="651683"/>
                  <a:pt x="1811298" y="645340"/>
                  <a:pt x="1808331" y="638962"/>
                </a:cubicBezTo>
                <a:cubicBezTo>
                  <a:pt x="1805309" y="632446"/>
                  <a:pt x="1802197" y="626007"/>
                  <a:pt x="1800100" y="619709"/>
                </a:cubicBezTo>
                <a:cubicBezTo>
                  <a:pt x="1797622" y="612294"/>
                  <a:pt x="1796590" y="605202"/>
                  <a:pt x="1795983" y="599247"/>
                </a:cubicBezTo>
                <a:cubicBezTo>
                  <a:pt x="1795056" y="589883"/>
                  <a:pt x="1797599" y="587450"/>
                  <a:pt x="1803540" y="585648"/>
                </a:cubicBezTo>
                <a:close/>
                <a:moveTo>
                  <a:pt x="542496" y="578921"/>
                </a:moveTo>
                <a:cubicBezTo>
                  <a:pt x="548676" y="576149"/>
                  <a:pt x="558697" y="580629"/>
                  <a:pt x="564233" y="587068"/>
                </a:cubicBezTo>
                <a:lnTo>
                  <a:pt x="564281" y="587088"/>
                </a:lnTo>
                <a:cubicBezTo>
                  <a:pt x="568727" y="592224"/>
                  <a:pt x="568677" y="598807"/>
                  <a:pt x="570267" y="604835"/>
                </a:cubicBezTo>
                <a:cubicBezTo>
                  <a:pt x="571656" y="610271"/>
                  <a:pt x="576006" y="615367"/>
                  <a:pt x="577583" y="622236"/>
                </a:cubicBezTo>
                <a:cubicBezTo>
                  <a:pt x="579358" y="629979"/>
                  <a:pt x="579423" y="637230"/>
                  <a:pt x="581758" y="643232"/>
                </a:cubicBezTo>
                <a:cubicBezTo>
                  <a:pt x="584826" y="651120"/>
                  <a:pt x="586943" y="658047"/>
                  <a:pt x="589396" y="663364"/>
                </a:cubicBezTo>
                <a:cubicBezTo>
                  <a:pt x="593919" y="673161"/>
                  <a:pt x="598771" y="682982"/>
                  <a:pt x="591918" y="686151"/>
                </a:cubicBezTo>
                <a:cubicBezTo>
                  <a:pt x="586038" y="688880"/>
                  <a:pt x="578229" y="679118"/>
                  <a:pt x="570494" y="671870"/>
                </a:cubicBezTo>
                <a:cubicBezTo>
                  <a:pt x="565423" y="667150"/>
                  <a:pt x="558034" y="662983"/>
                  <a:pt x="553397" y="655340"/>
                </a:cubicBezTo>
                <a:cubicBezTo>
                  <a:pt x="549466" y="648839"/>
                  <a:pt x="546082" y="641438"/>
                  <a:pt x="543091" y="633637"/>
                </a:cubicBezTo>
                <a:cubicBezTo>
                  <a:pt x="540246" y="626294"/>
                  <a:pt x="534868" y="619074"/>
                  <a:pt x="533405" y="611124"/>
                </a:cubicBezTo>
                <a:cubicBezTo>
                  <a:pt x="532591" y="606606"/>
                  <a:pt x="537637" y="599407"/>
                  <a:pt x="537970" y="593225"/>
                </a:cubicBezTo>
                <a:cubicBezTo>
                  <a:pt x="538318" y="586203"/>
                  <a:pt x="538058" y="580900"/>
                  <a:pt x="542496" y="578921"/>
                </a:cubicBezTo>
                <a:close/>
                <a:moveTo>
                  <a:pt x="1175168" y="578163"/>
                </a:moveTo>
                <a:lnTo>
                  <a:pt x="1175148" y="578211"/>
                </a:lnTo>
                <a:cubicBezTo>
                  <a:pt x="1181137" y="578857"/>
                  <a:pt x="1187660" y="589265"/>
                  <a:pt x="1191919" y="599290"/>
                </a:cubicBezTo>
                <a:cubicBezTo>
                  <a:pt x="1196178" y="609314"/>
                  <a:pt x="1202745" y="619347"/>
                  <a:pt x="1203849" y="623309"/>
                </a:cubicBezTo>
                <a:cubicBezTo>
                  <a:pt x="1205663" y="629882"/>
                  <a:pt x="1204775" y="638597"/>
                  <a:pt x="1206114" y="646439"/>
                </a:cubicBezTo>
                <a:cubicBezTo>
                  <a:pt x="1207474" y="654233"/>
                  <a:pt x="1204506" y="662528"/>
                  <a:pt x="1204827" y="669436"/>
                </a:cubicBezTo>
                <a:cubicBezTo>
                  <a:pt x="1205386" y="680620"/>
                  <a:pt x="1207516" y="692632"/>
                  <a:pt x="1203559" y="694135"/>
                </a:cubicBezTo>
                <a:cubicBezTo>
                  <a:pt x="1198922" y="695918"/>
                  <a:pt x="1195193" y="684761"/>
                  <a:pt x="1189860" y="673664"/>
                </a:cubicBezTo>
                <a:cubicBezTo>
                  <a:pt x="1187012" y="667674"/>
                  <a:pt x="1182201" y="661257"/>
                  <a:pt x="1179294" y="652983"/>
                </a:cubicBezTo>
                <a:cubicBezTo>
                  <a:pt x="1176849" y="646032"/>
                  <a:pt x="1175081" y="638406"/>
                  <a:pt x="1172738" y="630539"/>
                </a:cubicBezTo>
                <a:cubicBezTo>
                  <a:pt x="1170549" y="623244"/>
                  <a:pt x="1166880" y="616119"/>
                  <a:pt x="1164833" y="608488"/>
                </a:cubicBezTo>
                <a:cubicBezTo>
                  <a:pt x="1163496" y="603469"/>
                  <a:pt x="1166296" y="598265"/>
                  <a:pt x="1167865" y="592769"/>
                </a:cubicBezTo>
                <a:cubicBezTo>
                  <a:pt x="1169913" y="585725"/>
                  <a:pt x="1170732" y="577715"/>
                  <a:pt x="1175168" y="578163"/>
                </a:cubicBezTo>
                <a:close/>
                <a:moveTo>
                  <a:pt x="2078659" y="562782"/>
                </a:moveTo>
                <a:cubicBezTo>
                  <a:pt x="2084680" y="559716"/>
                  <a:pt x="2092428" y="564373"/>
                  <a:pt x="2097320" y="568849"/>
                </a:cubicBezTo>
                <a:lnTo>
                  <a:pt x="2097340" y="568801"/>
                </a:lnTo>
                <a:cubicBezTo>
                  <a:pt x="2101337" y="572452"/>
                  <a:pt x="2106165" y="574925"/>
                  <a:pt x="2106915" y="579868"/>
                </a:cubicBezTo>
                <a:cubicBezTo>
                  <a:pt x="2107577" y="584209"/>
                  <a:pt x="2105705" y="589351"/>
                  <a:pt x="2106826" y="594618"/>
                </a:cubicBezTo>
                <a:cubicBezTo>
                  <a:pt x="2108805" y="604026"/>
                  <a:pt x="2114349" y="609905"/>
                  <a:pt x="2115907" y="615073"/>
                </a:cubicBezTo>
                <a:cubicBezTo>
                  <a:pt x="2117482" y="620332"/>
                  <a:pt x="2117891" y="624271"/>
                  <a:pt x="2116812" y="627467"/>
                </a:cubicBezTo>
                <a:cubicBezTo>
                  <a:pt x="2115735" y="630663"/>
                  <a:pt x="2113169" y="633116"/>
                  <a:pt x="2108799" y="635405"/>
                </a:cubicBezTo>
                <a:cubicBezTo>
                  <a:pt x="2101880" y="638998"/>
                  <a:pt x="2095451" y="635233"/>
                  <a:pt x="2089350" y="629065"/>
                </a:cubicBezTo>
                <a:cubicBezTo>
                  <a:pt x="2084979" y="624693"/>
                  <a:pt x="2080065" y="619193"/>
                  <a:pt x="2077011" y="611140"/>
                </a:cubicBezTo>
                <a:cubicBezTo>
                  <a:pt x="2074632" y="604838"/>
                  <a:pt x="2072956" y="597532"/>
                  <a:pt x="2071773" y="589586"/>
                </a:cubicBezTo>
                <a:cubicBezTo>
                  <a:pt x="2071224" y="585913"/>
                  <a:pt x="2072594" y="580221"/>
                  <a:pt x="2072994" y="574689"/>
                </a:cubicBezTo>
                <a:cubicBezTo>
                  <a:pt x="2073394" y="569156"/>
                  <a:pt x="2074508" y="564881"/>
                  <a:pt x="2078659" y="562782"/>
                </a:cubicBezTo>
                <a:close/>
                <a:moveTo>
                  <a:pt x="1962528" y="535245"/>
                </a:moveTo>
                <a:cubicBezTo>
                  <a:pt x="1968576" y="532247"/>
                  <a:pt x="1976659" y="541221"/>
                  <a:pt x="1982459" y="547432"/>
                </a:cubicBezTo>
                <a:lnTo>
                  <a:pt x="1982555" y="547472"/>
                </a:lnTo>
                <a:cubicBezTo>
                  <a:pt x="1987178" y="552456"/>
                  <a:pt x="1994207" y="555061"/>
                  <a:pt x="1996002" y="561006"/>
                </a:cubicBezTo>
                <a:cubicBezTo>
                  <a:pt x="1997595" y="566359"/>
                  <a:pt x="1997869" y="572569"/>
                  <a:pt x="1999698" y="579374"/>
                </a:cubicBezTo>
                <a:cubicBezTo>
                  <a:pt x="2001794" y="587026"/>
                  <a:pt x="2006018" y="592690"/>
                  <a:pt x="2008578" y="598560"/>
                </a:cubicBezTo>
                <a:cubicBezTo>
                  <a:pt x="2011939" y="606288"/>
                  <a:pt x="2009605" y="615358"/>
                  <a:pt x="2012215" y="620571"/>
                </a:cubicBezTo>
                <a:cubicBezTo>
                  <a:pt x="2017098" y="630180"/>
                  <a:pt x="2022000" y="635846"/>
                  <a:pt x="2015258" y="639286"/>
                </a:cubicBezTo>
                <a:cubicBezTo>
                  <a:pt x="2009461" y="642221"/>
                  <a:pt x="2002728" y="636352"/>
                  <a:pt x="1994709" y="629381"/>
                </a:cubicBezTo>
                <a:cubicBezTo>
                  <a:pt x="1989461" y="624812"/>
                  <a:pt x="1982921" y="620096"/>
                  <a:pt x="1978021" y="612682"/>
                </a:cubicBezTo>
                <a:cubicBezTo>
                  <a:pt x="1973845" y="606361"/>
                  <a:pt x="1973232" y="597863"/>
                  <a:pt x="1969947" y="590223"/>
                </a:cubicBezTo>
                <a:cubicBezTo>
                  <a:pt x="1966830" y="582991"/>
                  <a:pt x="1961924" y="576532"/>
                  <a:pt x="1960188" y="568694"/>
                </a:cubicBezTo>
                <a:cubicBezTo>
                  <a:pt x="1959190" y="564211"/>
                  <a:pt x="1956947" y="557854"/>
                  <a:pt x="1957070" y="551640"/>
                </a:cubicBezTo>
                <a:cubicBezTo>
                  <a:pt x="1957185" y="544633"/>
                  <a:pt x="1958173" y="537428"/>
                  <a:pt x="1962528" y="535245"/>
                </a:cubicBezTo>
                <a:close/>
                <a:moveTo>
                  <a:pt x="705757" y="530025"/>
                </a:moveTo>
                <a:lnTo>
                  <a:pt x="705697" y="530169"/>
                </a:lnTo>
                <a:cubicBezTo>
                  <a:pt x="709206" y="530002"/>
                  <a:pt x="714965" y="531737"/>
                  <a:pt x="719033" y="535755"/>
                </a:cubicBezTo>
                <a:cubicBezTo>
                  <a:pt x="722056" y="538771"/>
                  <a:pt x="720751" y="545788"/>
                  <a:pt x="723187" y="549800"/>
                </a:cubicBezTo>
                <a:cubicBezTo>
                  <a:pt x="728840" y="559054"/>
                  <a:pt x="734633" y="568649"/>
                  <a:pt x="736329" y="572407"/>
                </a:cubicBezTo>
                <a:cubicBezTo>
                  <a:pt x="739124" y="578658"/>
                  <a:pt x="740539" y="586588"/>
                  <a:pt x="743023" y="594120"/>
                </a:cubicBezTo>
                <a:cubicBezTo>
                  <a:pt x="745527" y="601603"/>
                  <a:pt x="750649" y="608490"/>
                  <a:pt x="751987" y="615258"/>
                </a:cubicBezTo>
                <a:cubicBezTo>
                  <a:pt x="753099" y="620748"/>
                  <a:pt x="752749" y="624848"/>
                  <a:pt x="751660" y="627836"/>
                </a:cubicBezTo>
                <a:cubicBezTo>
                  <a:pt x="750570" y="630822"/>
                  <a:pt x="748743" y="632695"/>
                  <a:pt x="746900" y="633729"/>
                </a:cubicBezTo>
                <a:cubicBezTo>
                  <a:pt x="742561" y="636144"/>
                  <a:pt x="740508" y="632971"/>
                  <a:pt x="733623" y="622749"/>
                </a:cubicBezTo>
                <a:cubicBezTo>
                  <a:pt x="729919" y="617190"/>
                  <a:pt x="724967" y="611108"/>
                  <a:pt x="720903" y="603309"/>
                </a:cubicBezTo>
                <a:cubicBezTo>
                  <a:pt x="717532" y="596818"/>
                  <a:pt x="710482" y="591438"/>
                  <a:pt x="707049" y="584017"/>
                </a:cubicBezTo>
                <a:cubicBezTo>
                  <a:pt x="703811" y="577073"/>
                  <a:pt x="706671" y="567152"/>
                  <a:pt x="703554" y="559920"/>
                </a:cubicBezTo>
                <a:cubicBezTo>
                  <a:pt x="701488" y="555159"/>
                  <a:pt x="695789" y="549781"/>
                  <a:pt x="695958" y="544263"/>
                </a:cubicBezTo>
                <a:cubicBezTo>
                  <a:pt x="696194" y="536969"/>
                  <a:pt x="701223" y="530214"/>
                  <a:pt x="705757" y="530025"/>
                </a:cubicBezTo>
                <a:close/>
                <a:moveTo>
                  <a:pt x="1342467" y="529320"/>
                </a:moveTo>
                <a:cubicBezTo>
                  <a:pt x="1346405" y="528938"/>
                  <a:pt x="1352801" y="537092"/>
                  <a:pt x="1357410" y="546417"/>
                </a:cubicBezTo>
                <a:cubicBezTo>
                  <a:pt x="1360083" y="551882"/>
                  <a:pt x="1359332" y="559865"/>
                  <a:pt x="1361813" y="567000"/>
                </a:cubicBezTo>
                <a:cubicBezTo>
                  <a:pt x="1364008" y="573338"/>
                  <a:pt x="1366811" y="579704"/>
                  <a:pt x="1368660" y="586463"/>
                </a:cubicBezTo>
                <a:cubicBezTo>
                  <a:pt x="1370470" y="593316"/>
                  <a:pt x="1373308" y="599868"/>
                  <a:pt x="1374582" y="606384"/>
                </a:cubicBezTo>
                <a:cubicBezTo>
                  <a:pt x="1376022" y="613985"/>
                  <a:pt x="1380351" y="620880"/>
                  <a:pt x="1380651" y="626762"/>
                </a:cubicBezTo>
                <a:lnTo>
                  <a:pt x="1380631" y="626810"/>
                </a:lnTo>
                <a:cubicBezTo>
                  <a:pt x="1380793" y="630123"/>
                  <a:pt x="1379684" y="633074"/>
                  <a:pt x="1378116" y="635471"/>
                </a:cubicBezTo>
                <a:cubicBezTo>
                  <a:pt x="1376548" y="637869"/>
                  <a:pt x="1374520" y="639715"/>
                  <a:pt x="1372844" y="640820"/>
                </a:cubicBezTo>
                <a:cubicBezTo>
                  <a:pt x="1369739" y="642848"/>
                  <a:pt x="1366045" y="641301"/>
                  <a:pt x="1361322" y="638307"/>
                </a:cubicBezTo>
                <a:cubicBezTo>
                  <a:pt x="1357039" y="635609"/>
                  <a:pt x="1353693" y="632289"/>
                  <a:pt x="1352124" y="629036"/>
                </a:cubicBezTo>
                <a:cubicBezTo>
                  <a:pt x="1349368" y="623366"/>
                  <a:pt x="1347586" y="616579"/>
                  <a:pt x="1345133" y="609513"/>
                </a:cubicBezTo>
                <a:cubicBezTo>
                  <a:pt x="1342931" y="603059"/>
                  <a:pt x="1342738" y="595979"/>
                  <a:pt x="1341093" y="589138"/>
                </a:cubicBezTo>
                <a:cubicBezTo>
                  <a:pt x="1339412" y="582112"/>
                  <a:pt x="1333328" y="576177"/>
                  <a:pt x="1332470" y="569609"/>
                </a:cubicBezTo>
                <a:cubicBezTo>
                  <a:pt x="1331486" y="561859"/>
                  <a:pt x="1329351" y="554304"/>
                  <a:pt x="1329932" y="548340"/>
                </a:cubicBezTo>
                <a:cubicBezTo>
                  <a:pt x="1330821" y="538948"/>
                  <a:pt x="1336216" y="529976"/>
                  <a:pt x="1342467" y="529320"/>
                </a:cubicBezTo>
                <a:close/>
                <a:moveTo>
                  <a:pt x="247634" y="496268"/>
                </a:moveTo>
                <a:cubicBezTo>
                  <a:pt x="251888" y="494325"/>
                  <a:pt x="258085" y="494607"/>
                  <a:pt x="262692" y="497609"/>
                </a:cubicBezTo>
                <a:cubicBezTo>
                  <a:pt x="266859" y="500314"/>
                  <a:pt x="268476" y="506014"/>
                  <a:pt x="270042" y="510621"/>
                </a:cubicBezTo>
                <a:cubicBezTo>
                  <a:pt x="273707" y="521526"/>
                  <a:pt x="270499" y="524472"/>
                  <a:pt x="272779" y="537336"/>
                </a:cubicBezTo>
                <a:cubicBezTo>
                  <a:pt x="274028" y="544182"/>
                  <a:pt x="277136" y="548475"/>
                  <a:pt x="279724" y="552663"/>
                </a:cubicBezTo>
                <a:cubicBezTo>
                  <a:pt x="282519" y="557163"/>
                  <a:pt x="283461" y="561510"/>
                  <a:pt x="283618" y="568405"/>
                </a:cubicBezTo>
                <a:cubicBezTo>
                  <a:pt x="283694" y="571654"/>
                  <a:pt x="283218" y="575011"/>
                  <a:pt x="281991" y="577890"/>
                </a:cubicBezTo>
                <a:cubicBezTo>
                  <a:pt x="280764" y="580769"/>
                  <a:pt x="278785" y="583172"/>
                  <a:pt x="275855" y="584513"/>
                </a:cubicBezTo>
                <a:cubicBezTo>
                  <a:pt x="268212" y="588084"/>
                  <a:pt x="259942" y="582249"/>
                  <a:pt x="254771" y="576018"/>
                </a:cubicBezTo>
                <a:cubicBezTo>
                  <a:pt x="250661" y="571023"/>
                  <a:pt x="249102" y="568282"/>
                  <a:pt x="249014" y="561359"/>
                </a:cubicBezTo>
                <a:cubicBezTo>
                  <a:pt x="248939" y="557094"/>
                  <a:pt x="251481" y="551161"/>
                  <a:pt x="249764" y="543951"/>
                </a:cubicBezTo>
                <a:cubicBezTo>
                  <a:pt x="248183" y="537362"/>
                  <a:pt x="244867" y="533433"/>
                  <a:pt x="243070" y="529914"/>
                </a:cubicBezTo>
                <a:cubicBezTo>
                  <a:pt x="240691" y="525362"/>
                  <a:pt x="240646" y="522239"/>
                  <a:pt x="240965" y="515825"/>
                </a:cubicBezTo>
                <a:lnTo>
                  <a:pt x="240897" y="515853"/>
                </a:lnTo>
                <a:cubicBezTo>
                  <a:pt x="241019" y="512462"/>
                  <a:pt x="239964" y="499771"/>
                  <a:pt x="247634" y="496268"/>
                </a:cubicBezTo>
                <a:close/>
                <a:moveTo>
                  <a:pt x="1503275" y="488032"/>
                </a:moveTo>
                <a:cubicBezTo>
                  <a:pt x="1509789" y="487826"/>
                  <a:pt x="1508346" y="489253"/>
                  <a:pt x="1509646" y="494765"/>
                </a:cubicBezTo>
                <a:cubicBezTo>
                  <a:pt x="1510803" y="499539"/>
                  <a:pt x="1512583" y="505252"/>
                  <a:pt x="1514354" y="509775"/>
                </a:cubicBezTo>
                <a:cubicBezTo>
                  <a:pt x="1516347" y="514843"/>
                  <a:pt x="1520343" y="520920"/>
                  <a:pt x="1522561" y="529356"/>
                </a:cubicBezTo>
                <a:cubicBezTo>
                  <a:pt x="1524188" y="535569"/>
                  <a:pt x="1529715" y="541892"/>
                  <a:pt x="1530154" y="549864"/>
                </a:cubicBezTo>
                <a:cubicBezTo>
                  <a:pt x="1530499" y="556443"/>
                  <a:pt x="1531318" y="564181"/>
                  <a:pt x="1530137" y="571982"/>
                </a:cubicBezTo>
                <a:cubicBezTo>
                  <a:pt x="1529552" y="575801"/>
                  <a:pt x="1525866" y="581369"/>
                  <a:pt x="1525874" y="586734"/>
                </a:cubicBezTo>
                <a:cubicBezTo>
                  <a:pt x="1525869" y="589639"/>
                  <a:pt x="1525943" y="592929"/>
                  <a:pt x="1525227" y="595516"/>
                </a:cubicBezTo>
                <a:cubicBezTo>
                  <a:pt x="1524510" y="598101"/>
                  <a:pt x="1523004" y="599981"/>
                  <a:pt x="1519838" y="600066"/>
                </a:cubicBezTo>
                <a:cubicBezTo>
                  <a:pt x="1513904" y="600233"/>
                  <a:pt x="1507604" y="593869"/>
                  <a:pt x="1504703" y="588138"/>
                </a:cubicBezTo>
                <a:cubicBezTo>
                  <a:pt x="1501505" y="581775"/>
                  <a:pt x="1505504" y="571824"/>
                  <a:pt x="1504410" y="569050"/>
                </a:cubicBezTo>
                <a:cubicBezTo>
                  <a:pt x="1503463" y="566735"/>
                  <a:pt x="1494334" y="560259"/>
                  <a:pt x="1491954" y="548707"/>
                </a:cubicBezTo>
                <a:cubicBezTo>
                  <a:pt x="1490570" y="541918"/>
                  <a:pt x="1488660" y="533555"/>
                  <a:pt x="1488655" y="525086"/>
                </a:cubicBezTo>
                <a:cubicBezTo>
                  <a:pt x="1488623" y="517622"/>
                  <a:pt x="1492058" y="509692"/>
                  <a:pt x="1494052" y="501836"/>
                </a:cubicBezTo>
                <a:cubicBezTo>
                  <a:pt x="1495497" y="496232"/>
                  <a:pt x="1498481" y="488168"/>
                  <a:pt x="1503275" y="488032"/>
                </a:cubicBezTo>
                <a:close/>
                <a:moveTo>
                  <a:pt x="865561" y="483461"/>
                </a:moveTo>
                <a:cubicBezTo>
                  <a:pt x="869217" y="482001"/>
                  <a:pt x="875047" y="491104"/>
                  <a:pt x="882000" y="498870"/>
                </a:cubicBezTo>
                <a:cubicBezTo>
                  <a:pt x="886031" y="503381"/>
                  <a:pt x="890485" y="508634"/>
                  <a:pt x="894817" y="514850"/>
                </a:cubicBezTo>
                <a:cubicBezTo>
                  <a:pt x="898610" y="520335"/>
                  <a:pt x="901753" y="526562"/>
                  <a:pt x="905325" y="532573"/>
                </a:cubicBezTo>
                <a:cubicBezTo>
                  <a:pt x="908924" y="538652"/>
                  <a:pt x="914816" y="543435"/>
                  <a:pt x="917799" y="549370"/>
                </a:cubicBezTo>
                <a:cubicBezTo>
                  <a:pt x="921221" y="556277"/>
                  <a:pt x="922194" y="563514"/>
                  <a:pt x="924082" y="569103"/>
                </a:cubicBezTo>
                <a:lnTo>
                  <a:pt x="924054" y="569035"/>
                </a:lnTo>
                <a:cubicBezTo>
                  <a:pt x="926200" y="575352"/>
                  <a:pt x="930278" y="582310"/>
                  <a:pt x="927639" y="585381"/>
                </a:cubicBezTo>
                <a:cubicBezTo>
                  <a:pt x="925215" y="588204"/>
                  <a:pt x="918603" y="589047"/>
                  <a:pt x="913054" y="586948"/>
                </a:cubicBezTo>
                <a:cubicBezTo>
                  <a:pt x="908081" y="585090"/>
                  <a:pt x="902310" y="581769"/>
                  <a:pt x="899939" y="579083"/>
                </a:cubicBezTo>
                <a:cubicBezTo>
                  <a:pt x="895729" y="574328"/>
                  <a:pt x="890530" y="569102"/>
                  <a:pt x="886294" y="562926"/>
                </a:cubicBezTo>
                <a:cubicBezTo>
                  <a:pt x="882446" y="557306"/>
                  <a:pt x="878421" y="551161"/>
                  <a:pt x="875006" y="545046"/>
                </a:cubicBezTo>
                <a:cubicBezTo>
                  <a:pt x="871487" y="538774"/>
                  <a:pt x="865277" y="533407"/>
                  <a:pt x="862654" y="527285"/>
                </a:cubicBezTo>
                <a:cubicBezTo>
                  <a:pt x="859585" y="520072"/>
                  <a:pt x="865248" y="510592"/>
                  <a:pt x="864225" y="504688"/>
                </a:cubicBezTo>
                <a:cubicBezTo>
                  <a:pt x="862581" y="495421"/>
                  <a:pt x="859746" y="485766"/>
                  <a:pt x="865561" y="483461"/>
                </a:cubicBezTo>
                <a:close/>
                <a:moveTo>
                  <a:pt x="2127813" y="443961"/>
                </a:moveTo>
                <a:cubicBezTo>
                  <a:pt x="2133855" y="441920"/>
                  <a:pt x="2136140" y="443330"/>
                  <a:pt x="2139305" y="447082"/>
                </a:cubicBezTo>
                <a:cubicBezTo>
                  <a:pt x="2142195" y="450550"/>
                  <a:pt x="2143359" y="456118"/>
                  <a:pt x="2146463" y="460015"/>
                </a:cubicBezTo>
                <a:cubicBezTo>
                  <a:pt x="2151423" y="466212"/>
                  <a:pt x="2160692" y="468854"/>
                  <a:pt x="2165892" y="478652"/>
                </a:cubicBezTo>
                <a:cubicBezTo>
                  <a:pt x="2169040" y="484598"/>
                  <a:pt x="2169029" y="493511"/>
                  <a:pt x="2170724" y="504945"/>
                </a:cubicBezTo>
                <a:cubicBezTo>
                  <a:pt x="2171279" y="508734"/>
                  <a:pt x="2173207" y="514227"/>
                  <a:pt x="2174762" y="518998"/>
                </a:cubicBezTo>
                <a:cubicBezTo>
                  <a:pt x="2175612" y="521612"/>
                  <a:pt x="2176464" y="524255"/>
                  <a:pt x="2176354" y="526502"/>
                </a:cubicBezTo>
                <a:cubicBezTo>
                  <a:pt x="2176245" y="528749"/>
                  <a:pt x="2175174" y="530600"/>
                  <a:pt x="2172176" y="531630"/>
                </a:cubicBezTo>
                <a:cubicBezTo>
                  <a:pt x="2166522" y="533551"/>
                  <a:pt x="2161460" y="530019"/>
                  <a:pt x="2156977" y="525376"/>
                </a:cubicBezTo>
                <a:cubicBezTo>
                  <a:pt x="2152038" y="520203"/>
                  <a:pt x="2147206" y="514510"/>
                  <a:pt x="2145351" y="512209"/>
                </a:cubicBezTo>
                <a:cubicBezTo>
                  <a:pt x="2143674" y="510152"/>
                  <a:pt x="2138832" y="505019"/>
                  <a:pt x="2133713" y="496779"/>
                </a:cubicBezTo>
                <a:cubicBezTo>
                  <a:pt x="2130834" y="492074"/>
                  <a:pt x="2127237" y="486391"/>
                  <a:pt x="2125201" y="479272"/>
                </a:cubicBezTo>
                <a:cubicBezTo>
                  <a:pt x="2123620" y="473756"/>
                  <a:pt x="2121314" y="467146"/>
                  <a:pt x="2120999" y="459959"/>
                </a:cubicBezTo>
                <a:cubicBezTo>
                  <a:pt x="2120727" y="454144"/>
                  <a:pt x="2123255" y="445552"/>
                  <a:pt x="2127841" y="444029"/>
                </a:cubicBezTo>
                <a:close/>
                <a:moveTo>
                  <a:pt x="1038562" y="436218"/>
                </a:moveTo>
                <a:cubicBezTo>
                  <a:pt x="1044668" y="436179"/>
                  <a:pt x="1051852" y="441108"/>
                  <a:pt x="1057192" y="450570"/>
                </a:cubicBezTo>
                <a:cubicBezTo>
                  <a:pt x="1062581" y="460051"/>
                  <a:pt x="1065284" y="471231"/>
                  <a:pt x="1066845" y="475045"/>
                </a:cubicBezTo>
                <a:cubicBezTo>
                  <a:pt x="1069415" y="481428"/>
                  <a:pt x="1072920" y="488540"/>
                  <a:pt x="1075132" y="496183"/>
                </a:cubicBezTo>
                <a:cubicBezTo>
                  <a:pt x="1077364" y="503778"/>
                  <a:pt x="1078151" y="511728"/>
                  <a:pt x="1079256" y="518512"/>
                </a:cubicBezTo>
                <a:cubicBezTo>
                  <a:pt x="1081044" y="529590"/>
                  <a:pt x="1081511" y="537630"/>
                  <a:pt x="1077768" y="539563"/>
                </a:cubicBezTo>
                <a:cubicBezTo>
                  <a:pt x="1073374" y="541842"/>
                  <a:pt x="1069058" y="535857"/>
                  <a:pt x="1062555" y="525401"/>
                </a:cubicBezTo>
                <a:cubicBezTo>
                  <a:pt x="1059006" y="519738"/>
                  <a:pt x="1054788" y="513116"/>
                  <a:pt x="1050996" y="505206"/>
                </a:cubicBezTo>
                <a:cubicBezTo>
                  <a:pt x="1047781" y="498610"/>
                  <a:pt x="1044849" y="491343"/>
                  <a:pt x="1041640" y="483791"/>
                </a:cubicBezTo>
                <a:cubicBezTo>
                  <a:pt x="1038656" y="476782"/>
                  <a:pt x="1036219" y="469272"/>
                  <a:pt x="1033307" y="461955"/>
                </a:cubicBezTo>
                <a:cubicBezTo>
                  <a:pt x="1031397" y="457092"/>
                  <a:pt x="1026704" y="451739"/>
                  <a:pt x="1027787" y="446323"/>
                </a:cubicBezTo>
                <a:cubicBezTo>
                  <a:pt x="1029167" y="439395"/>
                  <a:pt x="1034116" y="436331"/>
                  <a:pt x="1038590" y="436286"/>
                </a:cubicBezTo>
                <a:close/>
                <a:moveTo>
                  <a:pt x="1671402" y="435190"/>
                </a:moveTo>
                <a:cubicBezTo>
                  <a:pt x="1675833" y="433095"/>
                  <a:pt x="1681911" y="436488"/>
                  <a:pt x="1687172" y="440893"/>
                </a:cubicBezTo>
                <a:cubicBezTo>
                  <a:pt x="1691469" y="444499"/>
                  <a:pt x="1697265" y="448565"/>
                  <a:pt x="1698886" y="453985"/>
                </a:cubicBezTo>
                <a:cubicBezTo>
                  <a:pt x="1701039" y="461096"/>
                  <a:pt x="1696691" y="465821"/>
                  <a:pt x="1695815" y="470873"/>
                </a:cubicBezTo>
                <a:cubicBezTo>
                  <a:pt x="1694997" y="475384"/>
                  <a:pt x="1692679" y="481186"/>
                  <a:pt x="1694015" y="488631"/>
                </a:cubicBezTo>
                <a:cubicBezTo>
                  <a:pt x="1695529" y="496999"/>
                  <a:pt x="1702476" y="502223"/>
                  <a:pt x="1705249" y="507448"/>
                </a:cubicBezTo>
                <a:cubicBezTo>
                  <a:pt x="1708286" y="513123"/>
                  <a:pt x="1712592" y="517918"/>
                  <a:pt x="1713034" y="526288"/>
                </a:cubicBezTo>
                <a:cubicBezTo>
                  <a:pt x="1713215" y="530230"/>
                  <a:pt x="1712534" y="534714"/>
                  <a:pt x="1711081" y="538571"/>
                </a:cubicBezTo>
                <a:cubicBezTo>
                  <a:pt x="1709627" y="542428"/>
                  <a:pt x="1707401" y="545657"/>
                  <a:pt x="1704489" y="547091"/>
                </a:cubicBezTo>
                <a:cubicBezTo>
                  <a:pt x="1700514" y="549038"/>
                  <a:pt x="1696022" y="543206"/>
                  <a:pt x="1691449" y="541065"/>
                </a:cubicBezTo>
                <a:cubicBezTo>
                  <a:pt x="1687356" y="539124"/>
                  <a:pt x="1680675" y="539994"/>
                  <a:pt x="1678092" y="536202"/>
                </a:cubicBezTo>
                <a:cubicBezTo>
                  <a:pt x="1673704" y="529849"/>
                  <a:pt x="1674631" y="523464"/>
                  <a:pt x="1674277" y="515019"/>
                </a:cubicBezTo>
                <a:cubicBezTo>
                  <a:pt x="1674073" y="509853"/>
                  <a:pt x="1670608" y="504395"/>
                  <a:pt x="1668571" y="495527"/>
                </a:cubicBezTo>
                <a:cubicBezTo>
                  <a:pt x="1666753" y="487484"/>
                  <a:pt x="1665730" y="482654"/>
                  <a:pt x="1664083" y="478238"/>
                </a:cubicBezTo>
                <a:cubicBezTo>
                  <a:pt x="1661908" y="472530"/>
                  <a:pt x="1666350" y="466771"/>
                  <a:pt x="1666439" y="459019"/>
                </a:cubicBezTo>
                <a:lnTo>
                  <a:pt x="1666487" y="459039"/>
                </a:lnTo>
                <a:cubicBezTo>
                  <a:pt x="1666517" y="454931"/>
                  <a:pt x="1663787" y="438831"/>
                  <a:pt x="1671402" y="435190"/>
                </a:cubicBezTo>
                <a:close/>
                <a:moveTo>
                  <a:pt x="412066" y="426809"/>
                </a:moveTo>
                <a:lnTo>
                  <a:pt x="412046" y="426857"/>
                </a:lnTo>
                <a:cubicBezTo>
                  <a:pt x="417372" y="426661"/>
                  <a:pt x="421738" y="431989"/>
                  <a:pt x="425596" y="437048"/>
                </a:cubicBezTo>
                <a:cubicBezTo>
                  <a:pt x="429557" y="442264"/>
                  <a:pt x="432100" y="448578"/>
                  <a:pt x="433801" y="452056"/>
                </a:cubicBezTo>
                <a:cubicBezTo>
                  <a:pt x="437147" y="458876"/>
                  <a:pt x="437686" y="466609"/>
                  <a:pt x="439474" y="474187"/>
                </a:cubicBezTo>
                <a:cubicBezTo>
                  <a:pt x="441337" y="481854"/>
                  <a:pt x="447007" y="488914"/>
                  <a:pt x="447455" y="496326"/>
                </a:cubicBezTo>
                <a:cubicBezTo>
                  <a:pt x="447972" y="504783"/>
                  <a:pt x="445945" y="512852"/>
                  <a:pt x="444858" y="519621"/>
                </a:cubicBezTo>
                <a:cubicBezTo>
                  <a:pt x="443234" y="530229"/>
                  <a:pt x="438834" y="535215"/>
                  <a:pt x="433984" y="536965"/>
                </a:cubicBezTo>
                <a:cubicBezTo>
                  <a:pt x="427268" y="539402"/>
                  <a:pt x="416295" y="534635"/>
                  <a:pt x="411521" y="525975"/>
                </a:cubicBezTo>
                <a:cubicBezTo>
                  <a:pt x="408922" y="521275"/>
                  <a:pt x="412215" y="516107"/>
                  <a:pt x="412665" y="511667"/>
                </a:cubicBezTo>
                <a:cubicBezTo>
                  <a:pt x="413114" y="507227"/>
                  <a:pt x="412013" y="502589"/>
                  <a:pt x="412383" y="497664"/>
                </a:cubicBezTo>
                <a:cubicBezTo>
                  <a:pt x="412665" y="493492"/>
                  <a:pt x="410978" y="489173"/>
                  <a:pt x="410138" y="483911"/>
                </a:cubicBezTo>
                <a:cubicBezTo>
                  <a:pt x="409462" y="479734"/>
                  <a:pt x="411812" y="474396"/>
                  <a:pt x="410358" y="469385"/>
                </a:cubicBezTo>
                <a:cubicBezTo>
                  <a:pt x="408464" y="463004"/>
                  <a:pt x="405134" y="458165"/>
                  <a:pt x="402922" y="454022"/>
                </a:cubicBezTo>
                <a:cubicBezTo>
                  <a:pt x="399754" y="448123"/>
                  <a:pt x="393563" y="443385"/>
                  <a:pt x="395043" y="437965"/>
                </a:cubicBezTo>
                <a:cubicBezTo>
                  <a:pt x="396822" y="431430"/>
                  <a:pt x="406528" y="426972"/>
                  <a:pt x="412066" y="426809"/>
                </a:cubicBezTo>
                <a:close/>
                <a:moveTo>
                  <a:pt x="1201967" y="389132"/>
                </a:moveTo>
                <a:cubicBezTo>
                  <a:pt x="1208043" y="386202"/>
                  <a:pt x="1214006" y="393102"/>
                  <a:pt x="1219718" y="399390"/>
                </a:cubicBezTo>
                <a:lnTo>
                  <a:pt x="1219650" y="399418"/>
                </a:lnTo>
                <a:cubicBezTo>
                  <a:pt x="1224205" y="404429"/>
                  <a:pt x="1230453" y="406878"/>
                  <a:pt x="1232180" y="412851"/>
                </a:cubicBezTo>
                <a:cubicBezTo>
                  <a:pt x="1233753" y="418250"/>
                  <a:pt x="1234320" y="424302"/>
                  <a:pt x="1236081" y="431135"/>
                </a:cubicBezTo>
                <a:cubicBezTo>
                  <a:pt x="1238060" y="438793"/>
                  <a:pt x="1243274" y="444252"/>
                  <a:pt x="1245766" y="450150"/>
                </a:cubicBezTo>
                <a:cubicBezTo>
                  <a:pt x="1249038" y="457954"/>
                  <a:pt x="1247534" y="466524"/>
                  <a:pt x="1250075" y="471765"/>
                </a:cubicBezTo>
                <a:cubicBezTo>
                  <a:pt x="1254824" y="481430"/>
                  <a:pt x="1259113" y="488420"/>
                  <a:pt x="1252343" y="491793"/>
                </a:cubicBezTo>
                <a:cubicBezTo>
                  <a:pt x="1246566" y="494679"/>
                  <a:pt x="1237365" y="490260"/>
                  <a:pt x="1229434" y="483212"/>
                </a:cubicBezTo>
                <a:cubicBezTo>
                  <a:pt x="1224255" y="478616"/>
                  <a:pt x="1219412" y="471733"/>
                  <a:pt x="1214600" y="464242"/>
                </a:cubicBezTo>
                <a:cubicBezTo>
                  <a:pt x="1210513" y="457845"/>
                  <a:pt x="1209559" y="449488"/>
                  <a:pt x="1206363" y="441771"/>
                </a:cubicBezTo>
                <a:cubicBezTo>
                  <a:pt x="1203362" y="434531"/>
                  <a:pt x="1197363" y="428123"/>
                  <a:pt x="1195716" y="420208"/>
                </a:cubicBezTo>
                <a:cubicBezTo>
                  <a:pt x="1194785" y="415699"/>
                  <a:pt x="1192647" y="408821"/>
                  <a:pt x="1192818" y="402626"/>
                </a:cubicBezTo>
                <a:cubicBezTo>
                  <a:pt x="1193049" y="395612"/>
                  <a:pt x="1197585" y="391247"/>
                  <a:pt x="1201967" y="389132"/>
                </a:cubicBezTo>
                <a:close/>
                <a:moveTo>
                  <a:pt x="1843600" y="385692"/>
                </a:moveTo>
                <a:cubicBezTo>
                  <a:pt x="1849609" y="386290"/>
                  <a:pt x="1853737" y="397840"/>
                  <a:pt x="1857995" y="407864"/>
                </a:cubicBezTo>
                <a:cubicBezTo>
                  <a:pt x="1862255" y="417890"/>
                  <a:pt x="1869992" y="427283"/>
                  <a:pt x="1871096" y="431245"/>
                </a:cubicBezTo>
                <a:cubicBezTo>
                  <a:pt x="1872937" y="437886"/>
                  <a:pt x="1872895" y="446334"/>
                  <a:pt x="1874254" y="454128"/>
                </a:cubicBezTo>
                <a:cubicBezTo>
                  <a:pt x="1875613" y="461922"/>
                  <a:pt x="1876340" y="470015"/>
                  <a:pt x="1876660" y="476923"/>
                </a:cubicBezTo>
                <a:cubicBezTo>
                  <a:pt x="1876964" y="482525"/>
                  <a:pt x="1876200" y="486805"/>
                  <a:pt x="1874865" y="489873"/>
                </a:cubicBezTo>
                <a:cubicBezTo>
                  <a:pt x="1873531" y="492941"/>
                  <a:pt x="1871626" y="494796"/>
                  <a:pt x="1869647" y="495546"/>
                </a:cubicBezTo>
                <a:cubicBezTo>
                  <a:pt x="1865011" y="497329"/>
                  <a:pt x="1858938" y="494729"/>
                  <a:pt x="1853605" y="483633"/>
                </a:cubicBezTo>
                <a:cubicBezTo>
                  <a:pt x="1850757" y="477642"/>
                  <a:pt x="1849688" y="469293"/>
                  <a:pt x="1846781" y="461020"/>
                </a:cubicBezTo>
                <a:cubicBezTo>
                  <a:pt x="1844335" y="454070"/>
                  <a:pt x="1843686" y="446064"/>
                  <a:pt x="1841342" y="438196"/>
                </a:cubicBezTo>
                <a:cubicBezTo>
                  <a:pt x="1839153" y="430902"/>
                  <a:pt x="1840249" y="422499"/>
                  <a:pt x="1838201" y="414868"/>
                </a:cubicBezTo>
                <a:cubicBezTo>
                  <a:pt x="1836871" y="409966"/>
                  <a:pt x="1833513" y="405059"/>
                  <a:pt x="1834377" y="400171"/>
                </a:cubicBezTo>
                <a:cubicBezTo>
                  <a:pt x="1835568" y="393559"/>
                  <a:pt x="1839096" y="385273"/>
                  <a:pt x="1843628" y="385760"/>
                </a:cubicBezTo>
                <a:close/>
                <a:moveTo>
                  <a:pt x="588893" y="381337"/>
                </a:moveTo>
                <a:lnTo>
                  <a:pt x="588853" y="381433"/>
                </a:lnTo>
                <a:cubicBezTo>
                  <a:pt x="595287" y="381419"/>
                  <a:pt x="596935" y="388657"/>
                  <a:pt x="598302" y="393068"/>
                </a:cubicBezTo>
                <a:cubicBezTo>
                  <a:pt x="599521" y="397022"/>
                  <a:pt x="602565" y="401063"/>
                  <a:pt x="604268" y="405614"/>
                </a:cubicBezTo>
                <a:cubicBezTo>
                  <a:pt x="606126" y="410738"/>
                  <a:pt x="611060" y="417264"/>
                  <a:pt x="613074" y="425784"/>
                </a:cubicBezTo>
                <a:cubicBezTo>
                  <a:pt x="614516" y="432032"/>
                  <a:pt x="606943" y="440149"/>
                  <a:pt x="607150" y="448137"/>
                </a:cubicBezTo>
                <a:cubicBezTo>
                  <a:pt x="607331" y="454703"/>
                  <a:pt x="611506" y="461701"/>
                  <a:pt x="610159" y="469491"/>
                </a:cubicBezTo>
                <a:cubicBezTo>
                  <a:pt x="609438" y="473365"/>
                  <a:pt x="611794" y="479319"/>
                  <a:pt x="611107" y="484055"/>
                </a:cubicBezTo>
                <a:cubicBezTo>
                  <a:pt x="610368" y="489050"/>
                  <a:pt x="608582" y="489544"/>
                  <a:pt x="602380" y="489543"/>
                </a:cubicBezTo>
                <a:cubicBezTo>
                  <a:pt x="596390" y="489573"/>
                  <a:pt x="593243" y="489948"/>
                  <a:pt x="590499" y="484114"/>
                </a:cubicBezTo>
                <a:cubicBezTo>
                  <a:pt x="587457" y="477647"/>
                  <a:pt x="587395" y="469719"/>
                  <a:pt x="586348" y="466967"/>
                </a:cubicBezTo>
                <a:cubicBezTo>
                  <a:pt x="585470" y="464623"/>
                  <a:pt x="577667" y="457404"/>
                  <a:pt x="575609" y="445761"/>
                </a:cubicBezTo>
                <a:cubicBezTo>
                  <a:pt x="574407" y="438936"/>
                  <a:pt x="578699" y="430574"/>
                  <a:pt x="578858" y="422118"/>
                </a:cubicBezTo>
                <a:cubicBezTo>
                  <a:pt x="579039" y="414687"/>
                  <a:pt x="579507" y="407376"/>
                  <a:pt x="581694" y="399600"/>
                </a:cubicBezTo>
                <a:cubicBezTo>
                  <a:pt x="583302" y="394009"/>
                  <a:pt x="584091" y="381357"/>
                  <a:pt x="588893" y="381337"/>
                </a:cubicBezTo>
                <a:close/>
                <a:moveTo>
                  <a:pt x="299311" y="362135"/>
                </a:moveTo>
                <a:cubicBezTo>
                  <a:pt x="305360" y="359137"/>
                  <a:pt x="314799" y="360834"/>
                  <a:pt x="319026" y="364072"/>
                </a:cubicBezTo>
                <a:lnTo>
                  <a:pt x="319006" y="364120"/>
                </a:lnTo>
                <a:cubicBezTo>
                  <a:pt x="325464" y="369027"/>
                  <a:pt x="321544" y="377713"/>
                  <a:pt x="322708" y="386780"/>
                </a:cubicBezTo>
                <a:cubicBezTo>
                  <a:pt x="323750" y="395062"/>
                  <a:pt x="327910" y="401151"/>
                  <a:pt x="330380" y="406023"/>
                </a:cubicBezTo>
                <a:cubicBezTo>
                  <a:pt x="332517" y="410277"/>
                  <a:pt x="334319" y="413177"/>
                  <a:pt x="334544" y="415550"/>
                </a:cubicBezTo>
                <a:cubicBezTo>
                  <a:pt x="334770" y="417924"/>
                  <a:pt x="333418" y="419770"/>
                  <a:pt x="329248" y="421917"/>
                </a:cubicBezTo>
                <a:cubicBezTo>
                  <a:pt x="323070" y="425087"/>
                  <a:pt x="315954" y="426056"/>
                  <a:pt x="309413" y="422019"/>
                </a:cubicBezTo>
                <a:cubicBezTo>
                  <a:pt x="304038" y="418695"/>
                  <a:pt x="300829" y="411819"/>
                  <a:pt x="297258" y="405131"/>
                </a:cubicBezTo>
                <a:cubicBezTo>
                  <a:pt x="294166" y="399320"/>
                  <a:pt x="294252" y="392921"/>
                  <a:pt x="293853" y="385530"/>
                </a:cubicBezTo>
                <a:cubicBezTo>
                  <a:pt x="293518" y="379463"/>
                  <a:pt x="291099" y="366258"/>
                  <a:pt x="299311" y="362135"/>
                </a:cubicBezTo>
                <a:close/>
                <a:moveTo>
                  <a:pt x="2013274" y="343432"/>
                </a:moveTo>
                <a:cubicBezTo>
                  <a:pt x="2019823" y="341661"/>
                  <a:pt x="2025453" y="350565"/>
                  <a:pt x="2029923" y="357800"/>
                </a:cubicBezTo>
                <a:lnTo>
                  <a:pt x="2029951" y="357868"/>
                </a:lnTo>
                <a:cubicBezTo>
                  <a:pt x="2033487" y="363696"/>
                  <a:pt x="2038599" y="367644"/>
                  <a:pt x="2039154" y="373859"/>
                </a:cubicBezTo>
                <a:cubicBezTo>
                  <a:pt x="2039642" y="379425"/>
                  <a:pt x="2037956" y="385605"/>
                  <a:pt x="2038400" y="392621"/>
                </a:cubicBezTo>
                <a:cubicBezTo>
                  <a:pt x="2038927" y="400517"/>
                  <a:pt x="2038493" y="408012"/>
                  <a:pt x="2039868" y="414288"/>
                </a:cubicBezTo>
                <a:cubicBezTo>
                  <a:pt x="2041654" y="422544"/>
                  <a:pt x="2049545" y="427937"/>
                  <a:pt x="2051085" y="433549"/>
                </a:cubicBezTo>
                <a:cubicBezTo>
                  <a:pt x="2052516" y="438749"/>
                  <a:pt x="2052793" y="444212"/>
                  <a:pt x="2051802" y="448630"/>
                </a:cubicBezTo>
                <a:cubicBezTo>
                  <a:pt x="2050812" y="453049"/>
                  <a:pt x="2048554" y="456420"/>
                  <a:pt x="2044914" y="457436"/>
                </a:cubicBezTo>
                <a:cubicBezTo>
                  <a:pt x="2038664" y="459163"/>
                  <a:pt x="2032136" y="449035"/>
                  <a:pt x="2025677" y="440629"/>
                </a:cubicBezTo>
                <a:cubicBezTo>
                  <a:pt x="2021439" y="435128"/>
                  <a:pt x="2014097" y="429907"/>
                  <a:pt x="2010726" y="421666"/>
                </a:cubicBezTo>
                <a:cubicBezTo>
                  <a:pt x="2007856" y="414650"/>
                  <a:pt x="2004877" y="406686"/>
                  <a:pt x="2003167" y="398519"/>
                </a:cubicBezTo>
                <a:cubicBezTo>
                  <a:pt x="2001535" y="390837"/>
                  <a:pt x="2005580" y="382258"/>
                  <a:pt x="2005414" y="374174"/>
                </a:cubicBezTo>
                <a:cubicBezTo>
                  <a:pt x="2005296" y="369609"/>
                  <a:pt x="1999863" y="362254"/>
                  <a:pt x="2001160" y="356193"/>
                </a:cubicBezTo>
                <a:cubicBezTo>
                  <a:pt x="2002616" y="349353"/>
                  <a:pt x="2008577" y="344682"/>
                  <a:pt x="2013274" y="343432"/>
                </a:cubicBezTo>
                <a:close/>
                <a:moveTo>
                  <a:pt x="1373945" y="340310"/>
                </a:moveTo>
                <a:cubicBezTo>
                  <a:pt x="1376322" y="340608"/>
                  <a:pt x="1378298" y="341816"/>
                  <a:pt x="1379748" y="344343"/>
                </a:cubicBezTo>
                <a:cubicBezTo>
                  <a:pt x="1382256" y="348723"/>
                  <a:pt x="1380312" y="356996"/>
                  <a:pt x="1383401" y="360660"/>
                </a:cubicBezTo>
                <a:cubicBezTo>
                  <a:pt x="1386897" y="364834"/>
                  <a:pt x="1398431" y="365433"/>
                  <a:pt x="1403236" y="372807"/>
                </a:cubicBezTo>
                <a:cubicBezTo>
                  <a:pt x="1406743" y="378171"/>
                  <a:pt x="1406687" y="386783"/>
                  <a:pt x="1409587" y="394263"/>
                </a:cubicBezTo>
                <a:cubicBezTo>
                  <a:pt x="1411978" y="400401"/>
                  <a:pt x="1418175" y="406609"/>
                  <a:pt x="1419506" y="414335"/>
                </a:cubicBezTo>
                <a:cubicBezTo>
                  <a:pt x="1420157" y="418163"/>
                  <a:pt x="1421213" y="423855"/>
                  <a:pt x="1422462" y="428951"/>
                </a:cubicBezTo>
                <a:cubicBezTo>
                  <a:pt x="1423782" y="434414"/>
                  <a:pt x="1422058" y="439336"/>
                  <a:pt x="1416139" y="441485"/>
                </a:cubicBezTo>
                <a:cubicBezTo>
                  <a:pt x="1410541" y="443542"/>
                  <a:pt x="1407090" y="438992"/>
                  <a:pt x="1402519" y="434424"/>
                </a:cubicBezTo>
                <a:cubicBezTo>
                  <a:pt x="1397473" y="429375"/>
                  <a:pt x="1395125" y="421788"/>
                  <a:pt x="1393201" y="419515"/>
                </a:cubicBezTo>
                <a:cubicBezTo>
                  <a:pt x="1391581" y="417594"/>
                  <a:pt x="1380159" y="414841"/>
                  <a:pt x="1374299" y="404598"/>
                </a:cubicBezTo>
                <a:cubicBezTo>
                  <a:pt x="1370843" y="398579"/>
                  <a:pt x="1370127" y="389925"/>
                  <a:pt x="1367447" y="381917"/>
                </a:cubicBezTo>
                <a:cubicBezTo>
                  <a:pt x="1365043" y="374870"/>
                  <a:pt x="1364164" y="367277"/>
                  <a:pt x="1363602" y="359196"/>
                </a:cubicBezTo>
                <a:cubicBezTo>
                  <a:pt x="1363214" y="353390"/>
                  <a:pt x="1361148" y="343380"/>
                  <a:pt x="1365677" y="341722"/>
                </a:cubicBezTo>
                <a:lnTo>
                  <a:pt x="1365725" y="341742"/>
                </a:lnTo>
                <a:cubicBezTo>
                  <a:pt x="1368786" y="340625"/>
                  <a:pt x="1371567" y="340012"/>
                  <a:pt x="1373945" y="340310"/>
                </a:cubicBezTo>
                <a:close/>
                <a:moveTo>
                  <a:pt x="744201" y="333794"/>
                </a:moveTo>
                <a:cubicBezTo>
                  <a:pt x="749468" y="333065"/>
                  <a:pt x="751607" y="344516"/>
                  <a:pt x="755974" y="349167"/>
                </a:cubicBezTo>
                <a:cubicBezTo>
                  <a:pt x="760341" y="353819"/>
                  <a:pt x="766801" y="356976"/>
                  <a:pt x="768814" y="360246"/>
                </a:cubicBezTo>
                <a:cubicBezTo>
                  <a:pt x="772833" y="366672"/>
                  <a:pt x="779578" y="372375"/>
                  <a:pt x="782192" y="379735"/>
                </a:cubicBezTo>
                <a:cubicBezTo>
                  <a:pt x="784804" y="387095"/>
                  <a:pt x="780710" y="396329"/>
                  <a:pt x="781969" y="403686"/>
                </a:cubicBezTo>
                <a:cubicBezTo>
                  <a:pt x="783367" y="412061"/>
                  <a:pt x="783096" y="419172"/>
                  <a:pt x="782760" y="426030"/>
                </a:cubicBezTo>
                <a:cubicBezTo>
                  <a:pt x="782216" y="436752"/>
                  <a:pt x="785077" y="447151"/>
                  <a:pt x="780403" y="449426"/>
                </a:cubicBezTo>
                <a:cubicBezTo>
                  <a:pt x="776878" y="451109"/>
                  <a:pt x="769121" y="450513"/>
                  <a:pt x="764318" y="447711"/>
                </a:cubicBezTo>
                <a:cubicBezTo>
                  <a:pt x="760289" y="445347"/>
                  <a:pt x="758728" y="438709"/>
                  <a:pt x="756151" y="435034"/>
                </a:cubicBezTo>
                <a:cubicBezTo>
                  <a:pt x="753132" y="430664"/>
                  <a:pt x="749414" y="427018"/>
                  <a:pt x="748628" y="422569"/>
                </a:cubicBezTo>
                <a:cubicBezTo>
                  <a:pt x="747841" y="418120"/>
                  <a:pt x="752459" y="412885"/>
                  <a:pt x="752290" y="407904"/>
                </a:cubicBezTo>
                <a:cubicBezTo>
                  <a:pt x="752067" y="400360"/>
                  <a:pt x="748139" y="392506"/>
                  <a:pt x="743633" y="381588"/>
                </a:cubicBezTo>
                <a:cubicBezTo>
                  <a:pt x="741078" y="375438"/>
                  <a:pt x="739606" y="370475"/>
                  <a:pt x="737893" y="366484"/>
                </a:cubicBezTo>
                <a:cubicBezTo>
                  <a:pt x="735485" y="360791"/>
                  <a:pt x="731346" y="356404"/>
                  <a:pt x="732259" y="350860"/>
                </a:cubicBezTo>
                <a:cubicBezTo>
                  <a:pt x="733305" y="344187"/>
                  <a:pt x="738777" y="334626"/>
                  <a:pt x="744277" y="333882"/>
                </a:cubicBezTo>
                <a:close/>
                <a:moveTo>
                  <a:pt x="2176180" y="297266"/>
                </a:moveTo>
                <a:cubicBezTo>
                  <a:pt x="2182237" y="297884"/>
                  <a:pt x="2186049" y="307496"/>
                  <a:pt x="2190308" y="317520"/>
                </a:cubicBezTo>
                <a:cubicBezTo>
                  <a:pt x="2194567" y="327546"/>
                  <a:pt x="2204083" y="336329"/>
                  <a:pt x="2205187" y="340290"/>
                </a:cubicBezTo>
                <a:cubicBezTo>
                  <a:pt x="2206980" y="346913"/>
                  <a:pt x="2205492" y="355715"/>
                  <a:pt x="2206831" y="363556"/>
                </a:cubicBezTo>
                <a:cubicBezTo>
                  <a:pt x="2208190" y="371351"/>
                  <a:pt x="2207592" y="379510"/>
                  <a:pt x="2207912" y="386417"/>
                </a:cubicBezTo>
                <a:cubicBezTo>
                  <a:pt x="2208472" y="397601"/>
                  <a:pt x="2207098" y="405323"/>
                  <a:pt x="2203141" y="406826"/>
                </a:cubicBezTo>
                <a:cubicBezTo>
                  <a:pt x="2198504" y="408609"/>
                  <a:pt x="2195408" y="402402"/>
                  <a:pt x="2190075" y="391306"/>
                </a:cubicBezTo>
                <a:cubicBezTo>
                  <a:pt x="2187179" y="385296"/>
                  <a:pt x="2186510" y="377338"/>
                  <a:pt x="2183603" y="369066"/>
                </a:cubicBezTo>
                <a:cubicBezTo>
                  <a:pt x="2181205" y="362135"/>
                  <a:pt x="2174349" y="356159"/>
                  <a:pt x="2172005" y="348290"/>
                </a:cubicBezTo>
                <a:cubicBezTo>
                  <a:pt x="2169768" y="340976"/>
                  <a:pt x="2164722" y="334177"/>
                  <a:pt x="2162675" y="326547"/>
                </a:cubicBezTo>
                <a:cubicBezTo>
                  <a:pt x="2161289" y="321507"/>
                  <a:pt x="2167265" y="315318"/>
                  <a:pt x="2168834" y="309824"/>
                </a:cubicBezTo>
                <a:cubicBezTo>
                  <a:pt x="2170815" y="302807"/>
                  <a:pt x="2171655" y="296895"/>
                  <a:pt x="2176092" y="297342"/>
                </a:cubicBezTo>
                <a:close/>
                <a:moveTo>
                  <a:pt x="1543004" y="294653"/>
                </a:moveTo>
                <a:cubicBezTo>
                  <a:pt x="1549184" y="291880"/>
                  <a:pt x="1556880" y="300297"/>
                  <a:pt x="1562416" y="306736"/>
                </a:cubicBezTo>
                <a:lnTo>
                  <a:pt x="1562512" y="306776"/>
                </a:lnTo>
                <a:cubicBezTo>
                  <a:pt x="1566890" y="311939"/>
                  <a:pt x="1570846" y="315686"/>
                  <a:pt x="1572438" y="321714"/>
                </a:cubicBezTo>
                <a:cubicBezTo>
                  <a:pt x="1573847" y="327102"/>
                  <a:pt x="1576479" y="332664"/>
                  <a:pt x="1578056" y="339532"/>
                </a:cubicBezTo>
                <a:cubicBezTo>
                  <a:pt x="1579851" y="347228"/>
                  <a:pt x="1584445" y="352820"/>
                  <a:pt x="1586780" y="358822"/>
                </a:cubicBezTo>
                <a:cubicBezTo>
                  <a:pt x="1589847" y="366711"/>
                  <a:pt x="1590071" y="374254"/>
                  <a:pt x="1592523" y="379572"/>
                </a:cubicBezTo>
                <a:cubicBezTo>
                  <a:pt x="1594785" y="384470"/>
                  <a:pt x="1596515" y="389328"/>
                  <a:pt x="1596821" y="393359"/>
                </a:cubicBezTo>
                <a:cubicBezTo>
                  <a:pt x="1597128" y="397388"/>
                  <a:pt x="1596012" y="400591"/>
                  <a:pt x="1592585" y="402175"/>
                </a:cubicBezTo>
                <a:cubicBezTo>
                  <a:pt x="1586705" y="404904"/>
                  <a:pt x="1579017" y="396604"/>
                  <a:pt x="1571283" y="389356"/>
                </a:cubicBezTo>
                <a:cubicBezTo>
                  <a:pt x="1566231" y="384588"/>
                  <a:pt x="1559459" y="379888"/>
                  <a:pt x="1554823" y="372245"/>
                </a:cubicBezTo>
                <a:cubicBezTo>
                  <a:pt x="1550872" y="365793"/>
                  <a:pt x="1548012" y="358216"/>
                  <a:pt x="1545020" y="350416"/>
                </a:cubicBezTo>
                <a:cubicBezTo>
                  <a:pt x="1542176" y="343072"/>
                  <a:pt x="1541437" y="335143"/>
                  <a:pt x="1539974" y="327193"/>
                </a:cubicBezTo>
                <a:cubicBezTo>
                  <a:pt x="1539160" y="322675"/>
                  <a:pt x="1538818" y="316492"/>
                  <a:pt x="1539152" y="310311"/>
                </a:cubicBezTo>
                <a:cubicBezTo>
                  <a:pt x="1539527" y="303356"/>
                  <a:pt x="1538566" y="296632"/>
                  <a:pt x="1543004" y="294653"/>
                </a:cubicBezTo>
                <a:close/>
                <a:moveTo>
                  <a:pt x="907587" y="287829"/>
                </a:moveTo>
                <a:cubicBezTo>
                  <a:pt x="911942" y="285646"/>
                  <a:pt x="922539" y="288617"/>
                  <a:pt x="927908" y="292898"/>
                </a:cubicBezTo>
                <a:cubicBezTo>
                  <a:pt x="932293" y="296428"/>
                  <a:pt x="936290" y="303578"/>
                  <a:pt x="938075" y="309010"/>
                </a:cubicBezTo>
                <a:cubicBezTo>
                  <a:pt x="940364" y="316065"/>
                  <a:pt x="941296" y="321647"/>
                  <a:pt x="940857" y="326600"/>
                </a:cubicBezTo>
                <a:cubicBezTo>
                  <a:pt x="940502" y="331080"/>
                  <a:pt x="934189" y="336055"/>
                  <a:pt x="935641" y="343493"/>
                </a:cubicBezTo>
                <a:cubicBezTo>
                  <a:pt x="937271" y="351852"/>
                  <a:pt x="946079" y="354920"/>
                  <a:pt x="949037" y="360110"/>
                </a:cubicBezTo>
                <a:cubicBezTo>
                  <a:pt x="952161" y="365709"/>
                  <a:pt x="951112" y="373058"/>
                  <a:pt x="951690" y="381371"/>
                </a:cubicBezTo>
                <a:cubicBezTo>
                  <a:pt x="951963" y="385295"/>
                  <a:pt x="951061" y="388727"/>
                  <a:pt x="949372" y="391548"/>
                </a:cubicBezTo>
                <a:cubicBezTo>
                  <a:pt x="947684" y="394367"/>
                  <a:pt x="945208" y="396576"/>
                  <a:pt x="942334" y="398054"/>
                </a:cubicBezTo>
                <a:cubicBezTo>
                  <a:pt x="934783" y="401945"/>
                  <a:pt x="929567" y="395415"/>
                  <a:pt x="923938" y="387582"/>
                </a:cubicBezTo>
                <a:cubicBezTo>
                  <a:pt x="919415" y="381284"/>
                  <a:pt x="917259" y="379027"/>
                  <a:pt x="916791" y="370590"/>
                </a:cubicBezTo>
                <a:cubicBezTo>
                  <a:pt x="916469" y="365432"/>
                  <a:pt x="912325" y="359576"/>
                  <a:pt x="910132" y="350812"/>
                </a:cubicBezTo>
                <a:cubicBezTo>
                  <a:pt x="908129" y="342805"/>
                  <a:pt x="905422" y="338228"/>
                  <a:pt x="903687" y="333889"/>
                </a:cubicBezTo>
                <a:cubicBezTo>
                  <a:pt x="901395" y="328187"/>
                  <a:pt x="900732" y="322773"/>
                  <a:pt x="900657" y="315009"/>
                </a:cubicBezTo>
                <a:lnTo>
                  <a:pt x="900609" y="314989"/>
                </a:lnTo>
                <a:cubicBezTo>
                  <a:pt x="900570" y="310909"/>
                  <a:pt x="900028" y="291605"/>
                  <a:pt x="907587" y="287829"/>
                </a:cubicBezTo>
                <a:close/>
                <a:moveTo>
                  <a:pt x="446186" y="270647"/>
                </a:moveTo>
                <a:cubicBezTo>
                  <a:pt x="451938" y="269839"/>
                  <a:pt x="456262" y="279440"/>
                  <a:pt x="461160" y="286458"/>
                </a:cubicBezTo>
                <a:cubicBezTo>
                  <a:pt x="466266" y="293790"/>
                  <a:pt x="475224" y="299462"/>
                  <a:pt x="476662" y="302491"/>
                </a:cubicBezTo>
                <a:cubicBezTo>
                  <a:pt x="478482" y="306357"/>
                  <a:pt x="475302" y="312871"/>
                  <a:pt x="476896" y="317546"/>
                </a:cubicBezTo>
                <a:cubicBezTo>
                  <a:pt x="478427" y="321969"/>
                  <a:pt x="484538" y="325149"/>
                  <a:pt x="485673" y="329575"/>
                </a:cubicBezTo>
                <a:cubicBezTo>
                  <a:pt x="487269" y="335860"/>
                  <a:pt x="487329" y="341572"/>
                  <a:pt x="486398" y="346050"/>
                </a:cubicBezTo>
                <a:cubicBezTo>
                  <a:pt x="485467" y="350528"/>
                  <a:pt x="483544" y="353773"/>
                  <a:pt x="481174" y="355122"/>
                </a:cubicBezTo>
                <a:cubicBezTo>
                  <a:pt x="476122" y="358029"/>
                  <a:pt x="473355" y="351847"/>
                  <a:pt x="466044" y="341164"/>
                </a:cubicBezTo>
                <a:cubicBezTo>
                  <a:pt x="461864" y="335124"/>
                  <a:pt x="451389" y="331187"/>
                  <a:pt x="447083" y="322892"/>
                </a:cubicBezTo>
                <a:cubicBezTo>
                  <a:pt x="443309" y="315612"/>
                  <a:pt x="444152" y="305523"/>
                  <a:pt x="440552" y="297693"/>
                </a:cubicBezTo>
                <a:cubicBezTo>
                  <a:pt x="438724" y="293711"/>
                  <a:pt x="437788" y="288407"/>
                  <a:pt x="438595" y="283384"/>
                </a:cubicBezTo>
                <a:cubicBezTo>
                  <a:pt x="439553" y="277463"/>
                  <a:pt x="441984" y="271257"/>
                  <a:pt x="446166" y="270695"/>
                </a:cubicBezTo>
                <a:close/>
                <a:moveTo>
                  <a:pt x="1706983" y="248484"/>
                </a:moveTo>
                <a:lnTo>
                  <a:pt x="1707011" y="248552"/>
                </a:lnTo>
                <a:cubicBezTo>
                  <a:pt x="1710453" y="248414"/>
                  <a:pt x="1715969" y="248975"/>
                  <a:pt x="1720038" y="252993"/>
                </a:cubicBezTo>
                <a:cubicBezTo>
                  <a:pt x="1723108" y="256029"/>
                  <a:pt x="1724665" y="261196"/>
                  <a:pt x="1727101" y="265208"/>
                </a:cubicBezTo>
                <a:cubicBezTo>
                  <a:pt x="1732734" y="274510"/>
                  <a:pt x="1736018" y="285650"/>
                  <a:pt x="1737715" y="289408"/>
                </a:cubicBezTo>
                <a:cubicBezTo>
                  <a:pt x="1740509" y="295660"/>
                  <a:pt x="1739690" y="304347"/>
                  <a:pt x="1742174" y="311879"/>
                </a:cubicBezTo>
                <a:cubicBezTo>
                  <a:pt x="1744658" y="319410"/>
                  <a:pt x="1748196" y="326311"/>
                  <a:pt x="1749533" y="333079"/>
                </a:cubicBezTo>
                <a:cubicBezTo>
                  <a:pt x="1751757" y="344058"/>
                  <a:pt x="1754537" y="353575"/>
                  <a:pt x="1750851" y="355644"/>
                </a:cubicBezTo>
                <a:cubicBezTo>
                  <a:pt x="1746512" y="358060"/>
                  <a:pt x="1743163" y="349094"/>
                  <a:pt x="1736280" y="338872"/>
                </a:cubicBezTo>
                <a:cubicBezTo>
                  <a:pt x="1732555" y="333361"/>
                  <a:pt x="1725407" y="328617"/>
                  <a:pt x="1721342" y="320819"/>
                </a:cubicBezTo>
                <a:cubicBezTo>
                  <a:pt x="1717924" y="314306"/>
                  <a:pt x="1716229" y="306372"/>
                  <a:pt x="1712797" y="298951"/>
                </a:cubicBezTo>
                <a:cubicBezTo>
                  <a:pt x="1709559" y="292008"/>
                  <a:pt x="1703726" y="286008"/>
                  <a:pt x="1700609" y="278776"/>
                </a:cubicBezTo>
                <a:cubicBezTo>
                  <a:pt x="1698571" y="274084"/>
                  <a:pt x="1699519" y="266975"/>
                  <a:pt x="1699688" y="261458"/>
                </a:cubicBezTo>
                <a:cubicBezTo>
                  <a:pt x="1699944" y="254114"/>
                  <a:pt x="1702449" y="248673"/>
                  <a:pt x="1706983" y="248484"/>
                </a:cubicBezTo>
                <a:close/>
                <a:moveTo>
                  <a:pt x="1082443" y="241814"/>
                </a:moveTo>
                <a:cubicBezTo>
                  <a:pt x="1086382" y="241431"/>
                  <a:pt x="1092091" y="243146"/>
                  <a:pt x="1096700" y="252470"/>
                </a:cubicBezTo>
                <a:cubicBezTo>
                  <a:pt x="1099372" y="257936"/>
                  <a:pt x="1098827" y="265834"/>
                  <a:pt x="1101308" y="272970"/>
                </a:cubicBezTo>
                <a:cubicBezTo>
                  <a:pt x="1103503" y="279308"/>
                  <a:pt x="1110108" y="284671"/>
                  <a:pt x="1111958" y="291429"/>
                </a:cubicBezTo>
                <a:cubicBezTo>
                  <a:pt x="1113767" y="298283"/>
                  <a:pt x="1113219" y="305785"/>
                  <a:pt x="1114444" y="312281"/>
                </a:cubicBezTo>
                <a:cubicBezTo>
                  <a:pt x="1115884" y="319884"/>
                  <a:pt x="1119382" y="326880"/>
                  <a:pt x="1119729" y="332782"/>
                </a:cubicBezTo>
                <a:lnTo>
                  <a:pt x="1119592" y="332839"/>
                </a:lnTo>
                <a:cubicBezTo>
                  <a:pt x="1119918" y="339465"/>
                  <a:pt x="1115672" y="345024"/>
                  <a:pt x="1112322" y="347234"/>
                </a:cubicBezTo>
                <a:cubicBezTo>
                  <a:pt x="1106471" y="351104"/>
                  <a:pt x="1095277" y="341616"/>
                  <a:pt x="1091931" y="334797"/>
                </a:cubicBezTo>
                <a:cubicBezTo>
                  <a:pt x="1089174" y="329127"/>
                  <a:pt x="1088333" y="322114"/>
                  <a:pt x="1085948" y="315020"/>
                </a:cubicBezTo>
                <a:cubicBezTo>
                  <a:pt x="1083746" y="308566"/>
                  <a:pt x="1081271" y="302223"/>
                  <a:pt x="1079627" y="295382"/>
                </a:cubicBezTo>
                <a:cubicBezTo>
                  <a:pt x="1077946" y="288356"/>
                  <a:pt x="1072829" y="282262"/>
                  <a:pt x="1071991" y="275647"/>
                </a:cubicBezTo>
                <a:cubicBezTo>
                  <a:pt x="1071009" y="267897"/>
                  <a:pt x="1071081" y="260590"/>
                  <a:pt x="1071663" y="254625"/>
                </a:cubicBezTo>
                <a:cubicBezTo>
                  <a:pt x="1072552" y="245232"/>
                  <a:pt x="1076192" y="242468"/>
                  <a:pt x="1082443" y="241814"/>
                </a:cubicBezTo>
                <a:close/>
                <a:moveTo>
                  <a:pt x="610807" y="208929"/>
                </a:moveTo>
                <a:cubicBezTo>
                  <a:pt x="614438" y="209970"/>
                  <a:pt x="618088" y="212162"/>
                  <a:pt x="621130" y="215130"/>
                </a:cubicBezTo>
                <a:lnTo>
                  <a:pt x="621150" y="215082"/>
                </a:lnTo>
                <a:cubicBezTo>
                  <a:pt x="625990" y="219818"/>
                  <a:pt x="631378" y="224051"/>
                  <a:pt x="633426" y="229932"/>
                </a:cubicBezTo>
                <a:cubicBezTo>
                  <a:pt x="635271" y="235220"/>
                  <a:pt x="634591" y="241821"/>
                  <a:pt x="636741" y="248535"/>
                </a:cubicBezTo>
                <a:cubicBezTo>
                  <a:pt x="639157" y="256095"/>
                  <a:pt x="638422" y="264310"/>
                  <a:pt x="641254" y="270068"/>
                </a:cubicBezTo>
                <a:cubicBezTo>
                  <a:pt x="645023" y="277630"/>
                  <a:pt x="649727" y="283495"/>
                  <a:pt x="652629" y="288548"/>
                </a:cubicBezTo>
                <a:cubicBezTo>
                  <a:pt x="655310" y="293256"/>
                  <a:pt x="657632" y="296628"/>
                  <a:pt x="658469" y="299292"/>
                </a:cubicBezTo>
                <a:cubicBezTo>
                  <a:pt x="659305" y="301956"/>
                  <a:pt x="658654" y="303914"/>
                  <a:pt x="655388" y="305790"/>
                </a:cubicBezTo>
                <a:cubicBezTo>
                  <a:pt x="649750" y="309017"/>
                  <a:pt x="643517" y="305051"/>
                  <a:pt x="635201" y="298519"/>
                </a:cubicBezTo>
                <a:cubicBezTo>
                  <a:pt x="629784" y="294218"/>
                  <a:pt x="624143" y="288976"/>
                  <a:pt x="618860" y="281797"/>
                </a:cubicBezTo>
                <a:cubicBezTo>
                  <a:pt x="614421" y="275704"/>
                  <a:pt x="604738" y="271761"/>
                  <a:pt x="601113" y="264259"/>
                </a:cubicBezTo>
                <a:cubicBezTo>
                  <a:pt x="597656" y="257167"/>
                  <a:pt x="599274" y="247516"/>
                  <a:pt x="597123" y="239729"/>
                </a:cubicBezTo>
                <a:cubicBezTo>
                  <a:pt x="595872" y="235310"/>
                  <a:pt x="596368" y="228744"/>
                  <a:pt x="596141" y="222554"/>
                </a:cubicBezTo>
                <a:cubicBezTo>
                  <a:pt x="595909" y="215571"/>
                  <a:pt x="596344" y="211972"/>
                  <a:pt x="600595" y="209632"/>
                </a:cubicBezTo>
                <a:cubicBezTo>
                  <a:pt x="603564" y="207997"/>
                  <a:pt x="607177" y="207888"/>
                  <a:pt x="610807" y="208929"/>
                </a:cubicBezTo>
                <a:close/>
                <a:moveTo>
                  <a:pt x="1868631" y="205459"/>
                </a:moveTo>
                <a:cubicBezTo>
                  <a:pt x="1872288" y="203999"/>
                  <a:pt x="1874444" y="209756"/>
                  <a:pt x="1881397" y="217523"/>
                </a:cubicBezTo>
                <a:cubicBezTo>
                  <a:pt x="1885428" y="222034"/>
                  <a:pt x="1895742" y="222854"/>
                  <a:pt x="1900073" y="229072"/>
                </a:cubicBezTo>
                <a:cubicBezTo>
                  <a:pt x="1903866" y="234555"/>
                  <a:pt x="1901901" y="244230"/>
                  <a:pt x="1905472" y="250241"/>
                </a:cubicBezTo>
                <a:cubicBezTo>
                  <a:pt x="1909072" y="256321"/>
                  <a:pt x="1917507" y="259742"/>
                  <a:pt x="1920423" y="265705"/>
                </a:cubicBezTo>
                <a:cubicBezTo>
                  <a:pt x="1923844" y="272612"/>
                  <a:pt x="1925861" y="279779"/>
                  <a:pt x="1927701" y="285347"/>
                </a:cubicBezTo>
                <a:lnTo>
                  <a:pt x="1927749" y="285368"/>
                </a:lnTo>
                <a:cubicBezTo>
                  <a:pt x="1929896" y="291686"/>
                  <a:pt x="1930326" y="298468"/>
                  <a:pt x="1927685" y="301540"/>
                </a:cubicBezTo>
                <a:cubicBezTo>
                  <a:pt x="1925262" y="304363"/>
                  <a:pt x="1920971" y="303299"/>
                  <a:pt x="1915374" y="301180"/>
                </a:cubicBezTo>
                <a:cubicBezTo>
                  <a:pt x="1910401" y="299322"/>
                  <a:pt x="1906755" y="296045"/>
                  <a:pt x="1904383" y="293359"/>
                </a:cubicBezTo>
                <a:cubicBezTo>
                  <a:pt x="1900173" y="288603"/>
                  <a:pt x="1896596" y="282872"/>
                  <a:pt x="1892361" y="276695"/>
                </a:cubicBezTo>
                <a:cubicBezTo>
                  <a:pt x="1888511" y="271075"/>
                  <a:pt x="1880100" y="268004"/>
                  <a:pt x="1876684" y="261888"/>
                </a:cubicBezTo>
                <a:cubicBezTo>
                  <a:pt x="1873165" y="255616"/>
                  <a:pt x="1868296" y="249739"/>
                  <a:pt x="1865673" y="243616"/>
                </a:cubicBezTo>
                <a:cubicBezTo>
                  <a:pt x="1862605" y="236404"/>
                  <a:pt x="1861430" y="228574"/>
                  <a:pt x="1860338" y="222699"/>
                </a:cubicBezTo>
                <a:cubicBezTo>
                  <a:pt x="1858694" y="213431"/>
                  <a:pt x="1862817" y="207764"/>
                  <a:pt x="1868631" y="205459"/>
                </a:cubicBezTo>
                <a:close/>
                <a:moveTo>
                  <a:pt x="1241150" y="189654"/>
                </a:moveTo>
                <a:cubicBezTo>
                  <a:pt x="1245504" y="187471"/>
                  <a:pt x="1256019" y="189561"/>
                  <a:pt x="1261388" y="193841"/>
                </a:cubicBezTo>
                <a:cubicBezTo>
                  <a:pt x="1265774" y="197372"/>
                  <a:pt x="1265289" y="206200"/>
                  <a:pt x="1267094" y="211584"/>
                </a:cubicBezTo>
                <a:cubicBezTo>
                  <a:pt x="1269383" y="218639"/>
                  <a:pt x="1274392" y="222431"/>
                  <a:pt x="1273613" y="227522"/>
                </a:cubicBezTo>
                <a:cubicBezTo>
                  <a:pt x="1272939" y="232094"/>
                  <a:pt x="1268489" y="237060"/>
                  <a:pt x="1269961" y="244450"/>
                </a:cubicBezTo>
                <a:cubicBezTo>
                  <a:pt x="1271591" y="252809"/>
                  <a:pt x="1275813" y="258076"/>
                  <a:pt x="1278702" y="263295"/>
                </a:cubicBezTo>
                <a:cubicBezTo>
                  <a:pt x="1281827" y="268893"/>
                  <a:pt x="1286998" y="274050"/>
                  <a:pt x="1287623" y="282384"/>
                </a:cubicBezTo>
                <a:cubicBezTo>
                  <a:pt x="1287896" y="286308"/>
                  <a:pt x="1287249" y="291554"/>
                  <a:pt x="1285813" y="296195"/>
                </a:cubicBezTo>
                <a:cubicBezTo>
                  <a:pt x="1284376" y="300835"/>
                  <a:pt x="1282151" y="304869"/>
                  <a:pt x="1279267" y="306370"/>
                </a:cubicBezTo>
                <a:cubicBezTo>
                  <a:pt x="1275184" y="308441"/>
                  <a:pt x="1270505" y="302248"/>
                  <a:pt x="1266155" y="298902"/>
                </a:cubicBezTo>
                <a:cubicBezTo>
                  <a:pt x="1262444" y="296050"/>
                  <a:pt x="1260043" y="292222"/>
                  <a:pt x="1257495" y="288614"/>
                </a:cubicBezTo>
                <a:cubicBezTo>
                  <a:pt x="1252971" y="282317"/>
                  <a:pt x="1246113" y="280517"/>
                  <a:pt x="1245644" y="272079"/>
                </a:cubicBezTo>
                <a:cubicBezTo>
                  <a:pt x="1245323" y="266921"/>
                  <a:pt x="1246005" y="260716"/>
                  <a:pt x="1243832" y="251904"/>
                </a:cubicBezTo>
                <a:cubicBezTo>
                  <a:pt x="1241829" y="243897"/>
                  <a:pt x="1237985" y="239747"/>
                  <a:pt x="1236250" y="235408"/>
                </a:cubicBezTo>
                <a:cubicBezTo>
                  <a:pt x="1233958" y="229706"/>
                  <a:pt x="1239193" y="223941"/>
                  <a:pt x="1239118" y="216177"/>
                </a:cubicBezTo>
                <a:lnTo>
                  <a:pt x="1239050" y="216205"/>
                </a:lnTo>
                <a:cubicBezTo>
                  <a:pt x="1239011" y="212125"/>
                  <a:pt x="1233591" y="193429"/>
                  <a:pt x="1241150" y="189654"/>
                </a:cubicBezTo>
                <a:close/>
                <a:moveTo>
                  <a:pt x="773699" y="152723"/>
                </a:moveTo>
                <a:lnTo>
                  <a:pt x="773686" y="152887"/>
                </a:lnTo>
                <a:cubicBezTo>
                  <a:pt x="780035" y="151596"/>
                  <a:pt x="785981" y="157191"/>
                  <a:pt x="788231" y="161915"/>
                </a:cubicBezTo>
                <a:cubicBezTo>
                  <a:pt x="790210" y="166075"/>
                  <a:pt x="789977" y="172016"/>
                  <a:pt x="792489" y="176116"/>
                </a:cubicBezTo>
                <a:cubicBezTo>
                  <a:pt x="795339" y="180753"/>
                  <a:pt x="797669" y="187712"/>
                  <a:pt x="801325" y="195678"/>
                </a:cubicBezTo>
                <a:cubicBezTo>
                  <a:pt x="804021" y="201492"/>
                  <a:pt x="805370" y="208096"/>
                  <a:pt x="807193" y="215859"/>
                </a:cubicBezTo>
                <a:cubicBezTo>
                  <a:pt x="808672" y="222291"/>
                  <a:pt x="813503" y="228662"/>
                  <a:pt x="813701" y="236534"/>
                </a:cubicBezTo>
                <a:cubicBezTo>
                  <a:pt x="813793" y="240354"/>
                  <a:pt x="811082" y="246556"/>
                  <a:pt x="812227" y="251495"/>
                </a:cubicBezTo>
                <a:cubicBezTo>
                  <a:pt x="812853" y="254241"/>
                  <a:pt x="813766" y="256401"/>
                  <a:pt x="813744" y="258035"/>
                </a:cubicBezTo>
                <a:cubicBezTo>
                  <a:pt x="813722" y="259670"/>
                  <a:pt x="812764" y="260778"/>
                  <a:pt x="809648" y="261420"/>
                </a:cubicBezTo>
                <a:cubicBezTo>
                  <a:pt x="803783" y="262632"/>
                  <a:pt x="802858" y="257842"/>
                  <a:pt x="798992" y="252667"/>
                </a:cubicBezTo>
                <a:cubicBezTo>
                  <a:pt x="794739" y="246934"/>
                  <a:pt x="789610" y="241681"/>
                  <a:pt x="788066" y="239172"/>
                </a:cubicBezTo>
                <a:cubicBezTo>
                  <a:pt x="786711" y="237024"/>
                  <a:pt x="782615" y="229438"/>
                  <a:pt x="778314" y="218436"/>
                </a:cubicBezTo>
                <a:cubicBezTo>
                  <a:pt x="775783" y="211958"/>
                  <a:pt x="772886" y="204874"/>
                  <a:pt x="771400" y="196576"/>
                </a:cubicBezTo>
                <a:cubicBezTo>
                  <a:pt x="770072" y="189246"/>
                  <a:pt x="771429" y="181969"/>
                  <a:pt x="772055" y="173878"/>
                </a:cubicBezTo>
                <a:cubicBezTo>
                  <a:pt x="772508" y="168085"/>
                  <a:pt x="769007" y="153693"/>
                  <a:pt x="773699" y="152723"/>
                </a:cubicBezTo>
                <a:close/>
                <a:moveTo>
                  <a:pt x="2039737" y="150761"/>
                </a:moveTo>
                <a:lnTo>
                  <a:pt x="2039765" y="150829"/>
                </a:lnTo>
                <a:cubicBezTo>
                  <a:pt x="2045803" y="150818"/>
                  <a:pt x="2052640" y="158593"/>
                  <a:pt x="2057981" y="168055"/>
                </a:cubicBezTo>
                <a:cubicBezTo>
                  <a:pt x="2063321" y="177516"/>
                  <a:pt x="2068632" y="187587"/>
                  <a:pt x="2070193" y="191402"/>
                </a:cubicBezTo>
                <a:cubicBezTo>
                  <a:pt x="2072736" y="197715"/>
                  <a:pt x="2075712" y="205284"/>
                  <a:pt x="2077923" y="212927"/>
                </a:cubicBezTo>
                <a:cubicBezTo>
                  <a:pt x="2080155" y="220522"/>
                  <a:pt x="2082614" y="228382"/>
                  <a:pt x="2083720" y="235166"/>
                </a:cubicBezTo>
                <a:cubicBezTo>
                  <a:pt x="2085527" y="246197"/>
                  <a:pt x="2084947" y="259160"/>
                  <a:pt x="2081205" y="261092"/>
                </a:cubicBezTo>
                <a:cubicBezTo>
                  <a:pt x="2076811" y="263371"/>
                  <a:pt x="2069281" y="253613"/>
                  <a:pt x="2062778" y="243157"/>
                </a:cubicBezTo>
                <a:cubicBezTo>
                  <a:pt x="2059230" y="237494"/>
                  <a:pt x="2052901" y="231739"/>
                  <a:pt x="2049109" y="223828"/>
                </a:cubicBezTo>
                <a:cubicBezTo>
                  <a:pt x="2045914" y="217185"/>
                  <a:pt x="2046555" y="208253"/>
                  <a:pt x="2043346" y="200700"/>
                </a:cubicBezTo>
                <a:cubicBezTo>
                  <a:pt x="2040381" y="193644"/>
                  <a:pt x="2032314" y="188402"/>
                  <a:pt x="2029401" y="181087"/>
                </a:cubicBezTo>
                <a:cubicBezTo>
                  <a:pt x="2027491" y="176223"/>
                  <a:pt x="2029280" y="169127"/>
                  <a:pt x="2030365" y="163711"/>
                </a:cubicBezTo>
                <a:cubicBezTo>
                  <a:pt x="2031745" y="156783"/>
                  <a:pt x="2035263" y="150806"/>
                  <a:pt x="2039737" y="150761"/>
                </a:cubicBezTo>
                <a:close/>
                <a:moveTo>
                  <a:pt x="1413007" y="142044"/>
                </a:moveTo>
                <a:lnTo>
                  <a:pt x="1413015" y="142160"/>
                </a:lnTo>
                <a:cubicBezTo>
                  <a:pt x="1418342" y="141964"/>
                  <a:pt x="1422803" y="149082"/>
                  <a:pt x="1426662" y="154141"/>
                </a:cubicBezTo>
                <a:cubicBezTo>
                  <a:pt x="1430623" y="159357"/>
                  <a:pt x="1433867" y="165344"/>
                  <a:pt x="1435568" y="168823"/>
                </a:cubicBezTo>
                <a:cubicBezTo>
                  <a:pt x="1438914" y="175642"/>
                  <a:pt x="1437558" y="183993"/>
                  <a:pt x="1439394" y="191591"/>
                </a:cubicBezTo>
                <a:cubicBezTo>
                  <a:pt x="1441258" y="199257"/>
                  <a:pt x="1448769" y="205960"/>
                  <a:pt x="1449245" y="213440"/>
                </a:cubicBezTo>
                <a:cubicBezTo>
                  <a:pt x="1449762" y="221897"/>
                  <a:pt x="1450998" y="230656"/>
                  <a:pt x="1449980" y="237397"/>
                </a:cubicBezTo>
                <a:cubicBezTo>
                  <a:pt x="1448355" y="248005"/>
                  <a:pt x="1440400" y="253534"/>
                  <a:pt x="1435502" y="255264"/>
                </a:cubicBezTo>
                <a:cubicBezTo>
                  <a:pt x="1428787" y="257700"/>
                  <a:pt x="1420829" y="249908"/>
                  <a:pt x="1416056" y="241248"/>
                </a:cubicBezTo>
                <a:cubicBezTo>
                  <a:pt x="1413457" y="236547"/>
                  <a:pt x="1409556" y="232937"/>
                  <a:pt x="1409957" y="228477"/>
                </a:cubicBezTo>
                <a:cubicBezTo>
                  <a:pt x="1410359" y="224018"/>
                  <a:pt x="1415027" y="219877"/>
                  <a:pt x="1415397" y="214952"/>
                </a:cubicBezTo>
                <a:cubicBezTo>
                  <a:pt x="1415679" y="210780"/>
                  <a:pt x="1413060" y="206128"/>
                  <a:pt x="1412200" y="200914"/>
                </a:cubicBezTo>
                <a:cubicBezTo>
                  <a:pt x="1411525" y="196737"/>
                  <a:pt x="1413477" y="191402"/>
                  <a:pt x="1411996" y="186322"/>
                </a:cubicBezTo>
                <a:cubicBezTo>
                  <a:pt x="1410102" y="179942"/>
                  <a:pt x="1405185" y="175793"/>
                  <a:pt x="1402974" y="171650"/>
                </a:cubicBezTo>
                <a:cubicBezTo>
                  <a:pt x="1399806" y="165751"/>
                  <a:pt x="1395887" y="160836"/>
                  <a:pt x="1397368" y="155416"/>
                </a:cubicBezTo>
                <a:cubicBezTo>
                  <a:pt x="1399147" y="148881"/>
                  <a:pt x="1407517" y="142227"/>
                  <a:pt x="1413007" y="142044"/>
                </a:cubicBezTo>
                <a:close/>
                <a:moveTo>
                  <a:pt x="930883" y="106756"/>
                </a:moveTo>
                <a:lnTo>
                  <a:pt x="930931" y="106776"/>
                </a:lnTo>
                <a:cubicBezTo>
                  <a:pt x="935964" y="104990"/>
                  <a:pt x="941483" y="115373"/>
                  <a:pt x="946717" y="119033"/>
                </a:cubicBezTo>
                <a:cubicBezTo>
                  <a:pt x="951951" y="122693"/>
                  <a:pt x="960127" y="123635"/>
                  <a:pt x="962786" y="126441"/>
                </a:cubicBezTo>
                <a:cubicBezTo>
                  <a:pt x="968048" y="131920"/>
                  <a:pt x="972630" y="138750"/>
                  <a:pt x="976665" y="145406"/>
                </a:cubicBezTo>
                <a:cubicBezTo>
                  <a:pt x="980776" y="152151"/>
                  <a:pt x="985862" y="158854"/>
                  <a:pt x="988587" y="165809"/>
                </a:cubicBezTo>
                <a:cubicBezTo>
                  <a:pt x="991654" y="173698"/>
                  <a:pt x="992296" y="182264"/>
                  <a:pt x="993353" y="189028"/>
                </a:cubicBezTo>
                <a:cubicBezTo>
                  <a:pt x="995042" y="199670"/>
                  <a:pt x="994566" y="210363"/>
                  <a:pt x="990437" y="213488"/>
                </a:cubicBezTo>
                <a:cubicBezTo>
                  <a:pt x="987355" y="215866"/>
                  <a:pt x="981525" y="212013"/>
                  <a:pt x="976236" y="209966"/>
                </a:cubicBezTo>
                <a:cubicBezTo>
                  <a:pt x="971878" y="208254"/>
                  <a:pt x="969194" y="204703"/>
                  <a:pt x="965980" y="201606"/>
                </a:cubicBezTo>
                <a:cubicBezTo>
                  <a:pt x="962146" y="197969"/>
                  <a:pt x="960079" y="195635"/>
                  <a:pt x="958495" y="191471"/>
                </a:cubicBezTo>
                <a:cubicBezTo>
                  <a:pt x="956912" y="187310"/>
                  <a:pt x="953291" y="183704"/>
                  <a:pt x="952105" y="178861"/>
                </a:cubicBezTo>
                <a:cubicBezTo>
                  <a:pt x="950333" y="171515"/>
                  <a:pt x="944456" y="165893"/>
                  <a:pt x="937768" y="156148"/>
                </a:cubicBezTo>
                <a:cubicBezTo>
                  <a:pt x="934043" y="150637"/>
                  <a:pt x="935532" y="142908"/>
                  <a:pt x="932779" y="139383"/>
                </a:cubicBezTo>
                <a:cubicBezTo>
                  <a:pt x="928804" y="134333"/>
                  <a:pt x="926117" y="132134"/>
                  <a:pt x="925813" y="126532"/>
                </a:cubicBezTo>
                <a:cubicBezTo>
                  <a:pt x="925480" y="119789"/>
                  <a:pt x="925693" y="108646"/>
                  <a:pt x="930883" y="106756"/>
                </a:cubicBezTo>
                <a:close/>
                <a:moveTo>
                  <a:pt x="2202746" y="105428"/>
                </a:moveTo>
                <a:cubicBezTo>
                  <a:pt x="2208822" y="102498"/>
                  <a:pt x="2217473" y="108097"/>
                  <a:pt x="2223184" y="114385"/>
                </a:cubicBezTo>
                <a:lnTo>
                  <a:pt x="2223280" y="114425"/>
                </a:lnTo>
                <a:cubicBezTo>
                  <a:pt x="2227815" y="119485"/>
                  <a:pt x="2229284" y="124729"/>
                  <a:pt x="2231011" y="130701"/>
                </a:cubicBezTo>
                <a:cubicBezTo>
                  <a:pt x="2232556" y="136033"/>
                  <a:pt x="2236169" y="141272"/>
                  <a:pt x="2237931" y="148105"/>
                </a:cubicBezTo>
                <a:cubicBezTo>
                  <a:pt x="2239910" y="155765"/>
                  <a:pt x="2241740" y="162570"/>
                  <a:pt x="2244231" y="168468"/>
                </a:cubicBezTo>
                <a:cubicBezTo>
                  <a:pt x="2247503" y="176273"/>
                  <a:pt x="2254431" y="180868"/>
                  <a:pt x="2256972" y="186110"/>
                </a:cubicBezTo>
                <a:cubicBezTo>
                  <a:pt x="2259346" y="190942"/>
                  <a:pt x="2260276" y="195960"/>
                  <a:pt x="2259766" y="200190"/>
                </a:cubicBezTo>
                <a:cubicBezTo>
                  <a:pt x="2259255" y="204422"/>
                  <a:pt x="2257305" y="207867"/>
                  <a:pt x="2253919" y="209553"/>
                </a:cubicBezTo>
                <a:cubicBezTo>
                  <a:pt x="2248095" y="212418"/>
                  <a:pt x="2238181" y="207814"/>
                  <a:pt x="2230250" y="200766"/>
                </a:cubicBezTo>
                <a:cubicBezTo>
                  <a:pt x="2225071" y="196169"/>
                  <a:pt x="2223122" y="187226"/>
                  <a:pt x="2218309" y="179734"/>
                </a:cubicBezTo>
                <a:cubicBezTo>
                  <a:pt x="2214202" y="173385"/>
                  <a:pt x="2208133" y="167683"/>
                  <a:pt x="2204937" y="159965"/>
                </a:cubicBezTo>
                <a:cubicBezTo>
                  <a:pt x="2201936" y="152726"/>
                  <a:pt x="2203051" y="144275"/>
                  <a:pt x="2201404" y="136361"/>
                </a:cubicBezTo>
                <a:cubicBezTo>
                  <a:pt x="2200522" y="131871"/>
                  <a:pt x="2192872" y="125901"/>
                  <a:pt x="2193043" y="119706"/>
                </a:cubicBezTo>
                <a:cubicBezTo>
                  <a:pt x="2193226" y="112672"/>
                  <a:pt x="2198364" y="107543"/>
                  <a:pt x="2202746" y="105428"/>
                </a:cubicBezTo>
                <a:close/>
                <a:moveTo>
                  <a:pt x="1590048" y="104678"/>
                </a:moveTo>
                <a:cubicBezTo>
                  <a:pt x="1596482" y="104664"/>
                  <a:pt x="1600903" y="104879"/>
                  <a:pt x="1602270" y="109289"/>
                </a:cubicBezTo>
                <a:cubicBezTo>
                  <a:pt x="1603489" y="113243"/>
                  <a:pt x="1601151" y="119093"/>
                  <a:pt x="1602786" y="123673"/>
                </a:cubicBezTo>
                <a:cubicBezTo>
                  <a:pt x="1604644" y="128796"/>
                  <a:pt x="1606413" y="135746"/>
                  <a:pt x="1608426" y="144266"/>
                </a:cubicBezTo>
                <a:cubicBezTo>
                  <a:pt x="1609869" y="150515"/>
                  <a:pt x="1610222" y="157210"/>
                  <a:pt x="1610380" y="165178"/>
                </a:cubicBezTo>
                <a:cubicBezTo>
                  <a:pt x="1610561" y="171745"/>
                  <a:pt x="1614787" y="179159"/>
                  <a:pt x="1613393" y="186928"/>
                </a:cubicBezTo>
                <a:cubicBezTo>
                  <a:pt x="1612672" y="190803"/>
                  <a:pt x="1616504" y="196867"/>
                  <a:pt x="1615797" y="201651"/>
                </a:cubicBezTo>
                <a:cubicBezTo>
                  <a:pt x="1615057" y="206646"/>
                  <a:pt x="1609734" y="207239"/>
                  <a:pt x="1603532" y="207237"/>
                </a:cubicBezTo>
                <a:cubicBezTo>
                  <a:pt x="1597542" y="207268"/>
                  <a:pt x="1594581" y="206931"/>
                  <a:pt x="1591817" y="201145"/>
                </a:cubicBezTo>
                <a:cubicBezTo>
                  <a:pt x="1588775" y="194677"/>
                  <a:pt x="1590783" y="185980"/>
                  <a:pt x="1589805" y="183200"/>
                </a:cubicBezTo>
                <a:cubicBezTo>
                  <a:pt x="1588926" y="180856"/>
                  <a:pt x="1581823" y="173986"/>
                  <a:pt x="1579764" y="162343"/>
                </a:cubicBezTo>
                <a:cubicBezTo>
                  <a:pt x="1578563" y="155518"/>
                  <a:pt x="1573883" y="147576"/>
                  <a:pt x="1574042" y="139119"/>
                </a:cubicBezTo>
                <a:cubicBezTo>
                  <a:pt x="1574222" y="131688"/>
                  <a:pt x="1581265" y="124703"/>
                  <a:pt x="1583451" y="116927"/>
                </a:cubicBezTo>
                <a:cubicBezTo>
                  <a:pt x="1585060" y="111337"/>
                  <a:pt x="1585246" y="104698"/>
                  <a:pt x="1590048" y="104678"/>
                </a:cubicBezTo>
                <a:close/>
                <a:moveTo>
                  <a:pt x="664875" y="85801"/>
                </a:moveTo>
                <a:cubicBezTo>
                  <a:pt x="673026" y="82499"/>
                  <a:pt x="686272" y="88838"/>
                  <a:pt x="688737" y="95741"/>
                </a:cubicBezTo>
                <a:cubicBezTo>
                  <a:pt x="691509" y="103393"/>
                  <a:pt x="686164" y="106459"/>
                  <a:pt x="687384" y="115663"/>
                </a:cubicBezTo>
                <a:cubicBezTo>
                  <a:pt x="688810" y="125855"/>
                  <a:pt x="697609" y="127735"/>
                  <a:pt x="696946" y="137391"/>
                </a:cubicBezTo>
                <a:cubicBezTo>
                  <a:pt x="696609" y="142103"/>
                  <a:pt x="692594" y="147647"/>
                  <a:pt x="686671" y="150076"/>
                </a:cubicBezTo>
                <a:cubicBezTo>
                  <a:pt x="678957" y="153279"/>
                  <a:pt x="671297" y="148546"/>
                  <a:pt x="666660" y="144403"/>
                </a:cubicBezTo>
                <a:cubicBezTo>
                  <a:pt x="660731" y="139040"/>
                  <a:pt x="656662" y="138521"/>
                  <a:pt x="653627" y="125171"/>
                </a:cubicBezTo>
                <a:cubicBezTo>
                  <a:pt x="651234" y="114460"/>
                  <a:pt x="652187" y="110571"/>
                  <a:pt x="653542" y="102219"/>
                </a:cubicBezTo>
                <a:lnTo>
                  <a:pt x="653562" y="102171"/>
                </a:lnTo>
                <a:cubicBezTo>
                  <a:pt x="653980" y="99693"/>
                  <a:pt x="657133" y="88936"/>
                  <a:pt x="664875" y="85801"/>
                </a:cubicBezTo>
                <a:close/>
                <a:moveTo>
                  <a:pt x="1116706" y="59465"/>
                </a:moveTo>
                <a:cubicBezTo>
                  <a:pt x="1120565" y="58598"/>
                  <a:pt x="1127871" y="60811"/>
                  <a:pt x="1133493" y="69601"/>
                </a:cubicBezTo>
                <a:cubicBezTo>
                  <a:pt x="1136771" y="74700"/>
                  <a:pt x="1140061" y="81383"/>
                  <a:pt x="1143339" y="88231"/>
                </a:cubicBezTo>
                <a:cubicBezTo>
                  <a:pt x="1146214" y="94290"/>
                  <a:pt x="1147671" y="101447"/>
                  <a:pt x="1150229" y="107994"/>
                </a:cubicBezTo>
                <a:cubicBezTo>
                  <a:pt x="1152787" y="114541"/>
                  <a:pt x="1157439" y="120666"/>
                  <a:pt x="1159353" y="126999"/>
                </a:cubicBezTo>
                <a:cubicBezTo>
                  <a:pt x="1161618" y="134382"/>
                  <a:pt x="1160164" y="142296"/>
                  <a:pt x="1161111" y="148111"/>
                </a:cubicBezTo>
                <a:lnTo>
                  <a:pt x="1161179" y="148083"/>
                </a:lnTo>
                <a:cubicBezTo>
                  <a:pt x="1162269" y="154635"/>
                  <a:pt x="1162271" y="160958"/>
                  <a:pt x="1159176" y="163499"/>
                </a:cubicBezTo>
                <a:cubicBezTo>
                  <a:pt x="1156326" y="165862"/>
                  <a:pt x="1150839" y="166442"/>
                  <a:pt x="1145736" y="163683"/>
                </a:cubicBezTo>
                <a:cubicBezTo>
                  <a:pt x="1141187" y="161214"/>
                  <a:pt x="1139949" y="154880"/>
                  <a:pt x="1137999" y="151862"/>
                </a:cubicBezTo>
                <a:cubicBezTo>
                  <a:pt x="1134609" y="146492"/>
                  <a:pt x="1128278" y="142090"/>
                  <a:pt x="1125076" y="135330"/>
                </a:cubicBezTo>
                <a:cubicBezTo>
                  <a:pt x="1122192" y="129155"/>
                  <a:pt x="1122153" y="121575"/>
                  <a:pt x="1119731" y="114974"/>
                </a:cubicBezTo>
                <a:cubicBezTo>
                  <a:pt x="1117273" y="108186"/>
                  <a:pt x="1112617" y="102341"/>
                  <a:pt x="1111043" y="95868"/>
                </a:cubicBezTo>
                <a:cubicBezTo>
                  <a:pt x="1109207" y="88270"/>
                  <a:pt x="1109711" y="81143"/>
                  <a:pt x="1109637" y="75129"/>
                </a:cubicBezTo>
                <a:cubicBezTo>
                  <a:pt x="1109473" y="65691"/>
                  <a:pt x="1110617" y="60809"/>
                  <a:pt x="1116706" y="59465"/>
                </a:cubicBezTo>
                <a:close/>
                <a:moveTo>
                  <a:pt x="1745412" y="51345"/>
                </a:moveTo>
                <a:cubicBezTo>
                  <a:pt x="1750680" y="50615"/>
                  <a:pt x="1755860" y="58712"/>
                  <a:pt x="1760227" y="63364"/>
                </a:cubicBezTo>
                <a:cubicBezTo>
                  <a:pt x="1764718" y="68123"/>
                  <a:pt x="1771632" y="71810"/>
                  <a:pt x="1773645" y="75080"/>
                </a:cubicBezTo>
                <a:cubicBezTo>
                  <a:pt x="1777665" y="81505"/>
                  <a:pt x="1774725" y="91619"/>
                  <a:pt x="1777338" y="98977"/>
                </a:cubicBezTo>
                <a:cubicBezTo>
                  <a:pt x="1779978" y="106405"/>
                  <a:pt x="1782975" y="113249"/>
                  <a:pt x="1784168" y="120634"/>
                </a:cubicBezTo>
                <a:cubicBezTo>
                  <a:pt x="1785565" y="129009"/>
                  <a:pt x="1783928" y="136282"/>
                  <a:pt x="1783593" y="143140"/>
                </a:cubicBezTo>
                <a:cubicBezTo>
                  <a:pt x="1783321" y="148500"/>
                  <a:pt x="1783573" y="152980"/>
                  <a:pt x="1783309" y="156404"/>
                </a:cubicBezTo>
                <a:cubicBezTo>
                  <a:pt x="1783045" y="159829"/>
                  <a:pt x="1782264" y="162197"/>
                  <a:pt x="1779927" y="163335"/>
                </a:cubicBezTo>
                <a:cubicBezTo>
                  <a:pt x="1776402" y="165018"/>
                  <a:pt x="1772720" y="163307"/>
                  <a:pt x="1767917" y="160505"/>
                </a:cubicBezTo>
                <a:cubicBezTo>
                  <a:pt x="1763889" y="158140"/>
                  <a:pt x="1760907" y="155028"/>
                  <a:pt x="1758330" y="151353"/>
                </a:cubicBezTo>
                <a:cubicBezTo>
                  <a:pt x="1755311" y="146983"/>
                  <a:pt x="1754558" y="143394"/>
                  <a:pt x="1753724" y="138925"/>
                </a:cubicBezTo>
                <a:cubicBezTo>
                  <a:pt x="1752890" y="134455"/>
                  <a:pt x="1748778" y="130137"/>
                  <a:pt x="1748630" y="125107"/>
                </a:cubicBezTo>
                <a:cubicBezTo>
                  <a:pt x="1748406" y="117563"/>
                  <a:pt x="1749204" y="109600"/>
                  <a:pt x="1744719" y="98634"/>
                </a:cubicBezTo>
                <a:cubicBezTo>
                  <a:pt x="1742164" y="92484"/>
                  <a:pt x="1742412" y="86775"/>
                  <a:pt x="1740681" y="82833"/>
                </a:cubicBezTo>
                <a:cubicBezTo>
                  <a:pt x="1738273" y="77139"/>
                  <a:pt x="1735263" y="73959"/>
                  <a:pt x="1736128" y="68394"/>
                </a:cubicBezTo>
                <a:cubicBezTo>
                  <a:pt x="1737174" y="61721"/>
                  <a:pt x="1739893" y="52136"/>
                  <a:pt x="1745344" y="51372"/>
                </a:cubicBezTo>
                <a:close/>
                <a:moveTo>
                  <a:pt x="1271155" y="11279"/>
                </a:moveTo>
                <a:cubicBezTo>
                  <a:pt x="1277251" y="8301"/>
                  <a:pt x="1287628" y="18123"/>
                  <a:pt x="1293409" y="24383"/>
                </a:cubicBezTo>
                <a:lnTo>
                  <a:pt x="1293361" y="24363"/>
                </a:lnTo>
                <a:cubicBezTo>
                  <a:pt x="1297983" y="29347"/>
                  <a:pt x="1305291" y="32633"/>
                  <a:pt x="1307066" y="38627"/>
                </a:cubicBezTo>
                <a:cubicBezTo>
                  <a:pt x="1308659" y="43979"/>
                  <a:pt x="1306670" y="50878"/>
                  <a:pt x="1308500" y="57684"/>
                </a:cubicBezTo>
                <a:cubicBezTo>
                  <a:pt x="1310548" y="65314"/>
                  <a:pt x="1311724" y="72467"/>
                  <a:pt x="1314283" y="78337"/>
                </a:cubicBezTo>
                <a:cubicBezTo>
                  <a:pt x="1317624" y="86115"/>
                  <a:pt x="1320314" y="92886"/>
                  <a:pt x="1322923" y="98099"/>
                </a:cubicBezTo>
                <a:cubicBezTo>
                  <a:pt x="1325354" y="102927"/>
                  <a:pt x="1327183" y="106304"/>
                  <a:pt x="1327560" y="108902"/>
                </a:cubicBezTo>
                <a:cubicBezTo>
                  <a:pt x="1327937" y="111502"/>
                  <a:pt x="1326863" y="113324"/>
                  <a:pt x="1323493" y="115045"/>
                </a:cubicBezTo>
                <a:cubicBezTo>
                  <a:pt x="1317696" y="117978"/>
                  <a:pt x="1309374" y="117653"/>
                  <a:pt x="1301402" y="110701"/>
                </a:cubicBezTo>
                <a:cubicBezTo>
                  <a:pt x="1296203" y="106152"/>
                  <a:pt x="1289931" y="99857"/>
                  <a:pt x="1285030" y="92442"/>
                </a:cubicBezTo>
                <a:cubicBezTo>
                  <a:pt x="1280855" y="86121"/>
                  <a:pt x="1280027" y="77194"/>
                  <a:pt x="1276762" y="69505"/>
                </a:cubicBezTo>
                <a:cubicBezTo>
                  <a:pt x="1273713" y="62245"/>
                  <a:pt x="1268195" y="55362"/>
                  <a:pt x="1266460" y="47524"/>
                </a:cubicBezTo>
                <a:cubicBezTo>
                  <a:pt x="1265509" y="43062"/>
                  <a:pt x="1269094" y="35984"/>
                  <a:pt x="1269217" y="29770"/>
                </a:cubicBezTo>
                <a:cubicBezTo>
                  <a:pt x="1269312" y="22811"/>
                  <a:pt x="1266820" y="13414"/>
                  <a:pt x="1271155" y="11279"/>
                </a:cubicBezTo>
                <a:close/>
                <a:moveTo>
                  <a:pt x="1909095" y="5615"/>
                </a:moveTo>
                <a:cubicBezTo>
                  <a:pt x="1913450" y="3431"/>
                  <a:pt x="1920959" y="9061"/>
                  <a:pt x="1926328" y="13342"/>
                </a:cubicBezTo>
                <a:cubicBezTo>
                  <a:pt x="1930713" y="16872"/>
                  <a:pt x="1934752" y="21499"/>
                  <a:pt x="1936489" y="26911"/>
                </a:cubicBezTo>
                <a:cubicBezTo>
                  <a:pt x="1938778" y="33966"/>
                  <a:pt x="1936236" y="38150"/>
                  <a:pt x="1935845" y="43122"/>
                </a:cubicBezTo>
                <a:cubicBezTo>
                  <a:pt x="1935490" y="47602"/>
                  <a:pt x="1939441" y="52305"/>
                  <a:pt x="1940913" y="59695"/>
                </a:cubicBezTo>
                <a:cubicBezTo>
                  <a:pt x="1942543" y="68054"/>
                  <a:pt x="1946803" y="72153"/>
                  <a:pt x="1949740" y="77390"/>
                </a:cubicBezTo>
                <a:cubicBezTo>
                  <a:pt x="1952865" y="82989"/>
                  <a:pt x="1950805" y="90197"/>
                  <a:pt x="1951382" y="98510"/>
                </a:cubicBezTo>
                <a:cubicBezTo>
                  <a:pt x="1951929" y="106359"/>
                  <a:pt x="1949470" y="112497"/>
                  <a:pt x="1943722" y="115451"/>
                </a:cubicBezTo>
                <a:cubicBezTo>
                  <a:pt x="1936170" y="119343"/>
                  <a:pt x="1930367" y="112735"/>
                  <a:pt x="1924739" y="104903"/>
                </a:cubicBezTo>
                <a:cubicBezTo>
                  <a:pt x="1920215" y="98605"/>
                  <a:pt x="1915230" y="96235"/>
                  <a:pt x="1914742" y="87846"/>
                </a:cubicBezTo>
                <a:cubicBezTo>
                  <a:pt x="1914421" y="82688"/>
                  <a:pt x="1913894" y="76541"/>
                  <a:pt x="1911701" y="67777"/>
                </a:cubicBezTo>
                <a:cubicBezTo>
                  <a:pt x="1909698" y="59770"/>
                  <a:pt x="1908578" y="54503"/>
                  <a:pt x="1906843" y="50164"/>
                </a:cubicBezTo>
                <a:cubicBezTo>
                  <a:pt x="1904551" y="44462"/>
                  <a:pt x="1901236" y="39857"/>
                  <a:pt x="1901161" y="32093"/>
                </a:cubicBezTo>
                <a:lnTo>
                  <a:pt x="1901045" y="32101"/>
                </a:lnTo>
                <a:cubicBezTo>
                  <a:pt x="1901006" y="28021"/>
                  <a:pt x="1901516" y="9439"/>
                  <a:pt x="1909095" y="5615"/>
                </a:cubicBezTo>
                <a:close/>
                <a:moveTo>
                  <a:pt x="820012" y="5280"/>
                </a:moveTo>
                <a:lnTo>
                  <a:pt x="820040" y="5349"/>
                </a:lnTo>
                <a:cubicBezTo>
                  <a:pt x="830632" y="3351"/>
                  <a:pt x="836877" y="14828"/>
                  <a:pt x="840165" y="18689"/>
                </a:cubicBezTo>
                <a:cubicBezTo>
                  <a:pt x="844771" y="24117"/>
                  <a:pt x="851191" y="28444"/>
                  <a:pt x="852985" y="35065"/>
                </a:cubicBezTo>
                <a:cubicBezTo>
                  <a:pt x="854953" y="42212"/>
                  <a:pt x="855452" y="50041"/>
                  <a:pt x="854546" y="56378"/>
                </a:cubicBezTo>
                <a:cubicBezTo>
                  <a:pt x="853315" y="64836"/>
                  <a:pt x="848693" y="72100"/>
                  <a:pt x="843334" y="74258"/>
                </a:cubicBezTo>
                <a:cubicBezTo>
                  <a:pt x="836750" y="76918"/>
                  <a:pt x="824959" y="74237"/>
                  <a:pt x="820257" y="69445"/>
                </a:cubicBezTo>
                <a:cubicBezTo>
                  <a:pt x="815203" y="64279"/>
                  <a:pt x="819524" y="57059"/>
                  <a:pt x="820170" y="50669"/>
                </a:cubicBezTo>
                <a:cubicBezTo>
                  <a:pt x="820678" y="45690"/>
                  <a:pt x="819398" y="40130"/>
                  <a:pt x="816052" y="33310"/>
                </a:cubicBezTo>
                <a:cubicBezTo>
                  <a:pt x="811519" y="24074"/>
                  <a:pt x="807431" y="21853"/>
                  <a:pt x="809806" y="15511"/>
                </a:cubicBezTo>
                <a:cubicBezTo>
                  <a:pt x="811465" y="11012"/>
                  <a:pt x="814624" y="6297"/>
                  <a:pt x="820012" y="5280"/>
                </a:cubicBezTo>
                <a:close/>
                <a:moveTo>
                  <a:pt x="2064397" y="0"/>
                </a:moveTo>
                <a:lnTo>
                  <a:pt x="2096633" y="0"/>
                </a:lnTo>
                <a:lnTo>
                  <a:pt x="2099313" y="12712"/>
                </a:lnTo>
                <a:cubicBezTo>
                  <a:pt x="2101283" y="19182"/>
                  <a:pt x="2106755" y="25369"/>
                  <a:pt x="2108073" y="32186"/>
                </a:cubicBezTo>
                <a:cubicBezTo>
                  <a:pt x="2109433" y="39303"/>
                  <a:pt x="2110244" y="46923"/>
                  <a:pt x="2110602" y="53339"/>
                </a:cubicBezTo>
                <a:cubicBezTo>
                  <a:pt x="2110796" y="56581"/>
                  <a:pt x="2109954" y="60038"/>
                  <a:pt x="2108670" y="62950"/>
                </a:cubicBezTo>
                <a:cubicBezTo>
                  <a:pt x="2107386" y="65862"/>
                  <a:pt x="2105661" y="68230"/>
                  <a:pt x="2104088" y="69292"/>
                </a:cubicBezTo>
                <a:cubicBezTo>
                  <a:pt x="2098510" y="73052"/>
                  <a:pt x="2084108" y="63011"/>
                  <a:pt x="2080914" y="56367"/>
                </a:cubicBezTo>
                <a:cubicBezTo>
                  <a:pt x="2077886" y="50133"/>
                  <a:pt x="2077703" y="42492"/>
                  <a:pt x="2075457" y="35738"/>
                </a:cubicBezTo>
                <a:cubicBezTo>
                  <a:pt x="2073128" y="28780"/>
                  <a:pt x="2067779" y="22701"/>
                  <a:pt x="2066526" y="16136"/>
                </a:cubicBezTo>
                <a:close/>
                <a:moveTo>
                  <a:pt x="1618771" y="0"/>
                </a:moveTo>
                <a:lnTo>
                  <a:pt x="1650177" y="0"/>
                </a:lnTo>
                <a:lnTo>
                  <a:pt x="1652689" y="6293"/>
                </a:lnTo>
                <a:cubicBezTo>
                  <a:pt x="1658050" y="15707"/>
                  <a:pt x="1665097" y="22440"/>
                  <a:pt x="1658562" y="26194"/>
                </a:cubicBezTo>
                <a:cubicBezTo>
                  <a:pt x="1652925" y="29421"/>
                  <a:pt x="1643306" y="23980"/>
                  <a:pt x="1634990" y="17448"/>
                </a:cubicBezTo>
                <a:close/>
                <a:moveTo>
                  <a:pt x="1436711" y="0"/>
                </a:moveTo>
                <a:lnTo>
                  <a:pt x="1461797" y="0"/>
                </a:lnTo>
                <a:lnTo>
                  <a:pt x="1462198" y="1042"/>
                </a:lnTo>
                <a:cubicBezTo>
                  <a:pt x="1463284" y="5702"/>
                  <a:pt x="1463858" y="9682"/>
                  <a:pt x="1464740" y="11547"/>
                </a:cubicBezTo>
                <a:cubicBezTo>
                  <a:pt x="1467623" y="17722"/>
                  <a:pt x="1474197" y="23298"/>
                  <a:pt x="1476865" y="30794"/>
                </a:cubicBezTo>
                <a:cubicBezTo>
                  <a:pt x="1479554" y="38241"/>
                  <a:pt x="1479344" y="46281"/>
                  <a:pt x="1480866" y="53014"/>
                </a:cubicBezTo>
                <a:cubicBezTo>
                  <a:pt x="1483321" y="63977"/>
                  <a:pt x="1485634" y="69631"/>
                  <a:pt x="1482024" y="71786"/>
                </a:cubicBezTo>
                <a:cubicBezTo>
                  <a:pt x="1477741" y="74339"/>
                  <a:pt x="1472249" y="71700"/>
                  <a:pt x="1465120" y="61658"/>
                </a:cubicBezTo>
                <a:cubicBezTo>
                  <a:pt x="1461287" y="56270"/>
                  <a:pt x="1458399" y="48627"/>
                  <a:pt x="1454179" y="40932"/>
                </a:cubicBezTo>
                <a:cubicBezTo>
                  <a:pt x="1450624" y="34476"/>
                  <a:pt x="1443942" y="29024"/>
                  <a:pt x="1440305" y="21687"/>
                </a:cubicBezTo>
                <a:close/>
                <a:moveTo>
                  <a:pt x="987557" y="0"/>
                </a:moveTo>
                <a:lnTo>
                  <a:pt x="1024240" y="0"/>
                </a:lnTo>
                <a:lnTo>
                  <a:pt x="1024358" y="9209"/>
                </a:lnTo>
                <a:cubicBezTo>
                  <a:pt x="1024229" y="14630"/>
                  <a:pt x="1019076" y="17777"/>
                  <a:pt x="1013161" y="20323"/>
                </a:cubicBezTo>
                <a:cubicBezTo>
                  <a:pt x="1005454" y="23642"/>
                  <a:pt x="997057" y="23228"/>
                  <a:pt x="992250" y="18280"/>
                </a:cubicBezTo>
                <a:cubicBezTo>
                  <a:pt x="989134" y="15084"/>
                  <a:pt x="988626" y="12260"/>
                  <a:pt x="988449" y="8291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46DA742-F8B4-211E-FC35-0F256CF3E2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5508625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47E7747B-7346-78BB-067F-3E545AC338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2" y="993550"/>
            <a:ext cx="5508626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D69C1BEE-08D9-8B5C-6930-F01477159E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612C5A87-15B8-DBA1-7212-8E99CE6D4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8A20BB3-11D6-E515-3A6E-F800144478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254887EF-ADEA-055B-47D0-93F369C59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6913679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3758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key takeaway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40AD57D-0567-F224-765C-FE03606A38C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630462" y="0"/>
            <a:ext cx="4561539" cy="6858000"/>
          </a:xfrm>
          <a:custGeom>
            <a:avLst/>
            <a:gdLst>
              <a:gd name="connsiteX0" fmla="*/ 90688 w 4561539"/>
              <a:gd name="connsiteY0" fmla="*/ 6747746 h 6858000"/>
              <a:gd name="connsiteX1" fmla="*/ 86222 w 4561539"/>
              <a:gd name="connsiteY1" fmla="*/ 6761042 h 6858000"/>
              <a:gd name="connsiteX2" fmla="*/ 89750 w 4561539"/>
              <a:gd name="connsiteY2" fmla="*/ 6774239 h 6858000"/>
              <a:gd name="connsiteX3" fmla="*/ 93763 w 4561539"/>
              <a:gd name="connsiteY3" fmla="*/ 6792502 h 6858000"/>
              <a:gd name="connsiteX4" fmla="*/ 104293 w 4561539"/>
              <a:gd name="connsiteY4" fmla="*/ 6807967 h 6858000"/>
              <a:gd name="connsiteX5" fmla="*/ 115888 w 4561539"/>
              <a:gd name="connsiteY5" fmla="*/ 6822155 h 6858000"/>
              <a:gd name="connsiteX6" fmla="*/ 130934 w 4561539"/>
              <a:gd name="connsiteY6" fmla="*/ 6827264 h 6858000"/>
              <a:gd name="connsiteX7" fmla="*/ 135122 w 4561539"/>
              <a:gd name="connsiteY7" fmla="*/ 6822275 h 6858000"/>
              <a:gd name="connsiteX8" fmla="*/ 132491 w 4561539"/>
              <a:gd name="connsiteY8" fmla="*/ 6813633 h 6858000"/>
              <a:gd name="connsiteX9" fmla="*/ 123388 w 4561539"/>
              <a:gd name="connsiteY9" fmla="*/ 6799296 h 6858000"/>
              <a:gd name="connsiteX10" fmla="*/ 118402 w 4561539"/>
              <a:gd name="connsiteY10" fmla="*/ 6783146 h 6858000"/>
              <a:gd name="connsiteX11" fmla="*/ 114273 w 4561539"/>
              <a:gd name="connsiteY11" fmla="*/ 6769168 h 6858000"/>
              <a:gd name="connsiteX12" fmla="*/ 109735 w 4561539"/>
              <a:gd name="connsiteY12" fmla="*/ 6754796 h 6858000"/>
              <a:gd name="connsiteX13" fmla="*/ 109719 w 4561539"/>
              <a:gd name="connsiteY13" fmla="*/ 6754834 h 6858000"/>
              <a:gd name="connsiteX14" fmla="*/ 90688 w 4561539"/>
              <a:gd name="connsiteY14" fmla="*/ 6747746 h 6858000"/>
              <a:gd name="connsiteX15" fmla="*/ 590300 w 4561539"/>
              <a:gd name="connsiteY15" fmla="*/ 6740670 h 6858000"/>
              <a:gd name="connsiteX16" fmla="*/ 580684 w 4561539"/>
              <a:gd name="connsiteY16" fmla="*/ 6758354 h 6858000"/>
              <a:gd name="connsiteX17" fmla="*/ 587256 w 4561539"/>
              <a:gd name="connsiteY17" fmla="*/ 6771985 h 6858000"/>
              <a:gd name="connsiteX18" fmla="*/ 591066 w 4561539"/>
              <a:gd name="connsiteY18" fmla="*/ 6786405 h 6858000"/>
              <a:gd name="connsiteX19" fmla="*/ 586691 w 4561539"/>
              <a:gd name="connsiteY19" fmla="*/ 6802967 h 6858000"/>
              <a:gd name="connsiteX20" fmla="*/ 590443 w 4561539"/>
              <a:gd name="connsiteY20" fmla="*/ 6818688 h 6858000"/>
              <a:gd name="connsiteX21" fmla="*/ 596166 w 4561539"/>
              <a:gd name="connsiteY21" fmla="*/ 6829177 h 6858000"/>
              <a:gd name="connsiteX22" fmla="*/ 608915 w 4561539"/>
              <a:gd name="connsiteY22" fmla="*/ 6831645 h 6858000"/>
              <a:gd name="connsiteX23" fmla="*/ 615104 w 4561539"/>
              <a:gd name="connsiteY23" fmla="*/ 6824730 h 6858000"/>
              <a:gd name="connsiteX24" fmla="*/ 617894 w 4561539"/>
              <a:gd name="connsiteY24" fmla="*/ 6814534 h 6858000"/>
              <a:gd name="connsiteX25" fmla="*/ 610159 w 4561539"/>
              <a:gd name="connsiteY25" fmla="*/ 6799885 h 6858000"/>
              <a:gd name="connsiteX26" fmla="*/ 607894 w 4561539"/>
              <a:gd name="connsiteY26" fmla="*/ 6783460 h 6858000"/>
              <a:gd name="connsiteX27" fmla="*/ 605885 w 4561539"/>
              <a:gd name="connsiteY27" fmla="*/ 6769486 h 6858000"/>
              <a:gd name="connsiteX28" fmla="*/ 608611 w 4561539"/>
              <a:gd name="connsiteY28" fmla="*/ 6757494 h 6858000"/>
              <a:gd name="connsiteX29" fmla="*/ 600284 w 4561539"/>
              <a:gd name="connsiteY29" fmla="*/ 6747948 h 6858000"/>
              <a:gd name="connsiteX30" fmla="*/ 590300 w 4561539"/>
              <a:gd name="connsiteY30" fmla="*/ 6740670 h 6858000"/>
              <a:gd name="connsiteX31" fmla="*/ 222331 w 4561539"/>
              <a:gd name="connsiteY31" fmla="*/ 6718654 h 6858000"/>
              <a:gd name="connsiteX32" fmla="*/ 222277 w 4561539"/>
              <a:gd name="connsiteY32" fmla="*/ 6718676 h 6858000"/>
              <a:gd name="connsiteX33" fmla="*/ 222316 w 4561539"/>
              <a:gd name="connsiteY33" fmla="*/ 6718680 h 6858000"/>
              <a:gd name="connsiteX34" fmla="*/ 215897 w 4561539"/>
              <a:gd name="connsiteY34" fmla="*/ 6729269 h 6858000"/>
              <a:gd name="connsiteX35" fmla="*/ 222382 w 4561539"/>
              <a:gd name="connsiteY35" fmla="*/ 6746799 h 6858000"/>
              <a:gd name="connsiteX36" fmla="*/ 227204 w 4561539"/>
              <a:gd name="connsiteY36" fmla="*/ 6764605 h 6858000"/>
              <a:gd name="connsiteX37" fmla="*/ 237646 w 4561539"/>
              <a:gd name="connsiteY37" fmla="*/ 6779858 h 6858000"/>
              <a:gd name="connsiteX38" fmla="*/ 246723 w 4561539"/>
              <a:gd name="connsiteY38" fmla="*/ 6790248 h 6858000"/>
              <a:gd name="connsiteX39" fmla="*/ 258591 w 4561539"/>
              <a:gd name="connsiteY39" fmla="*/ 6793451 h 6858000"/>
              <a:gd name="connsiteX40" fmla="*/ 264913 w 4561539"/>
              <a:gd name="connsiteY40" fmla="*/ 6784159 h 6858000"/>
              <a:gd name="connsiteX41" fmla="*/ 258158 w 4561539"/>
              <a:gd name="connsiteY41" fmla="*/ 6773813 h 6858000"/>
              <a:gd name="connsiteX42" fmla="*/ 255057 w 4561539"/>
              <a:gd name="connsiteY42" fmla="*/ 6757171 h 6858000"/>
              <a:gd name="connsiteX43" fmla="*/ 247681 w 4561539"/>
              <a:gd name="connsiteY43" fmla="*/ 6741876 h 6858000"/>
              <a:gd name="connsiteX44" fmla="*/ 234914 w 4561539"/>
              <a:gd name="connsiteY44" fmla="*/ 6730381 h 6858000"/>
              <a:gd name="connsiteX45" fmla="*/ 231301 w 4561539"/>
              <a:gd name="connsiteY45" fmla="*/ 6719494 h 6858000"/>
              <a:gd name="connsiteX46" fmla="*/ 222316 w 4561539"/>
              <a:gd name="connsiteY46" fmla="*/ 6718680 h 6858000"/>
              <a:gd name="connsiteX47" fmla="*/ 728159 w 4561539"/>
              <a:gd name="connsiteY47" fmla="*/ 6700960 h 6858000"/>
              <a:gd name="connsiteX48" fmla="*/ 728202 w 4561539"/>
              <a:gd name="connsiteY48" fmla="*/ 6701066 h 6858000"/>
              <a:gd name="connsiteX49" fmla="*/ 716672 w 4561539"/>
              <a:gd name="connsiteY49" fmla="*/ 6709502 h 6858000"/>
              <a:gd name="connsiteX50" fmla="*/ 718896 w 4561539"/>
              <a:gd name="connsiteY50" fmla="*/ 6721489 h 6858000"/>
              <a:gd name="connsiteX51" fmla="*/ 724913 w 4561539"/>
              <a:gd name="connsiteY51" fmla="*/ 6733914 h 6858000"/>
              <a:gd name="connsiteX52" fmla="*/ 726416 w 4561539"/>
              <a:gd name="connsiteY52" fmla="*/ 6745511 h 6858000"/>
              <a:gd name="connsiteX53" fmla="*/ 721781 w 4561539"/>
              <a:gd name="connsiteY53" fmla="*/ 6756260 h 6858000"/>
              <a:gd name="connsiteX54" fmla="*/ 718096 w 4561539"/>
              <a:gd name="connsiteY54" fmla="*/ 6766744 h 6858000"/>
              <a:gd name="connsiteX55" fmla="*/ 723312 w 4561539"/>
              <a:gd name="connsiteY55" fmla="*/ 6776755 h 6858000"/>
              <a:gd name="connsiteX56" fmla="*/ 728838 w 4561539"/>
              <a:gd name="connsiteY56" fmla="*/ 6785394 h 6858000"/>
              <a:gd name="connsiteX57" fmla="*/ 736420 w 4561539"/>
              <a:gd name="connsiteY57" fmla="*/ 6790074 h 6858000"/>
              <a:gd name="connsiteX58" fmla="*/ 746533 w 4561539"/>
              <a:gd name="connsiteY58" fmla="*/ 6776269 h 6858000"/>
              <a:gd name="connsiteX59" fmla="*/ 746230 w 4561539"/>
              <a:gd name="connsiteY59" fmla="*/ 6758011 h 6858000"/>
              <a:gd name="connsiteX60" fmla="*/ 748019 w 4561539"/>
              <a:gd name="connsiteY60" fmla="*/ 6739923 h 6858000"/>
              <a:gd name="connsiteX61" fmla="*/ 742627 w 4561539"/>
              <a:gd name="connsiteY61" fmla="*/ 6722630 h 6858000"/>
              <a:gd name="connsiteX62" fmla="*/ 738726 w 4561539"/>
              <a:gd name="connsiteY62" fmla="*/ 6709588 h 6858000"/>
              <a:gd name="connsiteX63" fmla="*/ 728159 w 4561539"/>
              <a:gd name="connsiteY63" fmla="*/ 6700960 h 6858000"/>
              <a:gd name="connsiteX64" fmla="*/ 349203 w 4561539"/>
              <a:gd name="connsiteY64" fmla="*/ 6681550 h 6858000"/>
              <a:gd name="connsiteX65" fmla="*/ 349225 w 4561539"/>
              <a:gd name="connsiteY65" fmla="*/ 6681603 h 6858000"/>
              <a:gd name="connsiteX66" fmla="*/ 339019 w 4561539"/>
              <a:gd name="connsiteY66" fmla="*/ 6691832 h 6858000"/>
              <a:gd name="connsiteX67" fmla="*/ 348784 w 4561539"/>
              <a:gd name="connsiteY67" fmla="*/ 6701848 h 6858000"/>
              <a:gd name="connsiteX68" fmla="*/ 356684 w 4561539"/>
              <a:gd name="connsiteY68" fmla="*/ 6712099 h 6858000"/>
              <a:gd name="connsiteX69" fmla="*/ 359870 w 4561539"/>
              <a:gd name="connsiteY69" fmla="*/ 6722632 h 6858000"/>
              <a:gd name="connsiteX70" fmla="*/ 362135 w 4561539"/>
              <a:gd name="connsiteY70" fmla="*/ 6733043 h 6858000"/>
              <a:gd name="connsiteX71" fmla="*/ 374762 w 4561539"/>
              <a:gd name="connsiteY71" fmla="*/ 6750360 h 6858000"/>
              <a:gd name="connsiteX72" fmla="*/ 392978 w 4561539"/>
              <a:gd name="connsiteY72" fmla="*/ 6758654 h 6858000"/>
              <a:gd name="connsiteX73" fmla="*/ 396052 w 4561539"/>
              <a:gd name="connsiteY73" fmla="*/ 6740663 h 6858000"/>
              <a:gd name="connsiteX74" fmla="*/ 390094 w 4561539"/>
              <a:gd name="connsiteY74" fmla="*/ 6723354 h 6858000"/>
              <a:gd name="connsiteX75" fmla="*/ 383613 w 4561539"/>
              <a:gd name="connsiteY75" fmla="*/ 6706134 h 6858000"/>
              <a:gd name="connsiteX76" fmla="*/ 370974 w 4561539"/>
              <a:gd name="connsiteY76" fmla="*/ 6692748 h 6858000"/>
              <a:gd name="connsiteX77" fmla="*/ 360570 w 4561539"/>
              <a:gd name="connsiteY77" fmla="*/ 6684366 h 6858000"/>
              <a:gd name="connsiteX78" fmla="*/ 349203 w 4561539"/>
              <a:gd name="connsiteY78" fmla="*/ 6681550 h 6858000"/>
              <a:gd name="connsiteX79" fmla="*/ 847257 w 4561539"/>
              <a:gd name="connsiteY79" fmla="*/ 6647821 h 6858000"/>
              <a:gd name="connsiteX80" fmla="*/ 841282 w 4561539"/>
              <a:gd name="connsiteY80" fmla="*/ 6663138 h 6858000"/>
              <a:gd name="connsiteX81" fmla="*/ 846958 w 4561539"/>
              <a:gd name="connsiteY81" fmla="*/ 6680594 h 6858000"/>
              <a:gd name="connsiteX82" fmla="*/ 857752 w 4561539"/>
              <a:gd name="connsiteY82" fmla="*/ 6695640 h 6858000"/>
              <a:gd name="connsiteX83" fmla="*/ 875029 w 4561539"/>
              <a:gd name="connsiteY83" fmla="*/ 6695316 h 6858000"/>
              <a:gd name="connsiteX84" fmla="*/ 877684 w 4561539"/>
              <a:gd name="connsiteY84" fmla="*/ 6686656 h 6858000"/>
              <a:gd name="connsiteX85" fmla="*/ 877700 w 4561539"/>
              <a:gd name="connsiteY85" fmla="*/ 6686619 h 6858000"/>
              <a:gd name="connsiteX86" fmla="*/ 871198 w 4561539"/>
              <a:gd name="connsiteY86" fmla="*/ 6670186 h 6858000"/>
              <a:gd name="connsiteX87" fmla="*/ 861749 w 4561539"/>
              <a:gd name="connsiteY87" fmla="*/ 6655306 h 6858000"/>
              <a:gd name="connsiteX88" fmla="*/ 847257 w 4561539"/>
              <a:gd name="connsiteY88" fmla="*/ 6647821 h 6858000"/>
              <a:gd name="connsiteX89" fmla="*/ 477883 w 4561539"/>
              <a:gd name="connsiteY89" fmla="*/ 6641709 h 6858000"/>
              <a:gd name="connsiteX90" fmla="*/ 476217 w 4561539"/>
              <a:gd name="connsiteY90" fmla="*/ 6651724 h 6858000"/>
              <a:gd name="connsiteX91" fmla="*/ 478968 w 4561539"/>
              <a:gd name="connsiteY91" fmla="*/ 6661107 h 6858000"/>
              <a:gd name="connsiteX92" fmla="*/ 478956 w 4561539"/>
              <a:gd name="connsiteY92" fmla="*/ 6661085 h 6858000"/>
              <a:gd name="connsiteX93" fmla="*/ 478977 w 4561539"/>
              <a:gd name="connsiteY93" fmla="*/ 6661138 h 6858000"/>
              <a:gd name="connsiteX94" fmla="*/ 478968 w 4561539"/>
              <a:gd name="connsiteY94" fmla="*/ 6661107 h 6858000"/>
              <a:gd name="connsiteX95" fmla="*/ 485244 w 4561539"/>
              <a:gd name="connsiteY95" fmla="*/ 6672651 h 6858000"/>
              <a:gd name="connsiteX96" fmla="*/ 489889 w 4561539"/>
              <a:gd name="connsiteY96" fmla="*/ 6686978 h 6858000"/>
              <a:gd name="connsiteX97" fmla="*/ 494352 w 4561539"/>
              <a:gd name="connsiteY97" fmla="*/ 6702689 h 6858000"/>
              <a:gd name="connsiteX98" fmla="*/ 498852 w 4561539"/>
              <a:gd name="connsiteY98" fmla="*/ 6718944 h 6858000"/>
              <a:gd name="connsiteX99" fmla="*/ 510157 w 4561539"/>
              <a:gd name="connsiteY99" fmla="*/ 6722752 h 6858000"/>
              <a:gd name="connsiteX100" fmla="*/ 519865 w 4561539"/>
              <a:gd name="connsiteY100" fmla="*/ 6721512 h 6858000"/>
              <a:gd name="connsiteX101" fmla="*/ 524455 w 4561539"/>
              <a:gd name="connsiteY101" fmla="*/ 6705703 h 6858000"/>
              <a:gd name="connsiteX102" fmla="*/ 517489 w 4561539"/>
              <a:gd name="connsiteY102" fmla="*/ 6690802 h 6858000"/>
              <a:gd name="connsiteX103" fmla="*/ 508253 w 4561539"/>
              <a:gd name="connsiteY103" fmla="*/ 6678045 h 6858000"/>
              <a:gd name="connsiteX104" fmla="*/ 503059 w 4561539"/>
              <a:gd name="connsiteY104" fmla="*/ 6665345 h 6858000"/>
              <a:gd name="connsiteX105" fmla="*/ 503786 w 4561539"/>
              <a:gd name="connsiteY105" fmla="*/ 6651587 h 6858000"/>
              <a:gd name="connsiteX106" fmla="*/ 491659 w 4561539"/>
              <a:gd name="connsiteY106" fmla="*/ 6643412 h 6858000"/>
              <a:gd name="connsiteX107" fmla="*/ 477883 w 4561539"/>
              <a:gd name="connsiteY107" fmla="*/ 6641709 h 6858000"/>
              <a:gd name="connsiteX108" fmla="*/ 611376 w 4561539"/>
              <a:gd name="connsiteY108" fmla="*/ 6605566 h 6858000"/>
              <a:gd name="connsiteX109" fmla="*/ 602156 w 4561539"/>
              <a:gd name="connsiteY109" fmla="*/ 6614394 h 6858000"/>
              <a:gd name="connsiteX110" fmla="*/ 609588 w 4561539"/>
              <a:gd name="connsiteY110" fmla="*/ 6624494 h 6858000"/>
              <a:gd name="connsiteX111" fmla="*/ 617800 w 4561539"/>
              <a:gd name="connsiteY111" fmla="*/ 6635054 h 6858000"/>
              <a:gd name="connsiteX112" fmla="*/ 623696 w 4561539"/>
              <a:gd name="connsiteY112" fmla="*/ 6644598 h 6858000"/>
              <a:gd name="connsiteX113" fmla="*/ 622921 w 4561539"/>
              <a:gd name="connsiteY113" fmla="*/ 6656257 h 6858000"/>
              <a:gd name="connsiteX114" fmla="*/ 629322 w 4561539"/>
              <a:gd name="connsiteY114" fmla="*/ 6666500 h 6858000"/>
              <a:gd name="connsiteX115" fmla="*/ 631555 w 4561539"/>
              <a:gd name="connsiteY115" fmla="*/ 6676986 h 6858000"/>
              <a:gd name="connsiteX116" fmla="*/ 640594 w 4561539"/>
              <a:gd name="connsiteY116" fmla="*/ 6685151 h 6858000"/>
              <a:gd name="connsiteX117" fmla="*/ 653939 w 4561539"/>
              <a:gd name="connsiteY117" fmla="*/ 6685037 h 6858000"/>
              <a:gd name="connsiteX118" fmla="*/ 653827 w 4561539"/>
              <a:gd name="connsiteY118" fmla="*/ 6665268 h 6858000"/>
              <a:gd name="connsiteX119" fmla="*/ 648742 w 4561539"/>
              <a:gd name="connsiteY119" fmla="*/ 6648192 h 6858000"/>
              <a:gd name="connsiteX120" fmla="*/ 645919 w 4561539"/>
              <a:gd name="connsiteY120" fmla="*/ 6629410 h 6858000"/>
              <a:gd name="connsiteX121" fmla="*/ 632549 w 4561539"/>
              <a:gd name="connsiteY121" fmla="*/ 6616293 h 6858000"/>
              <a:gd name="connsiteX122" fmla="*/ 622199 w 4561539"/>
              <a:gd name="connsiteY122" fmla="*/ 6607888 h 6858000"/>
              <a:gd name="connsiteX123" fmla="*/ 611451 w 4561539"/>
              <a:gd name="connsiteY123" fmla="*/ 6605597 h 6858000"/>
              <a:gd name="connsiteX124" fmla="*/ 130088 w 4561539"/>
              <a:gd name="connsiteY124" fmla="*/ 6595687 h 6858000"/>
              <a:gd name="connsiteX125" fmla="*/ 122539 w 4561539"/>
              <a:gd name="connsiteY125" fmla="*/ 6608222 h 6858000"/>
              <a:gd name="connsiteX126" fmla="*/ 122348 w 4561539"/>
              <a:gd name="connsiteY126" fmla="*/ 6622072 h 6858000"/>
              <a:gd name="connsiteX127" fmla="*/ 127280 w 4561539"/>
              <a:gd name="connsiteY127" fmla="*/ 6640144 h 6858000"/>
              <a:gd name="connsiteX128" fmla="*/ 129125 w 4561539"/>
              <a:gd name="connsiteY128" fmla="*/ 6659047 h 6858000"/>
              <a:gd name="connsiteX129" fmla="*/ 137805 w 4561539"/>
              <a:gd name="connsiteY129" fmla="*/ 6676082 h 6858000"/>
              <a:gd name="connsiteX130" fmla="*/ 155147 w 4561539"/>
              <a:gd name="connsiteY130" fmla="*/ 6686044 h 6858000"/>
              <a:gd name="connsiteX131" fmla="*/ 159536 w 4561539"/>
              <a:gd name="connsiteY131" fmla="*/ 6680072 h 6858000"/>
              <a:gd name="connsiteX132" fmla="*/ 157968 w 4561539"/>
              <a:gd name="connsiteY132" fmla="*/ 6669185 h 6858000"/>
              <a:gd name="connsiteX133" fmla="*/ 153239 w 4561539"/>
              <a:gd name="connsiteY133" fmla="*/ 6653053 h 6858000"/>
              <a:gd name="connsiteX134" fmla="*/ 153069 w 4561539"/>
              <a:gd name="connsiteY134" fmla="*/ 6636267 h 6858000"/>
              <a:gd name="connsiteX135" fmla="*/ 148954 w 4561539"/>
              <a:gd name="connsiteY135" fmla="*/ 6621941 h 6858000"/>
              <a:gd name="connsiteX136" fmla="*/ 148760 w 4561539"/>
              <a:gd name="connsiteY136" fmla="*/ 6606163 h 6858000"/>
              <a:gd name="connsiteX137" fmla="*/ 148723 w 4561539"/>
              <a:gd name="connsiteY137" fmla="*/ 6606147 h 6858000"/>
              <a:gd name="connsiteX138" fmla="*/ 130088 w 4561539"/>
              <a:gd name="connsiteY138" fmla="*/ 6595687 h 6858000"/>
              <a:gd name="connsiteX139" fmla="*/ 750730 w 4561539"/>
              <a:gd name="connsiteY139" fmla="*/ 6566084 h 6858000"/>
              <a:gd name="connsiteX140" fmla="*/ 744809 w 4561539"/>
              <a:gd name="connsiteY140" fmla="*/ 6576737 h 6858000"/>
              <a:gd name="connsiteX141" fmla="*/ 748035 w 4561539"/>
              <a:gd name="connsiteY141" fmla="*/ 6592768 h 6858000"/>
              <a:gd name="connsiteX142" fmla="*/ 754483 w 4561539"/>
              <a:gd name="connsiteY142" fmla="*/ 6607852 h 6858000"/>
              <a:gd name="connsiteX143" fmla="*/ 761977 w 4561539"/>
              <a:gd name="connsiteY143" fmla="*/ 6622443 h 6858000"/>
              <a:gd name="connsiteX144" fmla="*/ 771208 w 4561539"/>
              <a:gd name="connsiteY144" fmla="*/ 6635950 h 6858000"/>
              <a:gd name="connsiteX145" fmla="*/ 788589 w 4561539"/>
              <a:gd name="connsiteY145" fmla="*/ 6640755 h 6858000"/>
              <a:gd name="connsiteX146" fmla="*/ 789294 w 4561539"/>
              <a:gd name="connsiteY146" fmla="*/ 6630527 h 6858000"/>
              <a:gd name="connsiteX147" fmla="*/ 789241 w 4561539"/>
              <a:gd name="connsiteY147" fmla="*/ 6630548 h 6858000"/>
              <a:gd name="connsiteX148" fmla="*/ 788332 w 4561539"/>
              <a:gd name="connsiteY148" fmla="*/ 6613630 h 6858000"/>
              <a:gd name="connsiteX149" fmla="*/ 779734 w 4561539"/>
              <a:gd name="connsiteY149" fmla="*/ 6599459 h 6858000"/>
              <a:gd name="connsiteX150" fmla="*/ 772316 w 4561539"/>
              <a:gd name="connsiteY150" fmla="*/ 6584899 h 6858000"/>
              <a:gd name="connsiteX151" fmla="*/ 760787 w 4561539"/>
              <a:gd name="connsiteY151" fmla="*/ 6573083 h 6858000"/>
              <a:gd name="connsiteX152" fmla="*/ 750730 w 4561539"/>
              <a:gd name="connsiteY152" fmla="*/ 6566084 h 6858000"/>
              <a:gd name="connsiteX153" fmla="*/ 258438 w 4561539"/>
              <a:gd name="connsiteY153" fmla="*/ 6560219 h 6858000"/>
              <a:gd name="connsiteX154" fmla="*/ 252716 w 4561539"/>
              <a:gd name="connsiteY154" fmla="*/ 6571662 h 6858000"/>
              <a:gd name="connsiteX155" fmla="*/ 250341 w 4561539"/>
              <a:gd name="connsiteY155" fmla="*/ 6583977 h 6858000"/>
              <a:gd name="connsiteX156" fmla="*/ 256534 w 4561539"/>
              <a:gd name="connsiteY156" fmla="*/ 6601253 h 6858000"/>
              <a:gd name="connsiteX157" fmla="*/ 261670 w 4561539"/>
              <a:gd name="connsiteY157" fmla="*/ 6618836 h 6858000"/>
              <a:gd name="connsiteX158" fmla="*/ 269948 w 4561539"/>
              <a:gd name="connsiteY158" fmla="*/ 6635040 h 6858000"/>
              <a:gd name="connsiteX159" fmla="*/ 280681 w 4561539"/>
              <a:gd name="connsiteY159" fmla="*/ 6651077 h 6858000"/>
              <a:gd name="connsiteX160" fmla="*/ 281674 w 4561539"/>
              <a:gd name="connsiteY160" fmla="*/ 6631726 h 6858000"/>
              <a:gd name="connsiteX161" fmla="*/ 282682 w 4561539"/>
              <a:gd name="connsiteY161" fmla="*/ 6613710 h 6858000"/>
              <a:gd name="connsiteX162" fmla="*/ 280908 w 4561539"/>
              <a:gd name="connsiteY162" fmla="*/ 6595589 h 6858000"/>
              <a:gd name="connsiteX163" fmla="*/ 271561 w 4561539"/>
              <a:gd name="connsiteY163" fmla="*/ 6576771 h 6858000"/>
              <a:gd name="connsiteX164" fmla="*/ 258422 w 4561539"/>
              <a:gd name="connsiteY164" fmla="*/ 6560257 h 6858000"/>
              <a:gd name="connsiteX165" fmla="*/ 966269 w 4561539"/>
              <a:gd name="connsiteY165" fmla="*/ 6548169 h 6858000"/>
              <a:gd name="connsiteX166" fmla="*/ 961831 w 4561539"/>
              <a:gd name="connsiteY166" fmla="*/ 6557498 h 6858000"/>
              <a:gd name="connsiteX167" fmla="*/ 960874 w 4561539"/>
              <a:gd name="connsiteY167" fmla="*/ 6569169 h 6858000"/>
              <a:gd name="connsiteX168" fmla="*/ 964978 w 4561539"/>
              <a:gd name="connsiteY168" fmla="*/ 6586055 h 6858000"/>
              <a:gd name="connsiteX169" fmla="*/ 974645 w 4561539"/>
              <a:gd name="connsiteY169" fmla="*/ 6600098 h 6858000"/>
              <a:gd name="connsiteX170" fmla="*/ 989882 w 4561539"/>
              <a:gd name="connsiteY170" fmla="*/ 6605066 h 6858000"/>
              <a:gd name="connsiteX171" fmla="*/ 996159 w 4561539"/>
              <a:gd name="connsiteY171" fmla="*/ 6598846 h 6858000"/>
              <a:gd name="connsiteX172" fmla="*/ 995450 w 4561539"/>
              <a:gd name="connsiteY172" fmla="*/ 6589136 h 6858000"/>
              <a:gd name="connsiteX173" fmla="*/ 988336 w 4561539"/>
              <a:gd name="connsiteY173" fmla="*/ 6573111 h 6858000"/>
              <a:gd name="connsiteX174" fmla="*/ 988406 w 4561539"/>
              <a:gd name="connsiteY174" fmla="*/ 6561555 h 6858000"/>
              <a:gd name="connsiteX175" fmla="*/ 980904 w 4561539"/>
              <a:gd name="connsiteY175" fmla="*/ 6552885 h 6858000"/>
              <a:gd name="connsiteX176" fmla="*/ 980889 w 4561539"/>
              <a:gd name="connsiteY176" fmla="*/ 6552922 h 6858000"/>
              <a:gd name="connsiteX177" fmla="*/ 966269 w 4561539"/>
              <a:gd name="connsiteY177" fmla="*/ 6548169 h 6858000"/>
              <a:gd name="connsiteX178" fmla="*/ 875287 w 4561539"/>
              <a:gd name="connsiteY178" fmla="*/ 6526596 h 6858000"/>
              <a:gd name="connsiteX179" fmla="*/ 871011 w 4561539"/>
              <a:gd name="connsiteY179" fmla="*/ 6539440 h 6858000"/>
              <a:gd name="connsiteX180" fmla="*/ 873454 w 4561539"/>
              <a:gd name="connsiteY180" fmla="*/ 6552801 h 6858000"/>
              <a:gd name="connsiteX181" fmla="*/ 881099 w 4561539"/>
              <a:gd name="connsiteY181" fmla="*/ 6569668 h 6858000"/>
              <a:gd name="connsiteX182" fmla="*/ 887425 w 4561539"/>
              <a:gd name="connsiteY182" fmla="*/ 6587263 h 6858000"/>
              <a:gd name="connsiteX183" fmla="*/ 900499 w 4561539"/>
              <a:gd name="connsiteY183" fmla="*/ 6600346 h 6858000"/>
              <a:gd name="connsiteX184" fmla="*/ 916598 w 4561539"/>
              <a:gd name="connsiteY184" fmla="*/ 6608106 h 6858000"/>
              <a:gd name="connsiteX185" fmla="*/ 914214 w 4561539"/>
              <a:gd name="connsiteY185" fmla="*/ 6593444 h 6858000"/>
              <a:gd name="connsiteX186" fmla="*/ 911365 w 4561539"/>
              <a:gd name="connsiteY186" fmla="*/ 6576199 h 6858000"/>
              <a:gd name="connsiteX187" fmla="*/ 904407 w 4561539"/>
              <a:gd name="connsiteY187" fmla="*/ 6561168 h 6858000"/>
              <a:gd name="connsiteX188" fmla="*/ 901512 w 4561539"/>
              <a:gd name="connsiteY188" fmla="*/ 6546779 h 6858000"/>
              <a:gd name="connsiteX189" fmla="*/ 890977 w 4561539"/>
              <a:gd name="connsiteY189" fmla="*/ 6536175 h 6858000"/>
              <a:gd name="connsiteX190" fmla="*/ 890902 w 4561539"/>
              <a:gd name="connsiteY190" fmla="*/ 6536144 h 6858000"/>
              <a:gd name="connsiteX191" fmla="*/ 875287 w 4561539"/>
              <a:gd name="connsiteY191" fmla="*/ 6526596 h 6858000"/>
              <a:gd name="connsiteX192" fmla="*/ 389507 w 4561539"/>
              <a:gd name="connsiteY192" fmla="*/ 6521954 h 6858000"/>
              <a:gd name="connsiteX193" fmla="*/ 379686 w 4561539"/>
              <a:gd name="connsiteY193" fmla="*/ 6536855 h 6858000"/>
              <a:gd name="connsiteX194" fmla="*/ 381675 w 4561539"/>
              <a:gd name="connsiteY194" fmla="*/ 6553518 h 6858000"/>
              <a:gd name="connsiteX195" fmla="*/ 388430 w 4561539"/>
              <a:gd name="connsiteY195" fmla="*/ 6568818 h 6858000"/>
              <a:gd name="connsiteX196" fmla="*/ 391596 w 4561539"/>
              <a:gd name="connsiteY196" fmla="*/ 6584780 h 6858000"/>
              <a:gd name="connsiteX197" fmla="*/ 397072 w 4561539"/>
              <a:gd name="connsiteY197" fmla="*/ 6600075 h 6858000"/>
              <a:gd name="connsiteX198" fmla="*/ 404279 w 4561539"/>
              <a:gd name="connsiteY198" fmla="*/ 6607339 h 6858000"/>
              <a:gd name="connsiteX199" fmla="*/ 413305 w 4561539"/>
              <a:gd name="connsiteY199" fmla="*/ 6609307 h 6858000"/>
              <a:gd name="connsiteX200" fmla="*/ 417436 w 4561539"/>
              <a:gd name="connsiteY200" fmla="*/ 6605117 h 6858000"/>
              <a:gd name="connsiteX201" fmla="*/ 419406 w 4561539"/>
              <a:gd name="connsiteY201" fmla="*/ 6598331 h 6858000"/>
              <a:gd name="connsiteX202" fmla="*/ 419422 w 4561539"/>
              <a:gd name="connsiteY202" fmla="*/ 6598294 h 6858000"/>
              <a:gd name="connsiteX203" fmla="*/ 414667 w 4561539"/>
              <a:gd name="connsiteY203" fmla="*/ 6582329 h 6858000"/>
              <a:gd name="connsiteX204" fmla="*/ 410027 w 4561539"/>
              <a:gd name="connsiteY204" fmla="*/ 6566722 h 6858000"/>
              <a:gd name="connsiteX205" fmla="*/ 404664 w 4561539"/>
              <a:gd name="connsiteY205" fmla="*/ 6551474 h 6858000"/>
              <a:gd name="connsiteX206" fmla="*/ 401214 w 4561539"/>
              <a:gd name="connsiteY206" fmla="*/ 6535348 h 6858000"/>
              <a:gd name="connsiteX207" fmla="*/ 389507 w 4561539"/>
              <a:gd name="connsiteY207" fmla="*/ 6521954 h 6858000"/>
              <a:gd name="connsiteX208" fmla="*/ 515490 w 4561539"/>
              <a:gd name="connsiteY208" fmla="*/ 6489607 h 6858000"/>
              <a:gd name="connsiteX209" fmla="*/ 508264 w 4561539"/>
              <a:gd name="connsiteY209" fmla="*/ 6500422 h 6858000"/>
              <a:gd name="connsiteX210" fmla="*/ 504036 w 4561539"/>
              <a:gd name="connsiteY210" fmla="*/ 6518637 h 6858000"/>
              <a:gd name="connsiteX211" fmla="*/ 506622 w 4561539"/>
              <a:gd name="connsiteY211" fmla="*/ 6537142 h 6858000"/>
              <a:gd name="connsiteX212" fmla="*/ 516379 w 4561539"/>
              <a:gd name="connsiteY212" fmla="*/ 6553080 h 6858000"/>
              <a:gd name="connsiteX213" fmla="*/ 516610 w 4561539"/>
              <a:gd name="connsiteY213" fmla="*/ 6568034 h 6858000"/>
              <a:gd name="connsiteX214" fmla="*/ 528466 w 4561539"/>
              <a:gd name="connsiteY214" fmla="*/ 6577379 h 6858000"/>
              <a:gd name="connsiteX215" fmla="*/ 532688 w 4561539"/>
              <a:gd name="connsiteY215" fmla="*/ 6573814 h 6858000"/>
              <a:gd name="connsiteX216" fmla="*/ 533195 w 4561539"/>
              <a:gd name="connsiteY216" fmla="*/ 6566934 h 6858000"/>
              <a:gd name="connsiteX217" fmla="*/ 536535 w 4561539"/>
              <a:gd name="connsiteY217" fmla="*/ 6555377 h 6858000"/>
              <a:gd name="connsiteX218" fmla="*/ 536548 w 4561539"/>
              <a:gd name="connsiteY218" fmla="*/ 6538049 h 6858000"/>
              <a:gd name="connsiteX219" fmla="*/ 530600 w 4561539"/>
              <a:gd name="connsiteY219" fmla="*/ 6521982 h 6858000"/>
              <a:gd name="connsiteX220" fmla="*/ 524170 w 4561539"/>
              <a:gd name="connsiteY220" fmla="*/ 6506642 h 6858000"/>
              <a:gd name="connsiteX221" fmla="*/ 520481 w 4561539"/>
              <a:gd name="connsiteY221" fmla="*/ 6494882 h 6858000"/>
              <a:gd name="connsiteX222" fmla="*/ 515490 w 4561539"/>
              <a:gd name="connsiteY222" fmla="*/ 6489607 h 6858000"/>
              <a:gd name="connsiteX223" fmla="*/ 15879 w 4561539"/>
              <a:gd name="connsiteY223" fmla="*/ 6486026 h 6858000"/>
              <a:gd name="connsiteX224" fmla="*/ 14833 w 4561539"/>
              <a:gd name="connsiteY224" fmla="*/ 6502657 h 6858000"/>
              <a:gd name="connsiteX225" fmla="*/ 13602 w 4561539"/>
              <a:gd name="connsiteY225" fmla="*/ 6520360 h 6858000"/>
              <a:gd name="connsiteX226" fmla="*/ 23279 w 4561539"/>
              <a:gd name="connsiteY226" fmla="*/ 6534274 h 6858000"/>
              <a:gd name="connsiteX227" fmla="*/ 32123 w 4561539"/>
              <a:gd name="connsiteY227" fmla="*/ 6548282 h 6858000"/>
              <a:gd name="connsiteX228" fmla="*/ 42813 w 4561539"/>
              <a:gd name="connsiteY228" fmla="*/ 6560940 h 6858000"/>
              <a:gd name="connsiteX229" fmla="*/ 53087 w 4561539"/>
              <a:gd name="connsiteY229" fmla="*/ 6567102 h 6858000"/>
              <a:gd name="connsiteX230" fmla="*/ 64514 w 4561539"/>
              <a:gd name="connsiteY230" fmla="*/ 6565874 h 6858000"/>
              <a:gd name="connsiteX231" fmla="*/ 61706 w 4561539"/>
              <a:gd name="connsiteY231" fmla="*/ 6553068 h 6858000"/>
              <a:gd name="connsiteX232" fmla="*/ 61727 w 4561539"/>
              <a:gd name="connsiteY232" fmla="*/ 6553121 h 6858000"/>
              <a:gd name="connsiteX233" fmla="*/ 56806 w 4561539"/>
              <a:gd name="connsiteY233" fmla="*/ 6537662 h 6858000"/>
              <a:gd name="connsiteX234" fmla="*/ 47032 w 4561539"/>
              <a:gd name="connsiteY234" fmla="*/ 6524502 h 6858000"/>
              <a:gd name="connsiteX235" fmla="*/ 38800 w 4561539"/>
              <a:gd name="connsiteY235" fmla="*/ 6510618 h 6858000"/>
              <a:gd name="connsiteX236" fmla="*/ 28758 w 4561539"/>
              <a:gd name="connsiteY236" fmla="*/ 6498099 h 6858000"/>
              <a:gd name="connsiteX237" fmla="*/ 15879 w 4561539"/>
              <a:gd name="connsiteY237" fmla="*/ 6486026 h 6858000"/>
              <a:gd name="connsiteX238" fmla="*/ 1004778 w 4561539"/>
              <a:gd name="connsiteY238" fmla="*/ 6455080 h 6858000"/>
              <a:gd name="connsiteX239" fmla="*/ 1004800 w 4561539"/>
              <a:gd name="connsiteY239" fmla="*/ 6455134 h 6858000"/>
              <a:gd name="connsiteX240" fmla="*/ 999440 w 4561539"/>
              <a:gd name="connsiteY240" fmla="*/ 6467614 h 6858000"/>
              <a:gd name="connsiteX241" fmla="*/ 1002732 w 4561539"/>
              <a:gd name="connsiteY241" fmla="*/ 6482744 h 6858000"/>
              <a:gd name="connsiteX242" fmla="*/ 1009400 w 4561539"/>
              <a:gd name="connsiteY242" fmla="*/ 6496460 h 6858000"/>
              <a:gd name="connsiteX243" fmla="*/ 1018518 w 4561539"/>
              <a:gd name="connsiteY243" fmla="*/ 6508548 h 6858000"/>
              <a:gd name="connsiteX244" fmla="*/ 1027626 w 4561539"/>
              <a:gd name="connsiteY244" fmla="*/ 6518864 h 6858000"/>
              <a:gd name="connsiteX245" fmla="*/ 1039534 w 4561539"/>
              <a:gd name="connsiteY245" fmla="*/ 6523764 h 6858000"/>
              <a:gd name="connsiteX246" fmla="*/ 1042807 w 4561539"/>
              <a:gd name="connsiteY246" fmla="*/ 6519746 h 6858000"/>
              <a:gd name="connsiteX247" fmla="*/ 1041560 w 4561539"/>
              <a:gd name="connsiteY247" fmla="*/ 6513867 h 6858000"/>
              <a:gd name="connsiteX248" fmla="*/ 1038396 w 4561539"/>
              <a:gd name="connsiteY248" fmla="*/ 6502858 h 6858000"/>
              <a:gd name="connsiteX249" fmla="*/ 1034611 w 4561539"/>
              <a:gd name="connsiteY249" fmla="*/ 6482259 h 6858000"/>
              <a:gd name="connsiteX250" fmla="*/ 1019389 w 4561539"/>
              <a:gd name="connsiteY250" fmla="*/ 6467658 h 6858000"/>
              <a:gd name="connsiteX251" fmla="*/ 1013781 w 4561539"/>
              <a:gd name="connsiteY251" fmla="*/ 6457525 h 6858000"/>
              <a:gd name="connsiteX252" fmla="*/ 1004778 w 4561539"/>
              <a:gd name="connsiteY252" fmla="*/ 6455080 h 6858000"/>
              <a:gd name="connsiteX253" fmla="*/ 151415 w 4561539"/>
              <a:gd name="connsiteY253" fmla="*/ 6449014 h 6858000"/>
              <a:gd name="connsiteX254" fmla="*/ 151437 w 4561539"/>
              <a:gd name="connsiteY254" fmla="*/ 6449067 h 6858000"/>
              <a:gd name="connsiteX255" fmla="*/ 142974 w 4561539"/>
              <a:gd name="connsiteY255" fmla="*/ 6456931 h 6858000"/>
              <a:gd name="connsiteX256" fmla="*/ 147298 w 4561539"/>
              <a:gd name="connsiteY256" fmla="*/ 6469177 h 6858000"/>
              <a:gd name="connsiteX257" fmla="*/ 153828 w 4561539"/>
              <a:gd name="connsiteY257" fmla="*/ 6486285 h 6858000"/>
              <a:gd name="connsiteX258" fmla="*/ 161157 w 4561539"/>
              <a:gd name="connsiteY258" fmla="*/ 6503063 h 6858000"/>
              <a:gd name="connsiteX259" fmla="*/ 170212 w 4561539"/>
              <a:gd name="connsiteY259" fmla="*/ 6518884 h 6858000"/>
              <a:gd name="connsiteX260" fmla="*/ 182132 w 4561539"/>
              <a:gd name="connsiteY260" fmla="*/ 6529979 h 6858000"/>
              <a:gd name="connsiteX261" fmla="*/ 183297 w 4561539"/>
              <a:gd name="connsiteY261" fmla="*/ 6513486 h 6858000"/>
              <a:gd name="connsiteX262" fmla="*/ 180066 w 4561539"/>
              <a:gd name="connsiteY262" fmla="*/ 6495994 h 6858000"/>
              <a:gd name="connsiteX263" fmla="*/ 173573 w 4561539"/>
              <a:gd name="connsiteY263" fmla="*/ 6479433 h 6858000"/>
              <a:gd name="connsiteX264" fmla="*/ 166011 w 4561539"/>
              <a:gd name="connsiteY264" fmla="*/ 6460258 h 6858000"/>
              <a:gd name="connsiteX265" fmla="*/ 151415 w 4561539"/>
              <a:gd name="connsiteY265" fmla="*/ 6449014 h 6858000"/>
              <a:gd name="connsiteX266" fmla="*/ 647208 w 4561539"/>
              <a:gd name="connsiteY266" fmla="*/ 6448209 h 6858000"/>
              <a:gd name="connsiteX267" fmla="*/ 643357 w 4561539"/>
              <a:gd name="connsiteY267" fmla="*/ 6466893 h 6858000"/>
              <a:gd name="connsiteX268" fmla="*/ 643319 w 4561539"/>
              <a:gd name="connsiteY268" fmla="*/ 6466877 h 6858000"/>
              <a:gd name="connsiteX269" fmla="*/ 641474 w 4561539"/>
              <a:gd name="connsiteY269" fmla="*/ 6481935 h 6858000"/>
              <a:gd name="connsiteX270" fmla="*/ 644990 w 4561539"/>
              <a:gd name="connsiteY270" fmla="*/ 6495479 h 6858000"/>
              <a:gd name="connsiteX271" fmla="*/ 649460 w 4561539"/>
              <a:gd name="connsiteY271" fmla="*/ 6510750 h 6858000"/>
              <a:gd name="connsiteX272" fmla="*/ 652449 w 4561539"/>
              <a:gd name="connsiteY272" fmla="*/ 6527346 h 6858000"/>
              <a:gd name="connsiteX273" fmla="*/ 662913 w 4561539"/>
              <a:gd name="connsiteY273" fmla="*/ 6531155 h 6858000"/>
              <a:gd name="connsiteX274" fmla="*/ 673129 w 4561539"/>
              <a:gd name="connsiteY274" fmla="*/ 6535876 h 6858000"/>
              <a:gd name="connsiteX275" fmla="*/ 678294 w 4561539"/>
              <a:gd name="connsiteY275" fmla="*/ 6529201 h 6858000"/>
              <a:gd name="connsiteX276" fmla="*/ 679824 w 4561539"/>
              <a:gd name="connsiteY276" fmla="*/ 6519578 h 6858000"/>
              <a:gd name="connsiteX277" fmla="*/ 673725 w 4561539"/>
              <a:gd name="connsiteY277" fmla="*/ 6504818 h 6858000"/>
              <a:gd name="connsiteX278" fmla="*/ 664923 w 4561539"/>
              <a:gd name="connsiteY278" fmla="*/ 6490077 h 6858000"/>
              <a:gd name="connsiteX279" fmla="*/ 666334 w 4561539"/>
              <a:gd name="connsiteY279" fmla="*/ 6476164 h 6858000"/>
              <a:gd name="connsiteX280" fmla="*/ 668740 w 4561539"/>
              <a:gd name="connsiteY280" fmla="*/ 6462933 h 6858000"/>
              <a:gd name="connsiteX281" fmla="*/ 659562 w 4561539"/>
              <a:gd name="connsiteY281" fmla="*/ 6452677 h 6858000"/>
              <a:gd name="connsiteX282" fmla="*/ 647208 w 4561539"/>
              <a:gd name="connsiteY282" fmla="*/ 6448209 h 6858000"/>
              <a:gd name="connsiteX283" fmla="*/ 279434 w 4561539"/>
              <a:gd name="connsiteY283" fmla="*/ 6412125 h 6858000"/>
              <a:gd name="connsiteX284" fmla="*/ 272266 w 4561539"/>
              <a:gd name="connsiteY284" fmla="*/ 6422698 h 6858000"/>
              <a:gd name="connsiteX285" fmla="*/ 274536 w 4561539"/>
              <a:gd name="connsiteY285" fmla="*/ 6436472 h 6858000"/>
              <a:gd name="connsiteX286" fmla="*/ 282878 w 4561539"/>
              <a:gd name="connsiteY286" fmla="*/ 6453365 h 6858000"/>
              <a:gd name="connsiteX287" fmla="*/ 289331 w 4561539"/>
              <a:gd name="connsiteY287" fmla="*/ 6470969 h 6858000"/>
              <a:gd name="connsiteX288" fmla="*/ 300953 w 4561539"/>
              <a:gd name="connsiteY288" fmla="*/ 6485831 h 6858000"/>
              <a:gd name="connsiteX289" fmla="*/ 318900 w 4561539"/>
              <a:gd name="connsiteY289" fmla="*/ 6492554 h 6858000"/>
              <a:gd name="connsiteX290" fmla="*/ 317123 w 4561539"/>
              <a:gd name="connsiteY290" fmla="*/ 6476863 h 6858000"/>
              <a:gd name="connsiteX291" fmla="*/ 313747 w 4561539"/>
              <a:gd name="connsiteY291" fmla="*/ 6459929 h 6858000"/>
              <a:gd name="connsiteX292" fmla="*/ 306160 w 4561539"/>
              <a:gd name="connsiteY292" fmla="*/ 6445032 h 6858000"/>
              <a:gd name="connsiteX293" fmla="*/ 303103 w 4561539"/>
              <a:gd name="connsiteY293" fmla="*/ 6430707 h 6858000"/>
              <a:gd name="connsiteX294" fmla="*/ 293288 w 4561539"/>
              <a:gd name="connsiteY294" fmla="*/ 6420183 h 6858000"/>
              <a:gd name="connsiteX295" fmla="*/ 293341 w 4561539"/>
              <a:gd name="connsiteY295" fmla="*/ 6420162 h 6858000"/>
              <a:gd name="connsiteX296" fmla="*/ 279434 w 4561539"/>
              <a:gd name="connsiteY296" fmla="*/ 6412125 h 6858000"/>
              <a:gd name="connsiteX297" fmla="*/ 782114 w 4561539"/>
              <a:gd name="connsiteY297" fmla="*/ 6409430 h 6858000"/>
              <a:gd name="connsiteX298" fmla="*/ 782136 w 4561539"/>
              <a:gd name="connsiteY298" fmla="*/ 6409483 h 6858000"/>
              <a:gd name="connsiteX299" fmla="*/ 774889 w 4561539"/>
              <a:gd name="connsiteY299" fmla="*/ 6420773 h 6858000"/>
              <a:gd name="connsiteX300" fmla="*/ 777884 w 4561539"/>
              <a:gd name="connsiteY300" fmla="*/ 6432288 h 6858000"/>
              <a:gd name="connsiteX301" fmla="*/ 780345 w 4561539"/>
              <a:gd name="connsiteY301" fmla="*/ 6450564 h 6858000"/>
              <a:gd name="connsiteX302" fmla="*/ 784606 w 4561539"/>
              <a:gd name="connsiteY302" fmla="*/ 6468445 h 6858000"/>
              <a:gd name="connsiteX303" fmla="*/ 789953 w 4561539"/>
              <a:gd name="connsiteY303" fmla="*/ 6486161 h 6858000"/>
              <a:gd name="connsiteX304" fmla="*/ 802520 w 4561539"/>
              <a:gd name="connsiteY304" fmla="*/ 6495495 h 6858000"/>
              <a:gd name="connsiteX305" fmla="*/ 806608 w 4561539"/>
              <a:gd name="connsiteY305" fmla="*/ 6491050 h 6858000"/>
              <a:gd name="connsiteX306" fmla="*/ 808015 w 4561539"/>
              <a:gd name="connsiteY306" fmla="*/ 6480904 h 6858000"/>
              <a:gd name="connsiteX307" fmla="*/ 806130 w 4561539"/>
              <a:gd name="connsiteY307" fmla="*/ 6463045 h 6858000"/>
              <a:gd name="connsiteX308" fmla="*/ 803656 w 4561539"/>
              <a:gd name="connsiteY308" fmla="*/ 6445118 h 6858000"/>
              <a:gd name="connsiteX309" fmla="*/ 793392 w 4561539"/>
              <a:gd name="connsiteY309" fmla="*/ 6426801 h 6858000"/>
              <a:gd name="connsiteX310" fmla="*/ 782114 w 4561539"/>
              <a:gd name="connsiteY310" fmla="*/ 6409430 h 6858000"/>
              <a:gd name="connsiteX311" fmla="*/ 915043 w 4561539"/>
              <a:gd name="connsiteY311" fmla="*/ 6376322 h 6858000"/>
              <a:gd name="connsiteX312" fmla="*/ 905553 w 4561539"/>
              <a:gd name="connsiteY312" fmla="*/ 6386320 h 6858000"/>
              <a:gd name="connsiteX313" fmla="*/ 908886 w 4561539"/>
              <a:gd name="connsiteY313" fmla="*/ 6400407 h 6858000"/>
              <a:gd name="connsiteX314" fmla="*/ 907125 w 4561539"/>
              <a:gd name="connsiteY314" fmla="*/ 6419479 h 6858000"/>
              <a:gd name="connsiteX315" fmla="*/ 913047 w 4561539"/>
              <a:gd name="connsiteY315" fmla="*/ 6437613 h 6858000"/>
              <a:gd name="connsiteX316" fmla="*/ 924761 w 4561539"/>
              <a:gd name="connsiteY316" fmla="*/ 6452470 h 6858000"/>
              <a:gd name="connsiteX317" fmla="*/ 939832 w 4561539"/>
              <a:gd name="connsiteY317" fmla="*/ 6465637 h 6858000"/>
              <a:gd name="connsiteX318" fmla="*/ 945228 w 4561539"/>
              <a:gd name="connsiteY318" fmla="*/ 6458738 h 6858000"/>
              <a:gd name="connsiteX319" fmla="*/ 944666 w 4561539"/>
              <a:gd name="connsiteY319" fmla="*/ 6446923 h 6858000"/>
              <a:gd name="connsiteX320" fmla="*/ 935878 w 4561539"/>
              <a:gd name="connsiteY320" fmla="*/ 6431834 h 6858000"/>
              <a:gd name="connsiteX321" fmla="*/ 934728 w 4561539"/>
              <a:gd name="connsiteY321" fmla="*/ 6414858 h 6858000"/>
              <a:gd name="connsiteX322" fmla="*/ 935319 w 4561539"/>
              <a:gd name="connsiteY322" fmla="*/ 6400160 h 6858000"/>
              <a:gd name="connsiteX323" fmla="*/ 928109 w 4561539"/>
              <a:gd name="connsiteY323" fmla="*/ 6387632 h 6858000"/>
              <a:gd name="connsiteX324" fmla="*/ 928087 w 4561539"/>
              <a:gd name="connsiteY324" fmla="*/ 6387578 h 6858000"/>
              <a:gd name="connsiteX325" fmla="*/ 915043 w 4561539"/>
              <a:gd name="connsiteY325" fmla="*/ 6376322 h 6858000"/>
              <a:gd name="connsiteX326" fmla="*/ 414168 w 4561539"/>
              <a:gd name="connsiteY326" fmla="*/ 6373876 h 6858000"/>
              <a:gd name="connsiteX327" fmla="*/ 407729 w 4561539"/>
              <a:gd name="connsiteY327" fmla="*/ 6374998 h 6858000"/>
              <a:gd name="connsiteX328" fmla="*/ 407691 w 4561539"/>
              <a:gd name="connsiteY328" fmla="*/ 6374982 h 6858000"/>
              <a:gd name="connsiteX329" fmla="*/ 406065 w 4561539"/>
              <a:gd name="connsiteY329" fmla="*/ 6388672 h 6858000"/>
              <a:gd name="connsiteX330" fmla="*/ 409078 w 4561539"/>
              <a:gd name="connsiteY330" fmla="*/ 6406473 h 6858000"/>
              <a:gd name="connsiteX331" fmla="*/ 414446 w 4561539"/>
              <a:gd name="connsiteY331" fmla="*/ 6424242 h 6858000"/>
              <a:gd name="connsiteX332" fmla="*/ 429254 w 4561539"/>
              <a:gd name="connsiteY332" fmla="*/ 6435928 h 6858000"/>
              <a:gd name="connsiteX333" fmla="*/ 436554 w 4561539"/>
              <a:gd name="connsiteY333" fmla="*/ 6447609 h 6858000"/>
              <a:gd name="connsiteX334" fmla="*/ 447225 w 4561539"/>
              <a:gd name="connsiteY334" fmla="*/ 6453140 h 6858000"/>
              <a:gd name="connsiteX335" fmla="*/ 452179 w 4561539"/>
              <a:gd name="connsiteY335" fmla="*/ 6443321 h 6858000"/>
              <a:gd name="connsiteX336" fmla="*/ 449862 w 4561539"/>
              <a:gd name="connsiteY336" fmla="*/ 6431870 h 6858000"/>
              <a:gd name="connsiteX337" fmla="*/ 442091 w 4561539"/>
              <a:gd name="connsiteY337" fmla="*/ 6416145 h 6858000"/>
              <a:gd name="connsiteX338" fmla="*/ 437116 w 4561539"/>
              <a:gd name="connsiteY338" fmla="*/ 6399336 h 6858000"/>
              <a:gd name="connsiteX339" fmla="*/ 421577 w 4561539"/>
              <a:gd name="connsiteY339" fmla="*/ 6389820 h 6858000"/>
              <a:gd name="connsiteX340" fmla="*/ 418715 w 4561539"/>
              <a:gd name="connsiteY340" fmla="*/ 6377036 h 6858000"/>
              <a:gd name="connsiteX341" fmla="*/ 414168 w 4561539"/>
              <a:gd name="connsiteY341" fmla="*/ 6373876 h 6858000"/>
              <a:gd name="connsiteX342" fmla="*/ 1042671 w 4561539"/>
              <a:gd name="connsiteY342" fmla="*/ 6340154 h 6858000"/>
              <a:gd name="connsiteX343" fmla="*/ 1042602 w 4561539"/>
              <a:gd name="connsiteY343" fmla="*/ 6340213 h 6858000"/>
              <a:gd name="connsiteX344" fmla="*/ 1036915 w 4561539"/>
              <a:gd name="connsiteY344" fmla="*/ 6349992 h 6858000"/>
              <a:gd name="connsiteX345" fmla="*/ 1032090 w 4561539"/>
              <a:gd name="connsiteY345" fmla="*/ 6363093 h 6858000"/>
              <a:gd name="connsiteX346" fmla="*/ 1039400 w 4561539"/>
              <a:gd name="connsiteY346" fmla="*/ 6380128 h 6858000"/>
              <a:gd name="connsiteX347" fmla="*/ 1048486 w 4561539"/>
              <a:gd name="connsiteY347" fmla="*/ 6396405 h 6858000"/>
              <a:gd name="connsiteX348" fmla="*/ 1053557 w 4561539"/>
              <a:gd name="connsiteY348" fmla="*/ 6413829 h 6858000"/>
              <a:gd name="connsiteX349" fmla="*/ 1063793 w 4561539"/>
              <a:gd name="connsiteY349" fmla="*/ 6425987 h 6858000"/>
              <a:gd name="connsiteX350" fmla="*/ 1067531 w 4561539"/>
              <a:gd name="connsiteY350" fmla="*/ 6409999 h 6858000"/>
              <a:gd name="connsiteX351" fmla="*/ 1066684 w 4561539"/>
              <a:gd name="connsiteY351" fmla="*/ 6392089 h 6858000"/>
              <a:gd name="connsiteX352" fmla="*/ 1065396 w 4561539"/>
              <a:gd name="connsiteY352" fmla="*/ 6373861 h 6858000"/>
              <a:gd name="connsiteX353" fmla="*/ 1053739 w 4561539"/>
              <a:gd name="connsiteY353" fmla="*/ 6356022 h 6858000"/>
              <a:gd name="connsiteX354" fmla="*/ 1042671 w 4561539"/>
              <a:gd name="connsiteY354" fmla="*/ 6340154 h 6858000"/>
              <a:gd name="connsiteX355" fmla="*/ 546615 w 4561539"/>
              <a:gd name="connsiteY355" fmla="*/ 6338106 h 6858000"/>
              <a:gd name="connsiteX356" fmla="*/ 543598 w 4561539"/>
              <a:gd name="connsiteY356" fmla="*/ 6350374 h 6858000"/>
              <a:gd name="connsiteX357" fmla="*/ 544242 w 4561539"/>
              <a:gd name="connsiteY357" fmla="*/ 6363600 h 6858000"/>
              <a:gd name="connsiteX358" fmla="*/ 548196 w 4561539"/>
              <a:gd name="connsiteY358" fmla="*/ 6381793 h 6858000"/>
              <a:gd name="connsiteX359" fmla="*/ 555875 w 4561539"/>
              <a:gd name="connsiteY359" fmla="*/ 6398896 h 6858000"/>
              <a:gd name="connsiteX360" fmla="*/ 568770 w 4561539"/>
              <a:gd name="connsiteY360" fmla="*/ 6412301 h 6858000"/>
              <a:gd name="connsiteX361" fmla="*/ 585459 w 4561539"/>
              <a:gd name="connsiteY361" fmla="*/ 6422343 h 6858000"/>
              <a:gd name="connsiteX362" fmla="*/ 588778 w 4561539"/>
              <a:gd name="connsiteY362" fmla="*/ 6415437 h 6858000"/>
              <a:gd name="connsiteX363" fmla="*/ 585411 w 4561539"/>
              <a:gd name="connsiteY363" fmla="*/ 6404635 h 6858000"/>
              <a:gd name="connsiteX364" fmla="*/ 580911 w 4561539"/>
              <a:gd name="connsiteY364" fmla="*/ 6388379 h 6858000"/>
              <a:gd name="connsiteX365" fmla="*/ 574077 w 4561539"/>
              <a:gd name="connsiteY365" fmla="*/ 6373267 h 6858000"/>
              <a:gd name="connsiteX366" fmla="*/ 569675 w 4561539"/>
              <a:gd name="connsiteY366" fmla="*/ 6359307 h 6858000"/>
              <a:gd name="connsiteX367" fmla="*/ 561899 w 4561539"/>
              <a:gd name="connsiteY367" fmla="*/ 6347604 h 6858000"/>
              <a:gd name="connsiteX368" fmla="*/ 561824 w 4561539"/>
              <a:gd name="connsiteY368" fmla="*/ 6347573 h 6858000"/>
              <a:gd name="connsiteX369" fmla="*/ 546615 w 4561539"/>
              <a:gd name="connsiteY369" fmla="*/ 6338106 h 6858000"/>
              <a:gd name="connsiteX370" fmla="*/ 48805 w 4561539"/>
              <a:gd name="connsiteY370" fmla="*/ 6332760 h 6858000"/>
              <a:gd name="connsiteX371" fmla="*/ 43337 w 4561539"/>
              <a:gd name="connsiteY371" fmla="*/ 6354038 h 6858000"/>
              <a:gd name="connsiteX372" fmla="*/ 43375 w 4561539"/>
              <a:gd name="connsiteY372" fmla="*/ 6354054 h 6858000"/>
              <a:gd name="connsiteX373" fmla="*/ 45749 w 4561539"/>
              <a:gd name="connsiteY373" fmla="*/ 6368845 h 6858000"/>
              <a:gd name="connsiteX374" fmla="*/ 50798 w 4561539"/>
              <a:gd name="connsiteY374" fmla="*/ 6382104 h 6858000"/>
              <a:gd name="connsiteX375" fmla="*/ 56015 w 4561539"/>
              <a:gd name="connsiteY375" fmla="*/ 6397598 h 6858000"/>
              <a:gd name="connsiteX376" fmla="*/ 61615 w 4561539"/>
              <a:gd name="connsiteY376" fmla="*/ 6410911 h 6858000"/>
              <a:gd name="connsiteX377" fmla="*/ 76026 w 4561539"/>
              <a:gd name="connsiteY377" fmla="*/ 6419115 h 6858000"/>
              <a:gd name="connsiteX378" fmla="*/ 81540 w 4561539"/>
              <a:gd name="connsiteY378" fmla="*/ 6414018 h 6858000"/>
              <a:gd name="connsiteX379" fmla="*/ 83356 w 4561539"/>
              <a:gd name="connsiteY379" fmla="*/ 6406045 h 6858000"/>
              <a:gd name="connsiteX380" fmla="*/ 81278 w 4561539"/>
              <a:gd name="connsiteY380" fmla="*/ 6389388 h 6858000"/>
              <a:gd name="connsiteX381" fmla="*/ 70783 w 4561539"/>
              <a:gd name="connsiteY381" fmla="*/ 6376370 h 6858000"/>
              <a:gd name="connsiteX382" fmla="*/ 74869 w 4561539"/>
              <a:gd name="connsiteY382" fmla="*/ 6363135 h 6858000"/>
              <a:gd name="connsiteX383" fmla="*/ 72690 w 4561539"/>
              <a:gd name="connsiteY383" fmla="*/ 6349354 h 6858000"/>
              <a:gd name="connsiteX384" fmla="*/ 64725 w 4561539"/>
              <a:gd name="connsiteY384" fmla="*/ 6336731 h 6858000"/>
              <a:gd name="connsiteX385" fmla="*/ 48805 w 4561539"/>
              <a:gd name="connsiteY385" fmla="*/ 6332760 h 6858000"/>
              <a:gd name="connsiteX386" fmla="*/ 675083 w 4561539"/>
              <a:gd name="connsiteY386" fmla="*/ 6301936 h 6858000"/>
              <a:gd name="connsiteX387" fmla="*/ 669368 w 4561539"/>
              <a:gd name="connsiteY387" fmla="*/ 6312100 h 6858000"/>
              <a:gd name="connsiteX388" fmla="*/ 670089 w 4561539"/>
              <a:gd name="connsiteY388" fmla="*/ 6325669 h 6858000"/>
              <a:gd name="connsiteX389" fmla="*/ 679638 w 4561539"/>
              <a:gd name="connsiteY389" fmla="*/ 6341474 h 6858000"/>
              <a:gd name="connsiteX390" fmla="*/ 686333 w 4561539"/>
              <a:gd name="connsiteY390" fmla="*/ 6358606 h 6858000"/>
              <a:gd name="connsiteX391" fmla="*/ 698036 w 4561539"/>
              <a:gd name="connsiteY391" fmla="*/ 6372750 h 6858000"/>
              <a:gd name="connsiteX392" fmla="*/ 709451 w 4561539"/>
              <a:gd name="connsiteY392" fmla="*/ 6385889 h 6858000"/>
              <a:gd name="connsiteX393" fmla="*/ 708418 w 4561539"/>
              <a:gd name="connsiteY393" fmla="*/ 6368211 h 6858000"/>
              <a:gd name="connsiteX394" fmla="*/ 702653 w 4561539"/>
              <a:gd name="connsiteY394" fmla="*/ 6351602 h 6858000"/>
              <a:gd name="connsiteX395" fmla="*/ 699160 w 4561539"/>
              <a:gd name="connsiteY395" fmla="*/ 6333998 h 6858000"/>
              <a:gd name="connsiteX396" fmla="*/ 690844 w 4561539"/>
              <a:gd name="connsiteY396" fmla="*/ 6315038 h 6858000"/>
              <a:gd name="connsiteX397" fmla="*/ 685311 w 4561539"/>
              <a:gd name="connsiteY397" fmla="*/ 6305468 h 6858000"/>
              <a:gd name="connsiteX398" fmla="*/ 675105 w 4561539"/>
              <a:gd name="connsiteY398" fmla="*/ 6301989 h 6858000"/>
              <a:gd name="connsiteX399" fmla="*/ 185793 w 4561539"/>
              <a:gd name="connsiteY399" fmla="*/ 6296710 h 6858000"/>
              <a:gd name="connsiteX400" fmla="*/ 177348 w 4561539"/>
              <a:gd name="connsiteY400" fmla="*/ 6306748 h 6858000"/>
              <a:gd name="connsiteX401" fmla="*/ 177605 w 4561539"/>
              <a:gd name="connsiteY401" fmla="*/ 6323216 h 6858000"/>
              <a:gd name="connsiteX402" fmla="*/ 183587 w 4561539"/>
              <a:gd name="connsiteY402" fmla="*/ 6338678 h 6858000"/>
              <a:gd name="connsiteX403" fmla="*/ 188540 w 4561539"/>
              <a:gd name="connsiteY403" fmla="*/ 6354063 h 6858000"/>
              <a:gd name="connsiteX404" fmla="*/ 193227 w 4561539"/>
              <a:gd name="connsiteY404" fmla="*/ 6369557 h 6858000"/>
              <a:gd name="connsiteX405" fmla="*/ 209202 w 4561539"/>
              <a:gd name="connsiteY405" fmla="*/ 6379300 h 6858000"/>
              <a:gd name="connsiteX406" fmla="*/ 214898 w 4561539"/>
              <a:gd name="connsiteY406" fmla="*/ 6368023 h 6858000"/>
              <a:gd name="connsiteX407" fmla="*/ 215005 w 4561539"/>
              <a:gd name="connsiteY407" fmla="*/ 6367978 h 6858000"/>
              <a:gd name="connsiteX408" fmla="*/ 210865 w 4561539"/>
              <a:gd name="connsiteY408" fmla="*/ 6351917 h 6858000"/>
              <a:gd name="connsiteX409" fmla="*/ 208917 w 4561539"/>
              <a:gd name="connsiteY409" fmla="*/ 6335581 h 6858000"/>
              <a:gd name="connsiteX410" fmla="*/ 200573 w 4561539"/>
              <a:gd name="connsiteY410" fmla="*/ 6321119 h 6858000"/>
              <a:gd name="connsiteX411" fmla="*/ 196963 w 4561539"/>
              <a:gd name="connsiteY411" fmla="*/ 6305059 h 6858000"/>
              <a:gd name="connsiteX412" fmla="*/ 185793 w 4561539"/>
              <a:gd name="connsiteY412" fmla="*/ 6296710 h 6858000"/>
              <a:gd name="connsiteX413" fmla="*/ 801724 w 4561539"/>
              <a:gd name="connsiteY413" fmla="*/ 6268228 h 6858000"/>
              <a:gd name="connsiteX414" fmla="*/ 795227 w 4561539"/>
              <a:gd name="connsiteY414" fmla="*/ 6281735 h 6858000"/>
              <a:gd name="connsiteX415" fmla="*/ 799407 w 4561539"/>
              <a:gd name="connsiteY415" fmla="*/ 6298122 h 6858000"/>
              <a:gd name="connsiteX416" fmla="*/ 808033 w 4561539"/>
              <a:gd name="connsiteY416" fmla="*/ 6312437 h 6858000"/>
              <a:gd name="connsiteX417" fmla="*/ 820315 w 4561539"/>
              <a:gd name="connsiteY417" fmla="*/ 6324037 h 6858000"/>
              <a:gd name="connsiteX418" fmla="*/ 829734 w 4561539"/>
              <a:gd name="connsiteY418" fmla="*/ 6337093 h 6858000"/>
              <a:gd name="connsiteX419" fmla="*/ 838345 w 4561539"/>
              <a:gd name="connsiteY419" fmla="*/ 6343220 h 6858000"/>
              <a:gd name="connsiteX420" fmla="*/ 847990 w 4561539"/>
              <a:gd name="connsiteY420" fmla="*/ 6343502 h 6858000"/>
              <a:gd name="connsiteX421" fmla="*/ 848040 w 4561539"/>
              <a:gd name="connsiteY421" fmla="*/ 6330832 h 6858000"/>
              <a:gd name="connsiteX422" fmla="*/ 848002 w 4561539"/>
              <a:gd name="connsiteY422" fmla="*/ 6330817 h 6858000"/>
              <a:gd name="connsiteX423" fmla="*/ 842300 w 4561539"/>
              <a:gd name="connsiteY423" fmla="*/ 6315427 h 6858000"/>
              <a:gd name="connsiteX424" fmla="*/ 830587 w 4561539"/>
              <a:gd name="connsiteY424" fmla="*/ 6303313 h 6858000"/>
              <a:gd name="connsiteX425" fmla="*/ 826357 w 4561539"/>
              <a:gd name="connsiteY425" fmla="*/ 6286728 h 6858000"/>
              <a:gd name="connsiteX426" fmla="*/ 811726 w 4561539"/>
              <a:gd name="connsiteY426" fmla="*/ 6277680 h 6858000"/>
              <a:gd name="connsiteX427" fmla="*/ 801724 w 4561539"/>
              <a:gd name="connsiteY427" fmla="*/ 6268228 h 6858000"/>
              <a:gd name="connsiteX428" fmla="*/ 310131 w 4561539"/>
              <a:gd name="connsiteY428" fmla="*/ 6255846 h 6858000"/>
              <a:gd name="connsiteX429" fmla="*/ 308486 w 4561539"/>
              <a:gd name="connsiteY429" fmla="*/ 6276647 h 6858000"/>
              <a:gd name="connsiteX430" fmla="*/ 308539 w 4561539"/>
              <a:gd name="connsiteY430" fmla="*/ 6276626 h 6858000"/>
              <a:gd name="connsiteX431" fmla="*/ 306292 w 4561539"/>
              <a:gd name="connsiteY431" fmla="*/ 6291692 h 6858000"/>
              <a:gd name="connsiteX432" fmla="*/ 312232 w 4561539"/>
              <a:gd name="connsiteY432" fmla="*/ 6304615 h 6858000"/>
              <a:gd name="connsiteX433" fmla="*/ 313652 w 4561539"/>
              <a:gd name="connsiteY433" fmla="*/ 6320421 h 6858000"/>
              <a:gd name="connsiteX434" fmla="*/ 322936 w 4561539"/>
              <a:gd name="connsiteY434" fmla="*/ 6333375 h 6858000"/>
              <a:gd name="connsiteX435" fmla="*/ 329721 w 4561539"/>
              <a:gd name="connsiteY435" fmla="*/ 6341435 h 6858000"/>
              <a:gd name="connsiteX436" fmla="*/ 339993 w 4561539"/>
              <a:gd name="connsiteY436" fmla="*/ 6347286 h 6858000"/>
              <a:gd name="connsiteX437" fmla="*/ 345122 w 4561539"/>
              <a:gd name="connsiteY437" fmla="*/ 6339314 h 6858000"/>
              <a:gd name="connsiteX438" fmla="*/ 346540 w 4561539"/>
              <a:gd name="connsiteY438" fmla="*/ 6328494 h 6858000"/>
              <a:gd name="connsiteX439" fmla="*/ 339551 w 4561539"/>
              <a:gd name="connsiteY439" fmla="*/ 6313539 h 6858000"/>
              <a:gd name="connsiteX440" fmla="*/ 332703 w 4561539"/>
              <a:gd name="connsiteY440" fmla="*/ 6298775 h 6858000"/>
              <a:gd name="connsiteX441" fmla="*/ 335564 w 4561539"/>
              <a:gd name="connsiteY441" fmla="*/ 6285514 h 6858000"/>
              <a:gd name="connsiteX442" fmla="*/ 330456 w 4561539"/>
              <a:gd name="connsiteY442" fmla="*/ 6273027 h 6858000"/>
              <a:gd name="connsiteX443" fmla="*/ 325986 w 4561539"/>
              <a:gd name="connsiteY443" fmla="*/ 6259127 h 6858000"/>
              <a:gd name="connsiteX444" fmla="*/ 310131 w 4561539"/>
              <a:gd name="connsiteY444" fmla="*/ 6255846 h 6858000"/>
              <a:gd name="connsiteX445" fmla="*/ 935776 w 4561539"/>
              <a:gd name="connsiteY445" fmla="*/ 6225376 h 6858000"/>
              <a:gd name="connsiteX446" fmla="*/ 928433 w 4561539"/>
              <a:gd name="connsiteY446" fmla="*/ 6235521 h 6858000"/>
              <a:gd name="connsiteX447" fmla="*/ 927678 w 4561539"/>
              <a:gd name="connsiteY447" fmla="*/ 6249134 h 6858000"/>
              <a:gd name="connsiteX448" fmla="*/ 938603 w 4561539"/>
              <a:gd name="connsiteY448" fmla="*/ 6264500 h 6858000"/>
              <a:gd name="connsiteX449" fmla="*/ 943118 w 4561539"/>
              <a:gd name="connsiteY449" fmla="*/ 6282620 h 6858000"/>
              <a:gd name="connsiteX450" fmla="*/ 953827 w 4561539"/>
              <a:gd name="connsiteY450" fmla="*/ 6297762 h 6858000"/>
              <a:gd name="connsiteX451" fmla="*/ 968263 w 4561539"/>
              <a:gd name="connsiteY451" fmla="*/ 6311813 h 6858000"/>
              <a:gd name="connsiteX452" fmla="*/ 970234 w 4561539"/>
              <a:gd name="connsiteY452" fmla="*/ 6291503 h 6858000"/>
              <a:gd name="connsiteX453" fmla="*/ 965692 w 4561539"/>
              <a:gd name="connsiteY453" fmla="*/ 6274079 h 6858000"/>
              <a:gd name="connsiteX454" fmla="*/ 959636 w 4561539"/>
              <a:gd name="connsiteY454" fmla="*/ 6257215 h 6858000"/>
              <a:gd name="connsiteX455" fmla="*/ 950069 w 4561539"/>
              <a:gd name="connsiteY455" fmla="*/ 6238925 h 6858000"/>
              <a:gd name="connsiteX456" fmla="*/ 935798 w 4561539"/>
              <a:gd name="connsiteY456" fmla="*/ 6225429 h 6858000"/>
              <a:gd name="connsiteX457" fmla="*/ 444771 w 4561539"/>
              <a:gd name="connsiteY457" fmla="*/ 6218546 h 6858000"/>
              <a:gd name="connsiteX458" fmla="*/ 432519 w 4561539"/>
              <a:gd name="connsiteY458" fmla="*/ 6229023 h 6858000"/>
              <a:gd name="connsiteX459" fmla="*/ 436911 w 4561539"/>
              <a:gd name="connsiteY459" fmla="*/ 6241741 h 6858000"/>
              <a:gd name="connsiteX460" fmla="*/ 443978 w 4561539"/>
              <a:gd name="connsiteY460" fmla="*/ 6253236 h 6858000"/>
              <a:gd name="connsiteX461" fmla="*/ 444138 w 4561539"/>
              <a:gd name="connsiteY461" fmla="*/ 6264668 h 6858000"/>
              <a:gd name="connsiteX462" fmla="*/ 446644 w 4561539"/>
              <a:gd name="connsiteY462" fmla="*/ 6275666 h 6858000"/>
              <a:gd name="connsiteX463" fmla="*/ 442382 w 4561539"/>
              <a:gd name="connsiteY463" fmla="*/ 6286262 h 6858000"/>
              <a:gd name="connsiteX464" fmla="*/ 447159 w 4561539"/>
              <a:gd name="connsiteY464" fmla="*/ 6296267 h 6858000"/>
              <a:gd name="connsiteX465" fmla="*/ 462395 w 4561539"/>
              <a:gd name="connsiteY465" fmla="*/ 6307248 h 6858000"/>
              <a:gd name="connsiteX466" fmla="*/ 473737 w 4561539"/>
              <a:gd name="connsiteY466" fmla="*/ 6293250 h 6858000"/>
              <a:gd name="connsiteX467" fmla="*/ 473161 w 4561539"/>
              <a:gd name="connsiteY467" fmla="*/ 6274481 h 6858000"/>
              <a:gd name="connsiteX468" fmla="*/ 465443 w 4561539"/>
              <a:gd name="connsiteY468" fmla="*/ 6257364 h 6858000"/>
              <a:gd name="connsiteX469" fmla="*/ 462446 w 4561539"/>
              <a:gd name="connsiteY469" fmla="*/ 6239526 h 6858000"/>
              <a:gd name="connsiteX470" fmla="*/ 455468 w 4561539"/>
              <a:gd name="connsiteY470" fmla="*/ 6228025 h 6858000"/>
              <a:gd name="connsiteX471" fmla="*/ 444777 w 4561539"/>
              <a:gd name="connsiteY471" fmla="*/ 6218637 h 6858000"/>
              <a:gd name="connsiteX472" fmla="*/ 67056 w 4561539"/>
              <a:gd name="connsiteY472" fmla="*/ 6190901 h 6858000"/>
              <a:gd name="connsiteX473" fmla="*/ 63083 w 4561539"/>
              <a:gd name="connsiteY473" fmla="*/ 6206394 h 6858000"/>
              <a:gd name="connsiteX474" fmla="*/ 68541 w 4561539"/>
              <a:gd name="connsiteY474" fmla="*/ 6216462 h 6858000"/>
              <a:gd name="connsiteX475" fmla="*/ 72449 w 4561539"/>
              <a:gd name="connsiteY475" fmla="*/ 6229596 h 6858000"/>
              <a:gd name="connsiteX476" fmla="*/ 83682 w 4561539"/>
              <a:gd name="connsiteY476" fmla="*/ 6247390 h 6858000"/>
              <a:gd name="connsiteX477" fmla="*/ 88688 w 4561539"/>
              <a:gd name="connsiteY477" fmla="*/ 6257270 h 6858000"/>
              <a:gd name="connsiteX478" fmla="*/ 94552 w 4561539"/>
              <a:gd name="connsiteY478" fmla="*/ 6265210 h 6858000"/>
              <a:gd name="connsiteX479" fmla="*/ 102587 w 4561539"/>
              <a:gd name="connsiteY479" fmla="*/ 6271759 h 6858000"/>
              <a:gd name="connsiteX480" fmla="*/ 113713 w 4561539"/>
              <a:gd name="connsiteY480" fmla="*/ 6274519 h 6858000"/>
              <a:gd name="connsiteX481" fmla="*/ 115998 w 4561539"/>
              <a:gd name="connsiteY481" fmla="*/ 6255356 h 6858000"/>
              <a:gd name="connsiteX482" fmla="*/ 112263 w 4561539"/>
              <a:gd name="connsiteY482" fmla="*/ 6237165 h 6858000"/>
              <a:gd name="connsiteX483" fmla="*/ 102923 w 4561539"/>
              <a:gd name="connsiteY483" fmla="*/ 6221180 h 6858000"/>
              <a:gd name="connsiteX484" fmla="*/ 92049 w 4561539"/>
              <a:gd name="connsiteY484" fmla="*/ 6206323 h 6858000"/>
              <a:gd name="connsiteX485" fmla="*/ 79460 w 4561539"/>
              <a:gd name="connsiteY485" fmla="*/ 6200519 h 6858000"/>
              <a:gd name="connsiteX486" fmla="*/ 67093 w 4561539"/>
              <a:gd name="connsiteY486" fmla="*/ 6190916 h 6858000"/>
              <a:gd name="connsiteX487" fmla="*/ 1063483 w 4561539"/>
              <a:gd name="connsiteY487" fmla="*/ 6189860 h 6858000"/>
              <a:gd name="connsiteX488" fmla="*/ 1055882 w 4561539"/>
              <a:gd name="connsiteY488" fmla="*/ 6201047 h 6858000"/>
              <a:gd name="connsiteX489" fmla="*/ 1062432 w 4561539"/>
              <a:gd name="connsiteY489" fmla="*/ 6214094 h 6858000"/>
              <a:gd name="connsiteX490" fmla="*/ 1065200 w 4561539"/>
              <a:gd name="connsiteY490" fmla="*/ 6232586 h 6858000"/>
              <a:gd name="connsiteX491" fmla="*/ 1075676 w 4561539"/>
              <a:gd name="connsiteY491" fmla="*/ 6248074 h 6858000"/>
              <a:gd name="connsiteX492" fmla="*/ 1085031 w 4561539"/>
              <a:gd name="connsiteY492" fmla="*/ 6264552 h 6858000"/>
              <a:gd name="connsiteX493" fmla="*/ 1103575 w 4561539"/>
              <a:gd name="connsiteY493" fmla="*/ 6271436 h 6858000"/>
              <a:gd name="connsiteX494" fmla="*/ 1108155 w 4561539"/>
              <a:gd name="connsiteY494" fmla="*/ 6264101 h 6858000"/>
              <a:gd name="connsiteX495" fmla="*/ 1105966 w 4561539"/>
              <a:gd name="connsiteY495" fmla="*/ 6253070 h 6858000"/>
              <a:gd name="connsiteX496" fmla="*/ 1095985 w 4561539"/>
              <a:gd name="connsiteY496" fmla="*/ 6239248 h 6858000"/>
              <a:gd name="connsiteX497" fmla="*/ 1091049 w 4561539"/>
              <a:gd name="connsiteY497" fmla="*/ 6223296 h 6858000"/>
              <a:gd name="connsiteX498" fmla="*/ 1085627 w 4561539"/>
              <a:gd name="connsiteY498" fmla="*/ 6209660 h 6858000"/>
              <a:gd name="connsiteX499" fmla="*/ 1079571 w 4561539"/>
              <a:gd name="connsiteY499" fmla="*/ 6196909 h 6858000"/>
              <a:gd name="connsiteX500" fmla="*/ 1079495 w 4561539"/>
              <a:gd name="connsiteY500" fmla="*/ 6196877 h 6858000"/>
              <a:gd name="connsiteX501" fmla="*/ 1063483 w 4561539"/>
              <a:gd name="connsiteY501" fmla="*/ 6189860 h 6858000"/>
              <a:gd name="connsiteX502" fmla="*/ 583472 w 4561539"/>
              <a:gd name="connsiteY502" fmla="*/ 6189272 h 6858000"/>
              <a:gd name="connsiteX503" fmla="*/ 578303 w 4561539"/>
              <a:gd name="connsiteY503" fmla="*/ 6198869 h 6858000"/>
              <a:gd name="connsiteX504" fmla="*/ 570932 w 4561539"/>
              <a:gd name="connsiteY504" fmla="*/ 6216255 h 6858000"/>
              <a:gd name="connsiteX505" fmla="*/ 575415 w 4561539"/>
              <a:gd name="connsiteY505" fmla="*/ 6234449 h 6858000"/>
              <a:gd name="connsiteX506" fmla="*/ 583281 w 4561539"/>
              <a:gd name="connsiteY506" fmla="*/ 6250790 h 6858000"/>
              <a:gd name="connsiteX507" fmla="*/ 584858 w 4561539"/>
              <a:gd name="connsiteY507" fmla="*/ 6264849 h 6858000"/>
              <a:gd name="connsiteX508" fmla="*/ 594035 w 4561539"/>
              <a:gd name="connsiteY508" fmla="*/ 6269621 h 6858000"/>
              <a:gd name="connsiteX509" fmla="*/ 603644 w 4561539"/>
              <a:gd name="connsiteY509" fmla="*/ 6265245 h 6858000"/>
              <a:gd name="connsiteX510" fmla="*/ 601761 w 4561539"/>
              <a:gd name="connsiteY510" fmla="*/ 6253710 h 6858000"/>
              <a:gd name="connsiteX511" fmla="*/ 599401 w 4561539"/>
              <a:gd name="connsiteY511" fmla="*/ 6236671 h 6858000"/>
              <a:gd name="connsiteX512" fmla="*/ 597870 w 4561539"/>
              <a:gd name="connsiteY512" fmla="*/ 6220287 h 6858000"/>
              <a:gd name="connsiteX513" fmla="*/ 593451 w 4561539"/>
              <a:gd name="connsiteY513" fmla="*/ 6204154 h 6858000"/>
              <a:gd name="connsiteX514" fmla="*/ 593048 w 4561539"/>
              <a:gd name="connsiteY514" fmla="*/ 6192886 h 6858000"/>
              <a:gd name="connsiteX515" fmla="*/ 583472 w 4561539"/>
              <a:gd name="connsiteY515" fmla="*/ 6189272 h 6858000"/>
              <a:gd name="connsiteX516" fmla="*/ 212636 w 4561539"/>
              <a:gd name="connsiteY516" fmla="*/ 6153851 h 6858000"/>
              <a:gd name="connsiteX517" fmla="*/ 207098 w 4561539"/>
              <a:gd name="connsiteY517" fmla="*/ 6166123 h 6858000"/>
              <a:gd name="connsiteX518" fmla="*/ 208200 w 4561539"/>
              <a:gd name="connsiteY518" fmla="*/ 6182370 h 6858000"/>
              <a:gd name="connsiteX519" fmla="*/ 215006 w 4561539"/>
              <a:gd name="connsiteY519" fmla="*/ 6197339 h 6858000"/>
              <a:gd name="connsiteX520" fmla="*/ 219194 w 4561539"/>
              <a:gd name="connsiteY520" fmla="*/ 6213286 h 6858000"/>
              <a:gd name="connsiteX521" fmla="*/ 229318 w 4561539"/>
              <a:gd name="connsiteY521" fmla="*/ 6226239 h 6858000"/>
              <a:gd name="connsiteX522" fmla="*/ 235380 w 4561539"/>
              <a:gd name="connsiteY522" fmla="*/ 6235499 h 6858000"/>
              <a:gd name="connsiteX523" fmla="*/ 245909 w 4561539"/>
              <a:gd name="connsiteY523" fmla="*/ 6235356 h 6858000"/>
              <a:gd name="connsiteX524" fmla="*/ 247478 w 4561539"/>
              <a:gd name="connsiteY524" fmla="*/ 6223278 h 6858000"/>
              <a:gd name="connsiteX525" fmla="*/ 247425 w 4561539"/>
              <a:gd name="connsiteY525" fmla="*/ 6223300 h 6858000"/>
              <a:gd name="connsiteX526" fmla="*/ 246049 w 4561539"/>
              <a:gd name="connsiteY526" fmla="*/ 6206760 h 6858000"/>
              <a:gd name="connsiteX527" fmla="*/ 238900 w 4561539"/>
              <a:gd name="connsiteY527" fmla="*/ 6191870 h 6858000"/>
              <a:gd name="connsiteX528" fmla="*/ 233502 w 4561539"/>
              <a:gd name="connsiteY528" fmla="*/ 6176387 h 6858000"/>
              <a:gd name="connsiteX529" fmla="*/ 225788 w 4561539"/>
              <a:gd name="connsiteY529" fmla="*/ 6161793 h 6858000"/>
              <a:gd name="connsiteX530" fmla="*/ 212636 w 4561539"/>
              <a:gd name="connsiteY530" fmla="*/ 6153851 h 6858000"/>
              <a:gd name="connsiteX531" fmla="*/ 705190 w 4561539"/>
              <a:gd name="connsiteY531" fmla="*/ 6147489 h 6858000"/>
              <a:gd name="connsiteX532" fmla="*/ 705137 w 4561539"/>
              <a:gd name="connsiteY532" fmla="*/ 6147511 h 6858000"/>
              <a:gd name="connsiteX533" fmla="*/ 697916 w 4561539"/>
              <a:gd name="connsiteY533" fmla="*/ 6160846 h 6858000"/>
              <a:gd name="connsiteX534" fmla="*/ 701483 w 4561539"/>
              <a:gd name="connsiteY534" fmla="*/ 6172158 h 6858000"/>
              <a:gd name="connsiteX535" fmla="*/ 704647 w 4561539"/>
              <a:gd name="connsiteY535" fmla="*/ 6184537 h 6858000"/>
              <a:gd name="connsiteX536" fmla="*/ 707711 w 4561539"/>
              <a:gd name="connsiteY536" fmla="*/ 6205277 h 6858000"/>
              <a:gd name="connsiteX537" fmla="*/ 711702 w 4561539"/>
              <a:gd name="connsiteY537" fmla="*/ 6216103 h 6858000"/>
              <a:gd name="connsiteX538" fmla="*/ 715310 w 4561539"/>
              <a:gd name="connsiteY538" fmla="*/ 6225839 h 6858000"/>
              <a:gd name="connsiteX539" fmla="*/ 722821 w 4561539"/>
              <a:gd name="connsiteY539" fmla="*/ 6233010 h 6858000"/>
              <a:gd name="connsiteX540" fmla="*/ 732230 w 4561539"/>
              <a:gd name="connsiteY540" fmla="*/ 6235227 h 6858000"/>
              <a:gd name="connsiteX541" fmla="*/ 734880 w 4561539"/>
              <a:gd name="connsiteY541" fmla="*/ 6229797 h 6858000"/>
              <a:gd name="connsiteX542" fmla="*/ 735102 w 4561539"/>
              <a:gd name="connsiteY542" fmla="*/ 6219405 h 6858000"/>
              <a:gd name="connsiteX543" fmla="*/ 735553 w 4561539"/>
              <a:gd name="connsiteY543" fmla="*/ 6201773 h 6858000"/>
              <a:gd name="connsiteX544" fmla="*/ 730202 w 4561539"/>
              <a:gd name="connsiteY544" fmla="*/ 6184807 h 6858000"/>
              <a:gd name="connsiteX545" fmla="*/ 727309 w 4561539"/>
              <a:gd name="connsiteY545" fmla="*/ 6166084 h 6858000"/>
              <a:gd name="connsiteX546" fmla="*/ 716797 w 4561539"/>
              <a:gd name="connsiteY546" fmla="*/ 6156905 h 6858000"/>
              <a:gd name="connsiteX547" fmla="*/ 705190 w 4561539"/>
              <a:gd name="connsiteY547" fmla="*/ 6147489 h 6858000"/>
              <a:gd name="connsiteX548" fmla="*/ 333638 w 4561539"/>
              <a:gd name="connsiteY548" fmla="*/ 6116100 h 6858000"/>
              <a:gd name="connsiteX549" fmla="*/ 332120 w 4561539"/>
              <a:gd name="connsiteY549" fmla="*/ 6130587 h 6858000"/>
              <a:gd name="connsiteX550" fmla="*/ 329960 w 4561539"/>
              <a:gd name="connsiteY550" fmla="*/ 6144496 h 6858000"/>
              <a:gd name="connsiteX551" fmla="*/ 338031 w 4561539"/>
              <a:gd name="connsiteY551" fmla="*/ 6161717 h 6858000"/>
              <a:gd name="connsiteX552" fmla="*/ 344508 w 4561539"/>
              <a:gd name="connsiteY552" fmla="*/ 6179686 h 6858000"/>
              <a:gd name="connsiteX553" fmla="*/ 357336 w 4561539"/>
              <a:gd name="connsiteY553" fmla="*/ 6193992 h 6858000"/>
              <a:gd name="connsiteX554" fmla="*/ 374642 w 4561539"/>
              <a:gd name="connsiteY554" fmla="*/ 6197394 h 6858000"/>
              <a:gd name="connsiteX555" fmla="*/ 377828 w 4561539"/>
              <a:gd name="connsiteY555" fmla="*/ 6192582 h 6858000"/>
              <a:gd name="connsiteX556" fmla="*/ 374195 w 4561539"/>
              <a:gd name="connsiteY556" fmla="*/ 6184118 h 6858000"/>
              <a:gd name="connsiteX557" fmla="*/ 367427 w 4561539"/>
              <a:gd name="connsiteY557" fmla="*/ 6168636 h 6858000"/>
              <a:gd name="connsiteX558" fmla="*/ 362896 w 4561539"/>
              <a:gd name="connsiteY558" fmla="*/ 6152455 h 6858000"/>
              <a:gd name="connsiteX559" fmla="*/ 361772 w 4561539"/>
              <a:gd name="connsiteY559" fmla="*/ 6137525 h 6858000"/>
              <a:gd name="connsiteX560" fmla="*/ 351035 w 4561539"/>
              <a:gd name="connsiteY560" fmla="*/ 6126350 h 6858000"/>
              <a:gd name="connsiteX561" fmla="*/ 351073 w 4561539"/>
              <a:gd name="connsiteY561" fmla="*/ 6126366 h 6858000"/>
              <a:gd name="connsiteX562" fmla="*/ 333638 w 4561539"/>
              <a:gd name="connsiteY562" fmla="*/ 6116100 h 6858000"/>
              <a:gd name="connsiteX563" fmla="*/ 833425 w 4561539"/>
              <a:gd name="connsiteY563" fmla="*/ 6111663 h 6858000"/>
              <a:gd name="connsiteX564" fmla="*/ 827119 w 4561539"/>
              <a:gd name="connsiteY564" fmla="*/ 6132413 h 6858000"/>
              <a:gd name="connsiteX565" fmla="*/ 827210 w 4561539"/>
              <a:gd name="connsiteY565" fmla="*/ 6132407 h 6858000"/>
              <a:gd name="connsiteX566" fmla="*/ 831661 w 4561539"/>
              <a:gd name="connsiteY566" fmla="*/ 6146564 h 6858000"/>
              <a:gd name="connsiteX567" fmla="*/ 835467 w 4561539"/>
              <a:gd name="connsiteY567" fmla="*/ 6160364 h 6858000"/>
              <a:gd name="connsiteX568" fmla="*/ 837850 w 4561539"/>
              <a:gd name="connsiteY568" fmla="*/ 6176086 h 6858000"/>
              <a:gd name="connsiteX569" fmla="*/ 845682 w 4561539"/>
              <a:gd name="connsiteY569" fmla="*/ 6189449 h 6858000"/>
              <a:gd name="connsiteX570" fmla="*/ 860554 w 4561539"/>
              <a:gd name="connsiteY570" fmla="*/ 6197712 h 6858000"/>
              <a:gd name="connsiteX571" fmla="*/ 866555 w 4561539"/>
              <a:gd name="connsiteY571" fmla="*/ 6184440 h 6858000"/>
              <a:gd name="connsiteX572" fmla="*/ 865269 w 4561539"/>
              <a:gd name="connsiteY572" fmla="*/ 6167895 h 6858000"/>
              <a:gd name="connsiteX573" fmla="*/ 858353 w 4561539"/>
              <a:gd name="connsiteY573" fmla="*/ 6154031 h 6858000"/>
              <a:gd name="connsiteX574" fmla="*/ 854383 w 4561539"/>
              <a:gd name="connsiteY574" fmla="*/ 6141048 h 6858000"/>
              <a:gd name="connsiteX575" fmla="*/ 854887 w 4561539"/>
              <a:gd name="connsiteY575" fmla="*/ 6128347 h 6858000"/>
              <a:gd name="connsiteX576" fmla="*/ 846927 w 4561539"/>
              <a:gd name="connsiteY576" fmla="*/ 6117716 h 6858000"/>
              <a:gd name="connsiteX577" fmla="*/ 833425 w 4561539"/>
              <a:gd name="connsiteY577" fmla="*/ 6111663 h 6858000"/>
              <a:gd name="connsiteX578" fmla="*/ 966098 w 4561539"/>
              <a:gd name="connsiteY578" fmla="*/ 6092243 h 6858000"/>
              <a:gd name="connsiteX579" fmla="*/ 954509 w 4561539"/>
              <a:gd name="connsiteY579" fmla="*/ 6102822 h 6858000"/>
              <a:gd name="connsiteX580" fmla="*/ 956763 w 4561539"/>
              <a:gd name="connsiteY580" fmla="*/ 6119906 h 6858000"/>
              <a:gd name="connsiteX581" fmla="*/ 963760 w 4561539"/>
              <a:gd name="connsiteY581" fmla="*/ 6135262 h 6858000"/>
              <a:gd name="connsiteX582" fmla="*/ 968035 w 4561539"/>
              <a:gd name="connsiteY582" fmla="*/ 6151424 h 6858000"/>
              <a:gd name="connsiteX583" fmla="*/ 986191 w 4561539"/>
              <a:gd name="connsiteY583" fmla="*/ 6161550 h 6858000"/>
              <a:gd name="connsiteX584" fmla="*/ 989781 w 4561539"/>
              <a:gd name="connsiteY584" fmla="*/ 6156581 h 6858000"/>
              <a:gd name="connsiteX585" fmla="*/ 991294 w 4561539"/>
              <a:gd name="connsiteY585" fmla="*/ 6149051 h 6858000"/>
              <a:gd name="connsiteX586" fmla="*/ 989313 w 4561539"/>
              <a:gd name="connsiteY586" fmla="*/ 6132479 h 6858000"/>
              <a:gd name="connsiteX587" fmla="*/ 982450 w 4561539"/>
              <a:gd name="connsiteY587" fmla="*/ 6117223 h 6858000"/>
              <a:gd name="connsiteX588" fmla="*/ 979004 w 4561539"/>
              <a:gd name="connsiteY588" fmla="*/ 6100878 h 6858000"/>
              <a:gd name="connsiteX589" fmla="*/ 966098 w 4561539"/>
              <a:gd name="connsiteY589" fmla="*/ 6092243 h 6858000"/>
              <a:gd name="connsiteX590" fmla="*/ 464264 w 4561539"/>
              <a:gd name="connsiteY590" fmla="*/ 6083532 h 6858000"/>
              <a:gd name="connsiteX591" fmla="*/ 464285 w 4561539"/>
              <a:gd name="connsiteY591" fmla="*/ 6083585 h 6858000"/>
              <a:gd name="connsiteX592" fmla="*/ 460042 w 4561539"/>
              <a:gd name="connsiteY592" fmla="*/ 6093082 h 6858000"/>
              <a:gd name="connsiteX593" fmla="*/ 463040 w 4561539"/>
              <a:gd name="connsiteY593" fmla="*/ 6105437 h 6858000"/>
              <a:gd name="connsiteX594" fmla="*/ 466157 w 4561539"/>
              <a:gd name="connsiteY594" fmla="*/ 6124254 h 6858000"/>
              <a:gd name="connsiteX595" fmla="*/ 477027 w 4561539"/>
              <a:gd name="connsiteY595" fmla="*/ 6139331 h 6858000"/>
              <a:gd name="connsiteX596" fmla="*/ 485599 w 4561539"/>
              <a:gd name="connsiteY596" fmla="*/ 6155569 h 6858000"/>
              <a:gd name="connsiteX597" fmla="*/ 498841 w 4561539"/>
              <a:gd name="connsiteY597" fmla="*/ 6163504 h 6858000"/>
              <a:gd name="connsiteX598" fmla="*/ 497934 w 4561539"/>
              <a:gd name="connsiteY598" fmla="*/ 6148797 h 6858000"/>
              <a:gd name="connsiteX599" fmla="*/ 494799 w 4561539"/>
              <a:gd name="connsiteY599" fmla="*/ 6131389 h 6858000"/>
              <a:gd name="connsiteX600" fmla="*/ 485300 w 4561539"/>
              <a:gd name="connsiteY600" fmla="*/ 6116310 h 6858000"/>
              <a:gd name="connsiteX601" fmla="*/ 478912 w 4561539"/>
              <a:gd name="connsiteY601" fmla="*/ 6096654 h 6858000"/>
              <a:gd name="connsiteX602" fmla="*/ 464264 w 4561539"/>
              <a:gd name="connsiteY602" fmla="*/ 6083532 h 6858000"/>
              <a:gd name="connsiteX603" fmla="*/ 113906 w 4561539"/>
              <a:gd name="connsiteY603" fmla="*/ 6068936 h 6858000"/>
              <a:gd name="connsiteX604" fmla="*/ 108545 w 4561539"/>
              <a:gd name="connsiteY604" fmla="*/ 6081946 h 6858000"/>
              <a:gd name="connsiteX605" fmla="*/ 108582 w 4561539"/>
              <a:gd name="connsiteY605" fmla="*/ 6081962 h 6858000"/>
              <a:gd name="connsiteX606" fmla="*/ 110734 w 4561539"/>
              <a:gd name="connsiteY606" fmla="*/ 6100551 h 6858000"/>
              <a:gd name="connsiteX607" fmla="*/ 115133 w 4561539"/>
              <a:gd name="connsiteY607" fmla="*/ 6121585 h 6858000"/>
              <a:gd name="connsiteX608" fmla="*/ 131515 w 4561539"/>
              <a:gd name="connsiteY608" fmla="*/ 6123185 h 6858000"/>
              <a:gd name="connsiteX609" fmla="*/ 140287 w 4561539"/>
              <a:gd name="connsiteY609" fmla="*/ 6114478 h 6858000"/>
              <a:gd name="connsiteX610" fmla="*/ 140149 w 4561539"/>
              <a:gd name="connsiteY610" fmla="*/ 6103631 h 6858000"/>
              <a:gd name="connsiteX611" fmla="*/ 139912 w 4561539"/>
              <a:gd name="connsiteY611" fmla="*/ 6092698 h 6858000"/>
              <a:gd name="connsiteX612" fmla="*/ 130950 w 4561539"/>
              <a:gd name="connsiteY612" fmla="*/ 6077182 h 6858000"/>
              <a:gd name="connsiteX613" fmla="*/ 113906 w 4561539"/>
              <a:gd name="connsiteY613" fmla="*/ 6068936 h 6858000"/>
              <a:gd name="connsiteX614" fmla="*/ 591265 w 4561539"/>
              <a:gd name="connsiteY614" fmla="*/ 6047277 h 6858000"/>
              <a:gd name="connsiteX615" fmla="*/ 585180 w 4561539"/>
              <a:gd name="connsiteY615" fmla="*/ 6060115 h 6858000"/>
              <a:gd name="connsiteX616" fmla="*/ 588290 w 4561539"/>
              <a:gd name="connsiteY616" fmla="*/ 6073888 h 6858000"/>
              <a:gd name="connsiteX617" fmla="*/ 593365 w 4561539"/>
              <a:gd name="connsiteY617" fmla="*/ 6092464 h 6858000"/>
              <a:gd name="connsiteX618" fmla="*/ 605890 w 4561539"/>
              <a:gd name="connsiteY618" fmla="*/ 6107174 h 6858000"/>
              <a:gd name="connsiteX619" fmla="*/ 618681 w 4561539"/>
              <a:gd name="connsiteY619" fmla="*/ 6120933 h 6858000"/>
              <a:gd name="connsiteX620" fmla="*/ 637148 w 4561539"/>
              <a:gd name="connsiteY620" fmla="*/ 6127785 h 6858000"/>
              <a:gd name="connsiteX621" fmla="*/ 632547 w 4561539"/>
              <a:gd name="connsiteY621" fmla="*/ 6112194 h 6858000"/>
              <a:gd name="connsiteX622" fmla="*/ 626232 w 4561539"/>
              <a:gd name="connsiteY622" fmla="*/ 6096371 h 6858000"/>
              <a:gd name="connsiteX623" fmla="*/ 622196 w 4561539"/>
              <a:gd name="connsiteY623" fmla="*/ 6079955 h 6858000"/>
              <a:gd name="connsiteX624" fmla="*/ 617687 w 4561539"/>
              <a:gd name="connsiteY624" fmla="*/ 6066039 h 6858000"/>
              <a:gd name="connsiteX625" fmla="*/ 608940 w 4561539"/>
              <a:gd name="connsiteY625" fmla="*/ 6054018 h 6858000"/>
              <a:gd name="connsiteX626" fmla="*/ 608887 w 4561539"/>
              <a:gd name="connsiteY626" fmla="*/ 6054039 h 6858000"/>
              <a:gd name="connsiteX627" fmla="*/ 591265 w 4561539"/>
              <a:gd name="connsiteY627" fmla="*/ 6047277 h 6858000"/>
              <a:gd name="connsiteX628" fmla="*/ 247789 w 4561539"/>
              <a:gd name="connsiteY628" fmla="*/ 6026589 h 6858000"/>
              <a:gd name="connsiteX629" fmla="*/ 240267 w 4561539"/>
              <a:gd name="connsiteY629" fmla="*/ 6042540 h 6858000"/>
              <a:gd name="connsiteX630" fmla="*/ 244783 w 4561539"/>
              <a:gd name="connsiteY630" fmla="*/ 6060129 h 6858000"/>
              <a:gd name="connsiteX631" fmla="*/ 250142 w 4561539"/>
              <a:gd name="connsiteY631" fmla="*/ 6077498 h 6858000"/>
              <a:gd name="connsiteX632" fmla="*/ 263098 w 4561539"/>
              <a:gd name="connsiteY632" fmla="*/ 6090442 h 6858000"/>
              <a:gd name="connsiteX633" fmla="*/ 266777 w 4561539"/>
              <a:gd name="connsiteY633" fmla="*/ 6083255 h 6858000"/>
              <a:gd name="connsiteX634" fmla="*/ 267071 w 4561539"/>
              <a:gd name="connsiteY634" fmla="*/ 6070306 h 6858000"/>
              <a:gd name="connsiteX635" fmla="*/ 263225 w 4561539"/>
              <a:gd name="connsiteY635" fmla="*/ 6050698 h 6858000"/>
              <a:gd name="connsiteX636" fmla="*/ 257456 w 4561539"/>
              <a:gd name="connsiteY636" fmla="*/ 6036520 h 6858000"/>
              <a:gd name="connsiteX637" fmla="*/ 247827 w 4561539"/>
              <a:gd name="connsiteY637" fmla="*/ 6026604 h 6858000"/>
              <a:gd name="connsiteX638" fmla="*/ 735179 w 4561539"/>
              <a:gd name="connsiteY638" fmla="*/ 6026332 h 6858000"/>
              <a:gd name="connsiteX639" fmla="*/ 727830 w 4561539"/>
              <a:gd name="connsiteY639" fmla="*/ 6039658 h 6858000"/>
              <a:gd name="connsiteX640" fmla="*/ 732087 w 4561539"/>
              <a:gd name="connsiteY640" fmla="*/ 6060500 h 6858000"/>
              <a:gd name="connsiteX641" fmla="*/ 739219 w 4561539"/>
              <a:gd name="connsiteY641" fmla="*/ 6080070 h 6858000"/>
              <a:gd name="connsiteX642" fmla="*/ 747185 w 4561539"/>
              <a:gd name="connsiteY642" fmla="*/ 6087210 h 6858000"/>
              <a:gd name="connsiteX643" fmla="*/ 756111 w 4561539"/>
              <a:gd name="connsiteY643" fmla="*/ 6089313 h 6858000"/>
              <a:gd name="connsiteX644" fmla="*/ 762626 w 4561539"/>
              <a:gd name="connsiteY644" fmla="*/ 6083530 h 6858000"/>
              <a:gd name="connsiteX645" fmla="*/ 762458 w 4561539"/>
              <a:gd name="connsiteY645" fmla="*/ 6075743 h 6858000"/>
              <a:gd name="connsiteX646" fmla="*/ 757638 w 4561539"/>
              <a:gd name="connsiteY646" fmla="*/ 6056877 h 6858000"/>
              <a:gd name="connsiteX647" fmla="*/ 747378 w 4561539"/>
              <a:gd name="connsiteY647" fmla="*/ 6041082 h 6858000"/>
              <a:gd name="connsiteX648" fmla="*/ 735201 w 4561539"/>
              <a:gd name="connsiteY648" fmla="*/ 6026385 h 6858000"/>
              <a:gd name="connsiteX649" fmla="*/ 377897 w 4561539"/>
              <a:gd name="connsiteY649" fmla="*/ 6004327 h 6858000"/>
              <a:gd name="connsiteX650" fmla="*/ 377932 w 4561539"/>
              <a:gd name="connsiteY650" fmla="*/ 6004345 h 6858000"/>
              <a:gd name="connsiteX651" fmla="*/ 369885 w 4561539"/>
              <a:gd name="connsiteY651" fmla="*/ 6011009 h 6858000"/>
              <a:gd name="connsiteX652" fmla="*/ 363892 w 4561539"/>
              <a:gd name="connsiteY652" fmla="*/ 6026053 h 6858000"/>
              <a:gd name="connsiteX653" fmla="*/ 368851 w 4561539"/>
              <a:gd name="connsiteY653" fmla="*/ 6041528 h 6858000"/>
              <a:gd name="connsiteX654" fmla="*/ 381745 w 4561539"/>
              <a:gd name="connsiteY654" fmla="*/ 6051352 h 6858000"/>
              <a:gd name="connsiteX655" fmla="*/ 388567 w 4561539"/>
              <a:gd name="connsiteY655" fmla="*/ 6047892 h 6858000"/>
              <a:gd name="connsiteX656" fmla="*/ 389478 w 4561539"/>
              <a:gd name="connsiteY656" fmla="*/ 6041856 h 6858000"/>
              <a:gd name="connsiteX657" fmla="*/ 391620 w 4561539"/>
              <a:gd name="connsiteY657" fmla="*/ 6027675 h 6858000"/>
              <a:gd name="connsiteX658" fmla="*/ 385962 w 4561539"/>
              <a:gd name="connsiteY658" fmla="*/ 6014604 h 6858000"/>
              <a:gd name="connsiteX659" fmla="*/ 384656 w 4561539"/>
              <a:gd name="connsiteY659" fmla="*/ 6007822 h 6858000"/>
              <a:gd name="connsiteX660" fmla="*/ 377932 w 4561539"/>
              <a:gd name="connsiteY660" fmla="*/ 6004345 h 6858000"/>
              <a:gd name="connsiteX661" fmla="*/ 377934 w 4561539"/>
              <a:gd name="connsiteY661" fmla="*/ 6004342 h 6858000"/>
              <a:gd name="connsiteX662" fmla="*/ 519682 w 4561539"/>
              <a:gd name="connsiteY662" fmla="*/ 5995004 h 6858000"/>
              <a:gd name="connsiteX663" fmla="*/ 507048 w 4561539"/>
              <a:gd name="connsiteY663" fmla="*/ 6005233 h 6858000"/>
              <a:gd name="connsiteX664" fmla="*/ 507588 w 4561539"/>
              <a:gd name="connsiteY664" fmla="*/ 6022925 h 6858000"/>
              <a:gd name="connsiteX665" fmla="*/ 512428 w 4561539"/>
              <a:gd name="connsiteY665" fmla="*/ 6039634 h 6858000"/>
              <a:gd name="connsiteX666" fmla="*/ 527597 w 4561539"/>
              <a:gd name="connsiteY666" fmla="*/ 6044661 h 6858000"/>
              <a:gd name="connsiteX667" fmla="*/ 530876 w 4561539"/>
              <a:gd name="connsiteY667" fmla="*/ 6038196 h 6858000"/>
              <a:gd name="connsiteX668" fmla="*/ 530874 w 4561539"/>
              <a:gd name="connsiteY668" fmla="*/ 6038208 h 6858000"/>
              <a:gd name="connsiteX669" fmla="*/ 530890 w 4561539"/>
              <a:gd name="connsiteY669" fmla="*/ 6038170 h 6858000"/>
              <a:gd name="connsiteX670" fmla="*/ 530876 w 4561539"/>
              <a:gd name="connsiteY670" fmla="*/ 6038196 h 6858000"/>
              <a:gd name="connsiteX671" fmla="*/ 534048 w 4561539"/>
              <a:gd name="connsiteY671" fmla="*/ 6021982 h 6858000"/>
              <a:gd name="connsiteX672" fmla="*/ 529294 w 4561539"/>
              <a:gd name="connsiteY672" fmla="*/ 6006017 h 6858000"/>
              <a:gd name="connsiteX673" fmla="*/ 519682 w 4561539"/>
              <a:gd name="connsiteY673" fmla="*/ 5995004 h 6858000"/>
              <a:gd name="connsiteX674" fmla="*/ 211815 w 4561539"/>
              <a:gd name="connsiteY674" fmla="*/ 0 h 6858000"/>
              <a:gd name="connsiteX675" fmla="*/ 4561539 w 4561539"/>
              <a:gd name="connsiteY675" fmla="*/ 0 h 6858000"/>
              <a:gd name="connsiteX676" fmla="*/ 4561539 w 4561539"/>
              <a:gd name="connsiteY676" fmla="*/ 6858000 h 6858000"/>
              <a:gd name="connsiteX677" fmla="*/ 486479 w 4561539"/>
              <a:gd name="connsiteY677" fmla="*/ 6858000 h 6858000"/>
              <a:gd name="connsiteX678" fmla="*/ 486436 w 4561539"/>
              <a:gd name="connsiteY678" fmla="*/ 6847507 h 6858000"/>
              <a:gd name="connsiteX679" fmla="*/ 489863 w 4561539"/>
              <a:gd name="connsiteY679" fmla="*/ 6829308 h 6858000"/>
              <a:gd name="connsiteX680" fmla="*/ 482794 w 4561539"/>
              <a:gd name="connsiteY680" fmla="*/ 6812330 h 6858000"/>
              <a:gd name="connsiteX681" fmla="*/ 475702 w 4561539"/>
              <a:gd name="connsiteY681" fmla="*/ 6795827 h 6858000"/>
              <a:gd name="connsiteX682" fmla="*/ 469266 w 4561539"/>
              <a:gd name="connsiteY682" fmla="*/ 6783669 h 6858000"/>
              <a:gd name="connsiteX683" fmla="*/ 456388 w 4561539"/>
              <a:gd name="connsiteY683" fmla="*/ 6776549 h 6858000"/>
              <a:gd name="connsiteX684" fmla="*/ 456351 w 4561539"/>
              <a:gd name="connsiteY684" fmla="*/ 6776533 h 6858000"/>
              <a:gd name="connsiteX685" fmla="*/ 450042 w 4561539"/>
              <a:gd name="connsiteY685" fmla="*/ 6789059 h 6858000"/>
              <a:gd name="connsiteX686" fmla="*/ 451494 w 4561539"/>
              <a:gd name="connsiteY686" fmla="*/ 6800677 h 6858000"/>
              <a:gd name="connsiteX687" fmla="*/ 457020 w 4561539"/>
              <a:gd name="connsiteY687" fmla="*/ 6812057 h 6858000"/>
              <a:gd name="connsiteX688" fmla="*/ 457790 w 4561539"/>
              <a:gd name="connsiteY688" fmla="*/ 6822770 h 6858000"/>
              <a:gd name="connsiteX689" fmla="*/ 459242 w 4561539"/>
              <a:gd name="connsiteY689" fmla="*/ 6833329 h 6858000"/>
              <a:gd name="connsiteX690" fmla="*/ 464266 w 4561539"/>
              <a:gd name="connsiteY690" fmla="*/ 6843482 h 6858000"/>
              <a:gd name="connsiteX691" fmla="*/ 466036 w 4561539"/>
              <a:gd name="connsiteY691" fmla="*/ 6854128 h 6858000"/>
              <a:gd name="connsiteX692" fmla="*/ 469943 w 4561539"/>
              <a:gd name="connsiteY692" fmla="*/ 6858000 h 6858000"/>
              <a:gd name="connsiteX693" fmla="*/ 351337 w 4561539"/>
              <a:gd name="connsiteY693" fmla="*/ 6858000 h 6858000"/>
              <a:gd name="connsiteX694" fmla="*/ 348563 w 4561539"/>
              <a:gd name="connsiteY694" fmla="*/ 6846439 h 6858000"/>
              <a:gd name="connsiteX695" fmla="*/ 341847 w 4561539"/>
              <a:gd name="connsiteY695" fmla="*/ 6830936 h 6858000"/>
              <a:gd name="connsiteX696" fmla="*/ 338969 w 4561539"/>
              <a:gd name="connsiteY696" fmla="*/ 6820090 h 6858000"/>
              <a:gd name="connsiteX697" fmla="*/ 334917 w 4561539"/>
              <a:gd name="connsiteY697" fmla="*/ 6817580 h 6858000"/>
              <a:gd name="connsiteX698" fmla="*/ 328327 w 4561539"/>
              <a:gd name="connsiteY698" fmla="*/ 6818285 h 6858000"/>
              <a:gd name="connsiteX699" fmla="*/ 328358 w 4561539"/>
              <a:gd name="connsiteY699" fmla="*/ 6818210 h 6858000"/>
              <a:gd name="connsiteX700" fmla="*/ 323699 w 4561539"/>
              <a:gd name="connsiteY700" fmla="*/ 6828595 h 6858000"/>
              <a:gd name="connsiteX701" fmla="*/ 322027 w 4561539"/>
              <a:gd name="connsiteY701" fmla="*/ 6846821 h 6858000"/>
              <a:gd name="connsiteX702" fmla="*/ 327461 w 4561539"/>
              <a:gd name="connsiteY702" fmla="*/ 6858000 h 6858000"/>
              <a:gd name="connsiteX703" fmla="*/ 217589 w 4561539"/>
              <a:gd name="connsiteY703" fmla="*/ 6858000 h 6858000"/>
              <a:gd name="connsiteX704" fmla="*/ 210647 w 4561539"/>
              <a:gd name="connsiteY704" fmla="*/ 6852668 h 6858000"/>
              <a:gd name="connsiteX705" fmla="*/ 201244 w 4561539"/>
              <a:gd name="connsiteY705" fmla="*/ 6851675 h 6858000"/>
              <a:gd name="connsiteX706" fmla="*/ 197893 w 4561539"/>
              <a:gd name="connsiteY706" fmla="*/ 6858000 h 6858000"/>
              <a:gd name="connsiteX707" fmla="*/ 6066 w 4561539"/>
              <a:gd name="connsiteY707" fmla="*/ 6858000 h 6858000"/>
              <a:gd name="connsiteX708" fmla="*/ 5645 w 4561539"/>
              <a:gd name="connsiteY708" fmla="*/ 6851942 h 6858000"/>
              <a:gd name="connsiteX709" fmla="*/ 5607 w 4561539"/>
              <a:gd name="connsiteY709" fmla="*/ 6851926 h 6858000"/>
              <a:gd name="connsiteX710" fmla="*/ 2677 w 4561539"/>
              <a:gd name="connsiteY710" fmla="*/ 6837413 h 6858000"/>
              <a:gd name="connsiteX711" fmla="*/ 1172 w 4561539"/>
              <a:gd name="connsiteY711" fmla="*/ 6811526 h 6858000"/>
              <a:gd name="connsiteX712" fmla="*/ 840 w 4561539"/>
              <a:gd name="connsiteY712" fmla="*/ 6695433 h 6858000"/>
              <a:gd name="connsiteX713" fmla="*/ 8120 w 4561539"/>
              <a:gd name="connsiteY713" fmla="*/ 6706614 h 6858000"/>
              <a:gd name="connsiteX714" fmla="*/ 18555 w 4561539"/>
              <a:gd name="connsiteY714" fmla="*/ 6718193 h 6858000"/>
              <a:gd name="connsiteX715" fmla="*/ 23667 w 4561539"/>
              <a:gd name="connsiteY715" fmla="*/ 6713160 h 6858000"/>
              <a:gd name="connsiteX716" fmla="*/ 26126 w 4561539"/>
              <a:gd name="connsiteY716" fmla="*/ 6702439 h 6858000"/>
              <a:gd name="connsiteX717" fmla="*/ 20520 w 4561539"/>
              <a:gd name="connsiteY717" fmla="*/ 6684923 h 6858000"/>
              <a:gd name="connsiteX718" fmla="*/ 16675 w 4561539"/>
              <a:gd name="connsiteY718" fmla="*/ 6667526 h 6858000"/>
              <a:gd name="connsiteX719" fmla="*/ 11481 w 4561539"/>
              <a:gd name="connsiteY719" fmla="*/ 6647441 h 6858000"/>
              <a:gd name="connsiteX720" fmla="*/ 671 w 4561539"/>
              <a:gd name="connsiteY720" fmla="*/ 6636578 h 6858000"/>
              <a:gd name="connsiteX721" fmla="*/ 0 w 4561539"/>
              <a:gd name="connsiteY721" fmla="*/ 6402016 h 6858000"/>
              <a:gd name="connsiteX722" fmla="*/ 347800 w 4561539"/>
              <a:gd name="connsiteY722" fmla="*/ 3535442 h 6858000"/>
              <a:gd name="connsiteX723" fmla="*/ 409929 w 4561539"/>
              <a:gd name="connsiteY723" fmla="*/ 3051818 h 6858000"/>
              <a:gd name="connsiteX724" fmla="*/ 416703 w 4561539"/>
              <a:gd name="connsiteY724" fmla="*/ 2960105 h 6858000"/>
              <a:gd name="connsiteX725" fmla="*/ 610854 w 4561539"/>
              <a:gd name="connsiteY725" fmla="*/ 3007275 h 6858000"/>
              <a:gd name="connsiteX726" fmla="*/ 825171 w 4561539"/>
              <a:gd name="connsiteY726" fmla="*/ 3023854 h 6858000"/>
              <a:gd name="connsiteX727" fmla="*/ 1383023 w 4561539"/>
              <a:gd name="connsiteY727" fmla="*/ 2932987 h 6858000"/>
              <a:gd name="connsiteX728" fmla="*/ 1906506 w 4561539"/>
              <a:gd name="connsiteY728" fmla="*/ 2366398 h 6858000"/>
              <a:gd name="connsiteX729" fmla="*/ 1732012 w 4561539"/>
              <a:gd name="connsiteY729" fmla="*/ 915182 h 6858000"/>
              <a:gd name="connsiteX730" fmla="*/ 975870 w 4561539"/>
              <a:gd name="connsiteY730" fmla="*/ 567746 h 6858000"/>
              <a:gd name="connsiteX731" fmla="*/ 261659 w 4561539"/>
              <a:gd name="connsiteY731" fmla="*/ 720710 h 6858000"/>
              <a:gd name="connsiteX732" fmla="*/ 261337 w 4561539"/>
              <a:gd name="connsiteY732" fmla="*/ 720915 h 6858000"/>
              <a:gd name="connsiteX733" fmla="*/ 258956 w 4561539"/>
              <a:gd name="connsiteY733" fmla="*/ 704854 h 6858000"/>
              <a:gd name="connsiteX734" fmla="*/ 228513 w 4561539"/>
              <a:gd name="connsiteY734" fmla="*/ 403711 h 6858000"/>
              <a:gd name="connsiteX735" fmla="*/ 213576 w 4561539"/>
              <a:gd name="connsiteY735" fmla="*/ 44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</a:cxnLst>
            <a:rect l="l" t="t" r="r" b="b"/>
            <a:pathLst>
              <a:path w="4561539" h="6858000">
                <a:moveTo>
                  <a:pt x="90688" y="6747746"/>
                </a:moveTo>
                <a:cubicBezTo>
                  <a:pt x="87276" y="6749456"/>
                  <a:pt x="86297" y="6755591"/>
                  <a:pt x="86222" y="6761042"/>
                </a:cubicBezTo>
                <a:cubicBezTo>
                  <a:pt x="86127" y="6765911"/>
                  <a:pt x="88952" y="6770765"/>
                  <a:pt x="89750" y="6774239"/>
                </a:cubicBezTo>
                <a:cubicBezTo>
                  <a:pt x="91109" y="6780380"/>
                  <a:pt x="91358" y="6786851"/>
                  <a:pt x="93763" y="6792502"/>
                </a:cubicBezTo>
                <a:cubicBezTo>
                  <a:pt x="96336" y="6798488"/>
                  <a:pt x="101022" y="6803015"/>
                  <a:pt x="104293" y="6807967"/>
                </a:cubicBezTo>
                <a:cubicBezTo>
                  <a:pt x="108133" y="6813777"/>
                  <a:pt x="111777" y="6818575"/>
                  <a:pt x="115888" y="6822155"/>
                </a:cubicBezTo>
                <a:cubicBezTo>
                  <a:pt x="122170" y="6827616"/>
                  <a:pt x="126430" y="6829578"/>
                  <a:pt x="130934" y="6827264"/>
                </a:cubicBezTo>
                <a:cubicBezTo>
                  <a:pt x="133574" y="6825916"/>
                  <a:pt x="134916" y="6824399"/>
                  <a:pt x="135122" y="6822275"/>
                </a:cubicBezTo>
                <a:cubicBezTo>
                  <a:pt x="135327" y="6820150"/>
                  <a:pt x="134396" y="6817416"/>
                  <a:pt x="132491" y="6813633"/>
                </a:cubicBezTo>
                <a:cubicBezTo>
                  <a:pt x="130447" y="6809549"/>
                  <a:pt x="126004" y="6805388"/>
                  <a:pt x="123388" y="6799296"/>
                </a:cubicBezTo>
                <a:cubicBezTo>
                  <a:pt x="121382" y="6794697"/>
                  <a:pt x="120006" y="6789123"/>
                  <a:pt x="118402" y="6783146"/>
                </a:cubicBezTo>
                <a:cubicBezTo>
                  <a:pt x="116968" y="6777814"/>
                  <a:pt x="115520" y="6773360"/>
                  <a:pt x="114273" y="6769168"/>
                </a:cubicBezTo>
                <a:cubicBezTo>
                  <a:pt x="112867" y="6764510"/>
                  <a:pt x="113318" y="6758685"/>
                  <a:pt x="109735" y="6754796"/>
                </a:cubicBezTo>
                <a:lnTo>
                  <a:pt x="109719" y="6754834"/>
                </a:lnTo>
                <a:cubicBezTo>
                  <a:pt x="105175" y="6749968"/>
                  <a:pt x="95464" y="6745413"/>
                  <a:pt x="90688" y="6747746"/>
                </a:cubicBezTo>
                <a:close/>
                <a:moveTo>
                  <a:pt x="590300" y="6740670"/>
                </a:moveTo>
                <a:cubicBezTo>
                  <a:pt x="584116" y="6742989"/>
                  <a:pt x="581001" y="6755171"/>
                  <a:pt x="580684" y="6758354"/>
                </a:cubicBezTo>
                <a:cubicBezTo>
                  <a:pt x="580084" y="6764425"/>
                  <a:pt x="585961" y="6767374"/>
                  <a:pt x="587256" y="6771985"/>
                </a:cubicBezTo>
                <a:cubicBezTo>
                  <a:pt x="588294" y="6775515"/>
                  <a:pt x="590203" y="6780029"/>
                  <a:pt x="591066" y="6786405"/>
                </a:cubicBezTo>
                <a:cubicBezTo>
                  <a:pt x="592009" y="6793433"/>
                  <a:pt x="586894" y="6798895"/>
                  <a:pt x="586691" y="6802967"/>
                </a:cubicBezTo>
                <a:cubicBezTo>
                  <a:pt x="586347" y="6809588"/>
                  <a:pt x="587480" y="6813423"/>
                  <a:pt x="590443" y="6818688"/>
                </a:cubicBezTo>
                <a:cubicBezTo>
                  <a:pt x="592201" y="6821768"/>
                  <a:pt x="593066" y="6827083"/>
                  <a:pt x="596166" y="6829177"/>
                </a:cubicBezTo>
                <a:cubicBezTo>
                  <a:pt x="599646" y="6831520"/>
                  <a:pt x="605655" y="6832888"/>
                  <a:pt x="608915" y="6831645"/>
                </a:cubicBezTo>
                <a:cubicBezTo>
                  <a:pt x="611303" y="6830744"/>
                  <a:pt x="613487" y="6828010"/>
                  <a:pt x="615104" y="6824730"/>
                </a:cubicBezTo>
                <a:cubicBezTo>
                  <a:pt x="616721" y="6821449"/>
                  <a:pt x="617772" y="6817622"/>
                  <a:pt x="617894" y="6814534"/>
                </a:cubicBezTo>
                <a:cubicBezTo>
                  <a:pt x="618154" y="6808010"/>
                  <a:pt x="612149" y="6804522"/>
                  <a:pt x="610159" y="6799885"/>
                </a:cubicBezTo>
                <a:cubicBezTo>
                  <a:pt x="608338" y="6795584"/>
                  <a:pt x="608466" y="6790111"/>
                  <a:pt x="607894" y="6783460"/>
                </a:cubicBezTo>
                <a:cubicBezTo>
                  <a:pt x="607355" y="6777575"/>
                  <a:pt x="604912" y="6772969"/>
                  <a:pt x="605885" y="6769486"/>
                </a:cubicBezTo>
                <a:cubicBezTo>
                  <a:pt x="606979" y="6765610"/>
                  <a:pt x="609795" y="6763208"/>
                  <a:pt x="608611" y="6757494"/>
                </a:cubicBezTo>
                <a:cubicBezTo>
                  <a:pt x="607699" y="6753132"/>
                  <a:pt x="603396" y="6751065"/>
                  <a:pt x="600284" y="6747948"/>
                </a:cubicBezTo>
                <a:cubicBezTo>
                  <a:pt x="596487" y="6744146"/>
                  <a:pt x="593902" y="6739349"/>
                  <a:pt x="590300" y="6740670"/>
                </a:cubicBezTo>
                <a:close/>
                <a:moveTo>
                  <a:pt x="222331" y="6718654"/>
                </a:moveTo>
                <a:lnTo>
                  <a:pt x="222277" y="6718676"/>
                </a:lnTo>
                <a:lnTo>
                  <a:pt x="222316" y="6718680"/>
                </a:lnTo>
                <a:lnTo>
                  <a:pt x="215897" y="6729269"/>
                </a:lnTo>
                <a:cubicBezTo>
                  <a:pt x="216208" y="6735590"/>
                  <a:pt x="220642" y="6741250"/>
                  <a:pt x="222382" y="6746799"/>
                </a:cubicBezTo>
                <a:cubicBezTo>
                  <a:pt x="224336" y="6753101"/>
                  <a:pt x="224619" y="6759808"/>
                  <a:pt x="227204" y="6764605"/>
                </a:cubicBezTo>
                <a:cubicBezTo>
                  <a:pt x="231618" y="6772734"/>
                  <a:pt x="236393" y="6778316"/>
                  <a:pt x="237646" y="6779858"/>
                </a:cubicBezTo>
                <a:cubicBezTo>
                  <a:pt x="239116" y="6781623"/>
                  <a:pt x="242855" y="6786196"/>
                  <a:pt x="246723" y="6790248"/>
                </a:cubicBezTo>
                <a:cubicBezTo>
                  <a:pt x="250198" y="6793871"/>
                  <a:pt x="254162" y="6794956"/>
                  <a:pt x="258591" y="6793451"/>
                </a:cubicBezTo>
                <a:cubicBezTo>
                  <a:pt x="263272" y="6791875"/>
                  <a:pt x="266055" y="6788396"/>
                  <a:pt x="264913" y="6784159"/>
                </a:cubicBezTo>
                <a:cubicBezTo>
                  <a:pt x="263812" y="6780250"/>
                  <a:pt x="258616" y="6776835"/>
                  <a:pt x="258158" y="6773813"/>
                </a:cubicBezTo>
                <a:cubicBezTo>
                  <a:pt x="257260" y="6767733"/>
                  <a:pt x="256825" y="6762023"/>
                  <a:pt x="255057" y="6757171"/>
                </a:cubicBezTo>
                <a:cubicBezTo>
                  <a:pt x="252892" y="6751267"/>
                  <a:pt x="250321" y="6746121"/>
                  <a:pt x="247681" y="6741876"/>
                </a:cubicBezTo>
                <a:cubicBezTo>
                  <a:pt x="244077" y="6736033"/>
                  <a:pt x="237583" y="6733710"/>
                  <a:pt x="234914" y="6730381"/>
                </a:cubicBezTo>
                <a:cubicBezTo>
                  <a:pt x="232563" y="6727451"/>
                  <a:pt x="233026" y="6722338"/>
                  <a:pt x="231301" y="6719494"/>
                </a:cubicBezTo>
                <a:lnTo>
                  <a:pt x="222316" y="6718680"/>
                </a:lnTo>
                <a:close/>
                <a:moveTo>
                  <a:pt x="728159" y="6700960"/>
                </a:moveTo>
                <a:lnTo>
                  <a:pt x="728202" y="6701066"/>
                </a:lnTo>
                <a:cubicBezTo>
                  <a:pt x="723870" y="6700755"/>
                  <a:pt x="718570" y="6704549"/>
                  <a:pt x="716672" y="6709502"/>
                </a:cubicBezTo>
                <a:cubicBezTo>
                  <a:pt x="715099" y="6713575"/>
                  <a:pt x="716547" y="6716658"/>
                  <a:pt x="718896" y="6721489"/>
                </a:cubicBezTo>
                <a:cubicBezTo>
                  <a:pt x="720550" y="6724924"/>
                  <a:pt x="723984" y="6728750"/>
                  <a:pt x="724913" y="6733914"/>
                </a:cubicBezTo>
                <a:cubicBezTo>
                  <a:pt x="725641" y="6737978"/>
                  <a:pt x="726615" y="6742189"/>
                  <a:pt x="726416" y="6745511"/>
                </a:cubicBezTo>
                <a:cubicBezTo>
                  <a:pt x="726160" y="6749603"/>
                  <a:pt x="722372" y="6753058"/>
                  <a:pt x="721781" y="6756260"/>
                </a:cubicBezTo>
                <a:cubicBezTo>
                  <a:pt x="721105" y="6760089"/>
                  <a:pt x="718492" y="6763372"/>
                  <a:pt x="718096" y="6766744"/>
                </a:cubicBezTo>
                <a:cubicBezTo>
                  <a:pt x="717700" y="6770116"/>
                  <a:pt x="721703" y="6772897"/>
                  <a:pt x="723312" y="6776755"/>
                </a:cubicBezTo>
                <a:cubicBezTo>
                  <a:pt x="724638" y="6779920"/>
                  <a:pt x="726377" y="6782727"/>
                  <a:pt x="728838" y="6785394"/>
                </a:cubicBezTo>
                <a:cubicBezTo>
                  <a:pt x="731835" y="6788682"/>
                  <a:pt x="733420" y="6790806"/>
                  <a:pt x="736420" y="6790074"/>
                </a:cubicBezTo>
                <a:cubicBezTo>
                  <a:pt x="740357" y="6789113"/>
                  <a:pt x="744355" y="6784421"/>
                  <a:pt x="746533" y="6776269"/>
                </a:cubicBezTo>
                <a:cubicBezTo>
                  <a:pt x="747921" y="6771057"/>
                  <a:pt x="745923" y="6764648"/>
                  <a:pt x="746230" y="6758011"/>
                </a:cubicBezTo>
                <a:cubicBezTo>
                  <a:pt x="746477" y="6752145"/>
                  <a:pt x="748811" y="6746048"/>
                  <a:pt x="748019" y="6739923"/>
                </a:cubicBezTo>
                <a:cubicBezTo>
                  <a:pt x="747248" y="6733852"/>
                  <a:pt x="744663" y="6728214"/>
                  <a:pt x="742627" y="6722630"/>
                </a:cubicBezTo>
                <a:cubicBezTo>
                  <a:pt x="741616" y="6719775"/>
                  <a:pt x="741393" y="6713977"/>
                  <a:pt x="738726" y="6709588"/>
                </a:cubicBezTo>
                <a:cubicBezTo>
                  <a:pt x="736140" y="6705321"/>
                  <a:pt x="732324" y="6701246"/>
                  <a:pt x="728159" y="6700960"/>
                </a:cubicBezTo>
                <a:close/>
                <a:moveTo>
                  <a:pt x="349203" y="6681550"/>
                </a:moveTo>
                <a:lnTo>
                  <a:pt x="349225" y="6681603"/>
                </a:lnTo>
                <a:cubicBezTo>
                  <a:pt x="345174" y="6683046"/>
                  <a:pt x="338759" y="6686549"/>
                  <a:pt x="339019" y="6691832"/>
                </a:cubicBezTo>
                <a:cubicBezTo>
                  <a:pt x="339242" y="6696258"/>
                  <a:pt x="345342" y="6698150"/>
                  <a:pt x="348784" y="6701848"/>
                </a:cubicBezTo>
                <a:cubicBezTo>
                  <a:pt x="351164" y="6704393"/>
                  <a:pt x="353765" y="6707781"/>
                  <a:pt x="356684" y="6712099"/>
                </a:cubicBezTo>
                <a:cubicBezTo>
                  <a:pt x="358974" y="6715491"/>
                  <a:pt x="358701" y="6719621"/>
                  <a:pt x="359870" y="6722632"/>
                </a:cubicBezTo>
                <a:cubicBezTo>
                  <a:pt x="361344" y="6726389"/>
                  <a:pt x="361355" y="6729843"/>
                  <a:pt x="362135" y="6733043"/>
                </a:cubicBezTo>
                <a:cubicBezTo>
                  <a:pt x="363933" y="6740562"/>
                  <a:pt x="368658" y="6744575"/>
                  <a:pt x="374762" y="6750360"/>
                </a:cubicBezTo>
                <a:cubicBezTo>
                  <a:pt x="380395" y="6755682"/>
                  <a:pt x="388548" y="6762060"/>
                  <a:pt x="392978" y="6758654"/>
                </a:cubicBezTo>
                <a:cubicBezTo>
                  <a:pt x="396213" y="6756206"/>
                  <a:pt x="397338" y="6748984"/>
                  <a:pt x="396052" y="6740663"/>
                </a:cubicBezTo>
                <a:cubicBezTo>
                  <a:pt x="395224" y="6735363"/>
                  <a:pt x="392497" y="6729534"/>
                  <a:pt x="390094" y="6723354"/>
                </a:cubicBezTo>
                <a:cubicBezTo>
                  <a:pt x="387959" y="6717905"/>
                  <a:pt x="386833" y="6711419"/>
                  <a:pt x="383613" y="6706134"/>
                </a:cubicBezTo>
                <a:cubicBezTo>
                  <a:pt x="380430" y="6700866"/>
                  <a:pt x="375097" y="6697039"/>
                  <a:pt x="370974" y="6692748"/>
                </a:cubicBezTo>
                <a:cubicBezTo>
                  <a:pt x="368892" y="6690549"/>
                  <a:pt x="364766" y="6687318"/>
                  <a:pt x="360570" y="6684366"/>
                </a:cubicBezTo>
                <a:cubicBezTo>
                  <a:pt x="356470" y="6681499"/>
                  <a:pt x="353146" y="6680151"/>
                  <a:pt x="349203" y="6681550"/>
                </a:cubicBezTo>
                <a:close/>
                <a:moveTo>
                  <a:pt x="847257" y="6647821"/>
                </a:moveTo>
                <a:cubicBezTo>
                  <a:pt x="841546" y="6650380"/>
                  <a:pt x="840160" y="6655903"/>
                  <a:pt x="841282" y="6663138"/>
                </a:cubicBezTo>
                <a:cubicBezTo>
                  <a:pt x="842123" y="6668619"/>
                  <a:pt x="843858" y="6674918"/>
                  <a:pt x="846958" y="6680594"/>
                </a:cubicBezTo>
                <a:cubicBezTo>
                  <a:pt x="850080" y="6686324"/>
                  <a:pt x="853811" y="6691866"/>
                  <a:pt x="857752" y="6695640"/>
                </a:cubicBezTo>
                <a:cubicBezTo>
                  <a:pt x="860502" y="6698251"/>
                  <a:pt x="871027" y="6698858"/>
                  <a:pt x="875029" y="6695316"/>
                </a:cubicBezTo>
                <a:cubicBezTo>
                  <a:pt x="877341" y="6693278"/>
                  <a:pt x="878289" y="6689960"/>
                  <a:pt x="877684" y="6686656"/>
                </a:cubicBezTo>
                <a:lnTo>
                  <a:pt x="877700" y="6686619"/>
                </a:lnTo>
                <a:cubicBezTo>
                  <a:pt x="876817" y="6681871"/>
                  <a:pt x="874175" y="6675944"/>
                  <a:pt x="871198" y="6670186"/>
                </a:cubicBezTo>
                <a:cubicBezTo>
                  <a:pt x="868433" y="6664872"/>
                  <a:pt x="865168" y="6659480"/>
                  <a:pt x="861749" y="6655306"/>
                </a:cubicBezTo>
                <a:cubicBezTo>
                  <a:pt x="856583" y="6649074"/>
                  <a:pt x="851016" y="6646123"/>
                  <a:pt x="847257" y="6647821"/>
                </a:cubicBezTo>
                <a:close/>
                <a:moveTo>
                  <a:pt x="477883" y="6641709"/>
                </a:moveTo>
                <a:cubicBezTo>
                  <a:pt x="475239" y="6643697"/>
                  <a:pt x="475359" y="6647760"/>
                  <a:pt x="476217" y="6651724"/>
                </a:cubicBezTo>
                <a:lnTo>
                  <a:pt x="478968" y="6661107"/>
                </a:lnTo>
                <a:lnTo>
                  <a:pt x="478956" y="6661085"/>
                </a:lnTo>
                <a:lnTo>
                  <a:pt x="478977" y="6661138"/>
                </a:lnTo>
                <a:lnTo>
                  <a:pt x="478968" y="6661107"/>
                </a:lnTo>
                <a:lnTo>
                  <a:pt x="485244" y="6672651"/>
                </a:lnTo>
                <a:cubicBezTo>
                  <a:pt x="487205" y="6675772"/>
                  <a:pt x="487231" y="6681089"/>
                  <a:pt x="489889" y="6686978"/>
                </a:cubicBezTo>
                <a:cubicBezTo>
                  <a:pt x="492787" y="6693454"/>
                  <a:pt x="493395" y="6698750"/>
                  <a:pt x="494352" y="6702689"/>
                </a:cubicBezTo>
                <a:cubicBezTo>
                  <a:pt x="495895" y="6709128"/>
                  <a:pt x="494516" y="6714740"/>
                  <a:pt x="498852" y="6718944"/>
                </a:cubicBezTo>
                <a:cubicBezTo>
                  <a:pt x="501407" y="6721386"/>
                  <a:pt x="506674" y="6721469"/>
                  <a:pt x="510157" y="6722752"/>
                </a:cubicBezTo>
                <a:cubicBezTo>
                  <a:pt x="514091" y="6724223"/>
                  <a:pt x="517067" y="6723656"/>
                  <a:pt x="519865" y="6721512"/>
                </a:cubicBezTo>
                <a:cubicBezTo>
                  <a:pt x="523897" y="6718426"/>
                  <a:pt x="525969" y="6711687"/>
                  <a:pt x="524455" y="6705703"/>
                </a:cubicBezTo>
                <a:cubicBezTo>
                  <a:pt x="522827" y="6699361"/>
                  <a:pt x="520671" y="6694699"/>
                  <a:pt x="517489" y="6690802"/>
                </a:cubicBezTo>
                <a:cubicBezTo>
                  <a:pt x="514490" y="6687202"/>
                  <a:pt x="510695" y="6684241"/>
                  <a:pt x="508253" y="6678045"/>
                </a:cubicBezTo>
                <a:cubicBezTo>
                  <a:pt x="506075" y="6672489"/>
                  <a:pt x="502854" y="6669106"/>
                  <a:pt x="503059" y="6665345"/>
                </a:cubicBezTo>
                <a:cubicBezTo>
                  <a:pt x="503310" y="6661160"/>
                  <a:pt x="506539" y="6656720"/>
                  <a:pt x="503786" y="6651587"/>
                </a:cubicBezTo>
                <a:cubicBezTo>
                  <a:pt x="501679" y="6647654"/>
                  <a:pt x="495545" y="6645527"/>
                  <a:pt x="491659" y="6643412"/>
                </a:cubicBezTo>
                <a:cubicBezTo>
                  <a:pt x="486942" y="6640861"/>
                  <a:pt x="480963" y="6639418"/>
                  <a:pt x="477883" y="6641709"/>
                </a:cubicBezTo>
                <a:close/>
                <a:moveTo>
                  <a:pt x="611376" y="6605566"/>
                </a:moveTo>
                <a:cubicBezTo>
                  <a:pt x="607244" y="6606886"/>
                  <a:pt x="602077" y="6609099"/>
                  <a:pt x="602156" y="6614394"/>
                </a:cubicBezTo>
                <a:cubicBezTo>
                  <a:pt x="602211" y="6618795"/>
                  <a:pt x="605919" y="6620703"/>
                  <a:pt x="609588" y="6624494"/>
                </a:cubicBezTo>
                <a:cubicBezTo>
                  <a:pt x="612156" y="6627118"/>
                  <a:pt x="615003" y="6630655"/>
                  <a:pt x="617800" y="6635054"/>
                </a:cubicBezTo>
                <a:cubicBezTo>
                  <a:pt x="620021" y="6638504"/>
                  <a:pt x="622347" y="6641601"/>
                  <a:pt x="623696" y="6644598"/>
                </a:cubicBezTo>
                <a:cubicBezTo>
                  <a:pt x="625375" y="6648397"/>
                  <a:pt x="622233" y="6653051"/>
                  <a:pt x="622921" y="6656257"/>
                </a:cubicBezTo>
                <a:cubicBezTo>
                  <a:pt x="623722" y="6660041"/>
                  <a:pt x="628768" y="6662863"/>
                  <a:pt x="629322" y="6666500"/>
                </a:cubicBezTo>
                <a:cubicBezTo>
                  <a:pt x="629875" y="6670136"/>
                  <a:pt x="628562" y="6674009"/>
                  <a:pt x="631555" y="6676986"/>
                </a:cubicBezTo>
                <a:cubicBezTo>
                  <a:pt x="634042" y="6679487"/>
                  <a:pt x="636960" y="6683805"/>
                  <a:pt x="640594" y="6685151"/>
                </a:cubicBezTo>
                <a:cubicBezTo>
                  <a:pt x="644920" y="6686742"/>
                  <a:pt x="651465" y="6686830"/>
                  <a:pt x="653939" y="6685037"/>
                </a:cubicBezTo>
                <a:cubicBezTo>
                  <a:pt x="657232" y="6682659"/>
                  <a:pt x="654877" y="6673623"/>
                  <a:pt x="653827" y="6665268"/>
                </a:cubicBezTo>
                <a:cubicBezTo>
                  <a:pt x="653142" y="6659941"/>
                  <a:pt x="650985" y="6654437"/>
                  <a:pt x="648742" y="6648192"/>
                </a:cubicBezTo>
                <a:cubicBezTo>
                  <a:pt x="646767" y="6642677"/>
                  <a:pt x="648963" y="6634797"/>
                  <a:pt x="645919" y="6629410"/>
                </a:cubicBezTo>
                <a:cubicBezTo>
                  <a:pt x="642934" y="6624092"/>
                  <a:pt x="636534" y="6620703"/>
                  <a:pt x="632549" y="6616293"/>
                </a:cubicBezTo>
                <a:cubicBezTo>
                  <a:pt x="630536" y="6614034"/>
                  <a:pt x="626311" y="6610938"/>
                  <a:pt x="622199" y="6607888"/>
                </a:cubicBezTo>
                <a:cubicBezTo>
                  <a:pt x="618221" y="6604940"/>
                  <a:pt x="615439" y="6604304"/>
                  <a:pt x="611451" y="6605597"/>
                </a:cubicBezTo>
                <a:close/>
                <a:moveTo>
                  <a:pt x="130088" y="6595687"/>
                </a:moveTo>
                <a:cubicBezTo>
                  <a:pt x="126409" y="6596666"/>
                  <a:pt x="123718" y="6602879"/>
                  <a:pt x="122539" y="6608222"/>
                </a:cubicBezTo>
                <a:cubicBezTo>
                  <a:pt x="121522" y="6612970"/>
                  <a:pt x="122272" y="6618458"/>
                  <a:pt x="122348" y="6622072"/>
                </a:cubicBezTo>
                <a:cubicBezTo>
                  <a:pt x="122478" y="6628405"/>
                  <a:pt x="126002" y="6634127"/>
                  <a:pt x="127280" y="6640144"/>
                </a:cubicBezTo>
                <a:cubicBezTo>
                  <a:pt x="128620" y="6646543"/>
                  <a:pt x="126877" y="6653551"/>
                  <a:pt x="129125" y="6659047"/>
                </a:cubicBezTo>
                <a:cubicBezTo>
                  <a:pt x="131766" y="6665504"/>
                  <a:pt x="134485" y="6671773"/>
                  <a:pt x="137805" y="6676082"/>
                </a:cubicBezTo>
                <a:cubicBezTo>
                  <a:pt x="142866" y="6682668"/>
                  <a:pt x="150272" y="6687451"/>
                  <a:pt x="155147" y="6686044"/>
                </a:cubicBezTo>
                <a:cubicBezTo>
                  <a:pt x="157998" y="6685248"/>
                  <a:pt x="159264" y="6683070"/>
                  <a:pt x="159536" y="6680072"/>
                </a:cubicBezTo>
                <a:cubicBezTo>
                  <a:pt x="159809" y="6677075"/>
                  <a:pt x="159088" y="6673257"/>
                  <a:pt x="157968" y="6669185"/>
                </a:cubicBezTo>
                <a:cubicBezTo>
                  <a:pt x="156762" y="6664788"/>
                  <a:pt x="154601" y="6659505"/>
                  <a:pt x="153239" y="6653053"/>
                </a:cubicBezTo>
                <a:cubicBezTo>
                  <a:pt x="152162" y="6648136"/>
                  <a:pt x="153482" y="6642454"/>
                  <a:pt x="153069" y="6636267"/>
                </a:cubicBezTo>
                <a:cubicBezTo>
                  <a:pt x="152721" y="6630771"/>
                  <a:pt x="149352" y="6626264"/>
                  <a:pt x="148954" y="6621941"/>
                </a:cubicBezTo>
                <a:cubicBezTo>
                  <a:pt x="148520" y="6617071"/>
                  <a:pt x="151531" y="6610727"/>
                  <a:pt x="148760" y="6606163"/>
                </a:cubicBezTo>
                <a:lnTo>
                  <a:pt x="148723" y="6606147"/>
                </a:lnTo>
                <a:cubicBezTo>
                  <a:pt x="145221" y="6600479"/>
                  <a:pt x="135220" y="6594299"/>
                  <a:pt x="130088" y="6595687"/>
                </a:cubicBezTo>
                <a:close/>
                <a:moveTo>
                  <a:pt x="750730" y="6566084"/>
                </a:moveTo>
                <a:cubicBezTo>
                  <a:pt x="746075" y="6567495"/>
                  <a:pt x="744083" y="6569401"/>
                  <a:pt x="744809" y="6576737"/>
                </a:cubicBezTo>
                <a:cubicBezTo>
                  <a:pt x="745285" y="6581403"/>
                  <a:pt x="746093" y="6586959"/>
                  <a:pt x="748035" y="6592768"/>
                </a:cubicBezTo>
                <a:cubicBezTo>
                  <a:pt x="749678" y="6597702"/>
                  <a:pt x="752116" y="6602747"/>
                  <a:pt x="754483" y="6607852"/>
                </a:cubicBezTo>
                <a:cubicBezTo>
                  <a:pt x="756808" y="6612849"/>
                  <a:pt x="759276" y="6617819"/>
                  <a:pt x="761977" y="6622443"/>
                </a:cubicBezTo>
                <a:cubicBezTo>
                  <a:pt x="764891" y="6627511"/>
                  <a:pt x="768222" y="6632001"/>
                  <a:pt x="771208" y="6635950"/>
                </a:cubicBezTo>
                <a:cubicBezTo>
                  <a:pt x="774793" y="6640679"/>
                  <a:pt x="784665" y="6644638"/>
                  <a:pt x="788589" y="6640755"/>
                </a:cubicBezTo>
                <a:cubicBezTo>
                  <a:pt x="790798" y="6638541"/>
                  <a:pt x="790581" y="6635576"/>
                  <a:pt x="789294" y="6630527"/>
                </a:cubicBezTo>
                <a:lnTo>
                  <a:pt x="789241" y="6630548"/>
                </a:lnTo>
                <a:cubicBezTo>
                  <a:pt x="788121" y="6626054"/>
                  <a:pt x="790587" y="6619217"/>
                  <a:pt x="788332" y="6613630"/>
                </a:cubicBezTo>
                <a:cubicBezTo>
                  <a:pt x="786384" y="6608789"/>
                  <a:pt x="782187" y="6604467"/>
                  <a:pt x="779734" y="6599459"/>
                </a:cubicBezTo>
                <a:cubicBezTo>
                  <a:pt x="777287" y="6594543"/>
                  <a:pt x="774973" y="6589417"/>
                  <a:pt x="772316" y="6584899"/>
                </a:cubicBezTo>
                <a:cubicBezTo>
                  <a:pt x="769304" y="6579746"/>
                  <a:pt x="763669" y="6576854"/>
                  <a:pt x="760787" y="6573083"/>
                </a:cubicBezTo>
                <a:cubicBezTo>
                  <a:pt x="755860" y="6566597"/>
                  <a:pt x="753682" y="6565154"/>
                  <a:pt x="750730" y="6566084"/>
                </a:cubicBezTo>
                <a:close/>
                <a:moveTo>
                  <a:pt x="258438" y="6560219"/>
                </a:moveTo>
                <a:cubicBezTo>
                  <a:pt x="254963" y="6559868"/>
                  <a:pt x="254321" y="6566145"/>
                  <a:pt x="252716" y="6571662"/>
                </a:cubicBezTo>
                <a:cubicBezTo>
                  <a:pt x="251488" y="6575968"/>
                  <a:pt x="249294" y="6580045"/>
                  <a:pt x="250341" y="6583977"/>
                </a:cubicBezTo>
                <a:cubicBezTo>
                  <a:pt x="251946" y="6589956"/>
                  <a:pt x="254820" y="6595538"/>
                  <a:pt x="256534" y="6601253"/>
                </a:cubicBezTo>
                <a:cubicBezTo>
                  <a:pt x="258370" y="6607416"/>
                  <a:pt x="259755" y="6613391"/>
                  <a:pt x="261670" y="6618836"/>
                </a:cubicBezTo>
                <a:cubicBezTo>
                  <a:pt x="263948" y="6625319"/>
                  <a:pt x="267718" y="6630346"/>
                  <a:pt x="269948" y="6635040"/>
                </a:cubicBezTo>
                <a:cubicBezTo>
                  <a:pt x="274126" y="6643733"/>
                  <a:pt x="277048" y="6652473"/>
                  <a:pt x="280681" y="6651077"/>
                </a:cubicBezTo>
                <a:cubicBezTo>
                  <a:pt x="283781" y="6649899"/>
                  <a:pt x="282112" y="6640489"/>
                  <a:pt x="281674" y="6631726"/>
                </a:cubicBezTo>
                <a:cubicBezTo>
                  <a:pt x="281423" y="6626315"/>
                  <a:pt x="283748" y="6619816"/>
                  <a:pt x="282682" y="6613710"/>
                </a:cubicBezTo>
                <a:cubicBezTo>
                  <a:pt x="281634" y="6607566"/>
                  <a:pt x="282330" y="6600739"/>
                  <a:pt x="280908" y="6595589"/>
                </a:cubicBezTo>
                <a:cubicBezTo>
                  <a:pt x="280044" y="6592485"/>
                  <a:pt x="274898" y="6584624"/>
                  <a:pt x="271561" y="6576771"/>
                </a:cubicBezTo>
                <a:cubicBezTo>
                  <a:pt x="268225" y="6568917"/>
                  <a:pt x="263114" y="6560763"/>
                  <a:pt x="258422" y="6560257"/>
                </a:cubicBezTo>
                <a:close/>
                <a:moveTo>
                  <a:pt x="966269" y="6548169"/>
                </a:moveTo>
                <a:cubicBezTo>
                  <a:pt x="963017" y="6549814"/>
                  <a:pt x="962144" y="6553163"/>
                  <a:pt x="961831" y="6557498"/>
                </a:cubicBezTo>
                <a:cubicBezTo>
                  <a:pt x="961517" y="6561833"/>
                  <a:pt x="960444" y="6566291"/>
                  <a:pt x="960874" y="6569169"/>
                </a:cubicBezTo>
                <a:cubicBezTo>
                  <a:pt x="961801" y="6575394"/>
                  <a:pt x="963114" y="6581118"/>
                  <a:pt x="964978" y="6586055"/>
                </a:cubicBezTo>
                <a:cubicBezTo>
                  <a:pt x="967370" y="6592364"/>
                  <a:pt x="971220" y="6596673"/>
                  <a:pt x="974645" y="6600098"/>
                </a:cubicBezTo>
                <a:cubicBezTo>
                  <a:pt x="979424" y="6604930"/>
                  <a:pt x="984461" y="6607881"/>
                  <a:pt x="989882" y="6605066"/>
                </a:cubicBezTo>
                <a:cubicBezTo>
                  <a:pt x="993305" y="6603273"/>
                  <a:pt x="995316" y="6601350"/>
                  <a:pt x="996159" y="6598846"/>
                </a:cubicBezTo>
                <a:cubicBezTo>
                  <a:pt x="997005" y="6596342"/>
                  <a:pt x="996684" y="6593256"/>
                  <a:pt x="995450" y="6589136"/>
                </a:cubicBezTo>
                <a:cubicBezTo>
                  <a:pt x="994230" y="6585087"/>
                  <a:pt x="989886" y="6580482"/>
                  <a:pt x="988336" y="6573111"/>
                </a:cubicBezTo>
                <a:cubicBezTo>
                  <a:pt x="987458" y="6568985"/>
                  <a:pt x="988924" y="6564956"/>
                  <a:pt x="988406" y="6561555"/>
                </a:cubicBezTo>
                <a:cubicBezTo>
                  <a:pt x="987818" y="6557683"/>
                  <a:pt x="984036" y="6555745"/>
                  <a:pt x="980904" y="6552885"/>
                </a:cubicBezTo>
                <a:lnTo>
                  <a:pt x="980889" y="6552922"/>
                </a:lnTo>
                <a:cubicBezTo>
                  <a:pt x="977056" y="6549416"/>
                  <a:pt x="970986" y="6545767"/>
                  <a:pt x="966269" y="6548169"/>
                </a:cubicBezTo>
                <a:close/>
                <a:moveTo>
                  <a:pt x="875287" y="6526596"/>
                </a:moveTo>
                <a:cubicBezTo>
                  <a:pt x="871875" y="6528306"/>
                  <a:pt x="871101" y="6533951"/>
                  <a:pt x="871011" y="6539440"/>
                </a:cubicBezTo>
                <a:cubicBezTo>
                  <a:pt x="870915" y="6544309"/>
                  <a:pt x="872672" y="6549289"/>
                  <a:pt x="873454" y="6552801"/>
                </a:cubicBezTo>
                <a:cubicBezTo>
                  <a:pt x="874814" y="6558942"/>
                  <a:pt x="878657" y="6564002"/>
                  <a:pt x="881099" y="6569668"/>
                </a:cubicBezTo>
                <a:cubicBezTo>
                  <a:pt x="883673" y="6575653"/>
                  <a:pt x="884153" y="6582311"/>
                  <a:pt x="887425" y="6587263"/>
                </a:cubicBezTo>
                <a:cubicBezTo>
                  <a:pt x="891264" y="6593071"/>
                  <a:pt x="896387" y="6596766"/>
                  <a:pt x="900499" y="6600346"/>
                </a:cubicBezTo>
                <a:cubicBezTo>
                  <a:pt x="906781" y="6605807"/>
                  <a:pt x="912056" y="6610405"/>
                  <a:pt x="916598" y="6608106"/>
                </a:cubicBezTo>
                <a:cubicBezTo>
                  <a:pt x="921880" y="6605411"/>
                  <a:pt x="918039" y="6600972"/>
                  <a:pt x="914214" y="6593444"/>
                </a:cubicBezTo>
                <a:cubicBezTo>
                  <a:pt x="912169" y="6589359"/>
                  <a:pt x="913998" y="6582254"/>
                  <a:pt x="911365" y="6576199"/>
                </a:cubicBezTo>
                <a:cubicBezTo>
                  <a:pt x="909359" y="6571600"/>
                  <a:pt x="906050" y="6567163"/>
                  <a:pt x="904407" y="6561168"/>
                </a:cubicBezTo>
                <a:cubicBezTo>
                  <a:pt x="902975" y="6555837"/>
                  <a:pt x="902760" y="6550972"/>
                  <a:pt x="901512" y="6546779"/>
                </a:cubicBezTo>
                <a:cubicBezTo>
                  <a:pt x="900106" y="6542120"/>
                  <a:pt x="894599" y="6540080"/>
                  <a:pt x="890977" y="6536175"/>
                </a:cubicBezTo>
                <a:lnTo>
                  <a:pt x="890902" y="6536144"/>
                </a:lnTo>
                <a:cubicBezTo>
                  <a:pt x="886358" y="6531278"/>
                  <a:pt x="880025" y="6524247"/>
                  <a:pt x="875287" y="6526596"/>
                </a:cubicBezTo>
                <a:close/>
                <a:moveTo>
                  <a:pt x="389507" y="6521954"/>
                </a:moveTo>
                <a:cubicBezTo>
                  <a:pt x="384609" y="6522468"/>
                  <a:pt x="380383" y="6529497"/>
                  <a:pt x="379686" y="6536855"/>
                </a:cubicBezTo>
                <a:cubicBezTo>
                  <a:pt x="379231" y="6541528"/>
                  <a:pt x="380905" y="6547447"/>
                  <a:pt x="381675" y="6553518"/>
                </a:cubicBezTo>
                <a:cubicBezTo>
                  <a:pt x="382347" y="6558664"/>
                  <a:pt x="387113" y="6563313"/>
                  <a:pt x="388430" y="6568818"/>
                </a:cubicBezTo>
                <a:cubicBezTo>
                  <a:pt x="389719" y="6574178"/>
                  <a:pt x="389870" y="6579724"/>
                  <a:pt x="391596" y="6584780"/>
                </a:cubicBezTo>
                <a:cubicBezTo>
                  <a:pt x="393518" y="6590316"/>
                  <a:pt x="394913" y="6595633"/>
                  <a:pt x="397072" y="6600075"/>
                </a:cubicBezTo>
                <a:cubicBezTo>
                  <a:pt x="398302" y="6602624"/>
                  <a:pt x="400923" y="6605225"/>
                  <a:pt x="404279" y="6607339"/>
                </a:cubicBezTo>
                <a:cubicBezTo>
                  <a:pt x="407979" y="6609684"/>
                  <a:pt x="410873" y="6610897"/>
                  <a:pt x="413305" y="6609307"/>
                </a:cubicBezTo>
                <a:cubicBezTo>
                  <a:pt x="414618" y="6608442"/>
                  <a:pt x="416207" y="6606996"/>
                  <a:pt x="417436" y="6605117"/>
                </a:cubicBezTo>
                <a:cubicBezTo>
                  <a:pt x="418664" y="6603239"/>
                  <a:pt x="419533" y="6600927"/>
                  <a:pt x="419406" y="6598331"/>
                </a:cubicBezTo>
                <a:lnTo>
                  <a:pt x="419422" y="6598294"/>
                </a:lnTo>
                <a:cubicBezTo>
                  <a:pt x="419187" y="6593686"/>
                  <a:pt x="415795" y="6588285"/>
                  <a:pt x="414667" y="6582329"/>
                </a:cubicBezTo>
                <a:cubicBezTo>
                  <a:pt x="413669" y="6577224"/>
                  <a:pt x="411445" y="6572091"/>
                  <a:pt x="410027" y="6566722"/>
                </a:cubicBezTo>
                <a:cubicBezTo>
                  <a:pt x="408579" y="6561427"/>
                  <a:pt x="406383" y="6556439"/>
                  <a:pt x="404664" y="6551474"/>
                </a:cubicBezTo>
                <a:cubicBezTo>
                  <a:pt x="402720" y="6545884"/>
                  <a:pt x="403308" y="6539631"/>
                  <a:pt x="401214" y="6535348"/>
                </a:cubicBezTo>
                <a:cubicBezTo>
                  <a:pt x="397603" y="6528043"/>
                  <a:pt x="392592" y="6521655"/>
                  <a:pt x="389507" y="6521954"/>
                </a:cubicBezTo>
                <a:close/>
                <a:moveTo>
                  <a:pt x="515490" y="6489607"/>
                </a:moveTo>
                <a:cubicBezTo>
                  <a:pt x="511734" y="6489715"/>
                  <a:pt x="509397" y="6496031"/>
                  <a:pt x="508264" y="6500422"/>
                </a:cubicBezTo>
                <a:cubicBezTo>
                  <a:pt x="506702" y="6506577"/>
                  <a:pt x="504011" y="6512789"/>
                  <a:pt x="504036" y="6518637"/>
                </a:cubicBezTo>
                <a:cubicBezTo>
                  <a:pt x="504040" y="6525272"/>
                  <a:pt x="505536" y="6531824"/>
                  <a:pt x="506622" y="6537142"/>
                </a:cubicBezTo>
                <a:cubicBezTo>
                  <a:pt x="508485" y="6546193"/>
                  <a:pt x="515637" y="6551266"/>
                  <a:pt x="516379" y="6553080"/>
                </a:cubicBezTo>
                <a:cubicBezTo>
                  <a:pt x="517236" y="6555253"/>
                  <a:pt x="514103" y="6563049"/>
                  <a:pt x="516610" y="6568034"/>
                </a:cubicBezTo>
                <a:cubicBezTo>
                  <a:pt x="518882" y="6572524"/>
                  <a:pt x="523817" y="6577510"/>
                  <a:pt x="528466" y="6577379"/>
                </a:cubicBezTo>
                <a:cubicBezTo>
                  <a:pt x="530947" y="6577313"/>
                  <a:pt x="532127" y="6575840"/>
                  <a:pt x="532688" y="6573814"/>
                </a:cubicBezTo>
                <a:cubicBezTo>
                  <a:pt x="533249" y="6571788"/>
                  <a:pt x="533191" y="6569211"/>
                  <a:pt x="533195" y="6566934"/>
                </a:cubicBezTo>
                <a:cubicBezTo>
                  <a:pt x="533190" y="6562731"/>
                  <a:pt x="536077" y="6558369"/>
                  <a:pt x="536535" y="6555377"/>
                </a:cubicBezTo>
                <a:cubicBezTo>
                  <a:pt x="537460" y="6549265"/>
                  <a:pt x="536818" y="6543203"/>
                  <a:pt x="536548" y="6538049"/>
                </a:cubicBezTo>
                <a:cubicBezTo>
                  <a:pt x="536204" y="6531803"/>
                  <a:pt x="531874" y="6526850"/>
                  <a:pt x="530600" y="6521982"/>
                </a:cubicBezTo>
                <a:cubicBezTo>
                  <a:pt x="528862" y="6515373"/>
                  <a:pt x="525731" y="6510612"/>
                  <a:pt x="524170" y="6506642"/>
                </a:cubicBezTo>
                <a:cubicBezTo>
                  <a:pt x="522782" y="6503098"/>
                  <a:pt x="521388" y="6498623"/>
                  <a:pt x="520481" y="6494882"/>
                </a:cubicBezTo>
                <a:cubicBezTo>
                  <a:pt x="519463" y="6490564"/>
                  <a:pt x="520593" y="6489446"/>
                  <a:pt x="515490" y="6489607"/>
                </a:cubicBezTo>
                <a:close/>
                <a:moveTo>
                  <a:pt x="15879" y="6486026"/>
                </a:moveTo>
                <a:cubicBezTo>
                  <a:pt x="11324" y="6487833"/>
                  <a:pt x="13545" y="6495396"/>
                  <a:pt x="14833" y="6502657"/>
                </a:cubicBezTo>
                <a:cubicBezTo>
                  <a:pt x="15634" y="6507282"/>
                  <a:pt x="11198" y="6514709"/>
                  <a:pt x="13602" y="6520360"/>
                </a:cubicBezTo>
                <a:cubicBezTo>
                  <a:pt x="15658" y="6525156"/>
                  <a:pt x="20522" y="6529361"/>
                  <a:pt x="23279" y="6534274"/>
                </a:cubicBezTo>
                <a:cubicBezTo>
                  <a:pt x="25955" y="6539066"/>
                  <a:pt x="29108" y="6543879"/>
                  <a:pt x="32123" y="6548282"/>
                </a:cubicBezTo>
                <a:cubicBezTo>
                  <a:pt x="35441" y="6553121"/>
                  <a:pt x="39514" y="6557215"/>
                  <a:pt x="42813" y="6560940"/>
                </a:cubicBezTo>
                <a:cubicBezTo>
                  <a:pt x="44670" y="6563045"/>
                  <a:pt x="49191" y="6565646"/>
                  <a:pt x="53087" y="6567102"/>
                </a:cubicBezTo>
                <a:cubicBezTo>
                  <a:pt x="57435" y="6568746"/>
                  <a:pt x="62615" y="6568086"/>
                  <a:pt x="64514" y="6565874"/>
                </a:cubicBezTo>
                <a:cubicBezTo>
                  <a:pt x="66582" y="6563469"/>
                  <a:pt x="63386" y="6558018"/>
                  <a:pt x="61706" y="6553068"/>
                </a:cubicBezTo>
                <a:lnTo>
                  <a:pt x="61727" y="6553121"/>
                </a:lnTo>
                <a:cubicBezTo>
                  <a:pt x="60248" y="6548743"/>
                  <a:pt x="59486" y="6543074"/>
                  <a:pt x="56806" y="6537662"/>
                </a:cubicBezTo>
                <a:cubicBezTo>
                  <a:pt x="54468" y="6533012"/>
                  <a:pt x="49852" y="6529266"/>
                  <a:pt x="47032" y="6524502"/>
                </a:cubicBezTo>
                <a:cubicBezTo>
                  <a:pt x="44234" y="6519793"/>
                  <a:pt x="41771" y="6514915"/>
                  <a:pt x="38800" y="6510618"/>
                </a:cubicBezTo>
                <a:cubicBezTo>
                  <a:pt x="35406" y="6505748"/>
                  <a:pt x="31916" y="6501632"/>
                  <a:pt x="28758" y="6498099"/>
                </a:cubicBezTo>
                <a:cubicBezTo>
                  <a:pt x="23311" y="6492014"/>
                  <a:pt x="18744" y="6484883"/>
                  <a:pt x="15879" y="6486026"/>
                </a:cubicBezTo>
                <a:close/>
                <a:moveTo>
                  <a:pt x="1004778" y="6455080"/>
                </a:moveTo>
                <a:lnTo>
                  <a:pt x="1004800" y="6455134"/>
                </a:lnTo>
                <a:cubicBezTo>
                  <a:pt x="1001207" y="6456327"/>
                  <a:pt x="999227" y="6463058"/>
                  <a:pt x="999440" y="6467614"/>
                </a:cubicBezTo>
                <a:cubicBezTo>
                  <a:pt x="999686" y="6473244"/>
                  <a:pt x="1001493" y="6478423"/>
                  <a:pt x="1002732" y="6482744"/>
                </a:cubicBezTo>
                <a:cubicBezTo>
                  <a:pt x="1004327" y="6488322"/>
                  <a:pt x="1007145" y="6492774"/>
                  <a:pt x="1009400" y="6496460"/>
                </a:cubicBezTo>
                <a:cubicBezTo>
                  <a:pt x="1013411" y="6502916"/>
                  <a:pt x="1017204" y="6506937"/>
                  <a:pt x="1018518" y="6508548"/>
                </a:cubicBezTo>
                <a:cubicBezTo>
                  <a:pt x="1019971" y="6510351"/>
                  <a:pt x="1023757" y="6514811"/>
                  <a:pt x="1027626" y="6518864"/>
                </a:cubicBezTo>
                <a:cubicBezTo>
                  <a:pt x="1031138" y="6522502"/>
                  <a:pt x="1035104" y="6525269"/>
                  <a:pt x="1039534" y="6523764"/>
                </a:cubicBezTo>
                <a:cubicBezTo>
                  <a:pt x="1041883" y="6522957"/>
                  <a:pt x="1042721" y="6521507"/>
                  <a:pt x="1042807" y="6519746"/>
                </a:cubicBezTo>
                <a:cubicBezTo>
                  <a:pt x="1042893" y="6517986"/>
                  <a:pt x="1042226" y="6515915"/>
                  <a:pt x="1041560" y="6513867"/>
                </a:cubicBezTo>
                <a:cubicBezTo>
                  <a:pt x="1040341" y="6510129"/>
                  <a:pt x="1038831" y="6505826"/>
                  <a:pt x="1038396" y="6502858"/>
                </a:cubicBezTo>
                <a:cubicBezTo>
                  <a:pt x="1037068" y="6493900"/>
                  <a:pt x="1037077" y="6486917"/>
                  <a:pt x="1034611" y="6482259"/>
                </a:cubicBezTo>
                <a:cubicBezTo>
                  <a:pt x="1030537" y="6474582"/>
                  <a:pt x="1023275" y="6472513"/>
                  <a:pt x="1019389" y="6467658"/>
                </a:cubicBezTo>
                <a:cubicBezTo>
                  <a:pt x="1016957" y="6464605"/>
                  <a:pt x="1016045" y="6460243"/>
                  <a:pt x="1013781" y="6457525"/>
                </a:cubicBezTo>
                <a:cubicBezTo>
                  <a:pt x="1011302" y="6454586"/>
                  <a:pt x="1009511" y="6453481"/>
                  <a:pt x="1004778" y="6455080"/>
                </a:cubicBezTo>
                <a:close/>
                <a:moveTo>
                  <a:pt x="151415" y="6449014"/>
                </a:moveTo>
                <a:lnTo>
                  <a:pt x="151437" y="6449067"/>
                </a:lnTo>
                <a:cubicBezTo>
                  <a:pt x="147932" y="6449103"/>
                  <a:pt x="144055" y="6451503"/>
                  <a:pt x="142974" y="6456931"/>
                </a:cubicBezTo>
                <a:cubicBezTo>
                  <a:pt x="142125" y="6461174"/>
                  <a:pt x="145802" y="6465368"/>
                  <a:pt x="147298" y="6469177"/>
                </a:cubicBezTo>
                <a:cubicBezTo>
                  <a:pt x="149580" y="6474910"/>
                  <a:pt x="151489" y="6480794"/>
                  <a:pt x="153828" y="6486285"/>
                </a:cubicBezTo>
                <a:cubicBezTo>
                  <a:pt x="156341" y="6492201"/>
                  <a:pt x="158639" y="6497895"/>
                  <a:pt x="161157" y="6503063"/>
                </a:cubicBezTo>
                <a:cubicBezTo>
                  <a:pt x="164127" y="6509259"/>
                  <a:pt x="167432" y="6514447"/>
                  <a:pt x="170212" y="6518884"/>
                </a:cubicBezTo>
                <a:cubicBezTo>
                  <a:pt x="175307" y="6527075"/>
                  <a:pt x="178689" y="6531764"/>
                  <a:pt x="182132" y="6529979"/>
                </a:cubicBezTo>
                <a:cubicBezTo>
                  <a:pt x="185063" y="6528465"/>
                  <a:pt x="184697" y="6522165"/>
                  <a:pt x="183297" y="6513486"/>
                </a:cubicBezTo>
                <a:cubicBezTo>
                  <a:pt x="182431" y="6508172"/>
                  <a:pt x="181814" y="6501944"/>
                  <a:pt x="180066" y="6495994"/>
                </a:cubicBezTo>
                <a:cubicBezTo>
                  <a:pt x="178334" y="6490005"/>
                  <a:pt x="175588" y="6484433"/>
                  <a:pt x="173573" y="6479433"/>
                </a:cubicBezTo>
                <a:cubicBezTo>
                  <a:pt x="172351" y="6476445"/>
                  <a:pt x="170233" y="6467686"/>
                  <a:pt x="166011" y="6460258"/>
                </a:cubicBezTo>
                <a:cubicBezTo>
                  <a:pt x="161827" y="6452845"/>
                  <a:pt x="156199" y="6448984"/>
                  <a:pt x="151415" y="6449014"/>
                </a:cubicBezTo>
                <a:close/>
                <a:moveTo>
                  <a:pt x="647208" y="6448209"/>
                </a:moveTo>
                <a:cubicBezTo>
                  <a:pt x="641242" y="6451061"/>
                  <a:pt x="643380" y="6463675"/>
                  <a:pt x="643357" y="6466893"/>
                </a:cubicBezTo>
                <a:lnTo>
                  <a:pt x="643319" y="6466877"/>
                </a:lnTo>
                <a:cubicBezTo>
                  <a:pt x="643250" y="6472951"/>
                  <a:pt x="639770" y="6477462"/>
                  <a:pt x="641474" y="6481935"/>
                </a:cubicBezTo>
                <a:cubicBezTo>
                  <a:pt x="642764" y="6485394"/>
                  <a:pt x="643565" y="6489178"/>
                  <a:pt x="644990" y="6495479"/>
                </a:cubicBezTo>
                <a:cubicBezTo>
                  <a:pt x="646585" y="6502427"/>
                  <a:pt x="649300" y="6506703"/>
                  <a:pt x="649460" y="6510750"/>
                </a:cubicBezTo>
                <a:cubicBezTo>
                  <a:pt x="649737" y="6517366"/>
                  <a:pt x="649011" y="6522368"/>
                  <a:pt x="652449" y="6527346"/>
                </a:cubicBezTo>
                <a:cubicBezTo>
                  <a:pt x="654472" y="6530316"/>
                  <a:pt x="659707" y="6529635"/>
                  <a:pt x="662913" y="6531155"/>
                </a:cubicBezTo>
                <a:cubicBezTo>
                  <a:pt x="666496" y="6532833"/>
                  <a:pt x="670015" y="6537403"/>
                  <a:pt x="673129" y="6535876"/>
                </a:cubicBezTo>
                <a:cubicBezTo>
                  <a:pt x="675411" y="6534754"/>
                  <a:pt x="677155" y="6532223"/>
                  <a:pt x="678294" y="6529201"/>
                </a:cubicBezTo>
                <a:cubicBezTo>
                  <a:pt x="679432" y="6526180"/>
                  <a:pt x="679965" y="6522667"/>
                  <a:pt x="679824" y="6519578"/>
                </a:cubicBezTo>
                <a:cubicBezTo>
                  <a:pt x="679477" y="6513021"/>
                  <a:pt x="676104" y="6509265"/>
                  <a:pt x="673725" y="6504818"/>
                </a:cubicBezTo>
                <a:cubicBezTo>
                  <a:pt x="671552" y="6500725"/>
                  <a:pt x="666110" y="6496632"/>
                  <a:pt x="664923" y="6490077"/>
                </a:cubicBezTo>
                <a:cubicBezTo>
                  <a:pt x="663877" y="6484244"/>
                  <a:pt x="665693" y="6479698"/>
                  <a:pt x="666334" y="6476164"/>
                </a:cubicBezTo>
                <a:cubicBezTo>
                  <a:pt x="667020" y="6472206"/>
                  <a:pt x="670426" y="6468504"/>
                  <a:pt x="668740" y="6462933"/>
                </a:cubicBezTo>
                <a:cubicBezTo>
                  <a:pt x="667470" y="6458687"/>
                  <a:pt x="662929" y="6455502"/>
                  <a:pt x="659562" y="6452677"/>
                </a:cubicBezTo>
                <a:cubicBezTo>
                  <a:pt x="655441" y="6449226"/>
                  <a:pt x="650679" y="6446568"/>
                  <a:pt x="647208" y="6448209"/>
                </a:cubicBezTo>
                <a:close/>
                <a:moveTo>
                  <a:pt x="279434" y="6412125"/>
                </a:moveTo>
                <a:cubicBezTo>
                  <a:pt x="276000" y="6413782"/>
                  <a:pt x="272447" y="6417202"/>
                  <a:pt x="272266" y="6422698"/>
                </a:cubicBezTo>
                <a:cubicBezTo>
                  <a:pt x="272132" y="6427550"/>
                  <a:pt x="273807" y="6432939"/>
                  <a:pt x="274536" y="6436472"/>
                </a:cubicBezTo>
                <a:cubicBezTo>
                  <a:pt x="275826" y="6442672"/>
                  <a:pt x="280526" y="6447692"/>
                  <a:pt x="282878" y="6453365"/>
                </a:cubicBezTo>
                <a:cubicBezTo>
                  <a:pt x="285381" y="6459410"/>
                  <a:pt x="286129" y="6465958"/>
                  <a:pt x="289331" y="6470969"/>
                </a:cubicBezTo>
                <a:cubicBezTo>
                  <a:pt x="293100" y="6476838"/>
                  <a:pt x="296895" y="6482230"/>
                  <a:pt x="300953" y="6485831"/>
                </a:cubicBezTo>
                <a:cubicBezTo>
                  <a:pt x="307166" y="6491353"/>
                  <a:pt x="314375" y="6494815"/>
                  <a:pt x="318900" y="6492554"/>
                </a:cubicBezTo>
                <a:cubicBezTo>
                  <a:pt x="324204" y="6489911"/>
                  <a:pt x="320844" y="6484435"/>
                  <a:pt x="317123" y="6476863"/>
                </a:cubicBezTo>
                <a:cubicBezTo>
                  <a:pt x="315132" y="6472757"/>
                  <a:pt x="316311" y="6466043"/>
                  <a:pt x="313747" y="6459929"/>
                </a:cubicBezTo>
                <a:cubicBezTo>
                  <a:pt x="311796" y="6455308"/>
                  <a:pt x="307711" y="6451032"/>
                  <a:pt x="306160" y="6445032"/>
                </a:cubicBezTo>
                <a:cubicBezTo>
                  <a:pt x="304780" y="6439679"/>
                  <a:pt x="304337" y="6434937"/>
                  <a:pt x="303103" y="6430707"/>
                </a:cubicBezTo>
                <a:cubicBezTo>
                  <a:pt x="301750" y="6426028"/>
                  <a:pt x="296856" y="6424110"/>
                  <a:pt x="293288" y="6420183"/>
                </a:cubicBezTo>
                <a:lnTo>
                  <a:pt x="293341" y="6420162"/>
                </a:lnTo>
                <a:cubicBezTo>
                  <a:pt x="288865" y="6415235"/>
                  <a:pt x="284194" y="6409830"/>
                  <a:pt x="279434" y="6412125"/>
                </a:cubicBezTo>
                <a:close/>
                <a:moveTo>
                  <a:pt x="782114" y="6409430"/>
                </a:moveTo>
                <a:lnTo>
                  <a:pt x="782136" y="6409483"/>
                </a:lnTo>
                <a:cubicBezTo>
                  <a:pt x="778585" y="6409102"/>
                  <a:pt x="775821" y="6415593"/>
                  <a:pt x="774889" y="6420773"/>
                </a:cubicBezTo>
                <a:cubicBezTo>
                  <a:pt x="774212" y="6424603"/>
                  <a:pt x="776842" y="6428447"/>
                  <a:pt x="777884" y="6432288"/>
                </a:cubicBezTo>
                <a:cubicBezTo>
                  <a:pt x="779489" y="6438266"/>
                  <a:pt x="778630" y="6444849"/>
                  <a:pt x="780345" y="6450564"/>
                </a:cubicBezTo>
                <a:cubicBezTo>
                  <a:pt x="782181" y="6456728"/>
                  <a:pt x="782690" y="6463000"/>
                  <a:pt x="784606" y="6468445"/>
                </a:cubicBezTo>
                <a:cubicBezTo>
                  <a:pt x="786884" y="6474926"/>
                  <a:pt x="787721" y="6481468"/>
                  <a:pt x="789953" y="6486161"/>
                </a:cubicBezTo>
                <a:cubicBezTo>
                  <a:pt x="794131" y="6494854"/>
                  <a:pt x="798888" y="6496891"/>
                  <a:pt x="802520" y="6495495"/>
                </a:cubicBezTo>
                <a:cubicBezTo>
                  <a:pt x="804071" y="6494906"/>
                  <a:pt x="805563" y="6493453"/>
                  <a:pt x="806608" y="6491050"/>
                </a:cubicBezTo>
                <a:cubicBezTo>
                  <a:pt x="807654" y="6488646"/>
                  <a:pt x="808253" y="6485293"/>
                  <a:pt x="808015" y="6480904"/>
                </a:cubicBezTo>
                <a:cubicBezTo>
                  <a:pt x="807764" y="6475493"/>
                  <a:pt x="807194" y="6469152"/>
                  <a:pt x="806130" y="6463045"/>
                </a:cubicBezTo>
                <a:cubicBezTo>
                  <a:pt x="805065" y="6456940"/>
                  <a:pt x="805098" y="6450321"/>
                  <a:pt x="803656" y="6445118"/>
                </a:cubicBezTo>
                <a:cubicBezTo>
                  <a:pt x="802791" y="6442014"/>
                  <a:pt x="796729" y="6434655"/>
                  <a:pt x="793392" y="6426801"/>
                </a:cubicBezTo>
                <a:cubicBezTo>
                  <a:pt x="790056" y="6418947"/>
                  <a:pt x="786822" y="6409898"/>
                  <a:pt x="782114" y="6409430"/>
                </a:cubicBezTo>
                <a:close/>
                <a:moveTo>
                  <a:pt x="915043" y="6376322"/>
                </a:moveTo>
                <a:cubicBezTo>
                  <a:pt x="911364" y="6377301"/>
                  <a:pt x="906694" y="6380961"/>
                  <a:pt x="905553" y="6386320"/>
                </a:cubicBezTo>
                <a:cubicBezTo>
                  <a:pt x="904537" y="6391068"/>
                  <a:pt x="908793" y="6396830"/>
                  <a:pt x="908886" y="6400407"/>
                </a:cubicBezTo>
                <a:cubicBezTo>
                  <a:pt x="909016" y="6406740"/>
                  <a:pt x="905847" y="6413461"/>
                  <a:pt x="907125" y="6419479"/>
                </a:cubicBezTo>
                <a:cubicBezTo>
                  <a:pt x="908465" y="6425878"/>
                  <a:pt x="910799" y="6432117"/>
                  <a:pt x="913047" y="6437613"/>
                </a:cubicBezTo>
                <a:cubicBezTo>
                  <a:pt x="915688" y="6444070"/>
                  <a:pt x="921440" y="6448160"/>
                  <a:pt x="924761" y="6452470"/>
                </a:cubicBezTo>
                <a:cubicBezTo>
                  <a:pt x="929821" y="6459056"/>
                  <a:pt x="934935" y="6466990"/>
                  <a:pt x="939832" y="6465637"/>
                </a:cubicBezTo>
                <a:cubicBezTo>
                  <a:pt x="942683" y="6464841"/>
                  <a:pt x="944452" y="6462200"/>
                  <a:pt x="945228" y="6458738"/>
                </a:cubicBezTo>
                <a:cubicBezTo>
                  <a:pt x="946004" y="6455277"/>
                  <a:pt x="945787" y="6450997"/>
                  <a:pt x="944666" y="6446923"/>
                </a:cubicBezTo>
                <a:cubicBezTo>
                  <a:pt x="943460" y="6442526"/>
                  <a:pt x="937277" y="6438301"/>
                  <a:pt x="935878" y="6431834"/>
                </a:cubicBezTo>
                <a:cubicBezTo>
                  <a:pt x="934801" y="6426916"/>
                  <a:pt x="935141" y="6421044"/>
                  <a:pt x="934728" y="6414858"/>
                </a:cubicBezTo>
                <a:cubicBezTo>
                  <a:pt x="934380" y="6409362"/>
                  <a:pt x="935701" y="6404520"/>
                  <a:pt x="935319" y="6400160"/>
                </a:cubicBezTo>
                <a:cubicBezTo>
                  <a:pt x="934884" y="6395290"/>
                  <a:pt x="930879" y="6392197"/>
                  <a:pt x="928109" y="6387632"/>
                </a:cubicBezTo>
                <a:lnTo>
                  <a:pt x="928087" y="6387578"/>
                </a:lnTo>
                <a:cubicBezTo>
                  <a:pt x="924585" y="6381911"/>
                  <a:pt x="920174" y="6374934"/>
                  <a:pt x="915043" y="6376322"/>
                </a:cubicBezTo>
                <a:close/>
                <a:moveTo>
                  <a:pt x="414168" y="6373876"/>
                </a:moveTo>
                <a:cubicBezTo>
                  <a:pt x="412306" y="6373642"/>
                  <a:pt x="410127" y="6374123"/>
                  <a:pt x="407729" y="6374998"/>
                </a:cubicBezTo>
                <a:lnTo>
                  <a:pt x="407691" y="6374982"/>
                </a:lnTo>
                <a:cubicBezTo>
                  <a:pt x="404142" y="6376281"/>
                  <a:pt x="405761" y="6384123"/>
                  <a:pt x="406065" y="6388672"/>
                </a:cubicBezTo>
                <a:cubicBezTo>
                  <a:pt x="406505" y="6395004"/>
                  <a:pt x="407194" y="6400952"/>
                  <a:pt x="409078" y="6406473"/>
                </a:cubicBezTo>
                <a:cubicBezTo>
                  <a:pt x="411177" y="6412746"/>
                  <a:pt x="411738" y="6419526"/>
                  <a:pt x="414446" y="6424242"/>
                </a:cubicBezTo>
                <a:cubicBezTo>
                  <a:pt x="419036" y="6432266"/>
                  <a:pt x="427985" y="6434423"/>
                  <a:pt x="429254" y="6435928"/>
                </a:cubicBezTo>
                <a:cubicBezTo>
                  <a:pt x="430761" y="6437709"/>
                  <a:pt x="432601" y="6443653"/>
                  <a:pt x="436554" y="6447609"/>
                </a:cubicBezTo>
                <a:cubicBezTo>
                  <a:pt x="440135" y="6451187"/>
                  <a:pt x="442839" y="6454752"/>
                  <a:pt x="447225" y="6453140"/>
                </a:cubicBezTo>
                <a:cubicBezTo>
                  <a:pt x="451862" y="6451457"/>
                  <a:pt x="453212" y="6447601"/>
                  <a:pt x="452179" y="6443321"/>
                </a:cubicBezTo>
                <a:cubicBezTo>
                  <a:pt x="451199" y="6439328"/>
                  <a:pt x="450372" y="6434869"/>
                  <a:pt x="449862" y="6431870"/>
                </a:cubicBezTo>
                <a:cubicBezTo>
                  <a:pt x="448819" y="6425817"/>
                  <a:pt x="443964" y="6420954"/>
                  <a:pt x="442091" y="6416145"/>
                </a:cubicBezTo>
                <a:cubicBezTo>
                  <a:pt x="439819" y="6410285"/>
                  <a:pt x="439863" y="6403538"/>
                  <a:pt x="437116" y="6399336"/>
                </a:cubicBezTo>
                <a:cubicBezTo>
                  <a:pt x="433352" y="6393558"/>
                  <a:pt x="424315" y="6393089"/>
                  <a:pt x="421577" y="6389820"/>
                </a:cubicBezTo>
                <a:cubicBezTo>
                  <a:pt x="419156" y="6386948"/>
                  <a:pt x="420679" y="6380467"/>
                  <a:pt x="418715" y="6377036"/>
                </a:cubicBezTo>
                <a:cubicBezTo>
                  <a:pt x="417578" y="6375056"/>
                  <a:pt x="416031" y="6374109"/>
                  <a:pt x="414168" y="6373876"/>
                </a:cubicBezTo>
                <a:close/>
                <a:moveTo>
                  <a:pt x="1042671" y="6340154"/>
                </a:moveTo>
                <a:lnTo>
                  <a:pt x="1042602" y="6340213"/>
                </a:lnTo>
                <a:cubicBezTo>
                  <a:pt x="1039125" y="6339863"/>
                  <a:pt x="1038467" y="6344495"/>
                  <a:pt x="1036915" y="6349992"/>
                </a:cubicBezTo>
                <a:cubicBezTo>
                  <a:pt x="1035686" y="6354297"/>
                  <a:pt x="1031004" y="6359145"/>
                  <a:pt x="1032090" y="6363093"/>
                </a:cubicBezTo>
                <a:cubicBezTo>
                  <a:pt x="1033694" y="6369072"/>
                  <a:pt x="1037647" y="6374398"/>
                  <a:pt x="1039400" y="6380128"/>
                </a:cubicBezTo>
                <a:cubicBezTo>
                  <a:pt x="1041236" y="6386293"/>
                  <a:pt x="1046607" y="6390975"/>
                  <a:pt x="1048486" y="6396405"/>
                </a:cubicBezTo>
                <a:cubicBezTo>
                  <a:pt x="1050763" y="6402885"/>
                  <a:pt x="1051288" y="6409120"/>
                  <a:pt x="1053557" y="6413829"/>
                </a:cubicBezTo>
                <a:cubicBezTo>
                  <a:pt x="1057735" y="6422521"/>
                  <a:pt x="1060160" y="6427384"/>
                  <a:pt x="1063793" y="6425987"/>
                </a:cubicBezTo>
                <a:cubicBezTo>
                  <a:pt x="1066893" y="6424810"/>
                  <a:pt x="1067969" y="6418760"/>
                  <a:pt x="1067531" y="6409999"/>
                </a:cubicBezTo>
                <a:cubicBezTo>
                  <a:pt x="1067280" y="6404588"/>
                  <a:pt x="1067749" y="6398195"/>
                  <a:pt x="1066684" y="6392089"/>
                </a:cubicBezTo>
                <a:cubicBezTo>
                  <a:pt x="1065635" y="6385945"/>
                  <a:pt x="1066801" y="6379049"/>
                  <a:pt x="1065396" y="6373861"/>
                </a:cubicBezTo>
                <a:cubicBezTo>
                  <a:pt x="1064531" y="6370758"/>
                  <a:pt x="1057076" y="6363876"/>
                  <a:pt x="1053739" y="6356022"/>
                </a:cubicBezTo>
                <a:cubicBezTo>
                  <a:pt x="1050402" y="6348169"/>
                  <a:pt x="1047416" y="6340638"/>
                  <a:pt x="1042671" y="6340154"/>
                </a:cubicBezTo>
                <a:close/>
                <a:moveTo>
                  <a:pt x="546615" y="6338106"/>
                </a:moveTo>
                <a:cubicBezTo>
                  <a:pt x="543139" y="6339658"/>
                  <a:pt x="543892" y="6344925"/>
                  <a:pt x="543598" y="6350374"/>
                </a:cubicBezTo>
                <a:cubicBezTo>
                  <a:pt x="543336" y="6355216"/>
                  <a:pt x="543605" y="6360060"/>
                  <a:pt x="544242" y="6363600"/>
                </a:cubicBezTo>
                <a:cubicBezTo>
                  <a:pt x="545388" y="6369828"/>
                  <a:pt x="545967" y="6376040"/>
                  <a:pt x="548196" y="6381793"/>
                </a:cubicBezTo>
                <a:cubicBezTo>
                  <a:pt x="550539" y="6387904"/>
                  <a:pt x="552779" y="6393840"/>
                  <a:pt x="555875" y="6398896"/>
                </a:cubicBezTo>
                <a:cubicBezTo>
                  <a:pt x="559508" y="6404883"/>
                  <a:pt x="564813" y="6408565"/>
                  <a:pt x="568770" y="6412301"/>
                </a:cubicBezTo>
                <a:cubicBezTo>
                  <a:pt x="574829" y="6417979"/>
                  <a:pt x="580852" y="6424481"/>
                  <a:pt x="585459" y="6422343"/>
                </a:cubicBezTo>
                <a:cubicBezTo>
                  <a:pt x="588144" y="6421102"/>
                  <a:pt x="589018" y="6418593"/>
                  <a:pt x="588778" y="6415437"/>
                </a:cubicBezTo>
                <a:cubicBezTo>
                  <a:pt x="588538" y="6412279"/>
                  <a:pt x="587183" y="6408473"/>
                  <a:pt x="585411" y="6404635"/>
                </a:cubicBezTo>
                <a:cubicBezTo>
                  <a:pt x="583490" y="6400469"/>
                  <a:pt x="583315" y="6394560"/>
                  <a:pt x="580911" y="6388379"/>
                </a:cubicBezTo>
                <a:cubicBezTo>
                  <a:pt x="579082" y="6383677"/>
                  <a:pt x="575483" y="6379296"/>
                  <a:pt x="574077" y="6373267"/>
                </a:cubicBezTo>
                <a:cubicBezTo>
                  <a:pt x="572841" y="6367886"/>
                  <a:pt x="570779" y="6363528"/>
                  <a:pt x="569675" y="6359307"/>
                </a:cubicBezTo>
                <a:cubicBezTo>
                  <a:pt x="568429" y="6354585"/>
                  <a:pt x="565329" y="6351650"/>
                  <a:pt x="561899" y="6347604"/>
                </a:cubicBezTo>
                <a:lnTo>
                  <a:pt x="561824" y="6347573"/>
                </a:lnTo>
                <a:cubicBezTo>
                  <a:pt x="557486" y="6342528"/>
                  <a:pt x="551458" y="6335934"/>
                  <a:pt x="546615" y="6338106"/>
                </a:cubicBezTo>
                <a:close/>
                <a:moveTo>
                  <a:pt x="48805" y="6332760"/>
                </a:moveTo>
                <a:cubicBezTo>
                  <a:pt x="42883" y="6335718"/>
                  <a:pt x="43307" y="6350842"/>
                  <a:pt x="43337" y="6354038"/>
                </a:cubicBezTo>
                <a:lnTo>
                  <a:pt x="43375" y="6354054"/>
                </a:lnTo>
                <a:cubicBezTo>
                  <a:pt x="43434" y="6360137"/>
                  <a:pt x="43953" y="6364379"/>
                  <a:pt x="45749" y="6368845"/>
                </a:cubicBezTo>
                <a:cubicBezTo>
                  <a:pt x="47109" y="6372245"/>
                  <a:pt x="49230" y="6375831"/>
                  <a:pt x="50798" y="6382104"/>
                </a:cubicBezTo>
                <a:cubicBezTo>
                  <a:pt x="52516" y="6388970"/>
                  <a:pt x="55764" y="6393558"/>
                  <a:pt x="56015" y="6397598"/>
                </a:cubicBezTo>
                <a:cubicBezTo>
                  <a:pt x="56382" y="6404208"/>
                  <a:pt x="58072" y="6405977"/>
                  <a:pt x="61615" y="6410911"/>
                </a:cubicBezTo>
                <a:cubicBezTo>
                  <a:pt x="66024" y="6417047"/>
                  <a:pt x="70111" y="6422164"/>
                  <a:pt x="76026" y="6419115"/>
                </a:cubicBezTo>
                <a:cubicBezTo>
                  <a:pt x="78278" y="6417958"/>
                  <a:pt x="80218" y="6416227"/>
                  <a:pt x="81540" y="6414018"/>
                </a:cubicBezTo>
                <a:cubicBezTo>
                  <a:pt x="82864" y="6411808"/>
                  <a:pt x="83570" y="6409119"/>
                  <a:pt x="83356" y="6406045"/>
                </a:cubicBezTo>
                <a:cubicBezTo>
                  <a:pt x="82904" y="6399532"/>
                  <a:pt x="83725" y="6393775"/>
                  <a:pt x="81278" y="6389388"/>
                </a:cubicBezTo>
                <a:cubicBezTo>
                  <a:pt x="78961" y="6385322"/>
                  <a:pt x="72060" y="6382918"/>
                  <a:pt x="70783" y="6376370"/>
                </a:cubicBezTo>
                <a:cubicBezTo>
                  <a:pt x="69645" y="6370542"/>
                  <a:pt x="74592" y="6366645"/>
                  <a:pt x="74869" y="6363135"/>
                </a:cubicBezTo>
                <a:cubicBezTo>
                  <a:pt x="75213" y="6359255"/>
                  <a:pt x="74483" y="6354881"/>
                  <a:pt x="72690" y="6349354"/>
                </a:cubicBezTo>
                <a:cubicBezTo>
                  <a:pt x="71292" y="6345099"/>
                  <a:pt x="68161" y="6339498"/>
                  <a:pt x="64725" y="6336731"/>
                </a:cubicBezTo>
                <a:cubicBezTo>
                  <a:pt x="60518" y="6333378"/>
                  <a:pt x="52216" y="6331050"/>
                  <a:pt x="48805" y="6332760"/>
                </a:cubicBezTo>
                <a:close/>
                <a:moveTo>
                  <a:pt x="675083" y="6301936"/>
                </a:moveTo>
                <a:cubicBezTo>
                  <a:pt x="671531" y="6302084"/>
                  <a:pt x="669568" y="6306347"/>
                  <a:pt x="669368" y="6312100"/>
                </a:cubicBezTo>
                <a:cubicBezTo>
                  <a:pt x="669235" y="6316422"/>
                  <a:pt x="668493" y="6321993"/>
                  <a:pt x="670089" y="6325669"/>
                </a:cubicBezTo>
                <a:cubicBezTo>
                  <a:pt x="672531" y="6331334"/>
                  <a:pt x="677101" y="6336034"/>
                  <a:pt x="679638" y="6341474"/>
                </a:cubicBezTo>
                <a:cubicBezTo>
                  <a:pt x="682327" y="6347288"/>
                  <a:pt x="683655" y="6353504"/>
                  <a:pt x="686333" y="6358606"/>
                </a:cubicBezTo>
                <a:cubicBezTo>
                  <a:pt x="689517" y="6364715"/>
                  <a:pt x="695117" y="6368432"/>
                  <a:pt x="698036" y="6372750"/>
                </a:cubicBezTo>
                <a:cubicBezTo>
                  <a:pt x="703428" y="6380758"/>
                  <a:pt x="706052" y="6387782"/>
                  <a:pt x="709451" y="6385889"/>
                </a:cubicBezTo>
                <a:cubicBezTo>
                  <a:pt x="712339" y="6384268"/>
                  <a:pt x="710161" y="6376812"/>
                  <a:pt x="708418" y="6368211"/>
                </a:cubicBezTo>
                <a:cubicBezTo>
                  <a:pt x="707371" y="6362909"/>
                  <a:pt x="704599" y="6357502"/>
                  <a:pt x="702653" y="6351602"/>
                </a:cubicBezTo>
                <a:cubicBezTo>
                  <a:pt x="700707" y="6345701"/>
                  <a:pt x="701349" y="6338895"/>
                  <a:pt x="699160" y="6333998"/>
                </a:cubicBezTo>
                <a:cubicBezTo>
                  <a:pt x="697830" y="6331053"/>
                  <a:pt x="695257" y="6322326"/>
                  <a:pt x="690844" y="6315038"/>
                </a:cubicBezTo>
                <a:cubicBezTo>
                  <a:pt x="688936" y="6311896"/>
                  <a:pt x="687716" y="6307847"/>
                  <a:pt x="685311" y="6305468"/>
                </a:cubicBezTo>
                <a:cubicBezTo>
                  <a:pt x="682123" y="6302320"/>
                  <a:pt x="677802" y="6301881"/>
                  <a:pt x="675105" y="6301989"/>
                </a:cubicBezTo>
                <a:close/>
                <a:moveTo>
                  <a:pt x="185793" y="6296710"/>
                </a:moveTo>
                <a:cubicBezTo>
                  <a:pt x="180896" y="6297223"/>
                  <a:pt x="178044" y="6299389"/>
                  <a:pt x="177348" y="6306748"/>
                </a:cubicBezTo>
                <a:cubicBezTo>
                  <a:pt x="176892" y="6311420"/>
                  <a:pt x="176836" y="6317145"/>
                  <a:pt x="177605" y="6323216"/>
                </a:cubicBezTo>
                <a:cubicBezTo>
                  <a:pt x="178261" y="6328399"/>
                  <a:pt x="182270" y="6333174"/>
                  <a:pt x="183587" y="6338678"/>
                </a:cubicBezTo>
                <a:cubicBezTo>
                  <a:pt x="184876" y="6344037"/>
                  <a:pt x="186814" y="6349006"/>
                  <a:pt x="188540" y="6354063"/>
                </a:cubicBezTo>
                <a:cubicBezTo>
                  <a:pt x="190409" y="6359621"/>
                  <a:pt x="191068" y="6365115"/>
                  <a:pt x="193227" y="6369557"/>
                </a:cubicBezTo>
                <a:cubicBezTo>
                  <a:pt x="195848" y="6374900"/>
                  <a:pt x="204619" y="6382332"/>
                  <a:pt x="209202" y="6379300"/>
                </a:cubicBezTo>
                <a:cubicBezTo>
                  <a:pt x="211826" y="6377569"/>
                  <a:pt x="215154" y="6373214"/>
                  <a:pt x="214898" y="6368023"/>
                </a:cubicBezTo>
                <a:lnTo>
                  <a:pt x="215005" y="6367978"/>
                </a:lnTo>
                <a:cubicBezTo>
                  <a:pt x="214734" y="6363354"/>
                  <a:pt x="211992" y="6357873"/>
                  <a:pt x="210865" y="6351917"/>
                </a:cubicBezTo>
                <a:cubicBezTo>
                  <a:pt x="209905" y="6346828"/>
                  <a:pt x="210335" y="6340950"/>
                  <a:pt x="208917" y="6335581"/>
                </a:cubicBezTo>
                <a:cubicBezTo>
                  <a:pt x="207468" y="6330286"/>
                  <a:pt x="202293" y="6326085"/>
                  <a:pt x="200573" y="6321119"/>
                </a:cubicBezTo>
                <a:cubicBezTo>
                  <a:pt x="198630" y="6315529"/>
                  <a:pt x="199057" y="6309341"/>
                  <a:pt x="196963" y="6305059"/>
                </a:cubicBezTo>
                <a:cubicBezTo>
                  <a:pt x="193353" y="6297754"/>
                  <a:pt x="188879" y="6296410"/>
                  <a:pt x="185793" y="6296710"/>
                </a:cubicBezTo>
                <a:close/>
                <a:moveTo>
                  <a:pt x="801724" y="6268228"/>
                </a:moveTo>
                <a:cubicBezTo>
                  <a:pt x="797169" y="6270034"/>
                  <a:pt x="793939" y="6274474"/>
                  <a:pt x="795227" y="6281735"/>
                </a:cubicBezTo>
                <a:cubicBezTo>
                  <a:pt x="796083" y="6286337"/>
                  <a:pt x="797003" y="6292472"/>
                  <a:pt x="799407" y="6298122"/>
                </a:cubicBezTo>
                <a:cubicBezTo>
                  <a:pt x="801462" y="6302919"/>
                  <a:pt x="805277" y="6307523"/>
                  <a:pt x="808033" y="6312437"/>
                </a:cubicBezTo>
                <a:cubicBezTo>
                  <a:pt x="810710" y="6317229"/>
                  <a:pt x="817299" y="6319634"/>
                  <a:pt x="820315" y="6324037"/>
                </a:cubicBezTo>
                <a:cubicBezTo>
                  <a:pt x="823633" y="6328877"/>
                  <a:pt x="826436" y="6333367"/>
                  <a:pt x="829734" y="6337093"/>
                </a:cubicBezTo>
                <a:cubicBezTo>
                  <a:pt x="831592" y="6339197"/>
                  <a:pt x="834449" y="6341764"/>
                  <a:pt x="838345" y="6343220"/>
                </a:cubicBezTo>
                <a:cubicBezTo>
                  <a:pt x="842730" y="6344880"/>
                  <a:pt x="846091" y="6345714"/>
                  <a:pt x="847990" y="6343502"/>
                </a:cubicBezTo>
                <a:cubicBezTo>
                  <a:pt x="850059" y="6341096"/>
                  <a:pt x="849722" y="6335782"/>
                  <a:pt x="848040" y="6330832"/>
                </a:cubicBezTo>
                <a:lnTo>
                  <a:pt x="848002" y="6330817"/>
                </a:lnTo>
                <a:cubicBezTo>
                  <a:pt x="846561" y="6326454"/>
                  <a:pt x="844981" y="6320839"/>
                  <a:pt x="842300" y="6315427"/>
                </a:cubicBezTo>
                <a:cubicBezTo>
                  <a:pt x="840016" y="6310756"/>
                  <a:pt x="833407" y="6308076"/>
                  <a:pt x="830587" y="6303313"/>
                </a:cubicBezTo>
                <a:cubicBezTo>
                  <a:pt x="827789" y="6298603"/>
                  <a:pt x="829329" y="6291023"/>
                  <a:pt x="826357" y="6286728"/>
                </a:cubicBezTo>
                <a:cubicBezTo>
                  <a:pt x="822964" y="6281857"/>
                  <a:pt x="814884" y="6281214"/>
                  <a:pt x="811726" y="6277680"/>
                </a:cubicBezTo>
                <a:cubicBezTo>
                  <a:pt x="806279" y="6271595"/>
                  <a:pt x="804589" y="6267084"/>
                  <a:pt x="801724" y="6268228"/>
                </a:cubicBezTo>
                <a:close/>
                <a:moveTo>
                  <a:pt x="310131" y="6255846"/>
                </a:moveTo>
                <a:cubicBezTo>
                  <a:pt x="304209" y="6258804"/>
                  <a:pt x="308456" y="6273451"/>
                  <a:pt x="308486" y="6276647"/>
                </a:cubicBezTo>
                <a:lnTo>
                  <a:pt x="308539" y="6276626"/>
                </a:lnTo>
                <a:cubicBezTo>
                  <a:pt x="308598" y="6282708"/>
                  <a:pt x="304496" y="6287225"/>
                  <a:pt x="306292" y="6291692"/>
                </a:cubicBezTo>
                <a:cubicBezTo>
                  <a:pt x="307651" y="6295091"/>
                  <a:pt x="310664" y="6298342"/>
                  <a:pt x="312232" y="6304615"/>
                </a:cubicBezTo>
                <a:cubicBezTo>
                  <a:pt x="313934" y="6311519"/>
                  <a:pt x="313400" y="6316381"/>
                  <a:pt x="313652" y="6320421"/>
                </a:cubicBezTo>
                <a:cubicBezTo>
                  <a:pt x="314020" y="6327032"/>
                  <a:pt x="319392" y="6328442"/>
                  <a:pt x="322936" y="6333375"/>
                </a:cubicBezTo>
                <a:cubicBezTo>
                  <a:pt x="324933" y="6336202"/>
                  <a:pt x="326813" y="6339201"/>
                  <a:pt x="329721" y="6341435"/>
                </a:cubicBezTo>
                <a:cubicBezTo>
                  <a:pt x="333129" y="6344057"/>
                  <a:pt x="336795" y="6348909"/>
                  <a:pt x="339993" y="6347286"/>
                </a:cubicBezTo>
                <a:cubicBezTo>
                  <a:pt x="342253" y="6346111"/>
                  <a:pt x="343996" y="6342950"/>
                  <a:pt x="345122" y="6339314"/>
                </a:cubicBezTo>
                <a:cubicBezTo>
                  <a:pt x="346247" y="6335679"/>
                  <a:pt x="346754" y="6331569"/>
                  <a:pt x="346540" y="6328494"/>
                </a:cubicBezTo>
                <a:cubicBezTo>
                  <a:pt x="346050" y="6321965"/>
                  <a:pt x="341999" y="6317925"/>
                  <a:pt x="339551" y="6313539"/>
                </a:cubicBezTo>
                <a:cubicBezTo>
                  <a:pt x="337287" y="6309451"/>
                  <a:pt x="333980" y="6305324"/>
                  <a:pt x="332703" y="6298775"/>
                </a:cubicBezTo>
                <a:cubicBezTo>
                  <a:pt x="331549" y="6292986"/>
                  <a:pt x="335036" y="6289095"/>
                  <a:pt x="335564" y="6285514"/>
                </a:cubicBezTo>
                <a:cubicBezTo>
                  <a:pt x="336174" y="6281525"/>
                  <a:pt x="332250" y="6278554"/>
                  <a:pt x="330456" y="6273027"/>
                </a:cubicBezTo>
                <a:cubicBezTo>
                  <a:pt x="329042" y="6268810"/>
                  <a:pt x="329422" y="6261893"/>
                  <a:pt x="325986" y="6259127"/>
                </a:cubicBezTo>
                <a:cubicBezTo>
                  <a:pt x="321780" y="6255773"/>
                  <a:pt x="313542" y="6254136"/>
                  <a:pt x="310131" y="6255846"/>
                </a:cubicBezTo>
                <a:close/>
                <a:moveTo>
                  <a:pt x="935776" y="6225376"/>
                </a:moveTo>
                <a:cubicBezTo>
                  <a:pt x="932271" y="6225411"/>
                  <a:pt x="929515" y="6230094"/>
                  <a:pt x="928433" y="6235521"/>
                </a:cubicBezTo>
                <a:cubicBezTo>
                  <a:pt x="927583" y="6239764"/>
                  <a:pt x="926182" y="6245324"/>
                  <a:pt x="927678" y="6249134"/>
                </a:cubicBezTo>
                <a:cubicBezTo>
                  <a:pt x="929960" y="6254866"/>
                  <a:pt x="936280" y="6258972"/>
                  <a:pt x="938603" y="6264500"/>
                </a:cubicBezTo>
                <a:cubicBezTo>
                  <a:pt x="941117" y="6270417"/>
                  <a:pt x="940615" y="6277415"/>
                  <a:pt x="943118" y="6282620"/>
                </a:cubicBezTo>
                <a:cubicBezTo>
                  <a:pt x="946089" y="6288817"/>
                  <a:pt x="951047" y="6293326"/>
                  <a:pt x="953827" y="6297762"/>
                </a:cubicBezTo>
                <a:cubicBezTo>
                  <a:pt x="958922" y="6305955"/>
                  <a:pt x="964821" y="6313600"/>
                  <a:pt x="968263" y="6311813"/>
                </a:cubicBezTo>
                <a:cubicBezTo>
                  <a:pt x="971195" y="6310300"/>
                  <a:pt x="971649" y="6300144"/>
                  <a:pt x="970234" y="6291503"/>
                </a:cubicBezTo>
                <a:cubicBezTo>
                  <a:pt x="969367" y="6286187"/>
                  <a:pt x="967441" y="6280029"/>
                  <a:pt x="965692" y="6274079"/>
                </a:cubicBezTo>
                <a:cubicBezTo>
                  <a:pt x="963960" y="6268091"/>
                  <a:pt x="961629" y="6262162"/>
                  <a:pt x="959636" y="6257215"/>
                </a:cubicBezTo>
                <a:cubicBezTo>
                  <a:pt x="958413" y="6254227"/>
                  <a:pt x="954252" y="6246337"/>
                  <a:pt x="950069" y="6238925"/>
                </a:cubicBezTo>
                <a:cubicBezTo>
                  <a:pt x="945884" y="6231512"/>
                  <a:pt x="940528" y="6225421"/>
                  <a:pt x="935798" y="6225429"/>
                </a:cubicBezTo>
                <a:close/>
                <a:moveTo>
                  <a:pt x="444771" y="6218546"/>
                </a:moveTo>
                <a:cubicBezTo>
                  <a:pt x="440470" y="6218690"/>
                  <a:pt x="433913" y="6223903"/>
                  <a:pt x="432519" y="6229023"/>
                </a:cubicBezTo>
                <a:cubicBezTo>
                  <a:pt x="431359" y="6233269"/>
                  <a:pt x="434428" y="6237119"/>
                  <a:pt x="436911" y="6241741"/>
                </a:cubicBezTo>
                <a:cubicBezTo>
                  <a:pt x="438643" y="6244987"/>
                  <a:pt x="442495" y="6248237"/>
                  <a:pt x="443978" y="6253236"/>
                </a:cubicBezTo>
                <a:cubicBezTo>
                  <a:pt x="445140" y="6257215"/>
                  <a:pt x="443609" y="6261395"/>
                  <a:pt x="444138" y="6264668"/>
                </a:cubicBezTo>
                <a:cubicBezTo>
                  <a:pt x="444812" y="6268752"/>
                  <a:pt x="446864" y="6272398"/>
                  <a:pt x="446644" y="6275666"/>
                </a:cubicBezTo>
                <a:cubicBezTo>
                  <a:pt x="446353" y="6279524"/>
                  <a:pt x="442697" y="6282768"/>
                  <a:pt x="442382" y="6286262"/>
                </a:cubicBezTo>
                <a:cubicBezTo>
                  <a:pt x="442067" y="6289756"/>
                  <a:pt x="445123" y="6292584"/>
                  <a:pt x="447159" y="6296267"/>
                </a:cubicBezTo>
                <a:cubicBezTo>
                  <a:pt x="450899" y="6303051"/>
                  <a:pt x="457133" y="6309157"/>
                  <a:pt x="462395" y="6307248"/>
                </a:cubicBezTo>
                <a:cubicBezTo>
                  <a:pt x="466231" y="6305892"/>
                  <a:pt x="472464" y="6301561"/>
                  <a:pt x="473737" y="6293250"/>
                </a:cubicBezTo>
                <a:cubicBezTo>
                  <a:pt x="474535" y="6287969"/>
                  <a:pt x="473566" y="6281106"/>
                  <a:pt x="473161" y="6274481"/>
                </a:cubicBezTo>
                <a:cubicBezTo>
                  <a:pt x="472788" y="6268621"/>
                  <a:pt x="466903" y="6263370"/>
                  <a:pt x="465443" y="6257364"/>
                </a:cubicBezTo>
                <a:cubicBezTo>
                  <a:pt x="464005" y="6251411"/>
                  <a:pt x="465067" y="6244868"/>
                  <a:pt x="462446" y="6239526"/>
                </a:cubicBezTo>
                <a:cubicBezTo>
                  <a:pt x="461113" y="6236801"/>
                  <a:pt x="458572" y="6232110"/>
                  <a:pt x="455468" y="6228025"/>
                </a:cubicBezTo>
                <a:cubicBezTo>
                  <a:pt x="452445" y="6224061"/>
                  <a:pt x="448950" y="6218484"/>
                  <a:pt x="444777" y="6218637"/>
                </a:cubicBezTo>
                <a:close/>
                <a:moveTo>
                  <a:pt x="67056" y="6190901"/>
                </a:moveTo>
                <a:cubicBezTo>
                  <a:pt x="62990" y="6192381"/>
                  <a:pt x="62822" y="6201111"/>
                  <a:pt x="63083" y="6206394"/>
                </a:cubicBezTo>
                <a:cubicBezTo>
                  <a:pt x="63322" y="6210783"/>
                  <a:pt x="65427" y="6212505"/>
                  <a:pt x="68541" y="6216462"/>
                </a:cubicBezTo>
                <a:cubicBezTo>
                  <a:pt x="70698" y="6219223"/>
                  <a:pt x="69531" y="6225279"/>
                  <a:pt x="72449" y="6229596"/>
                </a:cubicBezTo>
                <a:cubicBezTo>
                  <a:pt x="77689" y="6237231"/>
                  <a:pt x="82293" y="6241635"/>
                  <a:pt x="83682" y="6247390"/>
                </a:cubicBezTo>
                <a:cubicBezTo>
                  <a:pt x="84611" y="6251185"/>
                  <a:pt x="87448" y="6254010"/>
                  <a:pt x="88688" y="6257270"/>
                </a:cubicBezTo>
                <a:cubicBezTo>
                  <a:pt x="89929" y="6260532"/>
                  <a:pt x="91549" y="6262360"/>
                  <a:pt x="94552" y="6265210"/>
                </a:cubicBezTo>
                <a:cubicBezTo>
                  <a:pt x="97070" y="6267636"/>
                  <a:pt x="99173" y="6270418"/>
                  <a:pt x="102587" y="6271759"/>
                </a:cubicBezTo>
                <a:cubicBezTo>
                  <a:pt x="106730" y="6273363"/>
                  <a:pt x="111299" y="6276382"/>
                  <a:pt x="113713" y="6274519"/>
                </a:cubicBezTo>
                <a:cubicBezTo>
                  <a:pt x="116947" y="6272070"/>
                  <a:pt x="117320" y="6263693"/>
                  <a:pt x="115998" y="6255356"/>
                </a:cubicBezTo>
                <a:cubicBezTo>
                  <a:pt x="115169" y="6250056"/>
                  <a:pt x="114667" y="6243345"/>
                  <a:pt x="112263" y="6237165"/>
                </a:cubicBezTo>
                <a:cubicBezTo>
                  <a:pt x="110128" y="6231716"/>
                  <a:pt x="106143" y="6226465"/>
                  <a:pt x="102923" y="6221180"/>
                </a:cubicBezTo>
                <a:cubicBezTo>
                  <a:pt x="99762" y="6215966"/>
                  <a:pt x="96172" y="6210615"/>
                  <a:pt x="92049" y="6206323"/>
                </a:cubicBezTo>
                <a:cubicBezTo>
                  <a:pt x="89966" y="6204124"/>
                  <a:pt x="83561" y="6203386"/>
                  <a:pt x="79460" y="6200519"/>
                </a:cubicBezTo>
                <a:cubicBezTo>
                  <a:pt x="75361" y="6197651"/>
                  <a:pt x="71037" y="6189518"/>
                  <a:pt x="67093" y="6190916"/>
                </a:cubicBezTo>
                <a:close/>
                <a:moveTo>
                  <a:pt x="1063483" y="6189860"/>
                </a:moveTo>
                <a:cubicBezTo>
                  <a:pt x="1060051" y="6191517"/>
                  <a:pt x="1056025" y="6195535"/>
                  <a:pt x="1055882" y="6201047"/>
                </a:cubicBezTo>
                <a:cubicBezTo>
                  <a:pt x="1055748" y="6205899"/>
                  <a:pt x="1061741" y="6210577"/>
                  <a:pt x="1062432" y="6214094"/>
                </a:cubicBezTo>
                <a:cubicBezTo>
                  <a:pt x="1063722" y="6220295"/>
                  <a:pt x="1062849" y="6226915"/>
                  <a:pt x="1065200" y="6232586"/>
                </a:cubicBezTo>
                <a:cubicBezTo>
                  <a:pt x="1067704" y="6238633"/>
                  <a:pt x="1072459" y="6243101"/>
                  <a:pt x="1075676" y="6248074"/>
                </a:cubicBezTo>
                <a:cubicBezTo>
                  <a:pt x="1079447" y="6253944"/>
                  <a:pt x="1080974" y="6260950"/>
                  <a:pt x="1085031" y="6264552"/>
                </a:cubicBezTo>
                <a:cubicBezTo>
                  <a:pt x="1091245" y="6270073"/>
                  <a:pt x="1099012" y="6273680"/>
                  <a:pt x="1103575" y="6271436"/>
                </a:cubicBezTo>
                <a:cubicBezTo>
                  <a:pt x="1106227" y="6270115"/>
                  <a:pt x="1107755" y="6267416"/>
                  <a:pt x="1108155" y="6264101"/>
                </a:cubicBezTo>
                <a:cubicBezTo>
                  <a:pt x="1108555" y="6260786"/>
                  <a:pt x="1107826" y="6256855"/>
                  <a:pt x="1105966" y="6253070"/>
                </a:cubicBezTo>
                <a:cubicBezTo>
                  <a:pt x="1103976" y="6248963"/>
                  <a:pt x="1098548" y="6245363"/>
                  <a:pt x="1095985" y="6239248"/>
                </a:cubicBezTo>
                <a:cubicBezTo>
                  <a:pt x="1094033" y="6234628"/>
                  <a:pt x="1092599" y="6229296"/>
                  <a:pt x="1091049" y="6223296"/>
                </a:cubicBezTo>
                <a:cubicBezTo>
                  <a:pt x="1089668" y="6217942"/>
                  <a:pt x="1086838" y="6213837"/>
                  <a:pt x="1085627" y="6209660"/>
                </a:cubicBezTo>
                <a:cubicBezTo>
                  <a:pt x="1084274" y="6204981"/>
                  <a:pt x="1083123" y="6200873"/>
                  <a:pt x="1079571" y="6196909"/>
                </a:cubicBezTo>
                <a:lnTo>
                  <a:pt x="1079495" y="6196877"/>
                </a:lnTo>
                <a:cubicBezTo>
                  <a:pt x="1075021" y="6191951"/>
                  <a:pt x="1068244" y="6187565"/>
                  <a:pt x="1063483" y="6189860"/>
                </a:cubicBezTo>
                <a:close/>
                <a:moveTo>
                  <a:pt x="583472" y="6189272"/>
                </a:moveTo>
                <a:cubicBezTo>
                  <a:pt x="579709" y="6189288"/>
                  <a:pt x="579564" y="6194489"/>
                  <a:pt x="578303" y="6198869"/>
                </a:cubicBezTo>
                <a:cubicBezTo>
                  <a:pt x="576591" y="6204962"/>
                  <a:pt x="571073" y="6210433"/>
                  <a:pt x="570932" y="6216255"/>
                </a:cubicBezTo>
                <a:cubicBezTo>
                  <a:pt x="570807" y="6222880"/>
                  <a:pt x="574474" y="6229103"/>
                  <a:pt x="575415" y="6234449"/>
                </a:cubicBezTo>
                <a:cubicBezTo>
                  <a:pt x="577028" y="6243571"/>
                  <a:pt x="582593" y="6248953"/>
                  <a:pt x="583281" y="6250790"/>
                </a:cubicBezTo>
                <a:cubicBezTo>
                  <a:pt x="584048" y="6252968"/>
                  <a:pt x="582474" y="6259781"/>
                  <a:pt x="584858" y="6264849"/>
                </a:cubicBezTo>
                <a:cubicBezTo>
                  <a:pt x="587024" y="6269382"/>
                  <a:pt x="589343" y="6269646"/>
                  <a:pt x="594035" y="6269621"/>
                </a:cubicBezTo>
                <a:cubicBezTo>
                  <a:pt x="598894" y="6269623"/>
                  <a:pt x="603065" y="6269159"/>
                  <a:pt x="603644" y="6265245"/>
                </a:cubicBezTo>
                <a:cubicBezTo>
                  <a:pt x="604199" y="6261497"/>
                  <a:pt x="601196" y="6256746"/>
                  <a:pt x="601761" y="6253710"/>
                </a:cubicBezTo>
                <a:cubicBezTo>
                  <a:pt x="602853" y="6247624"/>
                  <a:pt x="599542" y="6241815"/>
                  <a:pt x="599401" y="6236671"/>
                </a:cubicBezTo>
                <a:cubicBezTo>
                  <a:pt x="599277" y="6230428"/>
                  <a:pt x="599000" y="6225183"/>
                  <a:pt x="597870" y="6220287"/>
                </a:cubicBezTo>
                <a:cubicBezTo>
                  <a:pt x="596293" y="6213613"/>
                  <a:pt x="594907" y="6208167"/>
                  <a:pt x="593451" y="6204154"/>
                </a:cubicBezTo>
                <a:cubicBezTo>
                  <a:pt x="592171" y="6200567"/>
                  <a:pt x="594003" y="6195983"/>
                  <a:pt x="593048" y="6192886"/>
                </a:cubicBezTo>
                <a:cubicBezTo>
                  <a:pt x="591977" y="6189430"/>
                  <a:pt x="588512" y="6189261"/>
                  <a:pt x="583472" y="6189272"/>
                </a:cubicBezTo>
                <a:close/>
                <a:moveTo>
                  <a:pt x="212636" y="6153851"/>
                </a:moveTo>
                <a:cubicBezTo>
                  <a:pt x="207866" y="6154904"/>
                  <a:pt x="206971" y="6158729"/>
                  <a:pt x="207098" y="6166123"/>
                </a:cubicBezTo>
                <a:cubicBezTo>
                  <a:pt x="207156" y="6170834"/>
                  <a:pt x="206761" y="6176418"/>
                  <a:pt x="208200" y="6182370"/>
                </a:cubicBezTo>
                <a:cubicBezTo>
                  <a:pt x="209433" y="6187442"/>
                  <a:pt x="213081" y="6192021"/>
                  <a:pt x="215006" y="6197339"/>
                </a:cubicBezTo>
                <a:cubicBezTo>
                  <a:pt x="216905" y="6202510"/>
                  <a:pt x="216934" y="6208449"/>
                  <a:pt x="219194" y="6213286"/>
                </a:cubicBezTo>
                <a:cubicBezTo>
                  <a:pt x="221702" y="6218582"/>
                  <a:pt x="226663" y="6222031"/>
                  <a:pt x="229318" y="6226239"/>
                </a:cubicBezTo>
                <a:cubicBezTo>
                  <a:pt x="230846" y="6228603"/>
                  <a:pt x="231817" y="6233565"/>
                  <a:pt x="235380" y="6235499"/>
                </a:cubicBezTo>
                <a:cubicBezTo>
                  <a:pt x="239378" y="6237661"/>
                  <a:pt x="243676" y="6237206"/>
                  <a:pt x="245909" y="6235356"/>
                </a:cubicBezTo>
                <a:cubicBezTo>
                  <a:pt x="248335" y="6233364"/>
                  <a:pt x="248332" y="6228411"/>
                  <a:pt x="247478" y="6223278"/>
                </a:cubicBezTo>
                <a:lnTo>
                  <a:pt x="247425" y="6223300"/>
                </a:lnTo>
                <a:cubicBezTo>
                  <a:pt x="246684" y="6218744"/>
                  <a:pt x="247822" y="6212544"/>
                  <a:pt x="246049" y="6206760"/>
                </a:cubicBezTo>
                <a:cubicBezTo>
                  <a:pt x="244548" y="6201798"/>
                  <a:pt x="240904" y="6197000"/>
                  <a:pt x="238900" y="6191870"/>
                </a:cubicBezTo>
                <a:cubicBezTo>
                  <a:pt x="236896" y="6186742"/>
                  <a:pt x="235754" y="6181134"/>
                  <a:pt x="233502" y="6176387"/>
                </a:cubicBezTo>
                <a:cubicBezTo>
                  <a:pt x="230934" y="6171022"/>
                  <a:pt x="228356" y="6165786"/>
                  <a:pt x="225788" y="6161793"/>
                </a:cubicBezTo>
                <a:cubicBezTo>
                  <a:pt x="221384" y="6154906"/>
                  <a:pt x="215661" y="6153172"/>
                  <a:pt x="212636" y="6153851"/>
                </a:cubicBezTo>
                <a:close/>
                <a:moveTo>
                  <a:pt x="705190" y="6147489"/>
                </a:moveTo>
                <a:lnTo>
                  <a:pt x="705137" y="6147511"/>
                </a:lnTo>
                <a:cubicBezTo>
                  <a:pt x="700866" y="6148110"/>
                  <a:pt x="698736" y="6155619"/>
                  <a:pt x="697916" y="6160846"/>
                </a:cubicBezTo>
                <a:cubicBezTo>
                  <a:pt x="697239" y="6165206"/>
                  <a:pt x="699597" y="6167697"/>
                  <a:pt x="701483" y="6172158"/>
                </a:cubicBezTo>
                <a:cubicBezTo>
                  <a:pt x="702840" y="6175247"/>
                  <a:pt x="702645" y="6179719"/>
                  <a:pt x="704647" y="6184537"/>
                </a:cubicBezTo>
                <a:cubicBezTo>
                  <a:pt x="708161" y="6193129"/>
                  <a:pt x="707536" y="6199368"/>
                  <a:pt x="707711" y="6205277"/>
                </a:cubicBezTo>
                <a:cubicBezTo>
                  <a:pt x="707827" y="6209218"/>
                  <a:pt x="711048" y="6212601"/>
                  <a:pt x="711702" y="6216103"/>
                </a:cubicBezTo>
                <a:cubicBezTo>
                  <a:pt x="712355" y="6219605"/>
                  <a:pt x="712945" y="6222416"/>
                  <a:pt x="715310" y="6225839"/>
                </a:cubicBezTo>
                <a:cubicBezTo>
                  <a:pt x="717329" y="6228719"/>
                  <a:pt x="719666" y="6231157"/>
                  <a:pt x="722821" y="6233010"/>
                </a:cubicBezTo>
                <a:cubicBezTo>
                  <a:pt x="726584" y="6235205"/>
                  <a:pt x="729469" y="6236546"/>
                  <a:pt x="732230" y="6235227"/>
                </a:cubicBezTo>
                <a:cubicBezTo>
                  <a:pt x="734061" y="6234335"/>
                  <a:pt x="734673" y="6232480"/>
                  <a:pt x="734880" y="6229797"/>
                </a:cubicBezTo>
                <a:cubicBezTo>
                  <a:pt x="735087" y="6227114"/>
                  <a:pt x="734889" y="6223604"/>
                  <a:pt x="735102" y="6219405"/>
                </a:cubicBezTo>
                <a:cubicBezTo>
                  <a:pt x="735365" y="6214032"/>
                  <a:pt x="736647" y="6208334"/>
                  <a:pt x="735553" y="6201773"/>
                </a:cubicBezTo>
                <a:cubicBezTo>
                  <a:pt x="734618" y="6195987"/>
                  <a:pt x="732270" y="6190626"/>
                  <a:pt x="730202" y="6184807"/>
                </a:cubicBezTo>
                <a:cubicBezTo>
                  <a:pt x="728155" y="6179041"/>
                  <a:pt x="730458" y="6171118"/>
                  <a:pt x="727309" y="6166084"/>
                </a:cubicBezTo>
                <a:cubicBezTo>
                  <a:pt x="725732" y="6163523"/>
                  <a:pt x="720315" y="6160635"/>
                  <a:pt x="716797" y="6156905"/>
                </a:cubicBezTo>
                <a:cubicBezTo>
                  <a:pt x="713375" y="6153261"/>
                  <a:pt x="709317" y="6146917"/>
                  <a:pt x="705190" y="6147489"/>
                </a:cubicBezTo>
                <a:close/>
                <a:moveTo>
                  <a:pt x="333638" y="6116100"/>
                </a:moveTo>
                <a:cubicBezTo>
                  <a:pt x="330242" y="6117773"/>
                  <a:pt x="332194" y="6125135"/>
                  <a:pt x="332120" y="6130587"/>
                </a:cubicBezTo>
                <a:cubicBezTo>
                  <a:pt x="332023" y="6135455"/>
                  <a:pt x="329215" y="6141000"/>
                  <a:pt x="329960" y="6144496"/>
                </a:cubicBezTo>
                <a:cubicBezTo>
                  <a:pt x="331320" y="6150636"/>
                  <a:pt x="335642" y="6156029"/>
                  <a:pt x="338031" y="6161717"/>
                </a:cubicBezTo>
                <a:cubicBezTo>
                  <a:pt x="340589" y="6167741"/>
                  <a:pt x="341237" y="6174734"/>
                  <a:pt x="344508" y="6179686"/>
                </a:cubicBezTo>
                <a:cubicBezTo>
                  <a:pt x="348348" y="6185495"/>
                  <a:pt x="353262" y="6190428"/>
                  <a:pt x="357336" y="6193992"/>
                </a:cubicBezTo>
                <a:cubicBezTo>
                  <a:pt x="363581" y="6199438"/>
                  <a:pt x="370101" y="6199692"/>
                  <a:pt x="374642" y="6197394"/>
                </a:cubicBezTo>
                <a:cubicBezTo>
                  <a:pt x="377282" y="6196047"/>
                  <a:pt x="378123" y="6194619"/>
                  <a:pt x="377828" y="6192582"/>
                </a:cubicBezTo>
                <a:cubicBezTo>
                  <a:pt x="377533" y="6190546"/>
                  <a:pt x="376100" y="6187901"/>
                  <a:pt x="374195" y="6184118"/>
                </a:cubicBezTo>
                <a:cubicBezTo>
                  <a:pt x="372151" y="6180034"/>
                  <a:pt x="370044" y="6174729"/>
                  <a:pt x="367427" y="6168636"/>
                </a:cubicBezTo>
                <a:cubicBezTo>
                  <a:pt x="365421" y="6164037"/>
                  <a:pt x="364500" y="6158434"/>
                  <a:pt x="362896" y="6152455"/>
                </a:cubicBezTo>
                <a:cubicBezTo>
                  <a:pt x="361463" y="6147123"/>
                  <a:pt x="363020" y="6141718"/>
                  <a:pt x="361772" y="6137525"/>
                </a:cubicBezTo>
                <a:cubicBezTo>
                  <a:pt x="360382" y="6132830"/>
                  <a:pt x="354656" y="6130255"/>
                  <a:pt x="351035" y="6126350"/>
                </a:cubicBezTo>
                <a:lnTo>
                  <a:pt x="351073" y="6126366"/>
                </a:lnTo>
                <a:cubicBezTo>
                  <a:pt x="346544" y="6121462"/>
                  <a:pt x="338415" y="6113767"/>
                  <a:pt x="333638" y="6116100"/>
                </a:cubicBezTo>
                <a:close/>
                <a:moveTo>
                  <a:pt x="833425" y="6111663"/>
                </a:moveTo>
                <a:cubicBezTo>
                  <a:pt x="827488" y="6114658"/>
                  <a:pt x="827088" y="6129216"/>
                  <a:pt x="827119" y="6132413"/>
                </a:cubicBezTo>
                <a:lnTo>
                  <a:pt x="827210" y="6132407"/>
                </a:lnTo>
                <a:cubicBezTo>
                  <a:pt x="827269" y="6138489"/>
                  <a:pt x="829866" y="6142098"/>
                  <a:pt x="831661" y="6146564"/>
                </a:cubicBezTo>
                <a:cubicBezTo>
                  <a:pt x="833021" y="6149963"/>
                  <a:pt x="833898" y="6154090"/>
                  <a:pt x="835467" y="6160364"/>
                </a:cubicBezTo>
                <a:cubicBezTo>
                  <a:pt x="837185" y="6167230"/>
                  <a:pt x="837598" y="6172045"/>
                  <a:pt x="837850" y="6176086"/>
                </a:cubicBezTo>
                <a:cubicBezTo>
                  <a:pt x="838232" y="6182658"/>
                  <a:pt x="842137" y="6184515"/>
                  <a:pt x="845682" y="6189449"/>
                </a:cubicBezTo>
                <a:cubicBezTo>
                  <a:pt x="850091" y="6195585"/>
                  <a:pt x="854637" y="6200762"/>
                  <a:pt x="860554" y="6197712"/>
                </a:cubicBezTo>
                <a:cubicBezTo>
                  <a:pt x="865057" y="6195399"/>
                  <a:pt x="866983" y="6190589"/>
                  <a:pt x="866555" y="6184440"/>
                </a:cubicBezTo>
                <a:cubicBezTo>
                  <a:pt x="866103" y="6177927"/>
                  <a:pt x="867717" y="6172280"/>
                  <a:pt x="865269" y="6167895"/>
                </a:cubicBezTo>
                <a:cubicBezTo>
                  <a:pt x="862967" y="6163791"/>
                  <a:pt x="859630" y="6160580"/>
                  <a:pt x="858353" y="6154031"/>
                </a:cubicBezTo>
                <a:cubicBezTo>
                  <a:pt x="857200" y="6148241"/>
                  <a:pt x="854104" y="6144558"/>
                  <a:pt x="854383" y="6141048"/>
                </a:cubicBezTo>
                <a:cubicBezTo>
                  <a:pt x="854689" y="6137153"/>
                  <a:pt x="856680" y="6133874"/>
                  <a:pt x="854887" y="6128347"/>
                </a:cubicBezTo>
                <a:cubicBezTo>
                  <a:pt x="853526" y="6124107"/>
                  <a:pt x="850362" y="6120483"/>
                  <a:pt x="846927" y="6117716"/>
                </a:cubicBezTo>
                <a:cubicBezTo>
                  <a:pt x="842720" y="6114362"/>
                  <a:pt x="836837" y="6109952"/>
                  <a:pt x="833425" y="6111663"/>
                </a:cubicBezTo>
                <a:close/>
                <a:moveTo>
                  <a:pt x="966098" y="6092243"/>
                </a:moveTo>
                <a:cubicBezTo>
                  <a:pt x="960655" y="6092793"/>
                  <a:pt x="955209" y="6095774"/>
                  <a:pt x="954509" y="6102822"/>
                </a:cubicBezTo>
                <a:cubicBezTo>
                  <a:pt x="954039" y="6107532"/>
                  <a:pt x="955623" y="6113768"/>
                  <a:pt x="956763" y="6119906"/>
                </a:cubicBezTo>
                <a:cubicBezTo>
                  <a:pt x="957745" y="6125048"/>
                  <a:pt x="961935" y="6129811"/>
                  <a:pt x="963760" y="6135262"/>
                </a:cubicBezTo>
                <a:cubicBezTo>
                  <a:pt x="965520" y="6140554"/>
                  <a:pt x="965663" y="6146540"/>
                  <a:pt x="968035" y="6151424"/>
                </a:cubicBezTo>
                <a:cubicBezTo>
                  <a:pt x="970538" y="6156630"/>
                  <a:pt x="981821" y="6164495"/>
                  <a:pt x="986191" y="6161550"/>
                </a:cubicBezTo>
                <a:cubicBezTo>
                  <a:pt x="987423" y="6160718"/>
                  <a:pt x="988775" y="6158862"/>
                  <a:pt x="989781" y="6156581"/>
                </a:cubicBezTo>
                <a:cubicBezTo>
                  <a:pt x="990787" y="6154300"/>
                  <a:pt x="991446" y="6151591"/>
                  <a:pt x="991294" y="6149051"/>
                </a:cubicBezTo>
                <a:cubicBezTo>
                  <a:pt x="991014" y="6144026"/>
                  <a:pt x="990378" y="6138056"/>
                  <a:pt x="989313" y="6132479"/>
                </a:cubicBezTo>
                <a:cubicBezTo>
                  <a:pt x="988280" y="6127139"/>
                  <a:pt x="983993" y="6122291"/>
                  <a:pt x="982450" y="6117223"/>
                </a:cubicBezTo>
                <a:cubicBezTo>
                  <a:pt x="980741" y="6111600"/>
                  <a:pt x="981082" y="6105198"/>
                  <a:pt x="979004" y="6100878"/>
                </a:cubicBezTo>
                <a:cubicBezTo>
                  <a:pt x="975609" y="6093796"/>
                  <a:pt x="969562" y="6091882"/>
                  <a:pt x="966098" y="6092243"/>
                </a:cubicBezTo>
                <a:close/>
                <a:moveTo>
                  <a:pt x="464264" y="6083532"/>
                </a:moveTo>
                <a:lnTo>
                  <a:pt x="464285" y="6083585"/>
                </a:lnTo>
                <a:cubicBezTo>
                  <a:pt x="460739" y="6083824"/>
                  <a:pt x="460139" y="6087154"/>
                  <a:pt x="460042" y="6093082"/>
                </a:cubicBezTo>
                <a:cubicBezTo>
                  <a:pt x="459959" y="6097603"/>
                  <a:pt x="461351" y="6101768"/>
                  <a:pt x="463040" y="6105437"/>
                </a:cubicBezTo>
                <a:cubicBezTo>
                  <a:pt x="465641" y="6111038"/>
                  <a:pt x="463551" y="6118874"/>
                  <a:pt x="466157" y="6124254"/>
                </a:cubicBezTo>
                <a:cubicBezTo>
                  <a:pt x="469007" y="6130002"/>
                  <a:pt x="474241" y="6134273"/>
                  <a:pt x="477027" y="6139331"/>
                </a:cubicBezTo>
                <a:cubicBezTo>
                  <a:pt x="480332" y="6145360"/>
                  <a:pt x="482595" y="6151348"/>
                  <a:pt x="485599" y="6155569"/>
                </a:cubicBezTo>
                <a:cubicBezTo>
                  <a:pt x="491183" y="6163436"/>
                  <a:pt x="495486" y="6165504"/>
                  <a:pt x="498841" y="6163504"/>
                </a:cubicBezTo>
                <a:cubicBezTo>
                  <a:pt x="501669" y="6161815"/>
                  <a:pt x="499858" y="6157386"/>
                  <a:pt x="497934" y="6148797"/>
                </a:cubicBezTo>
                <a:cubicBezTo>
                  <a:pt x="496742" y="6143522"/>
                  <a:pt x="496906" y="6137223"/>
                  <a:pt x="494799" y="6131389"/>
                </a:cubicBezTo>
                <a:cubicBezTo>
                  <a:pt x="492709" y="6125516"/>
                  <a:pt x="487559" y="6121148"/>
                  <a:pt x="485300" y="6116310"/>
                </a:cubicBezTo>
                <a:cubicBezTo>
                  <a:pt x="483918" y="6113388"/>
                  <a:pt x="483501" y="6103838"/>
                  <a:pt x="478912" y="6096654"/>
                </a:cubicBezTo>
                <a:cubicBezTo>
                  <a:pt x="474323" y="6089469"/>
                  <a:pt x="469029" y="6083228"/>
                  <a:pt x="464264" y="6083532"/>
                </a:cubicBezTo>
                <a:close/>
                <a:moveTo>
                  <a:pt x="113906" y="6068936"/>
                </a:moveTo>
                <a:cubicBezTo>
                  <a:pt x="107884" y="6071499"/>
                  <a:pt x="108778" y="6079701"/>
                  <a:pt x="108545" y="6081946"/>
                </a:cubicBezTo>
                <a:lnTo>
                  <a:pt x="108582" y="6081962"/>
                </a:lnTo>
                <a:cubicBezTo>
                  <a:pt x="107763" y="6089401"/>
                  <a:pt x="108459" y="6090798"/>
                  <a:pt x="110734" y="6100551"/>
                </a:cubicBezTo>
                <a:cubicBezTo>
                  <a:pt x="113538" y="6112736"/>
                  <a:pt x="110251" y="6116577"/>
                  <a:pt x="115133" y="6121585"/>
                </a:cubicBezTo>
                <a:cubicBezTo>
                  <a:pt x="118899" y="6125462"/>
                  <a:pt x="125478" y="6125786"/>
                  <a:pt x="131515" y="6123185"/>
                </a:cubicBezTo>
                <a:cubicBezTo>
                  <a:pt x="136150" y="6121191"/>
                  <a:pt x="140186" y="6118725"/>
                  <a:pt x="140287" y="6114478"/>
                </a:cubicBezTo>
                <a:cubicBezTo>
                  <a:pt x="140391" y="6110011"/>
                  <a:pt x="140308" y="6106837"/>
                  <a:pt x="140149" y="6103631"/>
                </a:cubicBezTo>
                <a:cubicBezTo>
                  <a:pt x="139964" y="6100591"/>
                  <a:pt x="140633" y="6097201"/>
                  <a:pt x="139912" y="6092698"/>
                </a:cubicBezTo>
                <a:cubicBezTo>
                  <a:pt x="138590" y="6084361"/>
                  <a:pt x="133408" y="6084180"/>
                  <a:pt x="130950" y="6077182"/>
                </a:cubicBezTo>
                <a:cubicBezTo>
                  <a:pt x="128761" y="6070913"/>
                  <a:pt x="120263" y="6066205"/>
                  <a:pt x="113906" y="6068936"/>
                </a:cubicBezTo>
                <a:close/>
                <a:moveTo>
                  <a:pt x="591265" y="6047277"/>
                </a:moveTo>
                <a:cubicBezTo>
                  <a:pt x="587935" y="6049110"/>
                  <a:pt x="584998" y="6054645"/>
                  <a:pt x="585180" y="6060115"/>
                </a:cubicBezTo>
                <a:cubicBezTo>
                  <a:pt x="585357" y="6064966"/>
                  <a:pt x="587364" y="6070405"/>
                  <a:pt x="588290" y="6073888"/>
                </a:cubicBezTo>
                <a:cubicBezTo>
                  <a:pt x="589976" y="6079989"/>
                  <a:pt x="590678" y="6086961"/>
                  <a:pt x="593365" y="6092464"/>
                </a:cubicBezTo>
                <a:cubicBezTo>
                  <a:pt x="596205" y="6098340"/>
                  <a:pt x="602374" y="6102384"/>
                  <a:pt x="605890" y="6107174"/>
                </a:cubicBezTo>
                <a:cubicBezTo>
                  <a:pt x="610028" y="6112799"/>
                  <a:pt x="614400" y="6117549"/>
                  <a:pt x="618681" y="6120933"/>
                </a:cubicBezTo>
                <a:cubicBezTo>
                  <a:pt x="625197" y="6126050"/>
                  <a:pt x="632732" y="6130313"/>
                  <a:pt x="637148" y="6127785"/>
                </a:cubicBezTo>
                <a:cubicBezTo>
                  <a:pt x="642268" y="6124845"/>
                  <a:pt x="636747" y="6119569"/>
                  <a:pt x="632547" y="6112194"/>
                </a:cubicBezTo>
                <a:cubicBezTo>
                  <a:pt x="630274" y="6108235"/>
                  <a:pt x="629130" y="6102316"/>
                  <a:pt x="626232" y="6096371"/>
                </a:cubicBezTo>
                <a:cubicBezTo>
                  <a:pt x="624013" y="6091860"/>
                  <a:pt x="624105" y="6085840"/>
                  <a:pt x="622196" y="6079955"/>
                </a:cubicBezTo>
                <a:cubicBezTo>
                  <a:pt x="620512" y="6074695"/>
                  <a:pt x="619149" y="6070145"/>
                  <a:pt x="617687" y="6066039"/>
                </a:cubicBezTo>
                <a:cubicBezTo>
                  <a:pt x="616084" y="6061432"/>
                  <a:pt x="612731" y="6057728"/>
                  <a:pt x="608940" y="6054018"/>
                </a:cubicBezTo>
                <a:lnTo>
                  <a:pt x="608887" y="6054039"/>
                </a:lnTo>
                <a:cubicBezTo>
                  <a:pt x="604120" y="6049388"/>
                  <a:pt x="595880" y="6044700"/>
                  <a:pt x="591265" y="6047277"/>
                </a:cubicBezTo>
                <a:close/>
                <a:moveTo>
                  <a:pt x="247789" y="6026589"/>
                </a:moveTo>
                <a:cubicBezTo>
                  <a:pt x="241758" y="6026538"/>
                  <a:pt x="238514" y="6035969"/>
                  <a:pt x="240267" y="6042540"/>
                </a:cubicBezTo>
                <a:cubicBezTo>
                  <a:pt x="241871" y="6048518"/>
                  <a:pt x="242967" y="6054550"/>
                  <a:pt x="244783" y="6060129"/>
                </a:cubicBezTo>
                <a:cubicBezTo>
                  <a:pt x="246872" y="6066532"/>
                  <a:pt x="247836" y="6072773"/>
                  <a:pt x="250142" y="6077498"/>
                </a:cubicBezTo>
                <a:cubicBezTo>
                  <a:pt x="254080" y="6085603"/>
                  <a:pt x="258850" y="6091935"/>
                  <a:pt x="263098" y="6090442"/>
                </a:cubicBezTo>
                <a:cubicBezTo>
                  <a:pt x="265096" y="6089732"/>
                  <a:pt x="266218" y="6086973"/>
                  <a:pt x="266777" y="6083255"/>
                </a:cubicBezTo>
                <a:cubicBezTo>
                  <a:pt x="267335" y="6079537"/>
                  <a:pt x="267328" y="6074858"/>
                  <a:pt x="267071" y="6070306"/>
                </a:cubicBezTo>
                <a:cubicBezTo>
                  <a:pt x="266659" y="6063590"/>
                  <a:pt x="264795" y="6056441"/>
                  <a:pt x="263225" y="6050698"/>
                </a:cubicBezTo>
                <a:cubicBezTo>
                  <a:pt x="262558" y="6048385"/>
                  <a:pt x="260306" y="6042268"/>
                  <a:pt x="257456" y="6036520"/>
                </a:cubicBezTo>
                <a:cubicBezTo>
                  <a:pt x="254776" y="6031108"/>
                  <a:pt x="252285" y="6026615"/>
                  <a:pt x="247827" y="6026604"/>
                </a:cubicBezTo>
                <a:close/>
                <a:moveTo>
                  <a:pt x="735179" y="6026332"/>
                </a:moveTo>
                <a:cubicBezTo>
                  <a:pt x="731547" y="6027198"/>
                  <a:pt x="728508" y="6036140"/>
                  <a:pt x="727830" y="6039658"/>
                </a:cubicBezTo>
                <a:cubicBezTo>
                  <a:pt x="726358" y="6047178"/>
                  <a:pt x="730445" y="6054506"/>
                  <a:pt x="732087" y="6060500"/>
                </a:cubicBezTo>
                <a:cubicBezTo>
                  <a:pt x="734814" y="6070442"/>
                  <a:pt x="738035" y="6078468"/>
                  <a:pt x="739219" y="6080070"/>
                </a:cubicBezTo>
                <a:cubicBezTo>
                  <a:pt x="740344" y="6081603"/>
                  <a:pt x="743781" y="6084369"/>
                  <a:pt x="747185" y="6087210"/>
                </a:cubicBezTo>
                <a:cubicBezTo>
                  <a:pt x="749797" y="6089410"/>
                  <a:pt x="751939" y="6090307"/>
                  <a:pt x="756111" y="6089313"/>
                </a:cubicBezTo>
                <a:cubicBezTo>
                  <a:pt x="760723" y="6088216"/>
                  <a:pt x="762231" y="6086039"/>
                  <a:pt x="762626" y="6083530"/>
                </a:cubicBezTo>
                <a:cubicBezTo>
                  <a:pt x="763020" y="6081019"/>
                  <a:pt x="762301" y="6078176"/>
                  <a:pt x="762458" y="6075743"/>
                </a:cubicBezTo>
                <a:cubicBezTo>
                  <a:pt x="762983" y="6068269"/>
                  <a:pt x="759445" y="6062055"/>
                  <a:pt x="757638" y="6056877"/>
                </a:cubicBezTo>
                <a:cubicBezTo>
                  <a:pt x="754978" y="6049306"/>
                  <a:pt x="750035" y="6044759"/>
                  <a:pt x="747378" y="6041082"/>
                </a:cubicBezTo>
                <a:cubicBezTo>
                  <a:pt x="743754" y="6036026"/>
                  <a:pt x="744425" y="6024191"/>
                  <a:pt x="735201" y="6026385"/>
                </a:cubicBezTo>
                <a:close/>
                <a:moveTo>
                  <a:pt x="377897" y="6004327"/>
                </a:moveTo>
                <a:lnTo>
                  <a:pt x="377932" y="6004345"/>
                </a:lnTo>
                <a:lnTo>
                  <a:pt x="369885" y="6011009"/>
                </a:lnTo>
                <a:cubicBezTo>
                  <a:pt x="366582" y="6016258"/>
                  <a:pt x="363893" y="6021410"/>
                  <a:pt x="363892" y="6026053"/>
                </a:cubicBezTo>
                <a:cubicBezTo>
                  <a:pt x="363883" y="6033876"/>
                  <a:pt x="368102" y="6040154"/>
                  <a:pt x="368851" y="6041528"/>
                </a:cubicBezTo>
                <a:cubicBezTo>
                  <a:pt x="370062" y="6043805"/>
                  <a:pt x="371942" y="6051447"/>
                  <a:pt x="381745" y="6051352"/>
                </a:cubicBezTo>
                <a:cubicBezTo>
                  <a:pt x="386472" y="6051299"/>
                  <a:pt x="388013" y="6049810"/>
                  <a:pt x="388567" y="6047892"/>
                </a:cubicBezTo>
                <a:cubicBezTo>
                  <a:pt x="389122" y="6045974"/>
                  <a:pt x="388691" y="6043627"/>
                  <a:pt x="389478" y="6041856"/>
                </a:cubicBezTo>
                <a:cubicBezTo>
                  <a:pt x="391876" y="6036449"/>
                  <a:pt x="392021" y="6031778"/>
                  <a:pt x="391620" y="6027675"/>
                </a:cubicBezTo>
                <a:cubicBezTo>
                  <a:pt x="391053" y="6021645"/>
                  <a:pt x="387560" y="6017749"/>
                  <a:pt x="385962" y="6014604"/>
                </a:cubicBezTo>
                <a:cubicBezTo>
                  <a:pt x="384869" y="6012466"/>
                  <a:pt x="385217" y="6009869"/>
                  <a:pt x="384656" y="6007822"/>
                </a:cubicBezTo>
                <a:lnTo>
                  <a:pt x="377932" y="6004345"/>
                </a:lnTo>
                <a:lnTo>
                  <a:pt x="377934" y="6004342"/>
                </a:lnTo>
                <a:close/>
                <a:moveTo>
                  <a:pt x="519682" y="5995004"/>
                </a:moveTo>
                <a:cubicBezTo>
                  <a:pt x="513531" y="5995346"/>
                  <a:pt x="508714" y="5998723"/>
                  <a:pt x="507048" y="6005233"/>
                </a:cubicBezTo>
                <a:cubicBezTo>
                  <a:pt x="505745" y="6010347"/>
                  <a:pt x="506834" y="6016817"/>
                  <a:pt x="507588" y="6022925"/>
                </a:cubicBezTo>
                <a:cubicBezTo>
                  <a:pt x="508342" y="6029034"/>
                  <a:pt x="510106" y="6034947"/>
                  <a:pt x="512428" y="6039634"/>
                </a:cubicBezTo>
                <a:cubicBezTo>
                  <a:pt x="513995" y="6042855"/>
                  <a:pt x="522549" y="6046482"/>
                  <a:pt x="527597" y="6044661"/>
                </a:cubicBezTo>
                <a:lnTo>
                  <a:pt x="530876" y="6038196"/>
                </a:lnTo>
                <a:lnTo>
                  <a:pt x="530874" y="6038208"/>
                </a:lnTo>
                <a:lnTo>
                  <a:pt x="530890" y="6038170"/>
                </a:lnTo>
                <a:lnTo>
                  <a:pt x="530876" y="6038196"/>
                </a:lnTo>
                <a:lnTo>
                  <a:pt x="534048" y="6021982"/>
                </a:lnTo>
                <a:cubicBezTo>
                  <a:pt x="533490" y="6016353"/>
                  <a:pt x="530948" y="6010822"/>
                  <a:pt x="529294" y="6006017"/>
                </a:cubicBezTo>
                <a:cubicBezTo>
                  <a:pt x="526830" y="5998927"/>
                  <a:pt x="523758" y="5994766"/>
                  <a:pt x="519682" y="5995004"/>
                </a:cubicBezTo>
                <a:close/>
                <a:moveTo>
                  <a:pt x="211815" y="0"/>
                </a:moveTo>
                <a:lnTo>
                  <a:pt x="4561539" y="0"/>
                </a:lnTo>
                <a:lnTo>
                  <a:pt x="4561539" y="6858000"/>
                </a:lnTo>
                <a:lnTo>
                  <a:pt x="486479" y="6858000"/>
                </a:lnTo>
                <a:lnTo>
                  <a:pt x="486436" y="6847507"/>
                </a:lnTo>
                <a:cubicBezTo>
                  <a:pt x="486737" y="6842149"/>
                  <a:pt x="490958" y="6835869"/>
                  <a:pt x="489863" y="6829308"/>
                </a:cubicBezTo>
                <a:cubicBezTo>
                  <a:pt x="488892" y="6823506"/>
                  <a:pt x="484863" y="6818149"/>
                  <a:pt x="482794" y="6812330"/>
                </a:cubicBezTo>
                <a:cubicBezTo>
                  <a:pt x="480748" y="6806564"/>
                  <a:pt x="478851" y="6800861"/>
                  <a:pt x="475702" y="6795827"/>
                </a:cubicBezTo>
                <a:cubicBezTo>
                  <a:pt x="474125" y="6793266"/>
                  <a:pt x="472784" y="6787397"/>
                  <a:pt x="469266" y="6783669"/>
                </a:cubicBezTo>
                <a:cubicBezTo>
                  <a:pt x="465843" y="6780024"/>
                  <a:pt x="460515" y="6775979"/>
                  <a:pt x="456388" y="6776549"/>
                </a:cubicBezTo>
                <a:lnTo>
                  <a:pt x="456351" y="6776533"/>
                </a:lnTo>
                <a:cubicBezTo>
                  <a:pt x="452079" y="6777133"/>
                  <a:pt x="450863" y="6783830"/>
                  <a:pt x="450042" y="6789059"/>
                </a:cubicBezTo>
                <a:cubicBezTo>
                  <a:pt x="449350" y="6793456"/>
                  <a:pt x="449159" y="6796338"/>
                  <a:pt x="451494" y="6800677"/>
                </a:cubicBezTo>
                <a:cubicBezTo>
                  <a:pt x="453117" y="6803657"/>
                  <a:pt x="455056" y="6807254"/>
                  <a:pt x="457020" y="6812057"/>
                </a:cubicBezTo>
                <a:cubicBezTo>
                  <a:pt x="458591" y="6815899"/>
                  <a:pt x="457395" y="6819598"/>
                  <a:pt x="457790" y="6822770"/>
                </a:cubicBezTo>
                <a:cubicBezTo>
                  <a:pt x="458291" y="6826740"/>
                  <a:pt x="459152" y="6830063"/>
                  <a:pt x="459242" y="6833329"/>
                </a:cubicBezTo>
                <a:cubicBezTo>
                  <a:pt x="459359" y="6837269"/>
                  <a:pt x="463405" y="6840158"/>
                  <a:pt x="464266" y="6843482"/>
                </a:cubicBezTo>
                <a:cubicBezTo>
                  <a:pt x="465127" y="6846805"/>
                  <a:pt x="463692" y="6850758"/>
                  <a:pt x="466036" y="6854128"/>
                </a:cubicBezTo>
                <a:lnTo>
                  <a:pt x="469943" y="6858000"/>
                </a:lnTo>
                <a:lnTo>
                  <a:pt x="351337" y="6858000"/>
                </a:lnTo>
                <a:lnTo>
                  <a:pt x="348563" y="6846439"/>
                </a:lnTo>
                <a:cubicBezTo>
                  <a:pt x="345965" y="6840089"/>
                  <a:pt x="343905" y="6834672"/>
                  <a:pt x="341847" y="6830936"/>
                </a:cubicBezTo>
                <a:cubicBezTo>
                  <a:pt x="339981" y="6827589"/>
                  <a:pt x="340379" y="6823158"/>
                  <a:pt x="338969" y="6820090"/>
                </a:cubicBezTo>
                <a:cubicBezTo>
                  <a:pt x="338176" y="6818343"/>
                  <a:pt x="336758" y="6817694"/>
                  <a:pt x="334917" y="6817580"/>
                </a:cubicBezTo>
                <a:cubicBezTo>
                  <a:pt x="333076" y="6817467"/>
                  <a:pt x="330812" y="6817890"/>
                  <a:pt x="328327" y="6818285"/>
                </a:cubicBezTo>
                <a:lnTo>
                  <a:pt x="328358" y="6818210"/>
                </a:lnTo>
                <a:cubicBezTo>
                  <a:pt x="324655" y="6818826"/>
                  <a:pt x="324257" y="6824098"/>
                  <a:pt x="323699" y="6828595"/>
                </a:cubicBezTo>
                <a:cubicBezTo>
                  <a:pt x="322914" y="6834899"/>
                  <a:pt x="321260" y="6841061"/>
                  <a:pt x="322027" y="6846821"/>
                </a:cubicBezTo>
                <a:lnTo>
                  <a:pt x="327461" y="6858000"/>
                </a:lnTo>
                <a:lnTo>
                  <a:pt x="217589" y="6858000"/>
                </a:lnTo>
                <a:lnTo>
                  <a:pt x="210647" y="6852668"/>
                </a:lnTo>
                <a:cubicBezTo>
                  <a:pt x="207331" y="6851384"/>
                  <a:pt x="203810" y="6850981"/>
                  <a:pt x="201244" y="6851675"/>
                </a:cubicBezTo>
                <a:lnTo>
                  <a:pt x="197893" y="6858000"/>
                </a:lnTo>
                <a:lnTo>
                  <a:pt x="6066" y="6858000"/>
                </a:lnTo>
                <a:lnTo>
                  <a:pt x="5645" y="6851942"/>
                </a:lnTo>
                <a:lnTo>
                  <a:pt x="5607" y="6851926"/>
                </a:lnTo>
                <a:lnTo>
                  <a:pt x="2677" y="6837413"/>
                </a:lnTo>
                <a:lnTo>
                  <a:pt x="1172" y="6811526"/>
                </a:lnTo>
                <a:lnTo>
                  <a:pt x="840" y="6695433"/>
                </a:lnTo>
                <a:lnTo>
                  <a:pt x="8120" y="6706614"/>
                </a:lnTo>
                <a:cubicBezTo>
                  <a:pt x="12298" y="6715306"/>
                  <a:pt x="14922" y="6719589"/>
                  <a:pt x="18555" y="6718193"/>
                </a:cubicBezTo>
                <a:cubicBezTo>
                  <a:pt x="20105" y="6717605"/>
                  <a:pt x="22107" y="6715856"/>
                  <a:pt x="23667" y="6713160"/>
                </a:cubicBezTo>
                <a:cubicBezTo>
                  <a:pt x="25227" y="6710464"/>
                  <a:pt x="26345" y="6706819"/>
                  <a:pt x="26126" y="6702439"/>
                </a:cubicBezTo>
                <a:cubicBezTo>
                  <a:pt x="25875" y="6697027"/>
                  <a:pt x="21584" y="6691029"/>
                  <a:pt x="20520" y="6684923"/>
                </a:cubicBezTo>
                <a:cubicBezTo>
                  <a:pt x="19455" y="6678817"/>
                  <a:pt x="18133" y="6672692"/>
                  <a:pt x="16675" y="6667526"/>
                </a:cubicBezTo>
                <a:cubicBezTo>
                  <a:pt x="15810" y="6664422"/>
                  <a:pt x="14817" y="6655295"/>
                  <a:pt x="11481" y="6647441"/>
                </a:cubicBezTo>
                <a:lnTo>
                  <a:pt x="671" y="6636578"/>
                </a:lnTo>
                <a:lnTo>
                  <a:pt x="0" y="6402016"/>
                </a:lnTo>
                <a:cubicBezTo>
                  <a:pt x="26612" y="5446491"/>
                  <a:pt x="244149" y="4490966"/>
                  <a:pt x="347800" y="3535442"/>
                </a:cubicBezTo>
                <a:cubicBezTo>
                  <a:pt x="374309" y="3375593"/>
                  <a:pt x="395018" y="3214113"/>
                  <a:pt x="409929" y="3051818"/>
                </a:cubicBezTo>
                <a:lnTo>
                  <a:pt x="416703" y="2960105"/>
                </a:lnTo>
                <a:lnTo>
                  <a:pt x="610854" y="3007275"/>
                </a:lnTo>
                <a:cubicBezTo>
                  <a:pt x="680916" y="3018342"/>
                  <a:pt x="752465" y="3023854"/>
                  <a:pt x="825171" y="3023854"/>
                </a:cubicBezTo>
                <a:cubicBezTo>
                  <a:pt x="1015528" y="3037217"/>
                  <a:pt x="1211172" y="3021181"/>
                  <a:pt x="1383023" y="2932987"/>
                </a:cubicBezTo>
                <a:cubicBezTo>
                  <a:pt x="1615682" y="2810047"/>
                  <a:pt x="1798107" y="2604258"/>
                  <a:pt x="1906506" y="2366398"/>
                </a:cubicBezTo>
                <a:cubicBezTo>
                  <a:pt x="2112725" y="1906712"/>
                  <a:pt x="2112725" y="1283999"/>
                  <a:pt x="1732012" y="915182"/>
                </a:cubicBezTo>
                <a:cubicBezTo>
                  <a:pt x="1568093" y="752154"/>
                  <a:pt x="1205885" y="591799"/>
                  <a:pt x="975870" y="567746"/>
                </a:cubicBezTo>
                <a:cubicBezTo>
                  <a:pt x="729992" y="535675"/>
                  <a:pt x="481139" y="602824"/>
                  <a:pt x="261659" y="720710"/>
                </a:cubicBezTo>
                <a:lnTo>
                  <a:pt x="261337" y="720915"/>
                </a:lnTo>
                <a:lnTo>
                  <a:pt x="258956" y="704854"/>
                </a:lnTo>
                <a:cubicBezTo>
                  <a:pt x="245909" y="605153"/>
                  <a:pt x="235140" y="504840"/>
                  <a:pt x="228513" y="403711"/>
                </a:cubicBezTo>
                <a:cubicBezTo>
                  <a:pt x="225199" y="287902"/>
                  <a:pt x="219400" y="167403"/>
                  <a:pt x="213576" y="4400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sp>
        <p:nvSpPr>
          <p:cNvPr id="13" name="Graphic 6">
            <a:extLst>
              <a:ext uri="{FF2B5EF4-FFF2-40B4-BE49-F238E27FC236}">
                <a16:creationId xmlns:a16="http://schemas.microsoft.com/office/drawing/2014/main" id="{145F72F7-FE30-B385-8D52-1580C497F8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228083" y="559753"/>
            <a:ext cx="2446675" cy="2468248"/>
          </a:xfrm>
          <a:custGeom>
            <a:avLst/>
            <a:gdLst>
              <a:gd name="connsiteX0" fmla="*/ 1914951 w 2195129"/>
              <a:gd name="connsiteY0" fmla="*/ 318887 h 2214484"/>
              <a:gd name="connsiteX1" fmla="*/ 2071505 w 2195129"/>
              <a:gd name="connsiteY1" fmla="*/ 1620901 h 2214484"/>
              <a:gd name="connsiteX2" fmla="*/ 1601842 w 2195129"/>
              <a:gd name="connsiteY2" fmla="*/ 2129238 h 2214484"/>
              <a:gd name="connsiteX3" fmla="*/ 1101344 w 2195129"/>
              <a:gd name="connsiteY3" fmla="*/ 2210763 h 2214484"/>
              <a:gd name="connsiteX4" fmla="*/ 387362 w 2195129"/>
              <a:gd name="connsiteY4" fmla="*/ 1970982 h 2214484"/>
              <a:gd name="connsiteX5" fmla="*/ 3093 w 2195129"/>
              <a:gd name="connsiteY5" fmla="*/ 1078994 h 2214484"/>
              <a:gd name="connsiteX6" fmla="*/ 408710 w 2195129"/>
              <a:gd name="connsiteY6" fmla="*/ 263737 h 2214484"/>
              <a:gd name="connsiteX7" fmla="*/ 1236549 w 2195129"/>
              <a:gd name="connsiteY7" fmla="*/ 7171 h 2214484"/>
              <a:gd name="connsiteX8" fmla="*/ 1914951 w 2195129"/>
              <a:gd name="connsiteY8" fmla="*/ 318887 h 221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95129" h="2214484">
                <a:moveTo>
                  <a:pt x="1914951" y="318887"/>
                </a:moveTo>
                <a:cubicBezTo>
                  <a:pt x="2256523" y="649785"/>
                  <a:pt x="2256523" y="1208476"/>
                  <a:pt x="2071505" y="1620901"/>
                </a:cubicBezTo>
                <a:cubicBezTo>
                  <a:pt x="1974251" y="1834306"/>
                  <a:pt x="1810581" y="2018938"/>
                  <a:pt x="1601842" y="2129238"/>
                </a:cubicBezTo>
                <a:cubicBezTo>
                  <a:pt x="1447660" y="2208365"/>
                  <a:pt x="1272130" y="2222752"/>
                  <a:pt x="1101344" y="2210763"/>
                </a:cubicBezTo>
                <a:cubicBezTo>
                  <a:pt x="840420" y="2210763"/>
                  <a:pt x="596101" y="2131635"/>
                  <a:pt x="387362" y="1970982"/>
                </a:cubicBezTo>
                <a:cubicBezTo>
                  <a:pt x="116950" y="1767167"/>
                  <a:pt x="-23000" y="1414689"/>
                  <a:pt x="3093" y="1078994"/>
                </a:cubicBezTo>
                <a:cubicBezTo>
                  <a:pt x="24441" y="767278"/>
                  <a:pt x="173879" y="465154"/>
                  <a:pt x="408710" y="263737"/>
                </a:cubicBezTo>
                <a:cubicBezTo>
                  <a:pt x="643541" y="88697"/>
                  <a:pt x="942417" y="-31194"/>
                  <a:pt x="1236549" y="7171"/>
                </a:cubicBezTo>
                <a:cubicBezTo>
                  <a:pt x="1442916" y="28751"/>
                  <a:pt x="1767885" y="172620"/>
                  <a:pt x="1914951" y="318887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3659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156" name="Text Placeholder 155">
            <a:extLst>
              <a:ext uri="{FF2B5EF4-FFF2-40B4-BE49-F238E27FC236}">
                <a16:creationId xmlns:a16="http://schemas.microsoft.com/office/drawing/2014/main" id="{1159040F-80C0-B407-D4AB-07FD6BFB5D5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59806" y="927279"/>
            <a:ext cx="1783228" cy="1775461"/>
          </a:xfrm>
          <a:prstGeom prst="rect">
            <a:avLst/>
          </a:prstGeom>
        </p:spPr>
        <p:txBody>
          <a:bodyPr rIns="0" anchor="ctr">
            <a:normAutofit/>
          </a:bodyPr>
          <a:lstStyle>
            <a:lvl1pPr marL="0" indent="0" algn="ctr">
              <a:buNone/>
              <a:defRPr sz="1200" b="1">
                <a:solidFill>
                  <a:srgbClr val="003359"/>
                </a:solidFill>
              </a:defRPr>
            </a:lvl1pPr>
          </a:lstStyle>
          <a:p>
            <a:pPr lvl="0"/>
            <a:r>
              <a:rPr lang="en-GB" dirty="0"/>
              <a:t>Key takeaway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6456DA7-F2F2-39E2-164F-46DD9E407B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449401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7A81ABB-D8DD-9603-6A0F-D06A5C8213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6449401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788B3367-E8BE-2F89-D6EE-62C6B69972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C14B1DE-BCF1-85C7-13A7-569EA473BD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C1AA0E5-6982-6C0C-4D27-3EC398ACBEE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9F2A586-5F85-1058-4194-CBBEA708B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6448607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31942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C4D005F-F355-C46D-89DA-A3D5EFAC1AD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7632174" y="0"/>
            <a:ext cx="4559827" cy="6857999"/>
          </a:xfrm>
          <a:custGeom>
            <a:avLst/>
            <a:gdLst>
              <a:gd name="connsiteX0" fmla="*/ 88976 w 4559827"/>
              <a:gd name="connsiteY0" fmla="*/ 6747746 h 6857999"/>
              <a:gd name="connsiteX1" fmla="*/ 84510 w 4559827"/>
              <a:gd name="connsiteY1" fmla="*/ 6761042 h 6857999"/>
              <a:gd name="connsiteX2" fmla="*/ 88038 w 4559827"/>
              <a:gd name="connsiteY2" fmla="*/ 6774239 h 6857999"/>
              <a:gd name="connsiteX3" fmla="*/ 92051 w 4559827"/>
              <a:gd name="connsiteY3" fmla="*/ 6792502 h 6857999"/>
              <a:gd name="connsiteX4" fmla="*/ 102581 w 4559827"/>
              <a:gd name="connsiteY4" fmla="*/ 6807967 h 6857999"/>
              <a:gd name="connsiteX5" fmla="*/ 114176 w 4559827"/>
              <a:gd name="connsiteY5" fmla="*/ 6822155 h 6857999"/>
              <a:gd name="connsiteX6" fmla="*/ 129222 w 4559827"/>
              <a:gd name="connsiteY6" fmla="*/ 6827264 h 6857999"/>
              <a:gd name="connsiteX7" fmla="*/ 133410 w 4559827"/>
              <a:gd name="connsiteY7" fmla="*/ 6822275 h 6857999"/>
              <a:gd name="connsiteX8" fmla="*/ 130779 w 4559827"/>
              <a:gd name="connsiteY8" fmla="*/ 6813633 h 6857999"/>
              <a:gd name="connsiteX9" fmla="*/ 121676 w 4559827"/>
              <a:gd name="connsiteY9" fmla="*/ 6799296 h 6857999"/>
              <a:gd name="connsiteX10" fmla="*/ 116690 w 4559827"/>
              <a:gd name="connsiteY10" fmla="*/ 6783146 h 6857999"/>
              <a:gd name="connsiteX11" fmla="*/ 112561 w 4559827"/>
              <a:gd name="connsiteY11" fmla="*/ 6769168 h 6857999"/>
              <a:gd name="connsiteX12" fmla="*/ 108023 w 4559827"/>
              <a:gd name="connsiteY12" fmla="*/ 6754796 h 6857999"/>
              <a:gd name="connsiteX13" fmla="*/ 108007 w 4559827"/>
              <a:gd name="connsiteY13" fmla="*/ 6754834 h 6857999"/>
              <a:gd name="connsiteX14" fmla="*/ 88976 w 4559827"/>
              <a:gd name="connsiteY14" fmla="*/ 6747746 h 6857999"/>
              <a:gd name="connsiteX15" fmla="*/ 588588 w 4559827"/>
              <a:gd name="connsiteY15" fmla="*/ 6740670 h 6857999"/>
              <a:gd name="connsiteX16" fmla="*/ 578972 w 4559827"/>
              <a:gd name="connsiteY16" fmla="*/ 6758354 h 6857999"/>
              <a:gd name="connsiteX17" fmla="*/ 585544 w 4559827"/>
              <a:gd name="connsiteY17" fmla="*/ 6771985 h 6857999"/>
              <a:gd name="connsiteX18" fmla="*/ 589354 w 4559827"/>
              <a:gd name="connsiteY18" fmla="*/ 6786405 h 6857999"/>
              <a:gd name="connsiteX19" fmla="*/ 584979 w 4559827"/>
              <a:gd name="connsiteY19" fmla="*/ 6802967 h 6857999"/>
              <a:gd name="connsiteX20" fmla="*/ 588731 w 4559827"/>
              <a:gd name="connsiteY20" fmla="*/ 6818688 h 6857999"/>
              <a:gd name="connsiteX21" fmla="*/ 594454 w 4559827"/>
              <a:gd name="connsiteY21" fmla="*/ 6829177 h 6857999"/>
              <a:gd name="connsiteX22" fmla="*/ 607203 w 4559827"/>
              <a:gd name="connsiteY22" fmla="*/ 6831645 h 6857999"/>
              <a:gd name="connsiteX23" fmla="*/ 613392 w 4559827"/>
              <a:gd name="connsiteY23" fmla="*/ 6824730 h 6857999"/>
              <a:gd name="connsiteX24" fmla="*/ 616182 w 4559827"/>
              <a:gd name="connsiteY24" fmla="*/ 6814534 h 6857999"/>
              <a:gd name="connsiteX25" fmla="*/ 608447 w 4559827"/>
              <a:gd name="connsiteY25" fmla="*/ 6799885 h 6857999"/>
              <a:gd name="connsiteX26" fmla="*/ 606182 w 4559827"/>
              <a:gd name="connsiteY26" fmla="*/ 6783460 h 6857999"/>
              <a:gd name="connsiteX27" fmla="*/ 604173 w 4559827"/>
              <a:gd name="connsiteY27" fmla="*/ 6769486 h 6857999"/>
              <a:gd name="connsiteX28" fmla="*/ 606899 w 4559827"/>
              <a:gd name="connsiteY28" fmla="*/ 6757494 h 6857999"/>
              <a:gd name="connsiteX29" fmla="*/ 598572 w 4559827"/>
              <a:gd name="connsiteY29" fmla="*/ 6747948 h 6857999"/>
              <a:gd name="connsiteX30" fmla="*/ 588588 w 4559827"/>
              <a:gd name="connsiteY30" fmla="*/ 6740670 h 6857999"/>
              <a:gd name="connsiteX31" fmla="*/ 220619 w 4559827"/>
              <a:gd name="connsiteY31" fmla="*/ 6718654 h 6857999"/>
              <a:gd name="connsiteX32" fmla="*/ 220565 w 4559827"/>
              <a:gd name="connsiteY32" fmla="*/ 6718676 h 6857999"/>
              <a:gd name="connsiteX33" fmla="*/ 220604 w 4559827"/>
              <a:gd name="connsiteY33" fmla="*/ 6718680 h 6857999"/>
              <a:gd name="connsiteX34" fmla="*/ 214185 w 4559827"/>
              <a:gd name="connsiteY34" fmla="*/ 6729269 h 6857999"/>
              <a:gd name="connsiteX35" fmla="*/ 220670 w 4559827"/>
              <a:gd name="connsiteY35" fmla="*/ 6746799 h 6857999"/>
              <a:gd name="connsiteX36" fmla="*/ 225492 w 4559827"/>
              <a:gd name="connsiteY36" fmla="*/ 6764605 h 6857999"/>
              <a:gd name="connsiteX37" fmla="*/ 235934 w 4559827"/>
              <a:gd name="connsiteY37" fmla="*/ 6779858 h 6857999"/>
              <a:gd name="connsiteX38" fmla="*/ 245011 w 4559827"/>
              <a:gd name="connsiteY38" fmla="*/ 6790248 h 6857999"/>
              <a:gd name="connsiteX39" fmla="*/ 256879 w 4559827"/>
              <a:gd name="connsiteY39" fmla="*/ 6793451 h 6857999"/>
              <a:gd name="connsiteX40" fmla="*/ 263201 w 4559827"/>
              <a:gd name="connsiteY40" fmla="*/ 6784159 h 6857999"/>
              <a:gd name="connsiteX41" fmla="*/ 256446 w 4559827"/>
              <a:gd name="connsiteY41" fmla="*/ 6773813 h 6857999"/>
              <a:gd name="connsiteX42" fmla="*/ 253345 w 4559827"/>
              <a:gd name="connsiteY42" fmla="*/ 6757171 h 6857999"/>
              <a:gd name="connsiteX43" fmla="*/ 245969 w 4559827"/>
              <a:gd name="connsiteY43" fmla="*/ 6741876 h 6857999"/>
              <a:gd name="connsiteX44" fmla="*/ 233202 w 4559827"/>
              <a:gd name="connsiteY44" fmla="*/ 6730381 h 6857999"/>
              <a:gd name="connsiteX45" fmla="*/ 229589 w 4559827"/>
              <a:gd name="connsiteY45" fmla="*/ 6719494 h 6857999"/>
              <a:gd name="connsiteX46" fmla="*/ 220604 w 4559827"/>
              <a:gd name="connsiteY46" fmla="*/ 6718680 h 6857999"/>
              <a:gd name="connsiteX47" fmla="*/ 726447 w 4559827"/>
              <a:gd name="connsiteY47" fmla="*/ 6700960 h 6857999"/>
              <a:gd name="connsiteX48" fmla="*/ 726490 w 4559827"/>
              <a:gd name="connsiteY48" fmla="*/ 6701066 h 6857999"/>
              <a:gd name="connsiteX49" fmla="*/ 714960 w 4559827"/>
              <a:gd name="connsiteY49" fmla="*/ 6709502 h 6857999"/>
              <a:gd name="connsiteX50" fmla="*/ 717184 w 4559827"/>
              <a:gd name="connsiteY50" fmla="*/ 6721489 h 6857999"/>
              <a:gd name="connsiteX51" fmla="*/ 723201 w 4559827"/>
              <a:gd name="connsiteY51" fmla="*/ 6733914 h 6857999"/>
              <a:gd name="connsiteX52" fmla="*/ 724704 w 4559827"/>
              <a:gd name="connsiteY52" fmla="*/ 6745511 h 6857999"/>
              <a:gd name="connsiteX53" fmla="*/ 720069 w 4559827"/>
              <a:gd name="connsiteY53" fmla="*/ 6756260 h 6857999"/>
              <a:gd name="connsiteX54" fmla="*/ 716384 w 4559827"/>
              <a:gd name="connsiteY54" fmla="*/ 6766744 h 6857999"/>
              <a:gd name="connsiteX55" fmla="*/ 721600 w 4559827"/>
              <a:gd name="connsiteY55" fmla="*/ 6776755 h 6857999"/>
              <a:gd name="connsiteX56" fmla="*/ 727126 w 4559827"/>
              <a:gd name="connsiteY56" fmla="*/ 6785394 h 6857999"/>
              <a:gd name="connsiteX57" fmla="*/ 734708 w 4559827"/>
              <a:gd name="connsiteY57" fmla="*/ 6790074 h 6857999"/>
              <a:gd name="connsiteX58" fmla="*/ 744821 w 4559827"/>
              <a:gd name="connsiteY58" fmla="*/ 6776269 h 6857999"/>
              <a:gd name="connsiteX59" fmla="*/ 744518 w 4559827"/>
              <a:gd name="connsiteY59" fmla="*/ 6758011 h 6857999"/>
              <a:gd name="connsiteX60" fmla="*/ 746307 w 4559827"/>
              <a:gd name="connsiteY60" fmla="*/ 6739923 h 6857999"/>
              <a:gd name="connsiteX61" fmla="*/ 740915 w 4559827"/>
              <a:gd name="connsiteY61" fmla="*/ 6722630 h 6857999"/>
              <a:gd name="connsiteX62" fmla="*/ 737014 w 4559827"/>
              <a:gd name="connsiteY62" fmla="*/ 6709588 h 6857999"/>
              <a:gd name="connsiteX63" fmla="*/ 726447 w 4559827"/>
              <a:gd name="connsiteY63" fmla="*/ 6700960 h 6857999"/>
              <a:gd name="connsiteX64" fmla="*/ 347491 w 4559827"/>
              <a:gd name="connsiteY64" fmla="*/ 6681550 h 6857999"/>
              <a:gd name="connsiteX65" fmla="*/ 347513 w 4559827"/>
              <a:gd name="connsiteY65" fmla="*/ 6681603 h 6857999"/>
              <a:gd name="connsiteX66" fmla="*/ 337307 w 4559827"/>
              <a:gd name="connsiteY66" fmla="*/ 6691832 h 6857999"/>
              <a:gd name="connsiteX67" fmla="*/ 347072 w 4559827"/>
              <a:gd name="connsiteY67" fmla="*/ 6701848 h 6857999"/>
              <a:gd name="connsiteX68" fmla="*/ 354972 w 4559827"/>
              <a:gd name="connsiteY68" fmla="*/ 6712099 h 6857999"/>
              <a:gd name="connsiteX69" fmla="*/ 358158 w 4559827"/>
              <a:gd name="connsiteY69" fmla="*/ 6722632 h 6857999"/>
              <a:gd name="connsiteX70" fmla="*/ 360423 w 4559827"/>
              <a:gd name="connsiteY70" fmla="*/ 6733043 h 6857999"/>
              <a:gd name="connsiteX71" fmla="*/ 373050 w 4559827"/>
              <a:gd name="connsiteY71" fmla="*/ 6750360 h 6857999"/>
              <a:gd name="connsiteX72" fmla="*/ 391266 w 4559827"/>
              <a:gd name="connsiteY72" fmla="*/ 6758654 h 6857999"/>
              <a:gd name="connsiteX73" fmla="*/ 394340 w 4559827"/>
              <a:gd name="connsiteY73" fmla="*/ 6740663 h 6857999"/>
              <a:gd name="connsiteX74" fmla="*/ 388382 w 4559827"/>
              <a:gd name="connsiteY74" fmla="*/ 6723354 h 6857999"/>
              <a:gd name="connsiteX75" fmla="*/ 381901 w 4559827"/>
              <a:gd name="connsiteY75" fmla="*/ 6706134 h 6857999"/>
              <a:gd name="connsiteX76" fmla="*/ 369262 w 4559827"/>
              <a:gd name="connsiteY76" fmla="*/ 6692748 h 6857999"/>
              <a:gd name="connsiteX77" fmla="*/ 358858 w 4559827"/>
              <a:gd name="connsiteY77" fmla="*/ 6684366 h 6857999"/>
              <a:gd name="connsiteX78" fmla="*/ 347491 w 4559827"/>
              <a:gd name="connsiteY78" fmla="*/ 6681550 h 6857999"/>
              <a:gd name="connsiteX79" fmla="*/ 845545 w 4559827"/>
              <a:gd name="connsiteY79" fmla="*/ 6647821 h 6857999"/>
              <a:gd name="connsiteX80" fmla="*/ 839570 w 4559827"/>
              <a:gd name="connsiteY80" fmla="*/ 6663138 h 6857999"/>
              <a:gd name="connsiteX81" fmla="*/ 845246 w 4559827"/>
              <a:gd name="connsiteY81" fmla="*/ 6680594 h 6857999"/>
              <a:gd name="connsiteX82" fmla="*/ 856040 w 4559827"/>
              <a:gd name="connsiteY82" fmla="*/ 6695640 h 6857999"/>
              <a:gd name="connsiteX83" fmla="*/ 873317 w 4559827"/>
              <a:gd name="connsiteY83" fmla="*/ 6695316 h 6857999"/>
              <a:gd name="connsiteX84" fmla="*/ 875972 w 4559827"/>
              <a:gd name="connsiteY84" fmla="*/ 6686656 h 6857999"/>
              <a:gd name="connsiteX85" fmla="*/ 875988 w 4559827"/>
              <a:gd name="connsiteY85" fmla="*/ 6686619 h 6857999"/>
              <a:gd name="connsiteX86" fmla="*/ 869486 w 4559827"/>
              <a:gd name="connsiteY86" fmla="*/ 6670186 h 6857999"/>
              <a:gd name="connsiteX87" fmla="*/ 860037 w 4559827"/>
              <a:gd name="connsiteY87" fmla="*/ 6655306 h 6857999"/>
              <a:gd name="connsiteX88" fmla="*/ 845545 w 4559827"/>
              <a:gd name="connsiteY88" fmla="*/ 6647821 h 6857999"/>
              <a:gd name="connsiteX89" fmla="*/ 476171 w 4559827"/>
              <a:gd name="connsiteY89" fmla="*/ 6641709 h 6857999"/>
              <a:gd name="connsiteX90" fmla="*/ 474505 w 4559827"/>
              <a:gd name="connsiteY90" fmla="*/ 6651724 h 6857999"/>
              <a:gd name="connsiteX91" fmla="*/ 477256 w 4559827"/>
              <a:gd name="connsiteY91" fmla="*/ 6661107 h 6857999"/>
              <a:gd name="connsiteX92" fmla="*/ 477244 w 4559827"/>
              <a:gd name="connsiteY92" fmla="*/ 6661085 h 6857999"/>
              <a:gd name="connsiteX93" fmla="*/ 477265 w 4559827"/>
              <a:gd name="connsiteY93" fmla="*/ 6661138 h 6857999"/>
              <a:gd name="connsiteX94" fmla="*/ 477256 w 4559827"/>
              <a:gd name="connsiteY94" fmla="*/ 6661107 h 6857999"/>
              <a:gd name="connsiteX95" fmla="*/ 483532 w 4559827"/>
              <a:gd name="connsiteY95" fmla="*/ 6672651 h 6857999"/>
              <a:gd name="connsiteX96" fmla="*/ 488177 w 4559827"/>
              <a:gd name="connsiteY96" fmla="*/ 6686978 h 6857999"/>
              <a:gd name="connsiteX97" fmla="*/ 492640 w 4559827"/>
              <a:gd name="connsiteY97" fmla="*/ 6702689 h 6857999"/>
              <a:gd name="connsiteX98" fmla="*/ 497140 w 4559827"/>
              <a:gd name="connsiteY98" fmla="*/ 6718944 h 6857999"/>
              <a:gd name="connsiteX99" fmla="*/ 508445 w 4559827"/>
              <a:gd name="connsiteY99" fmla="*/ 6722752 h 6857999"/>
              <a:gd name="connsiteX100" fmla="*/ 518153 w 4559827"/>
              <a:gd name="connsiteY100" fmla="*/ 6721512 h 6857999"/>
              <a:gd name="connsiteX101" fmla="*/ 522743 w 4559827"/>
              <a:gd name="connsiteY101" fmla="*/ 6705703 h 6857999"/>
              <a:gd name="connsiteX102" fmla="*/ 515777 w 4559827"/>
              <a:gd name="connsiteY102" fmla="*/ 6690802 h 6857999"/>
              <a:gd name="connsiteX103" fmla="*/ 506541 w 4559827"/>
              <a:gd name="connsiteY103" fmla="*/ 6678045 h 6857999"/>
              <a:gd name="connsiteX104" fmla="*/ 501347 w 4559827"/>
              <a:gd name="connsiteY104" fmla="*/ 6665345 h 6857999"/>
              <a:gd name="connsiteX105" fmla="*/ 502074 w 4559827"/>
              <a:gd name="connsiteY105" fmla="*/ 6651587 h 6857999"/>
              <a:gd name="connsiteX106" fmla="*/ 489947 w 4559827"/>
              <a:gd name="connsiteY106" fmla="*/ 6643412 h 6857999"/>
              <a:gd name="connsiteX107" fmla="*/ 476171 w 4559827"/>
              <a:gd name="connsiteY107" fmla="*/ 6641709 h 6857999"/>
              <a:gd name="connsiteX108" fmla="*/ 609664 w 4559827"/>
              <a:gd name="connsiteY108" fmla="*/ 6605566 h 6857999"/>
              <a:gd name="connsiteX109" fmla="*/ 600444 w 4559827"/>
              <a:gd name="connsiteY109" fmla="*/ 6614394 h 6857999"/>
              <a:gd name="connsiteX110" fmla="*/ 607876 w 4559827"/>
              <a:gd name="connsiteY110" fmla="*/ 6624494 h 6857999"/>
              <a:gd name="connsiteX111" fmla="*/ 616088 w 4559827"/>
              <a:gd name="connsiteY111" fmla="*/ 6635054 h 6857999"/>
              <a:gd name="connsiteX112" fmla="*/ 621984 w 4559827"/>
              <a:gd name="connsiteY112" fmla="*/ 6644598 h 6857999"/>
              <a:gd name="connsiteX113" fmla="*/ 621209 w 4559827"/>
              <a:gd name="connsiteY113" fmla="*/ 6656257 h 6857999"/>
              <a:gd name="connsiteX114" fmla="*/ 627610 w 4559827"/>
              <a:gd name="connsiteY114" fmla="*/ 6666500 h 6857999"/>
              <a:gd name="connsiteX115" fmla="*/ 629843 w 4559827"/>
              <a:gd name="connsiteY115" fmla="*/ 6676986 h 6857999"/>
              <a:gd name="connsiteX116" fmla="*/ 638882 w 4559827"/>
              <a:gd name="connsiteY116" fmla="*/ 6685151 h 6857999"/>
              <a:gd name="connsiteX117" fmla="*/ 652227 w 4559827"/>
              <a:gd name="connsiteY117" fmla="*/ 6685037 h 6857999"/>
              <a:gd name="connsiteX118" fmla="*/ 652115 w 4559827"/>
              <a:gd name="connsiteY118" fmla="*/ 6665268 h 6857999"/>
              <a:gd name="connsiteX119" fmla="*/ 647030 w 4559827"/>
              <a:gd name="connsiteY119" fmla="*/ 6648192 h 6857999"/>
              <a:gd name="connsiteX120" fmla="*/ 644207 w 4559827"/>
              <a:gd name="connsiteY120" fmla="*/ 6629410 h 6857999"/>
              <a:gd name="connsiteX121" fmla="*/ 630837 w 4559827"/>
              <a:gd name="connsiteY121" fmla="*/ 6616293 h 6857999"/>
              <a:gd name="connsiteX122" fmla="*/ 620487 w 4559827"/>
              <a:gd name="connsiteY122" fmla="*/ 6607888 h 6857999"/>
              <a:gd name="connsiteX123" fmla="*/ 609739 w 4559827"/>
              <a:gd name="connsiteY123" fmla="*/ 6605597 h 6857999"/>
              <a:gd name="connsiteX124" fmla="*/ 128376 w 4559827"/>
              <a:gd name="connsiteY124" fmla="*/ 6595687 h 6857999"/>
              <a:gd name="connsiteX125" fmla="*/ 120827 w 4559827"/>
              <a:gd name="connsiteY125" fmla="*/ 6608222 h 6857999"/>
              <a:gd name="connsiteX126" fmla="*/ 120636 w 4559827"/>
              <a:gd name="connsiteY126" fmla="*/ 6622072 h 6857999"/>
              <a:gd name="connsiteX127" fmla="*/ 125568 w 4559827"/>
              <a:gd name="connsiteY127" fmla="*/ 6640144 h 6857999"/>
              <a:gd name="connsiteX128" fmla="*/ 127413 w 4559827"/>
              <a:gd name="connsiteY128" fmla="*/ 6659047 h 6857999"/>
              <a:gd name="connsiteX129" fmla="*/ 136093 w 4559827"/>
              <a:gd name="connsiteY129" fmla="*/ 6676082 h 6857999"/>
              <a:gd name="connsiteX130" fmla="*/ 153435 w 4559827"/>
              <a:gd name="connsiteY130" fmla="*/ 6686044 h 6857999"/>
              <a:gd name="connsiteX131" fmla="*/ 157824 w 4559827"/>
              <a:gd name="connsiteY131" fmla="*/ 6680072 h 6857999"/>
              <a:gd name="connsiteX132" fmla="*/ 156256 w 4559827"/>
              <a:gd name="connsiteY132" fmla="*/ 6669185 h 6857999"/>
              <a:gd name="connsiteX133" fmla="*/ 151527 w 4559827"/>
              <a:gd name="connsiteY133" fmla="*/ 6653053 h 6857999"/>
              <a:gd name="connsiteX134" fmla="*/ 151357 w 4559827"/>
              <a:gd name="connsiteY134" fmla="*/ 6636267 h 6857999"/>
              <a:gd name="connsiteX135" fmla="*/ 147242 w 4559827"/>
              <a:gd name="connsiteY135" fmla="*/ 6621941 h 6857999"/>
              <a:gd name="connsiteX136" fmla="*/ 147048 w 4559827"/>
              <a:gd name="connsiteY136" fmla="*/ 6606163 h 6857999"/>
              <a:gd name="connsiteX137" fmla="*/ 147011 w 4559827"/>
              <a:gd name="connsiteY137" fmla="*/ 6606147 h 6857999"/>
              <a:gd name="connsiteX138" fmla="*/ 128376 w 4559827"/>
              <a:gd name="connsiteY138" fmla="*/ 6595687 h 6857999"/>
              <a:gd name="connsiteX139" fmla="*/ 749018 w 4559827"/>
              <a:gd name="connsiteY139" fmla="*/ 6566084 h 6857999"/>
              <a:gd name="connsiteX140" fmla="*/ 743097 w 4559827"/>
              <a:gd name="connsiteY140" fmla="*/ 6576737 h 6857999"/>
              <a:gd name="connsiteX141" fmla="*/ 746323 w 4559827"/>
              <a:gd name="connsiteY141" fmla="*/ 6592768 h 6857999"/>
              <a:gd name="connsiteX142" fmla="*/ 752771 w 4559827"/>
              <a:gd name="connsiteY142" fmla="*/ 6607852 h 6857999"/>
              <a:gd name="connsiteX143" fmla="*/ 760265 w 4559827"/>
              <a:gd name="connsiteY143" fmla="*/ 6622443 h 6857999"/>
              <a:gd name="connsiteX144" fmla="*/ 769496 w 4559827"/>
              <a:gd name="connsiteY144" fmla="*/ 6635950 h 6857999"/>
              <a:gd name="connsiteX145" fmla="*/ 786877 w 4559827"/>
              <a:gd name="connsiteY145" fmla="*/ 6640755 h 6857999"/>
              <a:gd name="connsiteX146" fmla="*/ 787582 w 4559827"/>
              <a:gd name="connsiteY146" fmla="*/ 6630527 h 6857999"/>
              <a:gd name="connsiteX147" fmla="*/ 787529 w 4559827"/>
              <a:gd name="connsiteY147" fmla="*/ 6630548 h 6857999"/>
              <a:gd name="connsiteX148" fmla="*/ 786620 w 4559827"/>
              <a:gd name="connsiteY148" fmla="*/ 6613630 h 6857999"/>
              <a:gd name="connsiteX149" fmla="*/ 778022 w 4559827"/>
              <a:gd name="connsiteY149" fmla="*/ 6599459 h 6857999"/>
              <a:gd name="connsiteX150" fmla="*/ 770604 w 4559827"/>
              <a:gd name="connsiteY150" fmla="*/ 6584899 h 6857999"/>
              <a:gd name="connsiteX151" fmla="*/ 759075 w 4559827"/>
              <a:gd name="connsiteY151" fmla="*/ 6573083 h 6857999"/>
              <a:gd name="connsiteX152" fmla="*/ 749018 w 4559827"/>
              <a:gd name="connsiteY152" fmla="*/ 6566084 h 6857999"/>
              <a:gd name="connsiteX153" fmla="*/ 256726 w 4559827"/>
              <a:gd name="connsiteY153" fmla="*/ 6560219 h 6857999"/>
              <a:gd name="connsiteX154" fmla="*/ 251004 w 4559827"/>
              <a:gd name="connsiteY154" fmla="*/ 6571662 h 6857999"/>
              <a:gd name="connsiteX155" fmla="*/ 248629 w 4559827"/>
              <a:gd name="connsiteY155" fmla="*/ 6583977 h 6857999"/>
              <a:gd name="connsiteX156" fmla="*/ 254822 w 4559827"/>
              <a:gd name="connsiteY156" fmla="*/ 6601253 h 6857999"/>
              <a:gd name="connsiteX157" fmla="*/ 259958 w 4559827"/>
              <a:gd name="connsiteY157" fmla="*/ 6618836 h 6857999"/>
              <a:gd name="connsiteX158" fmla="*/ 268236 w 4559827"/>
              <a:gd name="connsiteY158" fmla="*/ 6635040 h 6857999"/>
              <a:gd name="connsiteX159" fmla="*/ 278969 w 4559827"/>
              <a:gd name="connsiteY159" fmla="*/ 6651077 h 6857999"/>
              <a:gd name="connsiteX160" fmla="*/ 279962 w 4559827"/>
              <a:gd name="connsiteY160" fmla="*/ 6631726 h 6857999"/>
              <a:gd name="connsiteX161" fmla="*/ 280970 w 4559827"/>
              <a:gd name="connsiteY161" fmla="*/ 6613710 h 6857999"/>
              <a:gd name="connsiteX162" fmla="*/ 279196 w 4559827"/>
              <a:gd name="connsiteY162" fmla="*/ 6595589 h 6857999"/>
              <a:gd name="connsiteX163" fmla="*/ 269849 w 4559827"/>
              <a:gd name="connsiteY163" fmla="*/ 6576771 h 6857999"/>
              <a:gd name="connsiteX164" fmla="*/ 256710 w 4559827"/>
              <a:gd name="connsiteY164" fmla="*/ 6560257 h 6857999"/>
              <a:gd name="connsiteX165" fmla="*/ 964557 w 4559827"/>
              <a:gd name="connsiteY165" fmla="*/ 6548169 h 6857999"/>
              <a:gd name="connsiteX166" fmla="*/ 960119 w 4559827"/>
              <a:gd name="connsiteY166" fmla="*/ 6557498 h 6857999"/>
              <a:gd name="connsiteX167" fmla="*/ 959162 w 4559827"/>
              <a:gd name="connsiteY167" fmla="*/ 6569169 h 6857999"/>
              <a:gd name="connsiteX168" fmla="*/ 963266 w 4559827"/>
              <a:gd name="connsiteY168" fmla="*/ 6586055 h 6857999"/>
              <a:gd name="connsiteX169" fmla="*/ 972933 w 4559827"/>
              <a:gd name="connsiteY169" fmla="*/ 6600098 h 6857999"/>
              <a:gd name="connsiteX170" fmla="*/ 988170 w 4559827"/>
              <a:gd name="connsiteY170" fmla="*/ 6605066 h 6857999"/>
              <a:gd name="connsiteX171" fmla="*/ 994447 w 4559827"/>
              <a:gd name="connsiteY171" fmla="*/ 6598846 h 6857999"/>
              <a:gd name="connsiteX172" fmla="*/ 993738 w 4559827"/>
              <a:gd name="connsiteY172" fmla="*/ 6589136 h 6857999"/>
              <a:gd name="connsiteX173" fmla="*/ 986624 w 4559827"/>
              <a:gd name="connsiteY173" fmla="*/ 6573111 h 6857999"/>
              <a:gd name="connsiteX174" fmla="*/ 986694 w 4559827"/>
              <a:gd name="connsiteY174" fmla="*/ 6561555 h 6857999"/>
              <a:gd name="connsiteX175" fmla="*/ 979192 w 4559827"/>
              <a:gd name="connsiteY175" fmla="*/ 6552885 h 6857999"/>
              <a:gd name="connsiteX176" fmla="*/ 979177 w 4559827"/>
              <a:gd name="connsiteY176" fmla="*/ 6552922 h 6857999"/>
              <a:gd name="connsiteX177" fmla="*/ 964557 w 4559827"/>
              <a:gd name="connsiteY177" fmla="*/ 6548169 h 6857999"/>
              <a:gd name="connsiteX178" fmla="*/ 873575 w 4559827"/>
              <a:gd name="connsiteY178" fmla="*/ 6526596 h 6857999"/>
              <a:gd name="connsiteX179" fmla="*/ 869299 w 4559827"/>
              <a:gd name="connsiteY179" fmla="*/ 6539440 h 6857999"/>
              <a:gd name="connsiteX180" fmla="*/ 871742 w 4559827"/>
              <a:gd name="connsiteY180" fmla="*/ 6552801 h 6857999"/>
              <a:gd name="connsiteX181" fmla="*/ 879387 w 4559827"/>
              <a:gd name="connsiteY181" fmla="*/ 6569668 h 6857999"/>
              <a:gd name="connsiteX182" fmla="*/ 885713 w 4559827"/>
              <a:gd name="connsiteY182" fmla="*/ 6587263 h 6857999"/>
              <a:gd name="connsiteX183" fmla="*/ 898787 w 4559827"/>
              <a:gd name="connsiteY183" fmla="*/ 6600346 h 6857999"/>
              <a:gd name="connsiteX184" fmla="*/ 914886 w 4559827"/>
              <a:gd name="connsiteY184" fmla="*/ 6608106 h 6857999"/>
              <a:gd name="connsiteX185" fmla="*/ 912502 w 4559827"/>
              <a:gd name="connsiteY185" fmla="*/ 6593444 h 6857999"/>
              <a:gd name="connsiteX186" fmla="*/ 909653 w 4559827"/>
              <a:gd name="connsiteY186" fmla="*/ 6576199 h 6857999"/>
              <a:gd name="connsiteX187" fmla="*/ 902695 w 4559827"/>
              <a:gd name="connsiteY187" fmla="*/ 6561168 h 6857999"/>
              <a:gd name="connsiteX188" fmla="*/ 899800 w 4559827"/>
              <a:gd name="connsiteY188" fmla="*/ 6546779 h 6857999"/>
              <a:gd name="connsiteX189" fmla="*/ 889265 w 4559827"/>
              <a:gd name="connsiteY189" fmla="*/ 6536175 h 6857999"/>
              <a:gd name="connsiteX190" fmla="*/ 889190 w 4559827"/>
              <a:gd name="connsiteY190" fmla="*/ 6536144 h 6857999"/>
              <a:gd name="connsiteX191" fmla="*/ 873575 w 4559827"/>
              <a:gd name="connsiteY191" fmla="*/ 6526596 h 6857999"/>
              <a:gd name="connsiteX192" fmla="*/ 387795 w 4559827"/>
              <a:gd name="connsiteY192" fmla="*/ 6521954 h 6857999"/>
              <a:gd name="connsiteX193" fmla="*/ 377974 w 4559827"/>
              <a:gd name="connsiteY193" fmla="*/ 6536855 h 6857999"/>
              <a:gd name="connsiteX194" fmla="*/ 379963 w 4559827"/>
              <a:gd name="connsiteY194" fmla="*/ 6553518 h 6857999"/>
              <a:gd name="connsiteX195" fmla="*/ 386718 w 4559827"/>
              <a:gd name="connsiteY195" fmla="*/ 6568818 h 6857999"/>
              <a:gd name="connsiteX196" fmla="*/ 389884 w 4559827"/>
              <a:gd name="connsiteY196" fmla="*/ 6584780 h 6857999"/>
              <a:gd name="connsiteX197" fmla="*/ 395360 w 4559827"/>
              <a:gd name="connsiteY197" fmla="*/ 6600075 h 6857999"/>
              <a:gd name="connsiteX198" fmla="*/ 402567 w 4559827"/>
              <a:gd name="connsiteY198" fmla="*/ 6607339 h 6857999"/>
              <a:gd name="connsiteX199" fmla="*/ 411593 w 4559827"/>
              <a:gd name="connsiteY199" fmla="*/ 6609307 h 6857999"/>
              <a:gd name="connsiteX200" fmla="*/ 415724 w 4559827"/>
              <a:gd name="connsiteY200" fmla="*/ 6605117 h 6857999"/>
              <a:gd name="connsiteX201" fmla="*/ 417694 w 4559827"/>
              <a:gd name="connsiteY201" fmla="*/ 6598331 h 6857999"/>
              <a:gd name="connsiteX202" fmla="*/ 417710 w 4559827"/>
              <a:gd name="connsiteY202" fmla="*/ 6598294 h 6857999"/>
              <a:gd name="connsiteX203" fmla="*/ 412955 w 4559827"/>
              <a:gd name="connsiteY203" fmla="*/ 6582329 h 6857999"/>
              <a:gd name="connsiteX204" fmla="*/ 408315 w 4559827"/>
              <a:gd name="connsiteY204" fmla="*/ 6566722 h 6857999"/>
              <a:gd name="connsiteX205" fmla="*/ 402952 w 4559827"/>
              <a:gd name="connsiteY205" fmla="*/ 6551474 h 6857999"/>
              <a:gd name="connsiteX206" fmla="*/ 399502 w 4559827"/>
              <a:gd name="connsiteY206" fmla="*/ 6535348 h 6857999"/>
              <a:gd name="connsiteX207" fmla="*/ 387795 w 4559827"/>
              <a:gd name="connsiteY207" fmla="*/ 6521954 h 6857999"/>
              <a:gd name="connsiteX208" fmla="*/ 513778 w 4559827"/>
              <a:gd name="connsiteY208" fmla="*/ 6489607 h 6857999"/>
              <a:gd name="connsiteX209" fmla="*/ 506552 w 4559827"/>
              <a:gd name="connsiteY209" fmla="*/ 6500422 h 6857999"/>
              <a:gd name="connsiteX210" fmla="*/ 502324 w 4559827"/>
              <a:gd name="connsiteY210" fmla="*/ 6518637 h 6857999"/>
              <a:gd name="connsiteX211" fmla="*/ 504910 w 4559827"/>
              <a:gd name="connsiteY211" fmla="*/ 6537142 h 6857999"/>
              <a:gd name="connsiteX212" fmla="*/ 514667 w 4559827"/>
              <a:gd name="connsiteY212" fmla="*/ 6553080 h 6857999"/>
              <a:gd name="connsiteX213" fmla="*/ 514898 w 4559827"/>
              <a:gd name="connsiteY213" fmla="*/ 6568034 h 6857999"/>
              <a:gd name="connsiteX214" fmla="*/ 526754 w 4559827"/>
              <a:gd name="connsiteY214" fmla="*/ 6577379 h 6857999"/>
              <a:gd name="connsiteX215" fmla="*/ 530976 w 4559827"/>
              <a:gd name="connsiteY215" fmla="*/ 6573814 h 6857999"/>
              <a:gd name="connsiteX216" fmla="*/ 531483 w 4559827"/>
              <a:gd name="connsiteY216" fmla="*/ 6566934 h 6857999"/>
              <a:gd name="connsiteX217" fmla="*/ 534823 w 4559827"/>
              <a:gd name="connsiteY217" fmla="*/ 6555377 h 6857999"/>
              <a:gd name="connsiteX218" fmla="*/ 534836 w 4559827"/>
              <a:gd name="connsiteY218" fmla="*/ 6538049 h 6857999"/>
              <a:gd name="connsiteX219" fmla="*/ 528888 w 4559827"/>
              <a:gd name="connsiteY219" fmla="*/ 6521982 h 6857999"/>
              <a:gd name="connsiteX220" fmla="*/ 522458 w 4559827"/>
              <a:gd name="connsiteY220" fmla="*/ 6506642 h 6857999"/>
              <a:gd name="connsiteX221" fmla="*/ 518769 w 4559827"/>
              <a:gd name="connsiteY221" fmla="*/ 6494882 h 6857999"/>
              <a:gd name="connsiteX222" fmla="*/ 513778 w 4559827"/>
              <a:gd name="connsiteY222" fmla="*/ 6489607 h 6857999"/>
              <a:gd name="connsiteX223" fmla="*/ 14167 w 4559827"/>
              <a:gd name="connsiteY223" fmla="*/ 6486026 h 6857999"/>
              <a:gd name="connsiteX224" fmla="*/ 13121 w 4559827"/>
              <a:gd name="connsiteY224" fmla="*/ 6502657 h 6857999"/>
              <a:gd name="connsiteX225" fmla="*/ 11890 w 4559827"/>
              <a:gd name="connsiteY225" fmla="*/ 6520360 h 6857999"/>
              <a:gd name="connsiteX226" fmla="*/ 21567 w 4559827"/>
              <a:gd name="connsiteY226" fmla="*/ 6534274 h 6857999"/>
              <a:gd name="connsiteX227" fmla="*/ 30411 w 4559827"/>
              <a:gd name="connsiteY227" fmla="*/ 6548282 h 6857999"/>
              <a:gd name="connsiteX228" fmla="*/ 41101 w 4559827"/>
              <a:gd name="connsiteY228" fmla="*/ 6560940 h 6857999"/>
              <a:gd name="connsiteX229" fmla="*/ 51375 w 4559827"/>
              <a:gd name="connsiteY229" fmla="*/ 6567102 h 6857999"/>
              <a:gd name="connsiteX230" fmla="*/ 62802 w 4559827"/>
              <a:gd name="connsiteY230" fmla="*/ 6565874 h 6857999"/>
              <a:gd name="connsiteX231" fmla="*/ 59994 w 4559827"/>
              <a:gd name="connsiteY231" fmla="*/ 6553068 h 6857999"/>
              <a:gd name="connsiteX232" fmla="*/ 60015 w 4559827"/>
              <a:gd name="connsiteY232" fmla="*/ 6553121 h 6857999"/>
              <a:gd name="connsiteX233" fmla="*/ 55094 w 4559827"/>
              <a:gd name="connsiteY233" fmla="*/ 6537662 h 6857999"/>
              <a:gd name="connsiteX234" fmla="*/ 45320 w 4559827"/>
              <a:gd name="connsiteY234" fmla="*/ 6524502 h 6857999"/>
              <a:gd name="connsiteX235" fmla="*/ 37088 w 4559827"/>
              <a:gd name="connsiteY235" fmla="*/ 6510618 h 6857999"/>
              <a:gd name="connsiteX236" fmla="*/ 27046 w 4559827"/>
              <a:gd name="connsiteY236" fmla="*/ 6498099 h 6857999"/>
              <a:gd name="connsiteX237" fmla="*/ 14167 w 4559827"/>
              <a:gd name="connsiteY237" fmla="*/ 6486026 h 6857999"/>
              <a:gd name="connsiteX238" fmla="*/ 149703 w 4559827"/>
              <a:gd name="connsiteY238" fmla="*/ 6449014 h 6857999"/>
              <a:gd name="connsiteX239" fmla="*/ 149725 w 4559827"/>
              <a:gd name="connsiteY239" fmla="*/ 6449067 h 6857999"/>
              <a:gd name="connsiteX240" fmla="*/ 141262 w 4559827"/>
              <a:gd name="connsiteY240" fmla="*/ 6456931 h 6857999"/>
              <a:gd name="connsiteX241" fmla="*/ 145586 w 4559827"/>
              <a:gd name="connsiteY241" fmla="*/ 6469177 h 6857999"/>
              <a:gd name="connsiteX242" fmla="*/ 152116 w 4559827"/>
              <a:gd name="connsiteY242" fmla="*/ 6486285 h 6857999"/>
              <a:gd name="connsiteX243" fmla="*/ 159445 w 4559827"/>
              <a:gd name="connsiteY243" fmla="*/ 6503063 h 6857999"/>
              <a:gd name="connsiteX244" fmla="*/ 168500 w 4559827"/>
              <a:gd name="connsiteY244" fmla="*/ 6518884 h 6857999"/>
              <a:gd name="connsiteX245" fmla="*/ 180420 w 4559827"/>
              <a:gd name="connsiteY245" fmla="*/ 6529979 h 6857999"/>
              <a:gd name="connsiteX246" fmla="*/ 181585 w 4559827"/>
              <a:gd name="connsiteY246" fmla="*/ 6513486 h 6857999"/>
              <a:gd name="connsiteX247" fmla="*/ 178354 w 4559827"/>
              <a:gd name="connsiteY247" fmla="*/ 6495994 h 6857999"/>
              <a:gd name="connsiteX248" fmla="*/ 171861 w 4559827"/>
              <a:gd name="connsiteY248" fmla="*/ 6479433 h 6857999"/>
              <a:gd name="connsiteX249" fmla="*/ 164299 w 4559827"/>
              <a:gd name="connsiteY249" fmla="*/ 6460258 h 6857999"/>
              <a:gd name="connsiteX250" fmla="*/ 149703 w 4559827"/>
              <a:gd name="connsiteY250" fmla="*/ 6449014 h 6857999"/>
              <a:gd name="connsiteX251" fmla="*/ 645496 w 4559827"/>
              <a:gd name="connsiteY251" fmla="*/ 6448209 h 6857999"/>
              <a:gd name="connsiteX252" fmla="*/ 641645 w 4559827"/>
              <a:gd name="connsiteY252" fmla="*/ 6466893 h 6857999"/>
              <a:gd name="connsiteX253" fmla="*/ 641607 w 4559827"/>
              <a:gd name="connsiteY253" fmla="*/ 6466877 h 6857999"/>
              <a:gd name="connsiteX254" fmla="*/ 639762 w 4559827"/>
              <a:gd name="connsiteY254" fmla="*/ 6481935 h 6857999"/>
              <a:gd name="connsiteX255" fmla="*/ 643278 w 4559827"/>
              <a:gd name="connsiteY255" fmla="*/ 6495479 h 6857999"/>
              <a:gd name="connsiteX256" fmla="*/ 647748 w 4559827"/>
              <a:gd name="connsiteY256" fmla="*/ 6510750 h 6857999"/>
              <a:gd name="connsiteX257" fmla="*/ 650737 w 4559827"/>
              <a:gd name="connsiteY257" fmla="*/ 6527346 h 6857999"/>
              <a:gd name="connsiteX258" fmla="*/ 661201 w 4559827"/>
              <a:gd name="connsiteY258" fmla="*/ 6531155 h 6857999"/>
              <a:gd name="connsiteX259" fmla="*/ 671417 w 4559827"/>
              <a:gd name="connsiteY259" fmla="*/ 6535876 h 6857999"/>
              <a:gd name="connsiteX260" fmla="*/ 676582 w 4559827"/>
              <a:gd name="connsiteY260" fmla="*/ 6529201 h 6857999"/>
              <a:gd name="connsiteX261" fmla="*/ 678112 w 4559827"/>
              <a:gd name="connsiteY261" fmla="*/ 6519578 h 6857999"/>
              <a:gd name="connsiteX262" fmla="*/ 672013 w 4559827"/>
              <a:gd name="connsiteY262" fmla="*/ 6504818 h 6857999"/>
              <a:gd name="connsiteX263" fmla="*/ 663211 w 4559827"/>
              <a:gd name="connsiteY263" fmla="*/ 6490077 h 6857999"/>
              <a:gd name="connsiteX264" fmla="*/ 664622 w 4559827"/>
              <a:gd name="connsiteY264" fmla="*/ 6476164 h 6857999"/>
              <a:gd name="connsiteX265" fmla="*/ 667028 w 4559827"/>
              <a:gd name="connsiteY265" fmla="*/ 6462933 h 6857999"/>
              <a:gd name="connsiteX266" fmla="*/ 657850 w 4559827"/>
              <a:gd name="connsiteY266" fmla="*/ 6452677 h 6857999"/>
              <a:gd name="connsiteX267" fmla="*/ 645496 w 4559827"/>
              <a:gd name="connsiteY267" fmla="*/ 6448209 h 6857999"/>
              <a:gd name="connsiteX268" fmla="*/ 277722 w 4559827"/>
              <a:gd name="connsiteY268" fmla="*/ 6412125 h 6857999"/>
              <a:gd name="connsiteX269" fmla="*/ 270554 w 4559827"/>
              <a:gd name="connsiteY269" fmla="*/ 6422698 h 6857999"/>
              <a:gd name="connsiteX270" fmla="*/ 272824 w 4559827"/>
              <a:gd name="connsiteY270" fmla="*/ 6436472 h 6857999"/>
              <a:gd name="connsiteX271" fmla="*/ 281166 w 4559827"/>
              <a:gd name="connsiteY271" fmla="*/ 6453365 h 6857999"/>
              <a:gd name="connsiteX272" fmla="*/ 287619 w 4559827"/>
              <a:gd name="connsiteY272" fmla="*/ 6470969 h 6857999"/>
              <a:gd name="connsiteX273" fmla="*/ 299241 w 4559827"/>
              <a:gd name="connsiteY273" fmla="*/ 6485831 h 6857999"/>
              <a:gd name="connsiteX274" fmla="*/ 317188 w 4559827"/>
              <a:gd name="connsiteY274" fmla="*/ 6492554 h 6857999"/>
              <a:gd name="connsiteX275" fmla="*/ 315411 w 4559827"/>
              <a:gd name="connsiteY275" fmla="*/ 6476863 h 6857999"/>
              <a:gd name="connsiteX276" fmla="*/ 312035 w 4559827"/>
              <a:gd name="connsiteY276" fmla="*/ 6459929 h 6857999"/>
              <a:gd name="connsiteX277" fmla="*/ 304448 w 4559827"/>
              <a:gd name="connsiteY277" fmla="*/ 6445032 h 6857999"/>
              <a:gd name="connsiteX278" fmla="*/ 301391 w 4559827"/>
              <a:gd name="connsiteY278" fmla="*/ 6430707 h 6857999"/>
              <a:gd name="connsiteX279" fmla="*/ 291576 w 4559827"/>
              <a:gd name="connsiteY279" fmla="*/ 6420183 h 6857999"/>
              <a:gd name="connsiteX280" fmla="*/ 291629 w 4559827"/>
              <a:gd name="connsiteY280" fmla="*/ 6420162 h 6857999"/>
              <a:gd name="connsiteX281" fmla="*/ 277722 w 4559827"/>
              <a:gd name="connsiteY281" fmla="*/ 6412125 h 6857999"/>
              <a:gd name="connsiteX282" fmla="*/ 412456 w 4559827"/>
              <a:gd name="connsiteY282" fmla="*/ 6373876 h 6857999"/>
              <a:gd name="connsiteX283" fmla="*/ 406017 w 4559827"/>
              <a:gd name="connsiteY283" fmla="*/ 6374998 h 6857999"/>
              <a:gd name="connsiteX284" fmla="*/ 405979 w 4559827"/>
              <a:gd name="connsiteY284" fmla="*/ 6374982 h 6857999"/>
              <a:gd name="connsiteX285" fmla="*/ 404353 w 4559827"/>
              <a:gd name="connsiteY285" fmla="*/ 6388672 h 6857999"/>
              <a:gd name="connsiteX286" fmla="*/ 407366 w 4559827"/>
              <a:gd name="connsiteY286" fmla="*/ 6406473 h 6857999"/>
              <a:gd name="connsiteX287" fmla="*/ 412734 w 4559827"/>
              <a:gd name="connsiteY287" fmla="*/ 6424242 h 6857999"/>
              <a:gd name="connsiteX288" fmla="*/ 427542 w 4559827"/>
              <a:gd name="connsiteY288" fmla="*/ 6435928 h 6857999"/>
              <a:gd name="connsiteX289" fmla="*/ 434842 w 4559827"/>
              <a:gd name="connsiteY289" fmla="*/ 6447609 h 6857999"/>
              <a:gd name="connsiteX290" fmla="*/ 445513 w 4559827"/>
              <a:gd name="connsiteY290" fmla="*/ 6453140 h 6857999"/>
              <a:gd name="connsiteX291" fmla="*/ 450467 w 4559827"/>
              <a:gd name="connsiteY291" fmla="*/ 6443321 h 6857999"/>
              <a:gd name="connsiteX292" fmla="*/ 448150 w 4559827"/>
              <a:gd name="connsiteY292" fmla="*/ 6431870 h 6857999"/>
              <a:gd name="connsiteX293" fmla="*/ 440379 w 4559827"/>
              <a:gd name="connsiteY293" fmla="*/ 6416145 h 6857999"/>
              <a:gd name="connsiteX294" fmla="*/ 435404 w 4559827"/>
              <a:gd name="connsiteY294" fmla="*/ 6399336 h 6857999"/>
              <a:gd name="connsiteX295" fmla="*/ 419865 w 4559827"/>
              <a:gd name="connsiteY295" fmla="*/ 6389820 h 6857999"/>
              <a:gd name="connsiteX296" fmla="*/ 417003 w 4559827"/>
              <a:gd name="connsiteY296" fmla="*/ 6377036 h 6857999"/>
              <a:gd name="connsiteX297" fmla="*/ 412456 w 4559827"/>
              <a:gd name="connsiteY297" fmla="*/ 6373876 h 6857999"/>
              <a:gd name="connsiteX298" fmla="*/ 47093 w 4559827"/>
              <a:gd name="connsiteY298" fmla="*/ 6332760 h 6857999"/>
              <a:gd name="connsiteX299" fmla="*/ 41625 w 4559827"/>
              <a:gd name="connsiteY299" fmla="*/ 6354038 h 6857999"/>
              <a:gd name="connsiteX300" fmla="*/ 41663 w 4559827"/>
              <a:gd name="connsiteY300" fmla="*/ 6354054 h 6857999"/>
              <a:gd name="connsiteX301" fmla="*/ 44037 w 4559827"/>
              <a:gd name="connsiteY301" fmla="*/ 6368845 h 6857999"/>
              <a:gd name="connsiteX302" fmla="*/ 49086 w 4559827"/>
              <a:gd name="connsiteY302" fmla="*/ 6382104 h 6857999"/>
              <a:gd name="connsiteX303" fmla="*/ 54303 w 4559827"/>
              <a:gd name="connsiteY303" fmla="*/ 6397598 h 6857999"/>
              <a:gd name="connsiteX304" fmla="*/ 59903 w 4559827"/>
              <a:gd name="connsiteY304" fmla="*/ 6410911 h 6857999"/>
              <a:gd name="connsiteX305" fmla="*/ 74314 w 4559827"/>
              <a:gd name="connsiteY305" fmla="*/ 6419115 h 6857999"/>
              <a:gd name="connsiteX306" fmla="*/ 79828 w 4559827"/>
              <a:gd name="connsiteY306" fmla="*/ 6414018 h 6857999"/>
              <a:gd name="connsiteX307" fmla="*/ 81644 w 4559827"/>
              <a:gd name="connsiteY307" fmla="*/ 6406045 h 6857999"/>
              <a:gd name="connsiteX308" fmla="*/ 79566 w 4559827"/>
              <a:gd name="connsiteY308" fmla="*/ 6389388 h 6857999"/>
              <a:gd name="connsiteX309" fmla="*/ 69071 w 4559827"/>
              <a:gd name="connsiteY309" fmla="*/ 6376370 h 6857999"/>
              <a:gd name="connsiteX310" fmla="*/ 73157 w 4559827"/>
              <a:gd name="connsiteY310" fmla="*/ 6363135 h 6857999"/>
              <a:gd name="connsiteX311" fmla="*/ 70978 w 4559827"/>
              <a:gd name="connsiteY311" fmla="*/ 6349354 h 6857999"/>
              <a:gd name="connsiteX312" fmla="*/ 63013 w 4559827"/>
              <a:gd name="connsiteY312" fmla="*/ 6336731 h 6857999"/>
              <a:gd name="connsiteX313" fmla="*/ 47093 w 4559827"/>
              <a:gd name="connsiteY313" fmla="*/ 6332760 h 6857999"/>
              <a:gd name="connsiteX314" fmla="*/ 184081 w 4559827"/>
              <a:gd name="connsiteY314" fmla="*/ 6296710 h 6857999"/>
              <a:gd name="connsiteX315" fmla="*/ 175636 w 4559827"/>
              <a:gd name="connsiteY315" fmla="*/ 6306748 h 6857999"/>
              <a:gd name="connsiteX316" fmla="*/ 175893 w 4559827"/>
              <a:gd name="connsiteY316" fmla="*/ 6323216 h 6857999"/>
              <a:gd name="connsiteX317" fmla="*/ 181875 w 4559827"/>
              <a:gd name="connsiteY317" fmla="*/ 6338678 h 6857999"/>
              <a:gd name="connsiteX318" fmla="*/ 186828 w 4559827"/>
              <a:gd name="connsiteY318" fmla="*/ 6354063 h 6857999"/>
              <a:gd name="connsiteX319" fmla="*/ 191515 w 4559827"/>
              <a:gd name="connsiteY319" fmla="*/ 6369557 h 6857999"/>
              <a:gd name="connsiteX320" fmla="*/ 207490 w 4559827"/>
              <a:gd name="connsiteY320" fmla="*/ 6379300 h 6857999"/>
              <a:gd name="connsiteX321" fmla="*/ 213186 w 4559827"/>
              <a:gd name="connsiteY321" fmla="*/ 6368023 h 6857999"/>
              <a:gd name="connsiteX322" fmla="*/ 213293 w 4559827"/>
              <a:gd name="connsiteY322" fmla="*/ 6367978 h 6857999"/>
              <a:gd name="connsiteX323" fmla="*/ 209153 w 4559827"/>
              <a:gd name="connsiteY323" fmla="*/ 6351917 h 6857999"/>
              <a:gd name="connsiteX324" fmla="*/ 207205 w 4559827"/>
              <a:gd name="connsiteY324" fmla="*/ 6335581 h 6857999"/>
              <a:gd name="connsiteX325" fmla="*/ 198861 w 4559827"/>
              <a:gd name="connsiteY325" fmla="*/ 6321119 h 6857999"/>
              <a:gd name="connsiteX326" fmla="*/ 195251 w 4559827"/>
              <a:gd name="connsiteY326" fmla="*/ 6305059 h 6857999"/>
              <a:gd name="connsiteX327" fmla="*/ 184081 w 4559827"/>
              <a:gd name="connsiteY327" fmla="*/ 6296710 h 6857999"/>
              <a:gd name="connsiteX328" fmla="*/ 65344 w 4559827"/>
              <a:gd name="connsiteY328" fmla="*/ 6190901 h 6857999"/>
              <a:gd name="connsiteX329" fmla="*/ 61371 w 4559827"/>
              <a:gd name="connsiteY329" fmla="*/ 6206394 h 6857999"/>
              <a:gd name="connsiteX330" fmla="*/ 66829 w 4559827"/>
              <a:gd name="connsiteY330" fmla="*/ 6216462 h 6857999"/>
              <a:gd name="connsiteX331" fmla="*/ 70737 w 4559827"/>
              <a:gd name="connsiteY331" fmla="*/ 6229596 h 6857999"/>
              <a:gd name="connsiteX332" fmla="*/ 81970 w 4559827"/>
              <a:gd name="connsiteY332" fmla="*/ 6247390 h 6857999"/>
              <a:gd name="connsiteX333" fmla="*/ 86976 w 4559827"/>
              <a:gd name="connsiteY333" fmla="*/ 6257270 h 6857999"/>
              <a:gd name="connsiteX334" fmla="*/ 92840 w 4559827"/>
              <a:gd name="connsiteY334" fmla="*/ 6265210 h 6857999"/>
              <a:gd name="connsiteX335" fmla="*/ 100875 w 4559827"/>
              <a:gd name="connsiteY335" fmla="*/ 6271759 h 6857999"/>
              <a:gd name="connsiteX336" fmla="*/ 112001 w 4559827"/>
              <a:gd name="connsiteY336" fmla="*/ 6274519 h 6857999"/>
              <a:gd name="connsiteX337" fmla="*/ 114286 w 4559827"/>
              <a:gd name="connsiteY337" fmla="*/ 6255356 h 6857999"/>
              <a:gd name="connsiteX338" fmla="*/ 110551 w 4559827"/>
              <a:gd name="connsiteY338" fmla="*/ 6237165 h 6857999"/>
              <a:gd name="connsiteX339" fmla="*/ 101211 w 4559827"/>
              <a:gd name="connsiteY339" fmla="*/ 6221180 h 6857999"/>
              <a:gd name="connsiteX340" fmla="*/ 90337 w 4559827"/>
              <a:gd name="connsiteY340" fmla="*/ 6206323 h 6857999"/>
              <a:gd name="connsiteX341" fmla="*/ 77748 w 4559827"/>
              <a:gd name="connsiteY341" fmla="*/ 6200519 h 6857999"/>
              <a:gd name="connsiteX342" fmla="*/ 65381 w 4559827"/>
              <a:gd name="connsiteY342" fmla="*/ 6190916 h 6857999"/>
              <a:gd name="connsiteX343" fmla="*/ 211728 w 4559827"/>
              <a:gd name="connsiteY343" fmla="*/ 0 h 6857999"/>
              <a:gd name="connsiteX344" fmla="*/ 4559827 w 4559827"/>
              <a:gd name="connsiteY344" fmla="*/ 0 h 6857999"/>
              <a:gd name="connsiteX345" fmla="*/ 4559827 w 4559827"/>
              <a:gd name="connsiteY345" fmla="*/ 6857999 h 6857999"/>
              <a:gd name="connsiteX346" fmla="*/ 484767 w 4559827"/>
              <a:gd name="connsiteY346" fmla="*/ 6857999 h 6857999"/>
              <a:gd name="connsiteX347" fmla="*/ 484724 w 4559827"/>
              <a:gd name="connsiteY347" fmla="*/ 6847507 h 6857999"/>
              <a:gd name="connsiteX348" fmla="*/ 488151 w 4559827"/>
              <a:gd name="connsiteY348" fmla="*/ 6829308 h 6857999"/>
              <a:gd name="connsiteX349" fmla="*/ 481082 w 4559827"/>
              <a:gd name="connsiteY349" fmla="*/ 6812330 h 6857999"/>
              <a:gd name="connsiteX350" fmla="*/ 473990 w 4559827"/>
              <a:gd name="connsiteY350" fmla="*/ 6795827 h 6857999"/>
              <a:gd name="connsiteX351" fmla="*/ 467554 w 4559827"/>
              <a:gd name="connsiteY351" fmla="*/ 6783669 h 6857999"/>
              <a:gd name="connsiteX352" fmla="*/ 454676 w 4559827"/>
              <a:gd name="connsiteY352" fmla="*/ 6776549 h 6857999"/>
              <a:gd name="connsiteX353" fmla="*/ 454639 w 4559827"/>
              <a:gd name="connsiteY353" fmla="*/ 6776533 h 6857999"/>
              <a:gd name="connsiteX354" fmla="*/ 448330 w 4559827"/>
              <a:gd name="connsiteY354" fmla="*/ 6789059 h 6857999"/>
              <a:gd name="connsiteX355" fmla="*/ 449782 w 4559827"/>
              <a:gd name="connsiteY355" fmla="*/ 6800677 h 6857999"/>
              <a:gd name="connsiteX356" fmla="*/ 455308 w 4559827"/>
              <a:gd name="connsiteY356" fmla="*/ 6812057 h 6857999"/>
              <a:gd name="connsiteX357" fmla="*/ 456078 w 4559827"/>
              <a:gd name="connsiteY357" fmla="*/ 6822770 h 6857999"/>
              <a:gd name="connsiteX358" fmla="*/ 457530 w 4559827"/>
              <a:gd name="connsiteY358" fmla="*/ 6833329 h 6857999"/>
              <a:gd name="connsiteX359" fmla="*/ 462554 w 4559827"/>
              <a:gd name="connsiteY359" fmla="*/ 6843482 h 6857999"/>
              <a:gd name="connsiteX360" fmla="*/ 464324 w 4559827"/>
              <a:gd name="connsiteY360" fmla="*/ 6854128 h 6857999"/>
              <a:gd name="connsiteX361" fmla="*/ 468230 w 4559827"/>
              <a:gd name="connsiteY361" fmla="*/ 6857999 h 6857999"/>
              <a:gd name="connsiteX362" fmla="*/ 349625 w 4559827"/>
              <a:gd name="connsiteY362" fmla="*/ 6857999 h 6857999"/>
              <a:gd name="connsiteX363" fmla="*/ 346851 w 4559827"/>
              <a:gd name="connsiteY363" fmla="*/ 6846439 h 6857999"/>
              <a:gd name="connsiteX364" fmla="*/ 340135 w 4559827"/>
              <a:gd name="connsiteY364" fmla="*/ 6830936 h 6857999"/>
              <a:gd name="connsiteX365" fmla="*/ 337257 w 4559827"/>
              <a:gd name="connsiteY365" fmla="*/ 6820090 h 6857999"/>
              <a:gd name="connsiteX366" fmla="*/ 333205 w 4559827"/>
              <a:gd name="connsiteY366" fmla="*/ 6817580 h 6857999"/>
              <a:gd name="connsiteX367" fmla="*/ 326615 w 4559827"/>
              <a:gd name="connsiteY367" fmla="*/ 6818285 h 6857999"/>
              <a:gd name="connsiteX368" fmla="*/ 326646 w 4559827"/>
              <a:gd name="connsiteY368" fmla="*/ 6818210 h 6857999"/>
              <a:gd name="connsiteX369" fmla="*/ 321987 w 4559827"/>
              <a:gd name="connsiteY369" fmla="*/ 6828595 h 6857999"/>
              <a:gd name="connsiteX370" fmla="*/ 320315 w 4559827"/>
              <a:gd name="connsiteY370" fmla="*/ 6846821 h 6857999"/>
              <a:gd name="connsiteX371" fmla="*/ 325749 w 4559827"/>
              <a:gd name="connsiteY371" fmla="*/ 6857999 h 6857999"/>
              <a:gd name="connsiteX372" fmla="*/ 215876 w 4559827"/>
              <a:gd name="connsiteY372" fmla="*/ 6857999 h 6857999"/>
              <a:gd name="connsiteX373" fmla="*/ 208935 w 4559827"/>
              <a:gd name="connsiteY373" fmla="*/ 6852668 h 6857999"/>
              <a:gd name="connsiteX374" fmla="*/ 199532 w 4559827"/>
              <a:gd name="connsiteY374" fmla="*/ 6851675 h 6857999"/>
              <a:gd name="connsiteX375" fmla="*/ 196182 w 4559827"/>
              <a:gd name="connsiteY375" fmla="*/ 6857999 h 6857999"/>
              <a:gd name="connsiteX376" fmla="*/ 4354 w 4559827"/>
              <a:gd name="connsiteY376" fmla="*/ 6857999 h 6857999"/>
              <a:gd name="connsiteX377" fmla="*/ 3933 w 4559827"/>
              <a:gd name="connsiteY377" fmla="*/ 6851942 h 6857999"/>
              <a:gd name="connsiteX378" fmla="*/ 3895 w 4559827"/>
              <a:gd name="connsiteY378" fmla="*/ 6851926 h 6857999"/>
              <a:gd name="connsiteX379" fmla="*/ 3462 w 4559827"/>
              <a:gd name="connsiteY379" fmla="*/ 6849781 h 6857999"/>
              <a:gd name="connsiteX380" fmla="*/ 1162 w 4559827"/>
              <a:gd name="connsiteY380" fmla="*/ 6811525 h 6857999"/>
              <a:gd name="connsiteX381" fmla="*/ 840 w 4559827"/>
              <a:gd name="connsiteY381" fmla="*/ 6698063 h 6857999"/>
              <a:gd name="connsiteX382" fmla="*/ 6408 w 4559827"/>
              <a:gd name="connsiteY382" fmla="*/ 6706614 h 6857999"/>
              <a:gd name="connsiteX383" fmla="*/ 16843 w 4559827"/>
              <a:gd name="connsiteY383" fmla="*/ 6718193 h 6857999"/>
              <a:gd name="connsiteX384" fmla="*/ 21955 w 4559827"/>
              <a:gd name="connsiteY384" fmla="*/ 6713160 h 6857999"/>
              <a:gd name="connsiteX385" fmla="*/ 24414 w 4559827"/>
              <a:gd name="connsiteY385" fmla="*/ 6702439 h 6857999"/>
              <a:gd name="connsiteX386" fmla="*/ 18808 w 4559827"/>
              <a:gd name="connsiteY386" fmla="*/ 6684923 h 6857999"/>
              <a:gd name="connsiteX387" fmla="*/ 14963 w 4559827"/>
              <a:gd name="connsiteY387" fmla="*/ 6667526 h 6857999"/>
              <a:gd name="connsiteX388" fmla="*/ 9769 w 4559827"/>
              <a:gd name="connsiteY388" fmla="*/ 6647441 h 6857999"/>
              <a:gd name="connsiteX389" fmla="*/ 671 w 4559827"/>
              <a:gd name="connsiteY389" fmla="*/ 6638298 h 6857999"/>
              <a:gd name="connsiteX390" fmla="*/ 0 w 4559827"/>
              <a:gd name="connsiteY390" fmla="*/ 6402016 h 6857999"/>
              <a:gd name="connsiteX391" fmla="*/ 18295 w 4559827"/>
              <a:gd name="connsiteY391" fmla="*/ 6064618 h 6857999"/>
              <a:gd name="connsiteX392" fmla="*/ 111350 w 4559827"/>
              <a:gd name="connsiteY392" fmla="*/ 6142606 h 6857999"/>
              <a:gd name="connsiteX393" fmla="*/ 216764 w 4559827"/>
              <a:gd name="connsiteY393" fmla="*/ 6210552 h 6857999"/>
              <a:gd name="connsiteX394" fmla="*/ 217482 w 4559827"/>
              <a:gd name="connsiteY394" fmla="*/ 6213286 h 6857999"/>
              <a:gd name="connsiteX395" fmla="*/ 227606 w 4559827"/>
              <a:gd name="connsiteY395" fmla="*/ 6226239 h 6857999"/>
              <a:gd name="connsiteX396" fmla="*/ 233668 w 4559827"/>
              <a:gd name="connsiteY396" fmla="*/ 6235499 h 6857999"/>
              <a:gd name="connsiteX397" fmla="*/ 244197 w 4559827"/>
              <a:gd name="connsiteY397" fmla="*/ 6235356 h 6857999"/>
              <a:gd name="connsiteX398" fmla="*/ 245051 w 4559827"/>
              <a:gd name="connsiteY398" fmla="*/ 6228785 h 6857999"/>
              <a:gd name="connsiteX399" fmla="*/ 296670 w 4559827"/>
              <a:gd name="connsiteY399" fmla="*/ 6262058 h 6857999"/>
              <a:gd name="connsiteX400" fmla="*/ 305372 w 4559827"/>
              <a:gd name="connsiteY400" fmla="*/ 6266215 h 6857999"/>
              <a:gd name="connsiteX401" fmla="*/ 306774 w 4559827"/>
              <a:gd name="connsiteY401" fmla="*/ 6276647 h 6857999"/>
              <a:gd name="connsiteX402" fmla="*/ 306827 w 4559827"/>
              <a:gd name="connsiteY402" fmla="*/ 6276626 h 6857999"/>
              <a:gd name="connsiteX403" fmla="*/ 304580 w 4559827"/>
              <a:gd name="connsiteY403" fmla="*/ 6291692 h 6857999"/>
              <a:gd name="connsiteX404" fmla="*/ 310520 w 4559827"/>
              <a:gd name="connsiteY404" fmla="*/ 6304615 h 6857999"/>
              <a:gd name="connsiteX405" fmla="*/ 311940 w 4559827"/>
              <a:gd name="connsiteY405" fmla="*/ 6320421 h 6857999"/>
              <a:gd name="connsiteX406" fmla="*/ 321224 w 4559827"/>
              <a:gd name="connsiteY406" fmla="*/ 6333375 h 6857999"/>
              <a:gd name="connsiteX407" fmla="*/ 328009 w 4559827"/>
              <a:gd name="connsiteY407" fmla="*/ 6341435 h 6857999"/>
              <a:gd name="connsiteX408" fmla="*/ 338281 w 4559827"/>
              <a:gd name="connsiteY408" fmla="*/ 6347286 h 6857999"/>
              <a:gd name="connsiteX409" fmla="*/ 343410 w 4559827"/>
              <a:gd name="connsiteY409" fmla="*/ 6339314 h 6857999"/>
              <a:gd name="connsiteX410" fmla="*/ 344828 w 4559827"/>
              <a:gd name="connsiteY410" fmla="*/ 6328494 h 6857999"/>
              <a:gd name="connsiteX411" fmla="*/ 337839 w 4559827"/>
              <a:gd name="connsiteY411" fmla="*/ 6313539 h 6857999"/>
              <a:gd name="connsiteX412" fmla="*/ 330991 w 4559827"/>
              <a:gd name="connsiteY412" fmla="*/ 6298775 h 6857999"/>
              <a:gd name="connsiteX413" fmla="*/ 333852 w 4559827"/>
              <a:gd name="connsiteY413" fmla="*/ 6285514 h 6857999"/>
              <a:gd name="connsiteX414" fmla="*/ 330958 w 4559827"/>
              <a:gd name="connsiteY414" fmla="*/ 6278440 h 6857999"/>
              <a:gd name="connsiteX415" fmla="*/ 495166 w 4559827"/>
              <a:gd name="connsiteY415" fmla="*/ 6356895 h 6857999"/>
              <a:gd name="connsiteX416" fmla="*/ 544568 w 4559827"/>
              <a:gd name="connsiteY416" fmla="*/ 6372979 h 6857999"/>
              <a:gd name="connsiteX417" fmla="*/ 546484 w 4559827"/>
              <a:gd name="connsiteY417" fmla="*/ 6381793 h 6857999"/>
              <a:gd name="connsiteX418" fmla="*/ 554163 w 4559827"/>
              <a:gd name="connsiteY418" fmla="*/ 6398896 h 6857999"/>
              <a:gd name="connsiteX419" fmla="*/ 567058 w 4559827"/>
              <a:gd name="connsiteY419" fmla="*/ 6412301 h 6857999"/>
              <a:gd name="connsiteX420" fmla="*/ 583747 w 4559827"/>
              <a:gd name="connsiteY420" fmla="*/ 6422343 h 6857999"/>
              <a:gd name="connsiteX421" fmla="*/ 587066 w 4559827"/>
              <a:gd name="connsiteY421" fmla="*/ 6415437 h 6857999"/>
              <a:gd name="connsiteX422" fmla="*/ 583699 w 4559827"/>
              <a:gd name="connsiteY422" fmla="*/ 6404635 h 6857999"/>
              <a:gd name="connsiteX423" fmla="*/ 579199 w 4559827"/>
              <a:gd name="connsiteY423" fmla="*/ 6388379 h 6857999"/>
              <a:gd name="connsiteX424" fmla="*/ 577012 w 4559827"/>
              <a:gd name="connsiteY424" fmla="*/ 6383542 h 6857999"/>
              <a:gd name="connsiteX425" fmla="*/ 703887 w 4559827"/>
              <a:gd name="connsiteY425" fmla="*/ 6424850 h 6857999"/>
              <a:gd name="connsiteX426" fmla="*/ 776938 w 4559827"/>
              <a:gd name="connsiteY426" fmla="*/ 6437973 h 6857999"/>
              <a:gd name="connsiteX427" fmla="*/ 778633 w 4559827"/>
              <a:gd name="connsiteY427" fmla="*/ 6450564 h 6857999"/>
              <a:gd name="connsiteX428" fmla="*/ 782894 w 4559827"/>
              <a:gd name="connsiteY428" fmla="*/ 6468445 h 6857999"/>
              <a:gd name="connsiteX429" fmla="*/ 788241 w 4559827"/>
              <a:gd name="connsiteY429" fmla="*/ 6486161 h 6857999"/>
              <a:gd name="connsiteX430" fmla="*/ 800808 w 4559827"/>
              <a:gd name="connsiteY430" fmla="*/ 6495495 h 6857999"/>
              <a:gd name="connsiteX431" fmla="*/ 804896 w 4559827"/>
              <a:gd name="connsiteY431" fmla="*/ 6491050 h 6857999"/>
              <a:gd name="connsiteX432" fmla="*/ 806303 w 4559827"/>
              <a:gd name="connsiteY432" fmla="*/ 6480904 h 6857999"/>
              <a:gd name="connsiteX433" fmla="*/ 804418 w 4559827"/>
              <a:gd name="connsiteY433" fmla="*/ 6463045 h 6857999"/>
              <a:gd name="connsiteX434" fmla="*/ 801944 w 4559827"/>
              <a:gd name="connsiteY434" fmla="*/ 6445118 h 6857999"/>
              <a:gd name="connsiteX435" fmla="*/ 800260 w 4559827"/>
              <a:gd name="connsiteY435" fmla="*/ 6442163 h 6857999"/>
              <a:gd name="connsiteX436" fmla="*/ 919880 w 4559827"/>
              <a:gd name="connsiteY436" fmla="*/ 6463652 h 6857999"/>
              <a:gd name="connsiteX437" fmla="*/ 935306 w 4559827"/>
              <a:gd name="connsiteY437" fmla="*/ 6464280 h 6857999"/>
              <a:gd name="connsiteX438" fmla="*/ 938120 w 4559827"/>
              <a:gd name="connsiteY438" fmla="*/ 6465637 h 6857999"/>
              <a:gd name="connsiteX439" fmla="*/ 939062 w 4559827"/>
              <a:gd name="connsiteY439" fmla="*/ 6464432 h 6857999"/>
              <a:gd name="connsiteX440" fmla="*/ 998064 w 4559827"/>
              <a:gd name="connsiteY440" fmla="*/ 6466832 h 6857999"/>
              <a:gd name="connsiteX441" fmla="*/ 997728 w 4559827"/>
              <a:gd name="connsiteY441" fmla="*/ 6467614 h 6857999"/>
              <a:gd name="connsiteX442" fmla="*/ 1001020 w 4559827"/>
              <a:gd name="connsiteY442" fmla="*/ 6482744 h 6857999"/>
              <a:gd name="connsiteX443" fmla="*/ 1007688 w 4559827"/>
              <a:gd name="connsiteY443" fmla="*/ 6496460 h 6857999"/>
              <a:gd name="connsiteX444" fmla="*/ 1016806 w 4559827"/>
              <a:gd name="connsiteY444" fmla="*/ 6508548 h 6857999"/>
              <a:gd name="connsiteX445" fmla="*/ 1025914 w 4559827"/>
              <a:gd name="connsiteY445" fmla="*/ 6518864 h 6857999"/>
              <a:gd name="connsiteX446" fmla="*/ 1037822 w 4559827"/>
              <a:gd name="connsiteY446" fmla="*/ 6523764 h 6857999"/>
              <a:gd name="connsiteX447" fmla="*/ 1041095 w 4559827"/>
              <a:gd name="connsiteY447" fmla="*/ 6519746 h 6857999"/>
              <a:gd name="connsiteX448" fmla="*/ 1039848 w 4559827"/>
              <a:gd name="connsiteY448" fmla="*/ 6513867 h 6857999"/>
              <a:gd name="connsiteX449" fmla="*/ 1036684 w 4559827"/>
              <a:gd name="connsiteY449" fmla="*/ 6502858 h 6857999"/>
              <a:gd name="connsiteX450" fmla="*/ 1032899 w 4559827"/>
              <a:gd name="connsiteY450" fmla="*/ 6482259 h 6857999"/>
              <a:gd name="connsiteX451" fmla="*/ 1017677 w 4559827"/>
              <a:gd name="connsiteY451" fmla="*/ 6467658 h 6857999"/>
              <a:gd name="connsiteX452" fmla="*/ 1017661 w 4559827"/>
              <a:gd name="connsiteY452" fmla="*/ 6467629 h 6857999"/>
              <a:gd name="connsiteX453" fmla="*/ 1147182 w 4559827"/>
              <a:gd name="connsiteY453" fmla="*/ 6472897 h 6857999"/>
              <a:gd name="connsiteX454" fmla="*/ 1827803 w 4559827"/>
              <a:gd name="connsiteY454" fmla="*/ 6469290 h 6857999"/>
              <a:gd name="connsiteX455" fmla="*/ 3300114 w 4559827"/>
              <a:gd name="connsiteY455" fmla="*/ 5937351 h 6857999"/>
              <a:gd name="connsiteX456" fmla="*/ 3387617 w 4559827"/>
              <a:gd name="connsiteY456" fmla="*/ 5091556 h 6857999"/>
              <a:gd name="connsiteX457" fmla="*/ 3087134 w 4559827"/>
              <a:gd name="connsiteY457" fmla="*/ 4402454 h 6857999"/>
              <a:gd name="connsiteX458" fmla="*/ 1613808 w 4559827"/>
              <a:gd name="connsiteY458" fmla="*/ 3228974 h 6857999"/>
              <a:gd name="connsiteX459" fmla="*/ 822217 w 4559827"/>
              <a:gd name="connsiteY459" fmla="*/ 3158616 h 6857999"/>
              <a:gd name="connsiteX460" fmla="*/ 404961 w 4559827"/>
              <a:gd name="connsiteY460" fmla="*/ 3305382 h 6857999"/>
              <a:gd name="connsiteX461" fmla="*/ 379435 w 4559827"/>
              <a:gd name="connsiteY461" fmla="*/ 3319669 h 6857999"/>
              <a:gd name="connsiteX462" fmla="*/ 383124 w 4559827"/>
              <a:gd name="connsiteY462" fmla="*/ 3294552 h 6857999"/>
              <a:gd name="connsiteX463" fmla="*/ 387496 w 4559827"/>
              <a:gd name="connsiteY463" fmla="*/ 1591183 h 6857999"/>
              <a:gd name="connsiteX464" fmla="*/ 228492 w 4559827"/>
              <a:gd name="connsiteY464" fmla="*/ 403733 h 6857999"/>
              <a:gd name="connsiteX465" fmla="*/ 213506 w 4559827"/>
              <a:gd name="connsiteY465" fmla="*/ 4394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</a:cxnLst>
            <a:rect l="l" t="t" r="r" b="b"/>
            <a:pathLst>
              <a:path w="4559827" h="6857999">
                <a:moveTo>
                  <a:pt x="88976" y="6747746"/>
                </a:moveTo>
                <a:cubicBezTo>
                  <a:pt x="85564" y="6749456"/>
                  <a:pt x="84585" y="6755591"/>
                  <a:pt x="84510" y="6761042"/>
                </a:cubicBezTo>
                <a:cubicBezTo>
                  <a:pt x="84415" y="6765911"/>
                  <a:pt x="87240" y="6770765"/>
                  <a:pt x="88038" y="6774239"/>
                </a:cubicBezTo>
                <a:cubicBezTo>
                  <a:pt x="89397" y="6780380"/>
                  <a:pt x="89646" y="6786851"/>
                  <a:pt x="92051" y="6792502"/>
                </a:cubicBezTo>
                <a:cubicBezTo>
                  <a:pt x="94624" y="6798488"/>
                  <a:pt x="99310" y="6803015"/>
                  <a:pt x="102581" y="6807967"/>
                </a:cubicBezTo>
                <a:cubicBezTo>
                  <a:pt x="106421" y="6813777"/>
                  <a:pt x="110065" y="6818575"/>
                  <a:pt x="114176" y="6822155"/>
                </a:cubicBezTo>
                <a:cubicBezTo>
                  <a:pt x="120458" y="6827616"/>
                  <a:pt x="124718" y="6829578"/>
                  <a:pt x="129222" y="6827264"/>
                </a:cubicBezTo>
                <a:cubicBezTo>
                  <a:pt x="131862" y="6825916"/>
                  <a:pt x="133204" y="6824399"/>
                  <a:pt x="133410" y="6822275"/>
                </a:cubicBezTo>
                <a:cubicBezTo>
                  <a:pt x="133615" y="6820150"/>
                  <a:pt x="132684" y="6817416"/>
                  <a:pt x="130779" y="6813633"/>
                </a:cubicBezTo>
                <a:cubicBezTo>
                  <a:pt x="128735" y="6809549"/>
                  <a:pt x="124292" y="6805388"/>
                  <a:pt x="121676" y="6799296"/>
                </a:cubicBezTo>
                <a:cubicBezTo>
                  <a:pt x="119670" y="6794697"/>
                  <a:pt x="118294" y="6789123"/>
                  <a:pt x="116690" y="6783146"/>
                </a:cubicBezTo>
                <a:cubicBezTo>
                  <a:pt x="115256" y="6777814"/>
                  <a:pt x="113808" y="6773360"/>
                  <a:pt x="112561" y="6769168"/>
                </a:cubicBezTo>
                <a:cubicBezTo>
                  <a:pt x="111155" y="6764510"/>
                  <a:pt x="111606" y="6758685"/>
                  <a:pt x="108023" y="6754796"/>
                </a:cubicBezTo>
                <a:lnTo>
                  <a:pt x="108007" y="6754834"/>
                </a:lnTo>
                <a:cubicBezTo>
                  <a:pt x="103463" y="6749968"/>
                  <a:pt x="93752" y="6745413"/>
                  <a:pt x="88976" y="6747746"/>
                </a:cubicBezTo>
                <a:close/>
                <a:moveTo>
                  <a:pt x="588588" y="6740670"/>
                </a:moveTo>
                <a:cubicBezTo>
                  <a:pt x="582404" y="6742989"/>
                  <a:pt x="579289" y="6755171"/>
                  <a:pt x="578972" y="6758354"/>
                </a:cubicBezTo>
                <a:cubicBezTo>
                  <a:pt x="578372" y="6764425"/>
                  <a:pt x="584249" y="6767374"/>
                  <a:pt x="585544" y="6771985"/>
                </a:cubicBezTo>
                <a:cubicBezTo>
                  <a:pt x="586582" y="6775515"/>
                  <a:pt x="588491" y="6780029"/>
                  <a:pt x="589354" y="6786405"/>
                </a:cubicBezTo>
                <a:cubicBezTo>
                  <a:pt x="590297" y="6793433"/>
                  <a:pt x="585182" y="6798895"/>
                  <a:pt x="584979" y="6802967"/>
                </a:cubicBezTo>
                <a:cubicBezTo>
                  <a:pt x="584635" y="6809588"/>
                  <a:pt x="585768" y="6813423"/>
                  <a:pt x="588731" y="6818688"/>
                </a:cubicBezTo>
                <a:cubicBezTo>
                  <a:pt x="590489" y="6821768"/>
                  <a:pt x="591354" y="6827083"/>
                  <a:pt x="594454" y="6829177"/>
                </a:cubicBezTo>
                <a:cubicBezTo>
                  <a:pt x="597934" y="6831520"/>
                  <a:pt x="603943" y="6832888"/>
                  <a:pt x="607203" y="6831645"/>
                </a:cubicBezTo>
                <a:cubicBezTo>
                  <a:pt x="609591" y="6830744"/>
                  <a:pt x="611775" y="6828010"/>
                  <a:pt x="613392" y="6824730"/>
                </a:cubicBezTo>
                <a:cubicBezTo>
                  <a:pt x="615009" y="6821449"/>
                  <a:pt x="616060" y="6817622"/>
                  <a:pt x="616182" y="6814534"/>
                </a:cubicBezTo>
                <a:cubicBezTo>
                  <a:pt x="616442" y="6808010"/>
                  <a:pt x="610437" y="6804522"/>
                  <a:pt x="608447" y="6799885"/>
                </a:cubicBezTo>
                <a:cubicBezTo>
                  <a:pt x="606626" y="6795584"/>
                  <a:pt x="606754" y="6790111"/>
                  <a:pt x="606182" y="6783460"/>
                </a:cubicBezTo>
                <a:cubicBezTo>
                  <a:pt x="605643" y="6777575"/>
                  <a:pt x="603200" y="6772969"/>
                  <a:pt x="604173" y="6769486"/>
                </a:cubicBezTo>
                <a:cubicBezTo>
                  <a:pt x="605267" y="6765610"/>
                  <a:pt x="608083" y="6763208"/>
                  <a:pt x="606899" y="6757494"/>
                </a:cubicBezTo>
                <a:cubicBezTo>
                  <a:pt x="605987" y="6753132"/>
                  <a:pt x="601684" y="6751065"/>
                  <a:pt x="598572" y="6747948"/>
                </a:cubicBezTo>
                <a:cubicBezTo>
                  <a:pt x="594775" y="6744146"/>
                  <a:pt x="592190" y="6739349"/>
                  <a:pt x="588588" y="6740670"/>
                </a:cubicBezTo>
                <a:close/>
                <a:moveTo>
                  <a:pt x="220619" y="6718654"/>
                </a:moveTo>
                <a:lnTo>
                  <a:pt x="220565" y="6718676"/>
                </a:lnTo>
                <a:lnTo>
                  <a:pt x="220604" y="6718680"/>
                </a:lnTo>
                <a:lnTo>
                  <a:pt x="214185" y="6729269"/>
                </a:lnTo>
                <a:cubicBezTo>
                  <a:pt x="214496" y="6735590"/>
                  <a:pt x="218930" y="6741250"/>
                  <a:pt x="220670" y="6746799"/>
                </a:cubicBezTo>
                <a:cubicBezTo>
                  <a:pt x="222624" y="6753101"/>
                  <a:pt x="222907" y="6759808"/>
                  <a:pt x="225492" y="6764605"/>
                </a:cubicBezTo>
                <a:cubicBezTo>
                  <a:pt x="229906" y="6772734"/>
                  <a:pt x="234681" y="6778316"/>
                  <a:pt x="235934" y="6779858"/>
                </a:cubicBezTo>
                <a:cubicBezTo>
                  <a:pt x="237404" y="6781623"/>
                  <a:pt x="241143" y="6786196"/>
                  <a:pt x="245011" y="6790248"/>
                </a:cubicBezTo>
                <a:cubicBezTo>
                  <a:pt x="248486" y="6793871"/>
                  <a:pt x="252450" y="6794956"/>
                  <a:pt x="256879" y="6793451"/>
                </a:cubicBezTo>
                <a:cubicBezTo>
                  <a:pt x="261560" y="6791875"/>
                  <a:pt x="264343" y="6788396"/>
                  <a:pt x="263201" y="6784159"/>
                </a:cubicBezTo>
                <a:cubicBezTo>
                  <a:pt x="262100" y="6780250"/>
                  <a:pt x="256904" y="6776835"/>
                  <a:pt x="256446" y="6773813"/>
                </a:cubicBezTo>
                <a:cubicBezTo>
                  <a:pt x="255548" y="6767733"/>
                  <a:pt x="255113" y="6762023"/>
                  <a:pt x="253345" y="6757171"/>
                </a:cubicBezTo>
                <a:cubicBezTo>
                  <a:pt x="251180" y="6751267"/>
                  <a:pt x="248609" y="6746121"/>
                  <a:pt x="245969" y="6741876"/>
                </a:cubicBezTo>
                <a:cubicBezTo>
                  <a:pt x="242365" y="6736033"/>
                  <a:pt x="235871" y="6733710"/>
                  <a:pt x="233202" y="6730381"/>
                </a:cubicBezTo>
                <a:cubicBezTo>
                  <a:pt x="230851" y="6727451"/>
                  <a:pt x="231314" y="6722338"/>
                  <a:pt x="229589" y="6719494"/>
                </a:cubicBezTo>
                <a:lnTo>
                  <a:pt x="220604" y="6718680"/>
                </a:lnTo>
                <a:close/>
                <a:moveTo>
                  <a:pt x="726447" y="6700960"/>
                </a:moveTo>
                <a:lnTo>
                  <a:pt x="726490" y="6701066"/>
                </a:lnTo>
                <a:cubicBezTo>
                  <a:pt x="722158" y="6700755"/>
                  <a:pt x="716858" y="6704549"/>
                  <a:pt x="714960" y="6709502"/>
                </a:cubicBezTo>
                <a:cubicBezTo>
                  <a:pt x="713387" y="6713575"/>
                  <a:pt x="714835" y="6716658"/>
                  <a:pt x="717184" y="6721489"/>
                </a:cubicBezTo>
                <a:cubicBezTo>
                  <a:pt x="718838" y="6724924"/>
                  <a:pt x="722272" y="6728750"/>
                  <a:pt x="723201" y="6733914"/>
                </a:cubicBezTo>
                <a:cubicBezTo>
                  <a:pt x="723929" y="6737978"/>
                  <a:pt x="724903" y="6742189"/>
                  <a:pt x="724704" y="6745511"/>
                </a:cubicBezTo>
                <a:cubicBezTo>
                  <a:pt x="724448" y="6749603"/>
                  <a:pt x="720660" y="6753058"/>
                  <a:pt x="720069" y="6756260"/>
                </a:cubicBezTo>
                <a:cubicBezTo>
                  <a:pt x="719393" y="6760089"/>
                  <a:pt x="716780" y="6763372"/>
                  <a:pt x="716384" y="6766744"/>
                </a:cubicBezTo>
                <a:cubicBezTo>
                  <a:pt x="715988" y="6770116"/>
                  <a:pt x="719991" y="6772897"/>
                  <a:pt x="721600" y="6776755"/>
                </a:cubicBezTo>
                <a:cubicBezTo>
                  <a:pt x="722926" y="6779920"/>
                  <a:pt x="724665" y="6782727"/>
                  <a:pt x="727126" y="6785394"/>
                </a:cubicBezTo>
                <a:cubicBezTo>
                  <a:pt x="730123" y="6788682"/>
                  <a:pt x="731708" y="6790806"/>
                  <a:pt x="734708" y="6790074"/>
                </a:cubicBezTo>
                <a:cubicBezTo>
                  <a:pt x="738645" y="6789113"/>
                  <a:pt x="742643" y="6784421"/>
                  <a:pt x="744821" y="6776269"/>
                </a:cubicBezTo>
                <a:cubicBezTo>
                  <a:pt x="746209" y="6771057"/>
                  <a:pt x="744211" y="6764648"/>
                  <a:pt x="744518" y="6758011"/>
                </a:cubicBezTo>
                <a:cubicBezTo>
                  <a:pt x="744765" y="6752145"/>
                  <a:pt x="747099" y="6746048"/>
                  <a:pt x="746307" y="6739923"/>
                </a:cubicBezTo>
                <a:cubicBezTo>
                  <a:pt x="745536" y="6733852"/>
                  <a:pt x="742951" y="6728214"/>
                  <a:pt x="740915" y="6722630"/>
                </a:cubicBezTo>
                <a:cubicBezTo>
                  <a:pt x="739904" y="6719775"/>
                  <a:pt x="739681" y="6713977"/>
                  <a:pt x="737014" y="6709588"/>
                </a:cubicBezTo>
                <a:cubicBezTo>
                  <a:pt x="734428" y="6705321"/>
                  <a:pt x="730612" y="6701246"/>
                  <a:pt x="726447" y="6700960"/>
                </a:cubicBezTo>
                <a:close/>
                <a:moveTo>
                  <a:pt x="347491" y="6681550"/>
                </a:moveTo>
                <a:lnTo>
                  <a:pt x="347513" y="6681603"/>
                </a:lnTo>
                <a:cubicBezTo>
                  <a:pt x="343462" y="6683046"/>
                  <a:pt x="337047" y="6686549"/>
                  <a:pt x="337307" y="6691832"/>
                </a:cubicBezTo>
                <a:cubicBezTo>
                  <a:pt x="337530" y="6696258"/>
                  <a:pt x="343630" y="6698150"/>
                  <a:pt x="347072" y="6701848"/>
                </a:cubicBezTo>
                <a:cubicBezTo>
                  <a:pt x="349452" y="6704393"/>
                  <a:pt x="352053" y="6707781"/>
                  <a:pt x="354972" y="6712099"/>
                </a:cubicBezTo>
                <a:cubicBezTo>
                  <a:pt x="357262" y="6715491"/>
                  <a:pt x="356989" y="6719621"/>
                  <a:pt x="358158" y="6722632"/>
                </a:cubicBezTo>
                <a:cubicBezTo>
                  <a:pt x="359632" y="6726389"/>
                  <a:pt x="359643" y="6729843"/>
                  <a:pt x="360423" y="6733043"/>
                </a:cubicBezTo>
                <a:cubicBezTo>
                  <a:pt x="362221" y="6740562"/>
                  <a:pt x="366946" y="6744575"/>
                  <a:pt x="373050" y="6750360"/>
                </a:cubicBezTo>
                <a:cubicBezTo>
                  <a:pt x="378683" y="6755682"/>
                  <a:pt x="386836" y="6762060"/>
                  <a:pt x="391266" y="6758654"/>
                </a:cubicBezTo>
                <a:cubicBezTo>
                  <a:pt x="394501" y="6756206"/>
                  <a:pt x="395626" y="6748984"/>
                  <a:pt x="394340" y="6740663"/>
                </a:cubicBezTo>
                <a:cubicBezTo>
                  <a:pt x="393512" y="6735363"/>
                  <a:pt x="390785" y="6729534"/>
                  <a:pt x="388382" y="6723354"/>
                </a:cubicBezTo>
                <a:cubicBezTo>
                  <a:pt x="386247" y="6717905"/>
                  <a:pt x="385121" y="6711419"/>
                  <a:pt x="381901" y="6706134"/>
                </a:cubicBezTo>
                <a:cubicBezTo>
                  <a:pt x="378718" y="6700866"/>
                  <a:pt x="373385" y="6697039"/>
                  <a:pt x="369262" y="6692748"/>
                </a:cubicBezTo>
                <a:cubicBezTo>
                  <a:pt x="367180" y="6690549"/>
                  <a:pt x="363054" y="6687318"/>
                  <a:pt x="358858" y="6684366"/>
                </a:cubicBezTo>
                <a:cubicBezTo>
                  <a:pt x="354758" y="6681499"/>
                  <a:pt x="351434" y="6680151"/>
                  <a:pt x="347491" y="6681550"/>
                </a:cubicBezTo>
                <a:close/>
                <a:moveTo>
                  <a:pt x="845545" y="6647821"/>
                </a:moveTo>
                <a:cubicBezTo>
                  <a:pt x="839834" y="6650380"/>
                  <a:pt x="838448" y="6655903"/>
                  <a:pt x="839570" y="6663138"/>
                </a:cubicBezTo>
                <a:cubicBezTo>
                  <a:pt x="840411" y="6668619"/>
                  <a:pt x="842146" y="6674918"/>
                  <a:pt x="845246" y="6680594"/>
                </a:cubicBezTo>
                <a:cubicBezTo>
                  <a:pt x="848368" y="6686324"/>
                  <a:pt x="852099" y="6691866"/>
                  <a:pt x="856040" y="6695640"/>
                </a:cubicBezTo>
                <a:cubicBezTo>
                  <a:pt x="858790" y="6698251"/>
                  <a:pt x="869315" y="6698858"/>
                  <a:pt x="873317" y="6695316"/>
                </a:cubicBezTo>
                <a:cubicBezTo>
                  <a:pt x="875629" y="6693278"/>
                  <a:pt x="876577" y="6689960"/>
                  <a:pt x="875972" y="6686656"/>
                </a:cubicBezTo>
                <a:lnTo>
                  <a:pt x="875988" y="6686619"/>
                </a:lnTo>
                <a:cubicBezTo>
                  <a:pt x="875105" y="6681871"/>
                  <a:pt x="872463" y="6675944"/>
                  <a:pt x="869486" y="6670186"/>
                </a:cubicBezTo>
                <a:cubicBezTo>
                  <a:pt x="866721" y="6664872"/>
                  <a:pt x="863456" y="6659480"/>
                  <a:pt x="860037" y="6655306"/>
                </a:cubicBezTo>
                <a:cubicBezTo>
                  <a:pt x="854871" y="6649074"/>
                  <a:pt x="849304" y="6646123"/>
                  <a:pt x="845545" y="6647821"/>
                </a:cubicBezTo>
                <a:close/>
                <a:moveTo>
                  <a:pt x="476171" y="6641709"/>
                </a:moveTo>
                <a:cubicBezTo>
                  <a:pt x="473527" y="6643697"/>
                  <a:pt x="473647" y="6647760"/>
                  <a:pt x="474505" y="6651724"/>
                </a:cubicBezTo>
                <a:lnTo>
                  <a:pt x="477256" y="6661107"/>
                </a:lnTo>
                <a:lnTo>
                  <a:pt x="477244" y="6661085"/>
                </a:lnTo>
                <a:lnTo>
                  <a:pt x="477265" y="6661138"/>
                </a:lnTo>
                <a:lnTo>
                  <a:pt x="477256" y="6661107"/>
                </a:lnTo>
                <a:lnTo>
                  <a:pt x="483532" y="6672651"/>
                </a:lnTo>
                <a:cubicBezTo>
                  <a:pt x="485493" y="6675772"/>
                  <a:pt x="485519" y="6681089"/>
                  <a:pt x="488177" y="6686978"/>
                </a:cubicBezTo>
                <a:cubicBezTo>
                  <a:pt x="491075" y="6693454"/>
                  <a:pt x="491683" y="6698750"/>
                  <a:pt x="492640" y="6702689"/>
                </a:cubicBezTo>
                <a:cubicBezTo>
                  <a:pt x="494183" y="6709128"/>
                  <a:pt x="492804" y="6714740"/>
                  <a:pt x="497140" y="6718944"/>
                </a:cubicBezTo>
                <a:cubicBezTo>
                  <a:pt x="499695" y="6721386"/>
                  <a:pt x="504962" y="6721469"/>
                  <a:pt x="508445" y="6722752"/>
                </a:cubicBezTo>
                <a:cubicBezTo>
                  <a:pt x="512379" y="6724223"/>
                  <a:pt x="515355" y="6723656"/>
                  <a:pt x="518153" y="6721512"/>
                </a:cubicBezTo>
                <a:cubicBezTo>
                  <a:pt x="522185" y="6718426"/>
                  <a:pt x="524257" y="6711687"/>
                  <a:pt x="522743" y="6705703"/>
                </a:cubicBezTo>
                <a:cubicBezTo>
                  <a:pt x="521115" y="6699361"/>
                  <a:pt x="518959" y="6694699"/>
                  <a:pt x="515777" y="6690802"/>
                </a:cubicBezTo>
                <a:cubicBezTo>
                  <a:pt x="512778" y="6687202"/>
                  <a:pt x="508983" y="6684241"/>
                  <a:pt x="506541" y="6678045"/>
                </a:cubicBezTo>
                <a:cubicBezTo>
                  <a:pt x="504363" y="6672489"/>
                  <a:pt x="501142" y="6669106"/>
                  <a:pt x="501347" y="6665345"/>
                </a:cubicBezTo>
                <a:cubicBezTo>
                  <a:pt x="501598" y="6661160"/>
                  <a:pt x="504827" y="6656720"/>
                  <a:pt x="502074" y="6651587"/>
                </a:cubicBezTo>
                <a:cubicBezTo>
                  <a:pt x="499967" y="6647654"/>
                  <a:pt x="493833" y="6645527"/>
                  <a:pt x="489947" y="6643412"/>
                </a:cubicBezTo>
                <a:cubicBezTo>
                  <a:pt x="485230" y="6640861"/>
                  <a:pt x="479251" y="6639418"/>
                  <a:pt x="476171" y="6641709"/>
                </a:cubicBezTo>
                <a:close/>
                <a:moveTo>
                  <a:pt x="609664" y="6605566"/>
                </a:moveTo>
                <a:cubicBezTo>
                  <a:pt x="605532" y="6606886"/>
                  <a:pt x="600365" y="6609099"/>
                  <a:pt x="600444" y="6614394"/>
                </a:cubicBezTo>
                <a:cubicBezTo>
                  <a:pt x="600499" y="6618795"/>
                  <a:pt x="604207" y="6620703"/>
                  <a:pt x="607876" y="6624494"/>
                </a:cubicBezTo>
                <a:cubicBezTo>
                  <a:pt x="610444" y="6627118"/>
                  <a:pt x="613291" y="6630655"/>
                  <a:pt x="616088" y="6635054"/>
                </a:cubicBezTo>
                <a:cubicBezTo>
                  <a:pt x="618309" y="6638504"/>
                  <a:pt x="620635" y="6641601"/>
                  <a:pt x="621984" y="6644598"/>
                </a:cubicBezTo>
                <a:cubicBezTo>
                  <a:pt x="623663" y="6648397"/>
                  <a:pt x="620521" y="6653051"/>
                  <a:pt x="621209" y="6656257"/>
                </a:cubicBezTo>
                <a:cubicBezTo>
                  <a:pt x="622010" y="6660041"/>
                  <a:pt x="627056" y="6662863"/>
                  <a:pt x="627610" y="6666500"/>
                </a:cubicBezTo>
                <a:cubicBezTo>
                  <a:pt x="628163" y="6670136"/>
                  <a:pt x="626850" y="6674009"/>
                  <a:pt x="629843" y="6676986"/>
                </a:cubicBezTo>
                <a:cubicBezTo>
                  <a:pt x="632330" y="6679487"/>
                  <a:pt x="635248" y="6683805"/>
                  <a:pt x="638882" y="6685151"/>
                </a:cubicBezTo>
                <a:cubicBezTo>
                  <a:pt x="643208" y="6686742"/>
                  <a:pt x="649753" y="6686830"/>
                  <a:pt x="652227" y="6685037"/>
                </a:cubicBezTo>
                <a:cubicBezTo>
                  <a:pt x="655520" y="6682659"/>
                  <a:pt x="653165" y="6673623"/>
                  <a:pt x="652115" y="6665268"/>
                </a:cubicBezTo>
                <a:cubicBezTo>
                  <a:pt x="651430" y="6659941"/>
                  <a:pt x="649273" y="6654437"/>
                  <a:pt x="647030" y="6648192"/>
                </a:cubicBezTo>
                <a:cubicBezTo>
                  <a:pt x="645055" y="6642677"/>
                  <a:pt x="647251" y="6634797"/>
                  <a:pt x="644207" y="6629410"/>
                </a:cubicBezTo>
                <a:cubicBezTo>
                  <a:pt x="641222" y="6624092"/>
                  <a:pt x="634822" y="6620703"/>
                  <a:pt x="630837" y="6616293"/>
                </a:cubicBezTo>
                <a:cubicBezTo>
                  <a:pt x="628824" y="6614034"/>
                  <a:pt x="624599" y="6610938"/>
                  <a:pt x="620487" y="6607888"/>
                </a:cubicBezTo>
                <a:cubicBezTo>
                  <a:pt x="616509" y="6604940"/>
                  <a:pt x="613727" y="6604304"/>
                  <a:pt x="609739" y="6605597"/>
                </a:cubicBezTo>
                <a:close/>
                <a:moveTo>
                  <a:pt x="128376" y="6595687"/>
                </a:moveTo>
                <a:cubicBezTo>
                  <a:pt x="124697" y="6596666"/>
                  <a:pt x="122006" y="6602879"/>
                  <a:pt x="120827" y="6608222"/>
                </a:cubicBezTo>
                <a:cubicBezTo>
                  <a:pt x="119810" y="6612970"/>
                  <a:pt x="120560" y="6618458"/>
                  <a:pt x="120636" y="6622072"/>
                </a:cubicBezTo>
                <a:cubicBezTo>
                  <a:pt x="120766" y="6628405"/>
                  <a:pt x="124290" y="6634127"/>
                  <a:pt x="125568" y="6640144"/>
                </a:cubicBezTo>
                <a:cubicBezTo>
                  <a:pt x="126908" y="6646543"/>
                  <a:pt x="125165" y="6653551"/>
                  <a:pt x="127413" y="6659047"/>
                </a:cubicBezTo>
                <a:cubicBezTo>
                  <a:pt x="130054" y="6665504"/>
                  <a:pt x="132773" y="6671773"/>
                  <a:pt x="136093" y="6676082"/>
                </a:cubicBezTo>
                <a:cubicBezTo>
                  <a:pt x="141154" y="6682668"/>
                  <a:pt x="148560" y="6687451"/>
                  <a:pt x="153435" y="6686044"/>
                </a:cubicBezTo>
                <a:cubicBezTo>
                  <a:pt x="156286" y="6685248"/>
                  <a:pt x="157552" y="6683070"/>
                  <a:pt x="157824" y="6680072"/>
                </a:cubicBezTo>
                <a:cubicBezTo>
                  <a:pt x="158097" y="6677075"/>
                  <a:pt x="157376" y="6673257"/>
                  <a:pt x="156256" y="6669185"/>
                </a:cubicBezTo>
                <a:cubicBezTo>
                  <a:pt x="155050" y="6664788"/>
                  <a:pt x="152889" y="6659505"/>
                  <a:pt x="151527" y="6653053"/>
                </a:cubicBezTo>
                <a:cubicBezTo>
                  <a:pt x="150450" y="6648136"/>
                  <a:pt x="151770" y="6642454"/>
                  <a:pt x="151357" y="6636267"/>
                </a:cubicBezTo>
                <a:cubicBezTo>
                  <a:pt x="151009" y="6630771"/>
                  <a:pt x="147640" y="6626264"/>
                  <a:pt x="147242" y="6621941"/>
                </a:cubicBezTo>
                <a:cubicBezTo>
                  <a:pt x="146808" y="6617071"/>
                  <a:pt x="149819" y="6610727"/>
                  <a:pt x="147048" y="6606163"/>
                </a:cubicBezTo>
                <a:lnTo>
                  <a:pt x="147011" y="6606147"/>
                </a:lnTo>
                <a:cubicBezTo>
                  <a:pt x="143509" y="6600479"/>
                  <a:pt x="133508" y="6594299"/>
                  <a:pt x="128376" y="6595687"/>
                </a:cubicBezTo>
                <a:close/>
                <a:moveTo>
                  <a:pt x="749018" y="6566084"/>
                </a:moveTo>
                <a:cubicBezTo>
                  <a:pt x="744363" y="6567495"/>
                  <a:pt x="742371" y="6569401"/>
                  <a:pt x="743097" y="6576737"/>
                </a:cubicBezTo>
                <a:cubicBezTo>
                  <a:pt x="743573" y="6581403"/>
                  <a:pt x="744381" y="6586959"/>
                  <a:pt x="746323" y="6592768"/>
                </a:cubicBezTo>
                <a:cubicBezTo>
                  <a:pt x="747966" y="6597702"/>
                  <a:pt x="750404" y="6602747"/>
                  <a:pt x="752771" y="6607852"/>
                </a:cubicBezTo>
                <a:cubicBezTo>
                  <a:pt x="755096" y="6612849"/>
                  <a:pt x="757564" y="6617819"/>
                  <a:pt x="760265" y="6622443"/>
                </a:cubicBezTo>
                <a:cubicBezTo>
                  <a:pt x="763179" y="6627511"/>
                  <a:pt x="766510" y="6632001"/>
                  <a:pt x="769496" y="6635950"/>
                </a:cubicBezTo>
                <a:cubicBezTo>
                  <a:pt x="773081" y="6640679"/>
                  <a:pt x="782953" y="6644638"/>
                  <a:pt x="786877" y="6640755"/>
                </a:cubicBezTo>
                <a:cubicBezTo>
                  <a:pt x="789086" y="6638541"/>
                  <a:pt x="788869" y="6635576"/>
                  <a:pt x="787582" y="6630527"/>
                </a:cubicBezTo>
                <a:lnTo>
                  <a:pt x="787529" y="6630548"/>
                </a:lnTo>
                <a:cubicBezTo>
                  <a:pt x="786409" y="6626054"/>
                  <a:pt x="788875" y="6619217"/>
                  <a:pt x="786620" y="6613630"/>
                </a:cubicBezTo>
                <a:cubicBezTo>
                  <a:pt x="784672" y="6608789"/>
                  <a:pt x="780475" y="6604467"/>
                  <a:pt x="778022" y="6599459"/>
                </a:cubicBezTo>
                <a:cubicBezTo>
                  <a:pt x="775575" y="6594543"/>
                  <a:pt x="773261" y="6589417"/>
                  <a:pt x="770604" y="6584899"/>
                </a:cubicBezTo>
                <a:cubicBezTo>
                  <a:pt x="767592" y="6579746"/>
                  <a:pt x="761957" y="6576854"/>
                  <a:pt x="759075" y="6573083"/>
                </a:cubicBezTo>
                <a:cubicBezTo>
                  <a:pt x="754148" y="6566597"/>
                  <a:pt x="751970" y="6565154"/>
                  <a:pt x="749018" y="6566084"/>
                </a:cubicBezTo>
                <a:close/>
                <a:moveTo>
                  <a:pt x="256726" y="6560219"/>
                </a:moveTo>
                <a:cubicBezTo>
                  <a:pt x="253251" y="6559868"/>
                  <a:pt x="252609" y="6566145"/>
                  <a:pt x="251004" y="6571662"/>
                </a:cubicBezTo>
                <a:cubicBezTo>
                  <a:pt x="249776" y="6575968"/>
                  <a:pt x="247582" y="6580045"/>
                  <a:pt x="248629" y="6583977"/>
                </a:cubicBezTo>
                <a:cubicBezTo>
                  <a:pt x="250234" y="6589956"/>
                  <a:pt x="253108" y="6595538"/>
                  <a:pt x="254822" y="6601253"/>
                </a:cubicBezTo>
                <a:cubicBezTo>
                  <a:pt x="256658" y="6607416"/>
                  <a:pt x="258043" y="6613391"/>
                  <a:pt x="259958" y="6618836"/>
                </a:cubicBezTo>
                <a:cubicBezTo>
                  <a:pt x="262236" y="6625319"/>
                  <a:pt x="266006" y="6630346"/>
                  <a:pt x="268236" y="6635040"/>
                </a:cubicBezTo>
                <a:cubicBezTo>
                  <a:pt x="272414" y="6643733"/>
                  <a:pt x="275336" y="6652473"/>
                  <a:pt x="278969" y="6651077"/>
                </a:cubicBezTo>
                <a:cubicBezTo>
                  <a:pt x="282069" y="6649899"/>
                  <a:pt x="280400" y="6640489"/>
                  <a:pt x="279962" y="6631726"/>
                </a:cubicBezTo>
                <a:cubicBezTo>
                  <a:pt x="279711" y="6626315"/>
                  <a:pt x="282036" y="6619816"/>
                  <a:pt x="280970" y="6613710"/>
                </a:cubicBezTo>
                <a:cubicBezTo>
                  <a:pt x="279922" y="6607566"/>
                  <a:pt x="280618" y="6600739"/>
                  <a:pt x="279196" y="6595589"/>
                </a:cubicBezTo>
                <a:cubicBezTo>
                  <a:pt x="278332" y="6592485"/>
                  <a:pt x="273186" y="6584624"/>
                  <a:pt x="269849" y="6576771"/>
                </a:cubicBezTo>
                <a:cubicBezTo>
                  <a:pt x="266513" y="6568917"/>
                  <a:pt x="261402" y="6560763"/>
                  <a:pt x="256710" y="6560257"/>
                </a:cubicBezTo>
                <a:close/>
                <a:moveTo>
                  <a:pt x="964557" y="6548169"/>
                </a:moveTo>
                <a:cubicBezTo>
                  <a:pt x="961305" y="6549814"/>
                  <a:pt x="960432" y="6553163"/>
                  <a:pt x="960119" y="6557498"/>
                </a:cubicBezTo>
                <a:cubicBezTo>
                  <a:pt x="959805" y="6561833"/>
                  <a:pt x="958732" y="6566291"/>
                  <a:pt x="959162" y="6569169"/>
                </a:cubicBezTo>
                <a:cubicBezTo>
                  <a:pt x="960089" y="6575394"/>
                  <a:pt x="961402" y="6581118"/>
                  <a:pt x="963266" y="6586055"/>
                </a:cubicBezTo>
                <a:cubicBezTo>
                  <a:pt x="965658" y="6592364"/>
                  <a:pt x="969508" y="6596673"/>
                  <a:pt x="972933" y="6600098"/>
                </a:cubicBezTo>
                <a:cubicBezTo>
                  <a:pt x="977712" y="6604930"/>
                  <a:pt x="982749" y="6607881"/>
                  <a:pt x="988170" y="6605066"/>
                </a:cubicBezTo>
                <a:cubicBezTo>
                  <a:pt x="991593" y="6603273"/>
                  <a:pt x="993604" y="6601350"/>
                  <a:pt x="994447" y="6598846"/>
                </a:cubicBezTo>
                <a:cubicBezTo>
                  <a:pt x="995293" y="6596342"/>
                  <a:pt x="994972" y="6593256"/>
                  <a:pt x="993738" y="6589136"/>
                </a:cubicBezTo>
                <a:cubicBezTo>
                  <a:pt x="992518" y="6585087"/>
                  <a:pt x="988174" y="6580482"/>
                  <a:pt x="986624" y="6573111"/>
                </a:cubicBezTo>
                <a:cubicBezTo>
                  <a:pt x="985746" y="6568985"/>
                  <a:pt x="987212" y="6564956"/>
                  <a:pt x="986694" y="6561555"/>
                </a:cubicBezTo>
                <a:cubicBezTo>
                  <a:pt x="986106" y="6557683"/>
                  <a:pt x="982324" y="6555745"/>
                  <a:pt x="979192" y="6552885"/>
                </a:cubicBezTo>
                <a:lnTo>
                  <a:pt x="979177" y="6552922"/>
                </a:lnTo>
                <a:cubicBezTo>
                  <a:pt x="975344" y="6549416"/>
                  <a:pt x="969274" y="6545767"/>
                  <a:pt x="964557" y="6548169"/>
                </a:cubicBezTo>
                <a:close/>
                <a:moveTo>
                  <a:pt x="873575" y="6526596"/>
                </a:moveTo>
                <a:cubicBezTo>
                  <a:pt x="870163" y="6528306"/>
                  <a:pt x="869389" y="6533951"/>
                  <a:pt x="869299" y="6539440"/>
                </a:cubicBezTo>
                <a:cubicBezTo>
                  <a:pt x="869203" y="6544309"/>
                  <a:pt x="870960" y="6549289"/>
                  <a:pt x="871742" y="6552801"/>
                </a:cubicBezTo>
                <a:cubicBezTo>
                  <a:pt x="873102" y="6558942"/>
                  <a:pt x="876945" y="6564002"/>
                  <a:pt x="879387" y="6569668"/>
                </a:cubicBezTo>
                <a:cubicBezTo>
                  <a:pt x="881961" y="6575653"/>
                  <a:pt x="882441" y="6582311"/>
                  <a:pt x="885713" y="6587263"/>
                </a:cubicBezTo>
                <a:cubicBezTo>
                  <a:pt x="889552" y="6593071"/>
                  <a:pt x="894675" y="6596766"/>
                  <a:pt x="898787" y="6600346"/>
                </a:cubicBezTo>
                <a:cubicBezTo>
                  <a:pt x="905069" y="6605807"/>
                  <a:pt x="910344" y="6610405"/>
                  <a:pt x="914886" y="6608106"/>
                </a:cubicBezTo>
                <a:cubicBezTo>
                  <a:pt x="920168" y="6605411"/>
                  <a:pt x="916327" y="6600972"/>
                  <a:pt x="912502" y="6593444"/>
                </a:cubicBezTo>
                <a:cubicBezTo>
                  <a:pt x="910457" y="6589359"/>
                  <a:pt x="912286" y="6582254"/>
                  <a:pt x="909653" y="6576199"/>
                </a:cubicBezTo>
                <a:cubicBezTo>
                  <a:pt x="907647" y="6571600"/>
                  <a:pt x="904338" y="6567163"/>
                  <a:pt x="902695" y="6561168"/>
                </a:cubicBezTo>
                <a:cubicBezTo>
                  <a:pt x="901263" y="6555837"/>
                  <a:pt x="901048" y="6550972"/>
                  <a:pt x="899800" y="6546779"/>
                </a:cubicBezTo>
                <a:cubicBezTo>
                  <a:pt x="898394" y="6542120"/>
                  <a:pt x="892887" y="6540080"/>
                  <a:pt x="889265" y="6536175"/>
                </a:cubicBezTo>
                <a:lnTo>
                  <a:pt x="889190" y="6536144"/>
                </a:lnTo>
                <a:cubicBezTo>
                  <a:pt x="884646" y="6531278"/>
                  <a:pt x="878313" y="6524247"/>
                  <a:pt x="873575" y="6526596"/>
                </a:cubicBezTo>
                <a:close/>
                <a:moveTo>
                  <a:pt x="387795" y="6521954"/>
                </a:moveTo>
                <a:cubicBezTo>
                  <a:pt x="382897" y="6522468"/>
                  <a:pt x="378671" y="6529497"/>
                  <a:pt x="377974" y="6536855"/>
                </a:cubicBezTo>
                <a:cubicBezTo>
                  <a:pt x="377519" y="6541528"/>
                  <a:pt x="379193" y="6547447"/>
                  <a:pt x="379963" y="6553518"/>
                </a:cubicBezTo>
                <a:cubicBezTo>
                  <a:pt x="380635" y="6558664"/>
                  <a:pt x="385401" y="6563313"/>
                  <a:pt x="386718" y="6568818"/>
                </a:cubicBezTo>
                <a:cubicBezTo>
                  <a:pt x="388007" y="6574178"/>
                  <a:pt x="388158" y="6579724"/>
                  <a:pt x="389884" y="6584780"/>
                </a:cubicBezTo>
                <a:cubicBezTo>
                  <a:pt x="391806" y="6590316"/>
                  <a:pt x="393201" y="6595633"/>
                  <a:pt x="395360" y="6600075"/>
                </a:cubicBezTo>
                <a:cubicBezTo>
                  <a:pt x="396590" y="6602624"/>
                  <a:pt x="399211" y="6605225"/>
                  <a:pt x="402567" y="6607339"/>
                </a:cubicBezTo>
                <a:cubicBezTo>
                  <a:pt x="406267" y="6609684"/>
                  <a:pt x="409161" y="6610897"/>
                  <a:pt x="411593" y="6609307"/>
                </a:cubicBezTo>
                <a:cubicBezTo>
                  <a:pt x="412906" y="6608442"/>
                  <a:pt x="414495" y="6606996"/>
                  <a:pt x="415724" y="6605117"/>
                </a:cubicBezTo>
                <a:cubicBezTo>
                  <a:pt x="416952" y="6603239"/>
                  <a:pt x="417821" y="6600927"/>
                  <a:pt x="417694" y="6598331"/>
                </a:cubicBezTo>
                <a:lnTo>
                  <a:pt x="417710" y="6598294"/>
                </a:lnTo>
                <a:cubicBezTo>
                  <a:pt x="417475" y="6593686"/>
                  <a:pt x="414083" y="6588285"/>
                  <a:pt x="412955" y="6582329"/>
                </a:cubicBezTo>
                <a:cubicBezTo>
                  <a:pt x="411957" y="6577224"/>
                  <a:pt x="409733" y="6572091"/>
                  <a:pt x="408315" y="6566722"/>
                </a:cubicBezTo>
                <a:cubicBezTo>
                  <a:pt x="406867" y="6561427"/>
                  <a:pt x="404671" y="6556439"/>
                  <a:pt x="402952" y="6551474"/>
                </a:cubicBezTo>
                <a:cubicBezTo>
                  <a:pt x="401008" y="6545884"/>
                  <a:pt x="401596" y="6539631"/>
                  <a:pt x="399502" y="6535348"/>
                </a:cubicBezTo>
                <a:cubicBezTo>
                  <a:pt x="395891" y="6528043"/>
                  <a:pt x="390880" y="6521655"/>
                  <a:pt x="387795" y="6521954"/>
                </a:cubicBezTo>
                <a:close/>
                <a:moveTo>
                  <a:pt x="513778" y="6489607"/>
                </a:moveTo>
                <a:cubicBezTo>
                  <a:pt x="510022" y="6489715"/>
                  <a:pt x="507685" y="6496031"/>
                  <a:pt x="506552" y="6500422"/>
                </a:cubicBezTo>
                <a:cubicBezTo>
                  <a:pt x="504990" y="6506577"/>
                  <a:pt x="502299" y="6512789"/>
                  <a:pt x="502324" y="6518637"/>
                </a:cubicBezTo>
                <a:cubicBezTo>
                  <a:pt x="502328" y="6525272"/>
                  <a:pt x="503824" y="6531824"/>
                  <a:pt x="504910" y="6537142"/>
                </a:cubicBezTo>
                <a:cubicBezTo>
                  <a:pt x="506773" y="6546193"/>
                  <a:pt x="513925" y="6551266"/>
                  <a:pt x="514667" y="6553080"/>
                </a:cubicBezTo>
                <a:cubicBezTo>
                  <a:pt x="515524" y="6555253"/>
                  <a:pt x="512391" y="6563049"/>
                  <a:pt x="514898" y="6568034"/>
                </a:cubicBezTo>
                <a:cubicBezTo>
                  <a:pt x="517170" y="6572524"/>
                  <a:pt x="522105" y="6577510"/>
                  <a:pt x="526754" y="6577379"/>
                </a:cubicBezTo>
                <a:cubicBezTo>
                  <a:pt x="529235" y="6577313"/>
                  <a:pt x="530415" y="6575840"/>
                  <a:pt x="530976" y="6573814"/>
                </a:cubicBezTo>
                <a:cubicBezTo>
                  <a:pt x="531537" y="6571788"/>
                  <a:pt x="531479" y="6569211"/>
                  <a:pt x="531483" y="6566934"/>
                </a:cubicBezTo>
                <a:cubicBezTo>
                  <a:pt x="531478" y="6562731"/>
                  <a:pt x="534365" y="6558369"/>
                  <a:pt x="534823" y="6555377"/>
                </a:cubicBezTo>
                <a:cubicBezTo>
                  <a:pt x="535748" y="6549265"/>
                  <a:pt x="535106" y="6543203"/>
                  <a:pt x="534836" y="6538049"/>
                </a:cubicBezTo>
                <a:cubicBezTo>
                  <a:pt x="534492" y="6531803"/>
                  <a:pt x="530162" y="6526850"/>
                  <a:pt x="528888" y="6521982"/>
                </a:cubicBezTo>
                <a:cubicBezTo>
                  <a:pt x="527150" y="6515373"/>
                  <a:pt x="524019" y="6510612"/>
                  <a:pt x="522458" y="6506642"/>
                </a:cubicBezTo>
                <a:cubicBezTo>
                  <a:pt x="521070" y="6503098"/>
                  <a:pt x="519676" y="6498623"/>
                  <a:pt x="518769" y="6494882"/>
                </a:cubicBezTo>
                <a:cubicBezTo>
                  <a:pt x="517751" y="6490564"/>
                  <a:pt x="518881" y="6489446"/>
                  <a:pt x="513778" y="6489607"/>
                </a:cubicBezTo>
                <a:close/>
                <a:moveTo>
                  <a:pt x="14167" y="6486026"/>
                </a:moveTo>
                <a:cubicBezTo>
                  <a:pt x="9612" y="6487833"/>
                  <a:pt x="11833" y="6495396"/>
                  <a:pt x="13121" y="6502657"/>
                </a:cubicBezTo>
                <a:cubicBezTo>
                  <a:pt x="13922" y="6507282"/>
                  <a:pt x="9486" y="6514709"/>
                  <a:pt x="11890" y="6520360"/>
                </a:cubicBezTo>
                <a:cubicBezTo>
                  <a:pt x="13946" y="6525156"/>
                  <a:pt x="18810" y="6529361"/>
                  <a:pt x="21567" y="6534274"/>
                </a:cubicBezTo>
                <a:cubicBezTo>
                  <a:pt x="24243" y="6539066"/>
                  <a:pt x="27396" y="6543879"/>
                  <a:pt x="30411" y="6548282"/>
                </a:cubicBezTo>
                <a:cubicBezTo>
                  <a:pt x="33729" y="6553121"/>
                  <a:pt x="37802" y="6557215"/>
                  <a:pt x="41101" y="6560940"/>
                </a:cubicBezTo>
                <a:cubicBezTo>
                  <a:pt x="42958" y="6563045"/>
                  <a:pt x="47479" y="6565646"/>
                  <a:pt x="51375" y="6567102"/>
                </a:cubicBezTo>
                <a:cubicBezTo>
                  <a:pt x="55723" y="6568746"/>
                  <a:pt x="60903" y="6568086"/>
                  <a:pt x="62802" y="6565874"/>
                </a:cubicBezTo>
                <a:cubicBezTo>
                  <a:pt x="64870" y="6563469"/>
                  <a:pt x="61674" y="6558018"/>
                  <a:pt x="59994" y="6553068"/>
                </a:cubicBezTo>
                <a:lnTo>
                  <a:pt x="60015" y="6553121"/>
                </a:lnTo>
                <a:cubicBezTo>
                  <a:pt x="58536" y="6548743"/>
                  <a:pt x="57774" y="6543074"/>
                  <a:pt x="55094" y="6537662"/>
                </a:cubicBezTo>
                <a:cubicBezTo>
                  <a:pt x="52756" y="6533012"/>
                  <a:pt x="48140" y="6529266"/>
                  <a:pt x="45320" y="6524502"/>
                </a:cubicBezTo>
                <a:cubicBezTo>
                  <a:pt x="42522" y="6519793"/>
                  <a:pt x="40059" y="6514915"/>
                  <a:pt x="37088" y="6510618"/>
                </a:cubicBezTo>
                <a:cubicBezTo>
                  <a:pt x="33694" y="6505748"/>
                  <a:pt x="30204" y="6501632"/>
                  <a:pt x="27046" y="6498099"/>
                </a:cubicBezTo>
                <a:cubicBezTo>
                  <a:pt x="21599" y="6492014"/>
                  <a:pt x="17032" y="6484883"/>
                  <a:pt x="14167" y="6486026"/>
                </a:cubicBezTo>
                <a:close/>
                <a:moveTo>
                  <a:pt x="149703" y="6449014"/>
                </a:moveTo>
                <a:lnTo>
                  <a:pt x="149725" y="6449067"/>
                </a:lnTo>
                <a:cubicBezTo>
                  <a:pt x="146220" y="6449103"/>
                  <a:pt x="142343" y="6451503"/>
                  <a:pt x="141262" y="6456931"/>
                </a:cubicBezTo>
                <a:cubicBezTo>
                  <a:pt x="140413" y="6461174"/>
                  <a:pt x="144090" y="6465368"/>
                  <a:pt x="145586" y="6469177"/>
                </a:cubicBezTo>
                <a:cubicBezTo>
                  <a:pt x="147868" y="6474910"/>
                  <a:pt x="149777" y="6480794"/>
                  <a:pt x="152116" y="6486285"/>
                </a:cubicBezTo>
                <a:cubicBezTo>
                  <a:pt x="154629" y="6492201"/>
                  <a:pt x="156927" y="6497895"/>
                  <a:pt x="159445" y="6503063"/>
                </a:cubicBezTo>
                <a:cubicBezTo>
                  <a:pt x="162415" y="6509259"/>
                  <a:pt x="165720" y="6514447"/>
                  <a:pt x="168500" y="6518884"/>
                </a:cubicBezTo>
                <a:cubicBezTo>
                  <a:pt x="173595" y="6527075"/>
                  <a:pt x="176977" y="6531764"/>
                  <a:pt x="180420" y="6529979"/>
                </a:cubicBezTo>
                <a:cubicBezTo>
                  <a:pt x="183351" y="6528465"/>
                  <a:pt x="182985" y="6522165"/>
                  <a:pt x="181585" y="6513486"/>
                </a:cubicBezTo>
                <a:cubicBezTo>
                  <a:pt x="180719" y="6508172"/>
                  <a:pt x="180102" y="6501944"/>
                  <a:pt x="178354" y="6495994"/>
                </a:cubicBezTo>
                <a:cubicBezTo>
                  <a:pt x="176622" y="6490005"/>
                  <a:pt x="173876" y="6484433"/>
                  <a:pt x="171861" y="6479433"/>
                </a:cubicBezTo>
                <a:cubicBezTo>
                  <a:pt x="170639" y="6476445"/>
                  <a:pt x="168521" y="6467686"/>
                  <a:pt x="164299" y="6460258"/>
                </a:cubicBezTo>
                <a:cubicBezTo>
                  <a:pt x="160115" y="6452845"/>
                  <a:pt x="154487" y="6448984"/>
                  <a:pt x="149703" y="6449014"/>
                </a:cubicBezTo>
                <a:close/>
                <a:moveTo>
                  <a:pt x="645496" y="6448209"/>
                </a:moveTo>
                <a:cubicBezTo>
                  <a:pt x="639530" y="6451061"/>
                  <a:pt x="641668" y="6463675"/>
                  <a:pt x="641645" y="6466893"/>
                </a:cubicBezTo>
                <a:lnTo>
                  <a:pt x="641607" y="6466877"/>
                </a:lnTo>
                <a:cubicBezTo>
                  <a:pt x="641538" y="6472951"/>
                  <a:pt x="638058" y="6477462"/>
                  <a:pt x="639762" y="6481935"/>
                </a:cubicBezTo>
                <a:cubicBezTo>
                  <a:pt x="641052" y="6485394"/>
                  <a:pt x="641853" y="6489178"/>
                  <a:pt x="643278" y="6495479"/>
                </a:cubicBezTo>
                <a:cubicBezTo>
                  <a:pt x="644873" y="6502427"/>
                  <a:pt x="647588" y="6506703"/>
                  <a:pt x="647748" y="6510750"/>
                </a:cubicBezTo>
                <a:cubicBezTo>
                  <a:pt x="648025" y="6517366"/>
                  <a:pt x="647299" y="6522368"/>
                  <a:pt x="650737" y="6527346"/>
                </a:cubicBezTo>
                <a:cubicBezTo>
                  <a:pt x="652760" y="6530316"/>
                  <a:pt x="657995" y="6529635"/>
                  <a:pt x="661201" y="6531155"/>
                </a:cubicBezTo>
                <a:cubicBezTo>
                  <a:pt x="664784" y="6532833"/>
                  <a:pt x="668303" y="6537403"/>
                  <a:pt x="671417" y="6535876"/>
                </a:cubicBezTo>
                <a:cubicBezTo>
                  <a:pt x="673699" y="6534754"/>
                  <a:pt x="675443" y="6532223"/>
                  <a:pt x="676582" y="6529201"/>
                </a:cubicBezTo>
                <a:cubicBezTo>
                  <a:pt x="677720" y="6526180"/>
                  <a:pt x="678253" y="6522667"/>
                  <a:pt x="678112" y="6519578"/>
                </a:cubicBezTo>
                <a:cubicBezTo>
                  <a:pt x="677765" y="6513021"/>
                  <a:pt x="674392" y="6509265"/>
                  <a:pt x="672013" y="6504818"/>
                </a:cubicBezTo>
                <a:cubicBezTo>
                  <a:pt x="669840" y="6500725"/>
                  <a:pt x="664398" y="6496632"/>
                  <a:pt x="663211" y="6490077"/>
                </a:cubicBezTo>
                <a:cubicBezTo>
                  <a:pt x="662165" y="6484244"/>
                  <a:pt x="663981" y="6479698"/>
                  <a:pt x="664622" y="6476164"/>
                </a:cubicBezTo>
                <a:cubicBezTo>
                  <a:pt x="665308" y="6472206"/>
                  <a:pt x="668714" y="6468504"/>
                  <a:pt x="667028" y="6462933"/>
                </a:cubicBezTo>
                <a:cubicBezTo>
                  <a:pt x="665758" y="6458687"/>
                  <a:pt x="661217" y="6455502"/>
                  <a:pt x="657850" y="6452677"/>
                </a:cubicBezTo>
                <a:cubicBezTo>
                  <a:pt x="653729" y="6449226"/>
                  <a:pt x="648967" y="6446568"/>
                  <a:pt x="645496" y="6448209"/>
                </a:cubicBezTo>
                <a:close/>
                <a:moveTo>
                  <a:pt x="277722" y="6412125"/>
                </a:moveTo>
                <a:cubicBezTo>
                  <a:pt x="274288" y="6413782"/>
                  <a:pt x="270735" y="6417202"/>
                  <a:pt x="270554" y="6422698"/>
                </a:cubicBezTo>
                <a:cubicBezTo>
                  <a:pt x="270420" y="6427550"/>
                  <a:pt x="272095" y="6432939"/>
                  <a:pt x="272824" y="6436472"/>
                </a:cubicBezTo>
                <a:cubicBezTo>
                  <a:pt x="274114" y="6442672"/>
                  <a:pt x="278814" y="6447692"/>
                  <a:pt x="281166" y="6453365"/>
                </a:cubicBezTo>
                <a:cubicBezTo>
                  <a:pt x="283669" y="6459410"/>
                  <a:pt x="284417" y="6465958"/>
                  <a:pt x="287619" y="6470969"/>
                </a:cubicBezTo>
                <a:cubicBezTo>
                  <a:pt x="291388" y="6476838"/>
                  <a:pt x="295183" y="6482230"/>
                  <a:pt x="299241" y="6485831"/>
                </a:cubicBezTo>
                <a:cubicBezTo>
                  <a:pt x="305454" y="6491353"/>
                  <a:pt x="312663" y="6494815"/>
                  <a:pt x="317188" y="6492554"/>
                </a:cubicBezTo>
                <a:cubicBezTo>
                  <a:pt x="322492" y="6489911"/>
                  <a:pt x="319132" y="6484435"/>
                  <a:pt x="315411" y="6476863"/>
                </a:cubicBezTo>
                <a:cubicBezTo>
                  <a:pt x="313420" y="6472757"/>
                  <a:pt x="314599" y="6466043"/>
                  <a:pt x="312035" y="6459929"/>
                </a:cubicBezTo>
                <a:cubicBezTo>
                  <a:pt x="310084" y="6455308"/>
                  <a:pt x="305999" y="6451032"/>
                  <a:pt x="304448" y="6445032"/>
                </a:cubicBezTo>
                <a:cubicBezTo>
                  <a:pt x="303068" y="6439679"/>
                  <a:pt x="302625" y="6434937"/>
                  <a:pt x="301391" y="6430707"/>
                </a:cubicBezTo>
                <a:cubicBezTo>
                  <a:pt x="300038" y="6426028"/>
                  <a:pt x="295144" y="6424110"/>
                  <a:pt x="291576" y="6420183"/>
                </a:cubicBezTo>
                <a:lnTo>
                  <a:pt x="291629" y="6420162"/>
                </a:lnTo>
                <a:cubicBezTo>
                  <a:pt x="287153" y="6415235"/>
                  <a:pt x="282482" y="6409830"/>
                  <a:pt x="277722" y="6412125"/>
                </a:cubicBezTo>
                <a:close/>
                <a:moveTo>
                  <a:pt x="412456" y="6373876"/>
                </a:moveTo>
                <a:cubicBezTo>
                  <a:pt x="410594" y="6373642"/>
                  <a:pt x="408415" y="6374123"/>
                  <a:pt x="406017" y="6374998"/>
                </a:cubicBezTo>
                <a:lnTo>
                  <a:pt x="405979" y="6374982"/>
                </a:lnTo>
                <a:cubicBezTo>
                  <a:pt x="402430" y="6376281"/>
                  <a:pt x="404049" y="6384123"/>
                  <a:pt x="404353" y="6388672"/>
                </a:cubicBezTo>
                <a:cubicBezTo>
                  <a:pt x="404793" y="6395004"/>
                  <a:pt x="405482" y="6400952"/>
                  <a:pt x="407366" y="6406473"/>
                </a:cubicBezTo>
                <a:cubicBezTo>
                  <a:pt x="409465" y="6412746"/>
                  <a:pt x="410026" y="6419526"/>
                  <a:pt x="412734" y="6424242"/>
                </a:cubicBezTo>
                <a:cubicBezTo>
                  <a:pt x="417324" y="6432266"/>
                  <a:pt x="426273" y="6434423"/>
                  <a:pt x="427542" y="6435928"/>
                </a:cubicBezTo>
                <a:cubicBezTo>
                  <a:pt x="429049" y="6437709"/>
                  <a:pt x="430889" y="6443653"/>
                  <a:pt x="434842" y="6447609"/>
                </a:cubicBezTo>
                <a:cubicBezTo>
                  <a:pt x="438423" y="6451187"/>
                  <a:pt x="441127" y="6454752"/>
                  <a:pt x="445513" y="6453140"/>
                </a:cubicBezTo>
                <a:cubicBezTo>
                  <a:pt x="450150" y="6451457"/>
                  <a:pt x="451500" y="6447601"/>
                  <a:pt x="450467" y="6443321"/>
                </a:cubicBezTo>
                <a:cubicBezTo>
                  <a:pt x="449487" y="6439328"/>
                  <a:pt x="448660" y="6434869"/>
                  <a:pt x="448150" y="6431870"/>
                </a:cubicBezTo>
                <a:cubicBezTo>
                  <a:pt x="447107" y="6425817"/>
                  <a:pt x="442252" y="6420954"/>
                  <a:pt x="440379" y="6416145"/>
                </a:cubicBezTo>
                <a:cubicBezTo>
                  <a:pt x="438107" y="6410285"/>
                  <a:pt x="438151" y="6403538"/>
                  <a:pt x="435404" y="6399336"/>
                </a:cubicBezTo>
                <a:cubicBezTo>
                  <a:pt x="431640" y="6393558"/>
                  <a:pt x="422603" y="6393089"/>
                  <a:pt x="419865" y="6389820"/>
                </a:cubicBezTo>
                <a:cubicBezTo>
                  <a:pt x="417444" y="6386948"/>
                  <a:pt x="418967" y="6380467"/>
                  <a:pt x="417003" y="6377036"/>
                </a:cubicBezTo>
                <a:cubicBezTo>
                  <a:pt x="415866" y="6375056"/>
                  <a:pt x="414319" y="6374109"/>
                  <a:pt x="412456" y="6373876"/>
                </a:cubicBezTo>
                <a:close/>
                <a:moveTo>
                  <a:pt x="47093" y="6332760"/>
                </a:moveTo>
                <a:cubicBezTo>
                  <a:pt x="41171" y="6335718"/>
                  <a:pt x="41595" y="6350842"/>
                  <a:pt x="41625" y="6354038"/>
                </a:cubicBezTo>
                <a:lnTo>
                  <a:pt x="41663" y="6354054"/>
                </a:lnTo>
                <a:cubicBezTo>
                  <a:pt x="41722" y="6360137"/>
                  <a:pt x="42241" y="6364379"/>
                  <a:pt x="44037" y="6368845"/>
                </a:cubicBezTo>
                <a:cubicBezTo>
                  <a:pt x="45397" y="6372245"/>
                  <a:pt x="47518" y="6375831"/>
                  <a:pt x="49086" y="6382104"/>
                </a:cubicBezTo>
                <a:cubicBezTo>
                  <a:pt x="50804" y="6388970"/>
                  <a:pt x="54052" y="6393558"/>
                  <a:pt x="54303" y="6397598"/>
                </a:cubicBezTo>
                <a:cubicBezTo>
                  <a:pt x="54670" y="6404208"/>
                  <a:pt x="56360" y="6405977"/>
                  <a:pt x="59903" y="6410911"/>
                </a:cubicBezTo>
                <a:cubicBezTo>
                  <a:pt x="64312" y="6417047"/>
                  <a:pt x="68399" y="6422164"/>
                  <a:pt x="74314" y="6419115"/>
                </a:cubicBezTo>
                <a:cubicBezTo>
                  <a:pt x="76566" y="6417958"/>
                  <a:pt x="78506" y="6416227"/>
                  <a:pt x="79828" y="6414018"/>
                </a:cubicBezTo>
                <a:cubicBezTo>
                  <a:pt x="81152" y="6411808"/>
                  <a:pt x="81858" y="6409119"/>
                  <a:pt x="81644" y="6406045"/>
                </a:cubicBezTo>
                <a:cubicBezTo>
                  <a:pt x="81192" y="6399532"/>
                  <a:pt x="82013" y="6393775"/>
                  <a:pt x="79566" y="6389388"/>
                </a:cubicBezTo>
                <a:cubicBezTo>
                  <a:pt x="77249" y="6385322"/>
                  <a:pt x="70348" y="6382918"/>
                  <a:pt x="69071" y="6376370"/>
                </a:cubicBezTo>
                <a:cubicBezTo>
                  <a:pt x="67933" y="6370542"/>
                  <a:pt x="72880" y="6366645"/>
                  <a:pt x="73157" y="6363135"/>
                </a:cubicBezTo>
                <a:cubicBezTo>
                  <a:pt x="73501" y="6359255"/>
                  <a:pt x="72771" y="6354881"/>
                  <a:pt x="70978" y="6349354"/>
                </a:cubicBezTo>
                <a:cubicBezTo>
                  <a:pt x="69580" y="6345099"/>
                  <a:pt x="66449" y="6339498"/>
                  <a:pt x="63013" y="6336731"/>
                </a:cubicBezTo>
                <a:cubicBezTo>
                  <a:pt x="58806" y="6333378"/>
                  <a:pt x="50504" y="6331050"/>
                  <a:pt x="47093" y="6332760"/>
                </a:cubicBezTo>
                <a:close/>
                <a:moveTo>
                  <a:pt x="184081" y="6296710"/>
                </a:moveTo>
                <a:cubicBezTo>
                  <a:pt x="179184" y="6297223"/>
                  <a:pt x="176332" y="6299389"/>
                  <a:pt x="175636" y="6306748"/>
                </a:cubicBezTo>
                <a:cubicBezTo>
                  <a:pt x="175180" y="6311420"/>
                  <a:pt x="175124" y="6317145"/>
                  <a:pt x="175893" y="6323216"/>
                </a:cubicBezTo>
                <a:cubicBezTo>
                  <a:pt x="176549" y="6328399"/>
                  <a:pt x="180558" y="6333174"/>
                  <a:pt x="181875" y="6338678"/>
                </a:cubicBezTo>
                <a:cubicBezTo>
                  <a:pt x="183164" y="6344037"/>
                  <a:pt x="185102" y="6349006"/>
                  <a:pt x="186828" y="6354063"/>
                </a:cubicBezTo>
                <a:cubicBezTo>
                  <a:pt x="188697" y="6359621"/>
                  <a:pt x="189356" y="6365115"/>
                  <a:pt x="191515" y="6369557"/>
                </a:cubicBezTo>
                <a:cubicBezTo>
                  <a:pt x="194136" y="6374900"/>
                  <a:pt x="202907" y="6382332"/>
                  <a:pt x="207490" y="6379300"/>
                </a:cubicBezTo>
                <a:cubicBezTo>
                  <a:pt x="210114" y="6377569"/>
                  <a:pt x="213442" y="6373214"/>
                  <a:pt x="213186" y="6368023"/>
                </a:cubicBezTo>
                <a:lnTo>
                  <a:pt x="213293" y="6367978"/>
                </a:lnTo>
                <a:cubicBezTo>
                  <a:pt x="213022" y="6363354"/>
                  <a:pt x="210280" y="6357873"/>
                  <a:pt x="209153" y="6351917"/>
                </a:cubicBezTo>
                <a:cubicBezTo>
                  <a:pt x="208193" y="6346828"/>
                  <a:pt x="208623" y="6340950"/>
                  <a:pt x="207205" y="6335581"/>
                </a:cubicBezTo>
                <a:cubicBezTo>
                  <a:pt x="205756" y="6330286"/>
                  <a:pt x="200581" y="6326085"/>
                  <a:pt x="198861" y="6321119"/>
                </a:cubicBezTo>
                <a:cubicBezTo>
                  <a:pt x="196918" y="6315529"/>
                  <a:pt x="197345" y="6309341"/>
                  <a:pt x="195251" y="6305059"/>
                </a:cubicBezTo>
                <a:cubicBezTo>
                  <a:pt x="191641" y="6297754"/>
                  <a:pt x="187167" y="6296410"/>
                  <a:pt x="184081" y="6296710"/>
                </a:cubicBezTo>
                <a:close/>
                <a:moveTo>
                  <a:pt x="65344" y="6190901"/>
                </a:moveTo>
                <a:cubicBezTo>
                  <a:pt x="61278" y="6192381"/>
                  <a:pt x="61110" y="6201111"/>
                  <a:pt x="61371" y="6206394"/>
                </a:cubicBezTo>
                <a:cubicBezTo>
                  <a:pt x="61610" y="6210783"/>
                  <a:pt x="63715" y="6212505"/>
                  <a:pt x="66829" y="6216462"/>
                </a:cubicBezTo>
                <a:cubicBezTo>
                  <a:pt x="68986" y="6219223"/>
                  <a:pt x="67819" y="6225279"/>
                  <a:pt x="70737" y="6229596"/>
                </a:cubicBezTo>
                <a:cubicBezTo>
                  <a:pt x="75977" y="6237231"/>
                  <a:pt x="80581" y="6241635"/>
                  <a:pt x="81970" y="6247390"/>
                </a:cubicBezTo>
                <a:cubicBezTo>
                  <a:pt x="82899" y="6251185"/>
                  <a:pt x="85736" y="6254010"/>
                  <a:pt x="86976" y="6257270"/>
                </a:cubicBezTo>
                <a:cubicBezTo>
                  <a:pt x="88217" y="6260532"/>
                  <a:pt x="89837" y="6262360"/>
                  <a:pt x="92840" y="6265210"/>
                </a:cubicBezTo>
                <a:cubicBezTo>
                  <a:pt x="95358" y="6267636"/>
                  <a:pt x="97461" y="6270418"/>
                  <a:pt x="100875" y="6271759"/>
                </a:cubicBezTo>
                <a:cubicBezTo>
                  <a:pt x="105018" y="6273363"/>
                  <a:pt x="109587" y="6276382"/>
                  <a:pt x="112001" y="6274519"/>
                </a:cubicBezTo>
                <a:cubicBezTo>
                  <a:pt x="115235" y="6272070"/>
                  <a:pt x="115608" y="6263693"/>
                  <a:pt x="114286" y="6255356"/>
                </a:cubicBezTo>
                <a:cubicBezTo>
                  <a:pt x="113457" y="6250056"/>
                  <a:pt x="112955" y="6243345"/>
                  <a:pt x="110551" y="6237165"/>
                </a:cubicBezTo>
                <a:cubicBezTo>
                  <a:pt x="108416" y="6231716"/>
                  <a:pt x="104431" y="6226465"/>
                  <a:pt x="101211" y="6221180"/>
                </a:cubicBezTo>
                <a:cubicBezTo>
                  <a:pt x="98050" y="6215966"/>
                  <a:pt x="94460" y="6210615"/>
                  <a:pt x="90337" y="6206323"/>
                </a:cubicBezTo>
                <a:cubicBezTo>
                  <a:pt x="88254" y="6204124"/>
                  <a:pt x="81849" y="6203386"/>
                  <a:pt x="77748" y="6200519"/>
                </a:cubicBezTo>
                <a:cubicBezTo>
                  <a:pt x="73649" y="6197651"/>
                  <a:pt x="69325" y="6189518"/>
                  <a:pt x="65381" y="6190916"/>
                </a:cubicBezTo>
                <a:close/>
                <a:moveTo>
                  <a:pt x="211728" y="0"/>
                </a:moveTo>
                <a:lnTo>
                  <a:pt x="4559827" y="0"/>
                </a:lnTo>
                <a:lnTo>
                  <a:pt x="4559827" y="6857999"/>
                </a:lnTo>
                <a:lnTo>
                  <a:pt x="484767" y="6857999"/>
                </a:lnTo>
                <a:lnTo>
                  <a:pt x="484724" y="6847507"/>
                </a:lnTo>
                <a:cubicBezTo>
                  <a:pt x="485025" y="6842149"/>
                  <a:pt x="489246" y="6835869"/>
                  <a:pt x="488151" y="6829308"/>
                </a:cubicBezTo>
                <a:cubicBezTo>
                  <a:pt x="487180" y="6823506"/>
                  <a:pt x="483151" y="6818149"/>
                  <a:pt x="481082" y="6812330"/>
                </a:cubicBezTo>
                <a:cubicBezTo>
                  <a:pt x="479036" y="6806564"/>
                  <a:pt x="477139" y="6800861"/>
                  <a:pt x="473990" y="6795827"/>
                </a:cubicBezTo>
                <a:cubicBezTo>
                  <a:pt x="472413" y="6793266"/>
                  <a:pt x="471072" y="6787397"/>
                  <a:pt x="467554" y="6783669"/>
                </a:cubicBezTo>
                <a:cubicBezTo>
                  <a:pt x="464131" y="6780024"/>
                  <a:pt x="458803" y="6775979"/>
                  <a:pt x="454676" y="6776549"/>
                </a:cubicBezTo>
                <a:lnTo>
                  <a:pt x="454639" y="6776533"/>
                </a:lnTo>
                <a:cubicBezTo>
                  <a:pt x="450367" y="6777133"/>
                  <a:pt x="449151" y="6783830"/>
                  <a:pt x="448330" y="6789059"/>
                </a:cubicBezTo>
                <a:cubicBezTo>
                  <a:pt x="447638" y="6793456"/>
                  <a:pt x="447447" y="6796338"/>
                  <a:pt x="449782" y="6800677"/>
                </a:cubicBezTo>
                <a:cubicBezTo>
                  <a:pt x="451405" y="6803657"/>
                  <a:pt x="453344" y="6807254"/>
                  <a:pt x="455308" y="6812057"/>
                </a:cubicBezTo>
                <a:cubicBezTo>
                  <a:pt x="456879" y="6815899"/>
                  <a:pt x="455683" y="6819598"/>
                  <a:pt x="456078" y="6822770"/>
                </a:cubicBezTo>
                <a:cubicBezTo>
                  <a:pt x="456579" y="6826740"/>
                  <a:pt x="457440" y="6830063"/>
                  <a:pt x="457530" y="6833329"/>
                </a:cubicBezTo>
                <a:cubicBezTo>
                  <a:pt x="457647" y="6837269"/>
                  <a:pt x="461693" y="6840158"/>
                  <a:pt x="462554" y="6843482"/>
                </a:cubicBezTo>
                <a:cubicBezTo>
                  <a:pt x="463415" y="6846805"/>
                  <a:pt x="461980" y="6850758"/>
                  <a:pt x="464324" y="6854128"/>
                </a:cubicBezTo>
                <a:lnTo>
                  <a:pt x="468230" y="6857999"/>
                </a:lnTo>
                <a:lnTo>
                  <a:pt x="349625" y="6857999"/>
                </a:lnTo>
                <a:lnTo>
                  <a:pt x="346851" y="6846439"/>
                </a:lnTo>
                <a:cubicBezTo>
                  <a:pt x="344253" y="6840089"/>
                  <a:pt x="342193" y="6834672"/>
                  <a:pt x="340135" y="6830936"/>
                </a:cubicBezTo>
                <a:cubicBezTo>
                  <a:pt x="338269" y="6827589"/>
                  <a:pt x="338667" y="6823158"/>
                  <a:pt x="337257" y="6820090"/>
                </a:cubicBezTo>
                <a:cubicBezTo>
                  <a:pt x="336464" y="6818343"/>
                  <a:pt x="335046" y="6817694"/>
                  <a:pt x="333205" y="6817580"/>
                </a:cubicBezTo>
                <a:cubicBezTo>
                  <a:pt x="331364" y="6817467"/>
                  <a:pt x="329100" y="6817890"/>
                  <a:pt x="326615" y="6818285"/>
                </a:cubicBezTo>
                <a:lnTo>
                  <a:pt x="326646" y="6818210"/>
                </a:lnTo>
                <a:cubicBezTo>
                  <a:pt x="322943" y="6818826"/>
                  <a:pt x="322545" y="6824098"/>
                  <a:pt x="321987" y="6828595"/>
                </a:cubicBezTo>
                <a:cubicBezTo>
                  <a:pt x="321202" y="6834899"/>
                  <a:pt x="319548" y="6841061"/>
                  <a:pt x="320315" y="6846821"/>
                </a:cubicBezTo>
                <a:lnTo>
                  <a:pt x="325749" y="6857999"/>
                </a:lnTo>
                <a:lnTo>
                  <a:pt x="215876" y="6857999"/>
                </a:lnTo>
                <a:lnTo>
                  <a:pt x="208935" y="6852668"/>
                </a:lnTo>
                <a:cubicBezTo>
                  <a:pt x="205619" y="6851384"/>
                  <a:pt x="202098" y="6850981"/>
                  <a:pt x="199532" y="6851675"/>
                </a:cubicBezTo>
                <a:lnTo>
                  <a:pt x="196182" y="6857999"/>
                </a:lnTo>
                <a:lnTo>
                  <a:pt x="4354" y="6857999"/>
                </a:lnTo>
                <a:lnTo>
                  <a:pt x="3933" y="6851942"/>
                </a:lnTo>
                <a:lnTo>
                  <a:pt x="3895" y="6851926"/>
                </a:lnTo>
                <a:lnTo>
                  <a:pt x="3462" y="6849781"/>
                </a:lnTo>
                <a:lnTo>
                  <a:pt x="1162" y="6811525"/>
                </a:lnTo>
                <a:lnTo>
                  <a:pt x="840" y="6698063"/>
                </a:lnTo>
                <a:lnTo>
                  <a:pt x="6408" y="6706614"/>
                </a:lnTo>
                <a:cubicBezTo>
                  <a:pt x="10586" y="6715306"/>
                  <a:pt x="13210" y="6719589"/>
                  <a:pt x="16843" y="6718193"/>
                </a:cubicBezTo>
                <a:cubicBezTo>
                  <a:pt x="18393" y="6717605"/>
                  <a:pt x="20395" y="6715856"/>
                  <a:pt x="21955" y="6713160"/>
                </a:cubicBezTo>
                <a:cubicBezTo>
                  <a:pt x="23515" y="6710464"/>
                  <a:pt x="24633" y="6706819"/>
                  <a:pt x="24414" y="6702439"/>
                </a:cubicBezTo>
                <a:cubicBezTo>
                  <a:pt x="24163" y="6697027"/>
                  <a:pt x="19872" y="6691029"/>
                  <a:pt x="18808" y="6684923"/>
                </a:cubicBezTo>
                <a:cubicBezTo>
                  <a:pt x="17743" y="6678817"/>
                  <a:pt x="16421" y="6672692"/>
                  <a:pt x="14963" y="6667526"/>
                </a:cubicBezTo>
                <a:cubicBezTo>
                  <a:pt x="14098" y="6664422"/>
                  <a:pt x="13105" y="6655295"/>
                  <a:pt x="9769" y="6647441"/>
                </a:cubicBezTo>
                <a:lnTo>
                  <a:pt x="671" y="6638298"/>
                </a:lnTo>
                <a:lnTo>
                  <a:pt x="0" y="6402016"/>
                </a:lnTo>
                <a:lnTo>
                  <a:pt x="18295" y="6064618"/>
                </a:lnTo>
                <a:lnTo>
                  <a:pt x="111350" y="6142606"/>
                </a:lnTo>
                <a:lnTo>
                  <a:pt x="216764" y="6210552"/>
                </a:lnTo>
                <a:lnTo>
                  <a:pt x="217482" y="6213286"/>
                </a:lnTo>
                <a:cubicBezTo>
                  <a:pt x="219990" y="6218582"/>
                  <a:pt x="224951" y="6222031"/>
                  <a:pt x="227606" y="6226239"/>
                </a:cubicBezTo>
                <a:cubicBezTo>
                  <a:pt x="229134" y="6228603"/>
                  <a:pt x="230105" y="6233565"/>
                  <a:pt x="233668" y="6235499"/>
                </a:cubicBezTo>
                <a:cubicBezTo>
                  <a:pt x="237666" y="6237661"/>
                  <a:pt x="241964" y="6237206"/>
                  <a:pt x="244197" y="6235356"/>
                </a:cubicBezTo>
                <a:lnTo>
                  <a:pt x="245051" y="6228785"/>
                </a:lnTo>
                <a:lnTo>
                  <a:pt x="296670" y="6262058"/>
                </a:lnTo>
                <a:lnTo>
                  <a:pt x="305372" y="6266215"/>
                </a:lnTo>
                <a:lnTo>
                  <a:pt x="306774" y="6276647"/>
                </a:lnTo>
                <a:lnTo>
                  <a:pt x="306827" y="6276626"/>
                </a:lnTo>
                <a:cubicBezTo>
                  <a:pt x="306886" y="6282708"/>
                  <a:pt x="302784" y="6287225"/>
                  <a:pt x="304580" y="6291692"/>
                </a:cubicBezTo>
                <a:cubicBezTo>
                  <a:pt x="305939" y="6295091"/>
                  <a:pt x="308952" y="6298342"/>
                  <a:pt x="310520" y="6304615"/>
                </a:cubicBezTo>
                <a:cubicBezTo>
                  <a:pt x="312222" y="6311519"/>
                  <a:pt x="311688" y="6316381"/>
                  <a:pt x="311940" y="6320421"/>
                </a:cubicBezTo>
                <a:cubicBezTo>
                  <a:pt x="312308" y="6327032"/>
                  <a:pt x="317680" y="6328442"/>
                  <a:pt x="321224" y="6333375"/>
                </a:cubicBezTo>
                <a:cubicBezTo>
                  <a:pt x="323221" y="6336202"/>
                  <a:pt x="325101" y="6339201"/>
                  <a:pt x="328009" y="6341435"/>
                </a:cubicBezTo>
                <a:cubicBezTo>
                  <a:pt x="331417" y="6344057"/>
                  <a:pt x="335083" y="6348909"/>
                  <a:pt x="338281" y="6347286"/>
                </a:cubicBezTo>
                <a:cubicBezTo>
                  <a:pt x="340541" y="6346111"/>
                  <a:pt x="342284" y="6342950"/>
                  <a:pt x="343410" y="6339314"/>
                </a:cubicBezTo>
                <a:cubicBezTo>
                  <a:pt x="344535" y="6335679"/>
                  <a:pt x="345042" y="6331569"/>
                  <a:pt x="344828" y="6328494"/>
                </a:cubicBezTo>
                <a:cubicBezTo>
                  <a:pt x="344338" y="6321965"/>
                  <a:pt x="340287" y="6317925"/>
                  <a:pt x="337839" y="6313539"/>
                </a:cubicBezTo>
                <a:cubicBezTo>
                  <a:pt x="335575" y="6309451"/>
                  <a:pt x="332268" y="6305324"/>
                  <a:pt x="330991" y="6298775"/>
                </a:cubicBezTo>
                <a:cubicBezTo>
                  <a:pt x="329837" y="6292986"/>
                  <a:pt x="333324" y="6289095"/>
                  <a:pt x="333852" y="6285514"/>
                </a:cubicBezTo>
                <a:lnTo>
                  <a:pt x="330958" y="6278440"/>
                </a:lnTo>
                <a:lnTo>
                  <a:pt x="495166" y="6356895"/>
                </a:lnTo>
                <a:lnTo>
                  <a:pt x="544568" y="6372979"/>
                </a:lnTo>
                <a:lnTo>
                  <a:pt x="546484" y="6381793"/>
                </a:lnTo>
                <a:cubicBezTo>
                  <a:pt x="548827" y="6387904"/>
                  <a:pt x="551067" y="6393840"/>
                  <a:pt x="554163" y="6398896"/>
                </a:cubicBezTo>
                <a:cubicBezTo>
                  <a:pt x="557796" y="6404883"/>
                  <a:pt x="563101" y="6408565"/>
                  <a:pt x="567058" y="6412301"/>
                </a:cubicBezTo>
                <a:cubicBezTo>
                  <a:pt x="573117" y="6417979"/>
                  <a:pt x="579140" y="6424481"/>
                  <a:pt x="583747" y="6422343"/>
                </a:cubicBezTo>
                <a:cubicBezTo>
                  <a:pt x="586432" y="6421102"/>
                  <a:pt x="587306" y="6418593"/>
                  <a:pt x="587066" y="6415437"/>
                </a:cubicBezTo>
                <a:cubicBezTo>
                  <a:pt x="586826" y="6412279"/>
                  <a:pt x="585471" y="6408473"/>
                  <a:pt x="583699" y="6404635"/>
                </a:cubicBezTo>
                <a:cubicBezTo>
                  <a:pt x="581778" y="6400469"/>
                  <a:pt x="581603" y="6394560"/>
                  <a:pt x="579199" y="6388379"/>
                </a:cubicBezTo>
                <a:lnTo>
                  <a:pt x="577012" y="6383542"/>
                </a:lnTo>
                <a:lnTo>
                  <a:pt x="703887" y="6424850"/>
                </a:lnTo>
                <a:lnTo>
                  <a:pt x="776938" y="6437973"/>
                </a:lnTo>
                <a:lnTo>
                  <a:pt x="778633" y="6450564"/>
                </a:lnTo>
                <a:cubicBezTo>
                  <a:pt x="780469" y="6456728"/>
                  <a:pt x="780978" y="6463000"/>
                  <a:pt x="782894" y="6468445"/>
                </a:cubicBezTo>
                <a:cubicBezTo>
                  <a:pt x="785172" y="6474926"/>
                  <a:pt x="786009" y="6481468"/>
                  <a:pt x="788241" y="6486161"/>
                </a:cubicBezTo>
                <a:cubicBezTo>
                  <a:pt x="792419" y="6494854"/>
                  <a:pt x="797176" y="6496891"/>
                  <a:pt x="800808" y="6495495"/>
                </a:cubicBezTo>
                <a:cubicBezTo>
                  <a:pt x="802359" y="6494906"/>
                  <a:pt x="803851" y="6493453"/>
                  <a:pt x="804896" y="6491050"/>
                </a:cubicBezTo>
                <a:cubicBezTo>
                  <a:pt x="805942" y="6488646"/>
                  <a:pt x="806541" y="6485293"/>
                  <a:pt x="806303" y="6480904"/>
                </a:cubicBezTo>
                <a:cubicBezTo>
                  <a:pt x="806052" y="6475493"/>
                  <a:pt x="805482" y="6469152"/>
                  <a:pt x="804418" y="6463045"/>
                </a:cubicBezTo>
                <a:cubicBezTo>
                  <a:pt x="803353" y="6456940"/>
                  <a:pt x="803386" y="6450321"/>
                  <a:pt x="801944" y="6445118"/>
                </a:cubicBezTo>
                <a:lnTo>
                  <a:pt x="800260" y="6442163"/>
                </a:lnTo>
                <a:lnTo>
                  <a:pt x="919880" y="6463652"/>
                </a:lnTo>
                <a:lnTo>
                  <a:pt x="935306" y="6464280"/>
                </a:lnTo>
                <a:lnTo>
                  <a:pt x="938120" y="6465637"/>
                </a:lnTo>
                <a:lnTo>
                  <a:pt x="939062" y="6464432"/>
                </a:lnTo>
                <a:lnTo>
                  <a:pt x="998064" y="6466832"/>
                </a:lnTo>
                <a:lnTo>
                  <a:pt x="997728" y="6467614"/>
                </a:lnTo>
                <a:cubicBezTo>
                  <a:pt x="997974" y="6473244"/>
                  <a:pt x="999781" y="6478423"/>
                  <a:pt x="1001020" y="6482744"/>
                </a:cubicBezTo>
                <a:cubicBezTo>
                  <a:pt x="1002615" y="6488322"/>
                  <a:pt x="1005433" y="6492774"/>
                  <a:pt x="1007688" y="6496460"/>
                </a:cubicBezTo>
                <a:cubicBezTo>
                  <a:pt x="1011699" y="6502916"/>
                  <a:pt x="1015492" y="6506937"/>
                  <a:pt x="1016806" y="6508548"/>
                </a:cubicBezTo>
                <a:cubicBezTo>
                  <a:pt x="1018259" y="6510351"/>
                  <a:pt x="1022045" y="6514811"/>
                  <a:pt x="1025914" y="6518864"/>
                </a:cubicBezTo>
                <a:cubicBezTo>
                  <a:pt x="1029426" y="6522502"/>
                  <a:pt x="1033392" y="6525269"/>
                  <a:pt x="1037822" y="6523764"/>
                </a:cubicBezTo>
                <a:cubicBezTo>
                  <a:pt x="1040171" y="6522957"/>
                  <a:pt x="1041009" y="6521507"/>
                  <a:pt x="1041095" y="6519746"/>
                </a:cubicBezTo>
                <a:cubicBezTo>
                  <a:pt x="1041181" y="6517986"/>
                  <a:pt x="1040514" y="6515915"/>
                  <a:pt x="1039848" y="6513867"/>
                </a:cubicBezTo>
                <a:cubicBezTo>
                  <a:pt x="1038629" y="6510129"/>
                  <a:pt x="1037119" y="6505826"/>
                  <a:pt x="1036684" y="6502858"/>
                </a:cubicBezTo>
                <a:cubicBezTo>
                  <a:pt x="1035356" y="6493900"/>
                  <a:pt x="1035365" y="6486917"/>
                  <a:pt x="1032899" y="6482259"/>
                </a:cubicBezTo>
                <a:cubicBezTo>
                  <a:pt x="1028825" y="6474582"/>
                  <a:pt x="1021563" y="6472513"/>
                  <a:pt x="1017677" y="6467658"/>
                </a:cubicBezTo>
                <a:lnTo>
                  <a:pt x="1017661" y="6467629"/>
                </a:lnTo>
                <a:lnTo>
                  <a:pt x="1147182" y="6472897"/>
                </a:lnTo>
                <a:cubicBezTo>
                  <a:pt x="1374841" y="6472455"/>
                  <a:pt x="1603108" y="6450031"/>
                  <a:pt x="1827803" y="6469290"/>
                </a:cubicBezTo>
                <a:cubicBezTo>
                  <a:pt x="2390667" y="6496532"/>
                  <a:pt x="2999505" y="6498412"/>
                  <a:pt x="3300114" y="5937351"/>
                </a:cubicBezTo>
                <a:cubicBezTo>
                  <a:pt x="3441592" y="5682995"/>
                  <a:pt x="3441719" y="5373242"/>
                  <a:pt x="3387617" y="5091556"/>
                </a:cubicBezTo>
                <a:cubicBezTo>
                  <a:pt x="3345453" y="4842763"/>
                  <a:pt x="3224295" y="4614163"/>
                  <a:pt x="3087134" y="4402454"/>
                </a:cubicBezTo>
                <a:cubicBezTo>
                  <a:pt x="2741187" y="3861942"/>
                  <a:pt x="2217312" y="3444874"/>
                  <a:pt x="1613808" y="3228974"/>
                </a:cubicBezTo>
                <a:cubicBezTo>
                  <a:pt x="1362094" y="3142360"/>
                  <a:pt x="1086758" y="3102482"/>
                  <a:pt x="822217" y="3158616"/>
                </a:cubicBezTo>
                <a:cubicBezTo>
                  <a:pt x="678008" y="3188525"/>
                  <a:pt x="537407" y="3238436"/>
                  <a:pt x="404961" y="3305382"/>
                </a:cubicBezTo>
                <a:lnTo>
                  <a:pt x="379435" y="3319669"/>
                </a:lnTo>
                <a:lnTo>
                  <a:pt x="383124" y="3294552"/>
                </a:lnTo>
                <a:cubicBezTo>
                  <a:pt x="455546" y="2730117"/>
                  <a:pt x="457061" y="2150587"/>
                  <a:pt x="387496" y="1591183"/>
                </a:cubicBezTo>
                <a:cubicBezTo>
                  <a:pt x="347745" y="1199642"/>
                  <a:pt x="254908" y="808228"/>
                  <a:pt x="228492" y="403733"/>
                </a:cubicBezTo>
                <a:cubicBezTo>
                  <a:pt x="225190" y="287909"/>
                  <a:pt x="219348" y="167386"/>
                  <a:pt x="213506" y="43942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C5DE9CC5-FD3D-B73B-4AC6-A258342803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1B123F5-4E3B-9731-A138-5960C71BFC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913679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4BDB757B-C0D5-6C61-6827-555DBB81A6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6913679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9FD478C6-D77F-DCD2-24D1-1B53AD9491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5A0CE70A-AB59-0EA6-F347-17CEE46E9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59EBEACE-B1CF-EB76-068F-CD4A87427B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81527" y="3132607"/>
            <a:ext cx="3971667" cy="3345796"/>
          </a:xfrm>
          <a:custGeom>
            <a:avLst/>
            <a:gdLst>
              <a:gd name="connsiteX0" fmla="*/ 3637780 w 3971667"/>
              <a:gd name="connsiteY0" fmla="*/ 1269847 h 3345796"/>
              <a:gd name="connsiteX1" fmla="*/ 2164454 w 3971667"/>
              <a:gd name="connsiteY1" fmla="*/ 96367 h 3345796"/>
              <a:gd name="connsiteX2" fmla="*/ 1372863 w 3971667"/>
              <a:gd name="connsiteY2" fmla="*/ 26009 h 3345796"/>
              <a:gd name="connsiteX3" fmla="*/ 382390 w 3971667"/>
              <a:gd name="connsiteY3" fmla="*/ 635736 h 3345796"/>
              <a:gd name="connsiteX4" fmla="*/ 111499 w 3971667"/>
              <a:gd name="connsiteY4" fmla="*/ 2331440 h 3345796"/>
              <a:gd name="connsiteX5" fmla="*/ 1470526 w 3971667"/>
              <a:gd name="connsiteY5" fmla="*/ 3331045 h 3345796"/>
              <a:gd name="connsiteX6" fmla="*/ 2378449 w 3971667"/>
              <a:gd name="connsiteY6" fmla="*/ 3336683 h 3345796"/>
              <a:gd name="connsiteX7" fmla="*/ 3850760 w 3971667"/>
              <a:gd name="connsiteY7" fmla="*/ 2804744 h 3345796"/>
              <a:gd name="connsiteX8" fmla="*/ 3938263 w 3971667"/>
              <a:gd name="connsiteY8" fmla="*/ 1958949 h 3345796"/>
              <a:gd name="connsiteX9" fmla="*/ 3637780 w 3971667"/>
              <a:gd name="connsiteY9" fmla="*/ 1269847 h 3345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71667" h="3345796">
                <a:moveTo>
                  <a:pt x="3637780" y="1269847"/>
                </a:moveTo>
                <a:cubicBezTo>
                  <a:pt x="3291833" y="729335"/>
                  <a:pt x="2767958" y="312267"/>
                  <a:pt x="2164454" y="96367"/>
                </a:cubicBezTo>
                <a:cubicBezTo>
                  <a:pt x="1912740" y="9753"/>
                  <a:pt x="1637404" y="-30125"/>
                  <a:pt x="1372863" y="26009"/>
                </a:cubicBezTo>
                <a:cubicBezTo>
                  <a:pt x="988306" y="105765"/>
                  <a:pt x="629404" y="327761"/>
                  <a:pt x="382390" y="635736"/>
                </a:cubicBezTo>
                <a:cubicBezTo>
                  <a:pt x="32886" y="1112494"/>
                  <a:pt x="-122562" y="1770100"/>
                  <a:pt x="111499" y="2331440"/>
                </a:cubicBezTo>
                <a:cubicBezTo>
                  <a:pt x="350513" y="2870708"/>
                  <a:pt x="887468" y="3268459"/>
                  <a:pt x="1470526" y="3331045"/>
                </a:cubicBezTo>
                <a:cubicBezTo>
                  <a:pt x="1772913" y="3359429"/>
                  <a:pt x="2078855" y="3311004"/>
                  <a:pt x="2378449" y="3336683"/>
                </a:cubicBezTo>
                <a:cubicBezTo>
                  <a:pt x="2941313" y="3363925"/>
                  <a:pt x="3550151" y="3365805"/>
                  <a:pt x="3850760" y="2804744"/>
                </a:cubicBezTo>
                <a:cubicBezTo>
                  <a:pt x="3992238" y="2550388"/>
                  <a:pt x="3992365" y="2240635"/>
                  <a:pt x="3938263" y="1958949"/>
                </a:cubicBezTo>
                <a:cubicBezTo>
                  <a:pt x="3896099" y="1710156"/>
                  <a:pt x="3774941" y="1481556"/>
                  <a:pt x="3637780" y="1269847"/>
                </a:cubicBezTo>
                <a:close/>
              </a:path>
            </a:pathLst>
          </a:custGeom>
          <a:gradFill>
            <a:gsLst>
              <a:gs pos="0">
                <a:srgbClr val="E6F2FF"/>
              </a:gs>
              <a:gs pos="70000">
                <a:srgbClr val="87BEEB"/>
              </a:gs>
            </a:gsLst>
            <a:lin ang="8027074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3" name="Text Placeholder 46">
            <a:extLst>
              <a:ext uri="{FF2B5EF4-FFF2-40B4-BE49-F238E27FC236}">
                <a16:creationId xmlns:a16="http://schemas.microsoft.com/office/drawing/2014/main" id="{1E70CD2A-3753-8292-E6CB-2225041FF9C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42094" y="3842794"/>
            <a:ext cx="3005673" cy="2294055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1">
                <a:solidFill>
                  <a:srgbClr val="003359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algn="ctr" fontAlgn="base"/>
            <a:r>
              <a:rPr lang="en-GB" dirty="0"/>
              <a:t>Key takeaway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9F867635-E4AA-B5C4-187F-793D1A1A1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6912885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323573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FE237F6-590E-7B86-4A04-8DE92C4FA1F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7632174" y="0"/>
            <a:ext cx="4559827" cy="6857999"/>
          </a:xfrm>
          <a:custGeom>
            <a:avLst/>
            <a:gdLst>
              <a:gd name="connsiteX0" fmla="*/ 88976 w 4559827"/>
              <a:gd name="connsiteY0" fmla="*/ 6747746 h 6857999"/>
              <a:gd name="connsiteX1" fmla="*/ 84510 w 4559827"/>
              <a:gd name="connsiteY1" fmla="*/ 6761042 h 6857999"/>
              <a:gd name="connsiteX2" fmla="*/ 88038 w 4559827"/>
              <a:gd name="connsiteY2" fmla="*/ 6774239 h 6857999"/>
              <a:gd name="connsiteX3" fmla="*/ 92051 w 4559827"/>
              <a:gd name="connsiteY3" fmla="*/ 6792502 h 6857999"/>
              <a:gd name="connsiteX4" fmla="*/ 102581 w 4559827"/>
              <a:gd name="connsiteY4" fmla="*/ 6807967 h 6857999"/>
              <a:gd name="connsiteX5" fmla="*/ 114176 w 4559827"/>
              <a:gd name="connsiteY5" fmla="*/ 6822155 h 6857999"/>
              <a:gd name="connsiteX6" fmla="*/ 129222 w 4559827"/>
              <a:gd name="connsiteY6" fmla="*/ 6827264 h 6857999"/>
              <a:gd name="connsiteX7" fmla="*/ 133410 w 4559827"/>
              <a:gd name="connsiteY7" fmla="*/ 6822275 h 6857999"/>
              <a:gd name="connsiteX8" fmla="*/ 130779 w 4559827"/>
              <a:gd name="connsiteY8" fmla="*/ 6813633 h 6857999"/>
              <a:gd name="connsiteX9" fmla="*/ 121676 w 4559827"/>
              <a:gd name="connsiteY9" fmla="*/ 6799296 h 6857999"/>
              <a:gd name="connsiteX10" fmla="*/ 116690 w 4559827"/>
              <a:gd name="connsiteY10" fmla="*/ 6783146 h 6857999"/>
              <a:gd name="connsiteX11" fmla="*/ 112561 w 4559827"/>
              <a:gd name="connsiteY11" fmla="*/ 6769168 h 6857999"/>
              <a:gd name="connsiteX12" fmla="*/ 108023 w 4559827"/>
              <a:gd name="connsiteY12" fmla="*/ 6754796 h 6857999"/>
              <a:gd name="connsiteX13" fmla="*/ 108007 w 4559827"/>
              <a:gd name="connsiteY13" fmla="*/ 6754834 h 6857999"/>
              <a:gd name="connsiteX14" fmla="*/ 88976 w 4559827"/>
              <a:gd name="connsiteY14" fmla="*/ 6747746 h 6857999"/>
              <a:gd name="connsiteX15" fmla="*/ 588588 w 4559827"/>
              <a:gd name="connsiteY15" fmla="*/ 6740670 h 6857999"/>
              <a:gd name="connsiteX16" fmla="*/ 578972 w 4559827"/>
              <a:gd name="connsiteY16" fmla="*/ 6758354 h 6857999"/>
              <a:gd name="connsiteX17" fmla="*/ 585544 w 4559827"/>
              <a:gd name="connsiteY17" fmla="*/ 6771985 h 6857999"/>
              <a:gd name="connsiteX18" fmla="*/ 589354 w 4559827"/>
              <a:gd name="connsiteY18" fmla="*/ 6786405 h 6857999"/>
              <a:gd name="connsiteX19" fmla="*/ 584979 w 4559827"/>
              <a:gd name="connsiteY19" fmla="*/ 6802967 h 6857999"/>
              <a:gd name="connsiteX20" fmla="*/ 588731 w 4559827"/>
              <a:gd name="connsiteY20" fmla="*/ 6818688 h 6857999"/>
              <a:gd name="connsiteX21" fmla="*/ 594454 w 4559827"/>
              <a:gd name="connsiteY21" fmla="*/ 6829177 h 6857999"/>
              <a:gd name="connsiteX22" fmla="*/ 607203 w 4559827"/>
              <a:gd name="connsiteY22" fmla="*/ 6831645 h 6857999"/>
              <a:gd name="connsiteX23" fmla="*/ 613392 w 4559827"/>
              <a:gd name="connsiteY23" fmla="*/ 6824730 h 6857999"/>
              <a:gd name="connsiteX24" fmla="*/ 616182 w 4559827"/>
              <a:gd name="connsiteY24" fmla="*/ 6814534 h 6857999"/>
              <a:gd name="connsiteX25" fmla="*/ 608447 w 4559827"/>
              <a:gd name="connsiteY25" fmla="*/ 6799885 h 6857999"/>
              <a:gd name="connsiteX26" fmla="*/ 606182 w 4559827"/>
              <a:gd name="connsiteY26" fmla="*/ 6783460 h 6857999"/>
              <a:gd name="connsiteX27" fmla="*/ 604173 w 4559827"/>
              <a:gd name="connsiteY27" fmla="*/ 6769486 h 6857999"/>
              <a:gd name="connsiteX28" fmla="*/ 606899 w 4559827"/>
              <a:gd name="connsiteY28" fmla="*/ 6757494 h 6857999"/>
              <a:gd name="connsiteX29" fmla="*/ 598572 w 4559827"/>
              <a:gd name="connsiteY29" fmla="*/ 6747948 h 6857999"/>
              <a:gd name="connsiteX30" fmla="*/ 588588 w 4559827"/>
              <a:gd name="connsiteY30" fmla="*/ 6740670 h 6857999"/>
              <a:gd name="connsiteX31" fmla="*/ 220619 w 4559827"/>
              <a:gd name="connsiteY31" fmla="*/ 6718654 h 6857999"/>
              <a:gd name="connsiteX32" fmla="*/ 220565 w 4559827"/>
              <a:gd name="connsiteY32" fmla="*/ 6718676 h 6857999"/>
              <a:gd name="connsiteX33" fmla="*/ 220604 w 4559827"/>
              <a:gd name="connsiteY33" fmla="*/ 6718680 h 6857999"/>
              <a:gd name="connsiteX34" fmla="*/ 214185 w 4559827"/>
              <a:gd name="connsiteY34" fmla="*/ 6729269 h 6857999"/>
              <a:gd name="connsiteX35" fmla="*/ 220670 w 4559827"/>
              <a:gd name="connsiteY35" fmla="*/ 6746799 h 6857999"/>
              <a:gd name="connsiteX36" fmla="*/ 225492 w 4559827"/>
              <a:gd name="connsiteY36" fmla="*/ 6764605 h 6857999"/>
              <a:gd name="connsiteX37" fmla="*/ 235934 w 4559827"/>
              <a:gd name="connsiteY37" fmla="*/ 6779858 h 6857999"/>
              <a:gd name="connsiteX38" fmla="*/ 245011 w 4559827"/>
              <a:gd name="connsiteY38" fmla="*/ 6790248 h 6857999"/>
              <a:gd name="connsiteX39" fmla="*/ 256879 w 4559827"/>
              <a:gd name="connsiteY39" fmla="*/ 6793451 h 6857999"/>
              <a:gd name="connsiteX40" fmla="*/ 263201 w 4559827"/>
              <a:gd name="connsiteY40" fmla="*/ 6784159 h 6857999"/>
              <a:gd name="connsiteX41" fmla="*/ 256446 w 4559827"/>
              <a:gd name="connsiteY41" fmla="*/ 6773813 h 6857999"/>
              <a:gd name="connsiteX42" fmla="*/ 253345 w 4559827"/>
              <a:gd name="connsiteY42" fmla="*/ 6757171 h 6857999"/>
              <a:gd name="connsiteX43" fmla="*/ 245969 w 4559827"/>
              <a:gd name="connsiteY43" fmla="*/ 6741876 h 6857999"/>
              <a:gd name="connsiteX44" fmla="*/ 233202 w 4559827"/>
              <a:gd name="connsiteY44" fmla="*/ 6730381 h 6857999"/>
              <a:gd name="connsiteX45" fmla="*/ 229589 w 4559827"/>
              <a:gd name="connsiteY45" fmla="*/ 6719494 h 6857999"/>
              <a:gd name="connsiteX46" fmla="*/ 220604 w 4559827"/>
              <a:gd name="connsiteY46" fmla="*/ 6718680 h 6857999"/>
              <a:gd name="connsiteX47" fmla="*/ 726447 w 4559827"/>
              <a:gd name="connsiteY47" fmla="*/ 6700960 h 6857999"/>
              <a:gd name="connsiteX48" fmla="*/ 726490 w 4559827"/>
              <a:gd name="connsiteY48" fmla="*/ 6701066 h 6857999"/>
              <a:gd name="connsiteX49" fmla="*/ 714960 w 4559827"/>
              <a:gd name="connsiteY49" fmla="*/ 6709502 h 6857999"/>
              <a:gd name="connsiteX50" fmla="*/ 717184 w 4559827"/>
              <a:gd name="connsiteY50" fmla="*/ 6721489 h 6857999"/>
              <a:gd name="connsiteX51" fmla="*/ 723201 w 4559827"/>
              <a:gd name="connsiteY51" fmla="*/ 6733914 h 6857999"/>
              <a:gd name="connsiteX52" fmla="*/ 724704 w 4559827"/>
              <a:gd name="connsiteY52" fmla="*/ 6745511 h 6857999"/>
              <a:gd name="connsiteX53" fmla="*/ 720069 w 4559827"/>
              <a:gd name="connsiteY53" fmla="*/ 6756260 h 6857999"/>
              <a:gd name="connsiteX54" fmla="*/ 716384 w 4559827"/>
              <a:gd name="connsiteY54" fmla="*/ 6766744 h 6857999"/>
              <a:gd name="connsiteX55" fmla="*/ 721600 w 4559827"/>
              <a:gd name="connsiteY55" fmla="*/ 6776755 h 6857999"/>
              <a:gd name="connsiteX56" fmla="*/ 727126 w 4559827"/>
              <a:gd name="connsiteY56" fmla="*/ 6785394 h 6857999"/>
              <a:gd name="connsiteX57" fmla="*/ 734708 w 4559827"/>
              <a:gd name="connsiteY57" fmla="*/ 6790074 h 6857999"/>
              <a:gd name="connsiteX58" fmla="*/ 744821 w 4559827"/>
              <a:gd name="connsiteY58" fmla="*/ 6776269 h 6857999"/>
              <a:gd name="connsiteX59" fmla="*/ 744518 w 4559827"/>
              <a:gd name="connsiteY59" fmla="*/ 6758011 h 6857999"/>
              <a:gd name="connsiteX60" fmla="*/ 746307 w 4559827"/>
              <a:gd name="connsiteY60" fmla="*/ 6739923 h 6857999"/>
              <a:gd name="connsiteX61" fmla="*/ 740915 w 4559827"/>
              <a:gd name="connsiteY61" fmla="*/ 6722630 h 6857999"/>
              <a:gd name="connsiteX62" fmla="*/ 737014 w 4559827"/>
              <a:gd name="connsiteY62" fmla="*/ 6709588 h 6857999"/>
              <a:gd name="connsiteX63" fmla="*/ 726447 w 4559827"/>
              <a:gd name="connsiteY63" fmla="*/ 6700960 h 6857999"/>
              <a:gd name="connsiteX64" fmla="*/ 347491 w 4559827"/>
              <a:gd name="connsiteY64" fmla="*/ 6681550 h 6857999"/>
              <a:gd name="connsiteX65" fmla="*/ 347513 w 4559827"/>
              <a:gd name="connsiteY65" fmla="*/ 6681603 h 6857999"/>
              <a:gd name="connsiteX66" fmla="*/ 337307 w 4559827"/>
              <a:gd name="connsiteY66" fmla="*/ 6691832 h 6857999"/>
              <a:gd name="connsiteX67" fmla="*/ 347072 w 4559827"/>
              <a:gd name="connsiteY67" fmla="*/ 6701848 h 6857999"/>
              <a:gd name="connsiteX68" fmla="*/ 354972 w 4559827"/>
              <a:gd name="connsiteY68" fmla="*/ 6712099 h 6857999"/>
              <a:gd name="connsiteX69" fmla="*/ 358158 w 4559827"/>
              <a:gd name="connsiteY69" fmla="*/ 6722632 h 6857999"/>
              <a:gd name="connsiteX70" fmla="*/ 360423 w 4559827"/>
              <a:gd name="connsiteY70" fmla="*/ 6733043 h 6857999"/>
              <a:gd name="connsiteX71" fmla="*/ 373050 w 4559827"/>
              <a:gd name="connsiteY71" fmla="*/ 6750360 h 6857999"/>
              <a:gd name="connsiteX72" fmla="*/ 391266 w 4559827"/>
              <a:gd name="connsiteY72" fmla="*/ 6758654 h 6857999"/>
              <a:gd name="connsiteX73" fmla="*/ 394340 w 4559827"/>
              <a:gd name="connsiteY73" fmla="*/ 6740663 h 6857999"/>
              <a:gd name="connsiteX74" fmla="*/ 388382 w 4559827"/>
              <a:gd name="connsiteY74" fmla="*/ 6723354 h 6857999"/>
              <a:gd name="connsiteX75" fmla="*/ 381901 w 4559827"/>
              <a:gd name="connsiteY75" fmla="*/ 6706134 h 6857999"/>
              <a:gd name="connsiteX76" fmla="*/ 369262 w 4559827"/>
              <a:gd name="connsiteY76" fmla="*/ 6692748 h 6857999"/>
              <a:gd name="connsiteX77" fmla="*/ 358858 w 4559827"/>
              <a:gd name="connsiteY77" fmla="*/ 6684366 h 6857999"/>
              <a:gd name="connsiteX78" fmla="*/ 347491 w 4559827"/>
              <a:gd name="connsiteY78" fmla="*/ 6681550 h 6857999"/>
              <a:gd name="connsiteX79" fmla="*/ 845545 w 4559827"/>
              <a:gd name="connsiteY79" fmla="*/ 6647821 h 6857999"/>
              <a:gd name="connsiteX80" fmla="*/ 839570 w 4559827"/>
              <a:gd name="connsiteY80" fmla="*/ 6663138 h 6857999"/>
              <a:gd name="connsiteX81" fmla="*/ 845246 w 4559827"/>
              <a:gd name="connsiteY81" fmla="*/ 6680594 h 6857999"/>
              <a:gd name="connsiteX82" fmla="*/ 856040 w 4559827"/>
              <a:gd name="connsiteY82" fmla="*/ 6695640 h 6857999"/>
              <a:gd name="connsiteX83" fmla="*/ 873317 w 4559827"/>
              <a:gd name="connsiteY83" fmla="*/ 6695316 h 6857999"/>
              <a:gd name="connsiteX84" fmla="*/ 875972 w 4559827"/>
              <a:gd name="connsiteY84" fmla="*/ 6686656 h 6857999"/>
              <a:gd name="connsiteX85" fmla="*/ 875988 w 4559827"/>
              <a:gd name="connsiteY85" fmla="*/ 6686619 h 6857999"/>
              <a:gd name="connsiteX86" fmla="*/ 869486 w 4559827"/>
              <a:gd name="connsiteY86" fmla="*/ 6670186 h 6857999"/>
              <a:gd name="connsiteX87" fmla="*/ 860037 w 4559827"/>
              <a:gd name="connsiteY87" fmla="*/ 6655306 h 6857999"/>
              <a:gd name="connsiteX88" fmla="*/ 845545 w 4559827"/>
              <a:gd name="connsiteY88" fmla="*/ 6647821 h 6857999"/>
              <a:gd name="connsiteX89" fmla="*/ 476171 w 4559827"/>
              <a:gd name="connsiteY89" fmla="*/ 6641709 h 6857999"/>
              <a:gd name="connsiteX90" fmla="*/ 474505 w 4559827"/>
              <a:gd name="connsiteY90" fmla="*/ 6651724 h 6857999"/>
              <a:gd name="connsiteX91" fmla="*/ 477256 w 4559827"/>
              <a:gd name="connsiteY91" fmla="*/ 6661107 h 6857999"/>
              <a:gd name="connsiteX92" fmla="*/ 477244 w 4559827"/>
              <a:gd name="connsiteY92" fmla="*/ 6661085 h 6857999"/>
              <a:gd name="connsiteX93" fmla="*/ 477265 w 4559827"/>
              <a:gd name="connsiteY93" fmla="*/ 6661138 h 6857999"/>
              <a:gd name="connsiteX94" fmla="*/ 477256 w 4559827"/>
              <a:gd name="connsiteY94" fmla="*/ 6661107 h 6857999"/>
              <a:gd name="connsiteX95" fmla="*/ 483532 w 4559827"/>
              <a:gd name="connsiteY95" fmla="*/ 6672651 h 6857999"/>
              <a:gd name="connsiteX96" fmla="*/ 488177 w 4559827"/>
              <a:gd name="connsiteY96" fmla="*/ 6686978 h 6857999"/>
              <a:gd name="connsiteX97" fmla="*/ 492640 w 4559827"/>
              <a:gd name="connsiteY97" fmla="*/ 6702689 h 6857999"/>
              <a:gd name="connsiteX98" fmla="*/ 497140 w 4559827"/>
              <a:gd name="connsiteY98" fmla="*/ 6718944 h 6857999"/>
              <a:gd name="connsiteX99" fmla="*/ 508445 w 4559827"/>
              <a:gd name="connsiteY99" fmla="*/ 6722752 h 6857999"/>
              <a:gd name="connsiteX100" fmla="*/ 518153 w 4559827"/>
              <a:gd name="connsiteY100" fmla="*/ 6721512 h 6857999"/>
              <a:gd name="connsiteX101" fmla="*/ 522743 w 4559827"/>
              <a:gd name="connsiteY101" fmla="*/ 6705703 h 6857999"/>
              <a:gd name="connsiteX102" fmla="*/ 515777 w 4559827"/>
              <a:gd name="connsiteY102" fmla="*/ 6690802 h 6857999"/>
              <a:gd name="connsiteX103" fmla="*/ 506541 w 4559827"/>
              <a:gd name="connsiteY103" fmla="*/ 6678045 h 6857999"/>
              <a:gd name="connsiteX104" fmla="*/ 501347 w 4559827"/>
              <a:gd name="connsiteY104" fmla="*/ 6665345 h 6857999"/>
              <a:gd name="connsiteX105" fmla="*/ 502074 w 4559827"/>
              <a:gd name="connsiteY105" fmla="*/ 6651587 h 6857999"/>
              <a:gd name="connsiteX106" fmla="*/ 489947 w 4559827"/>
              <a:gd name="connsiteY106" fmla="*/ 6643412 h 6857999"/>
              <a:gd name="connsiteX107" fmla="*/ 476171 w 4559827"/>
              <a:gd name="connsiteY107" fmla="*/ 6641709 h 6857999"/>
              <a:gd name="connsiteX108" fmla="*/ 609664 w 4559827"/>
              <a:gd name="connsiteY108" fmla="*/ 6605566 h 6857999"/>
              <a:gd name="connsiteX109" fmla="*/ 600444 w 4559827"/>
              <a:gd name="connsiteY109" fmla="*/ 6614394 h 6857999"/>
              <a:gd name="connsiteX110" fmla="*/ 607876 w 4559827"/>
              <a:gd name="connsiteY110" fmla="*/ 6624494 h 6857999"/>
              <a:gd name="connsiteX111" fmla="*/ 616088 w 4559827"/>
              <a:gd name="connsiteY111" fmla="*/ 6635054 h 6857999"/>
              <a:gd name="connsiteX112" fmla="*/ 621984 w 4559827"/>
              <a:gd name="connsiteY112" fmla="*/ 6644598 h 6857999"/>
              <a:gd name="connsiteX113" fmla="*/ 621209 w 4559827"/>
              <a:gd name="connsiteY113" fmla="*/ 6656257 h 6857999"/>
              <a:gd name="connsiteX114" fmla="*/ 627610 w 4559827"/>
              <a:gd name="connsiteY114" fmla="*/ 6666500 h 6857999"/>
              <a:gd name="connsiteX115" fmla="*/ 629843 w 4559827"/>
              <a:gd name="connsiteY115" fmla="*/ 6676986 h 6857999"/>
              <a:gd name="connsiteX116" fmla="*/ 638882 w 4559827"/>
              <a:gd name="connsiteY116" fmla="*/ 6685151 h 6857999"/>
              <a:gd name="connsiteX117" fmla="*/ 652227 w 4559827"/>
              <a:gd name="connsiteY117" fmla="*/ 6685037 h 6857999"/>
              <a:gd name="connsiteX118" fmla="*/ 652115 w 4559827"/>
              <a:gd name="connsiteY118" fmla="*/ 6665268 h 6857999"/>
              <a:gd name="connsiteX119" fmla="*/ 647030 w 4559827"/>
              <a:gd name="connsiteY119" fmla="*/ 6648192 h 6857999"/>
              <a:gd name="connsiteX120" fmla="*/ 644207 w 4559827"/>
              <a:gd name="connsiteY120" fmla="*/ 6629410 h 6857999"/>
              <a:gd name="connsiteX121" fmla="*/ 630837 w 4559827"/>
              <a:gd name="connsiteY121" fmla="*/ 6616293 h 6857999"/>
              <a:gd name="connsiteX122" fmla="*/ 620487 w 4559827"/>
              <a:gd name="connsiteY122" fmla="*/ 6607888 h 6857999"/>
              <a:gd name="connsiteX123" fmla="*/ 609739 w 4559827"/>
              <a:gd name="connsiteY123" fmla="*/ 6605597 h 6857999"/>
              <a:gd name="connsiteX124" fmla="*/ 128376 w 4559827"/>
              <a:gd name="connsiteY124" fmla="*/ 6595687 h 6857999"/>
              <a:gd name="connsiteX125" fmla="*/ 120827 w 4559827"/>
              <a:gd name="connsiteY125" fmla="*/ 6608222 h 6857999"/>
              <a:gd name="connsiteX126" fmla="*/ 120636 w 4559827"/>
              <a:gd name="connsiteY126" fmla="*/ 6622072 h 6857999"/>
              <a:gd name="connsiteX127" fmla="*/ 125568 w 4559827"/>
              <a:gd name="connsiteY127" fmla="*/ 6640144 h 6857999"/>
              <a:gd name="connsiteX128" fmla="*/ 127413 w 4559827"/>
              <a:gd name="connsiteY128" fmla="*/ 6659047 h 6857999"/>
              <a:gd name="connsiteX129" fmla="*/ 136093 w 4559827"/>
              <a:gd name="connsiteY129" fmla="*/ 6676082 h 6857999"/>
              <a:gd name="connsiteX130" fmla="*/ 153435 w 4559827"/>
              <a:gd name="connsiteY130" fmla="*/ 6686044 h 6857999"/>
              <a:gd name="connsiteX131" fmla="*/ 157824 w 4559827"/>
              <a:gd name="connsiteY131" fmla="*/ 6680072 h 6857999"/>
              <a:gd name="connsiteX132" fmla="*/ 156256 w 4559827"/>
              <a:gd name="connsiteY132" fmla="*/ 6669185 h 6857999"/>
              <a:gd name="connsiteX133" fmla="*/ 151527 w 4559827"/>
              <a:gd name="connsiteY133" fmla="*/ 6653053 h 6857999"/>
              <a:gd name="connsiteX134" fmla="*/ 151357 w 4559827"/>
              <a:gd name="connsiteY134" fmla="*/ 6636267 h 6857999"/>
              <a:gd name="connsiteX135" fmla="*/ 147242 w 4559827"/>
              <a:gd name="connsiteY135" fmla="*/ 6621941 h 6857999"/>
              <a:gd name="connsiteX136" fmla="*/ 147048 w 4559827"/>
              <a:gd name="connsiteY136" fmla="*/ 6606163 h 6857999"/>
              <a:gd name="connsiteX137" fmla="*/ 147011 w 4559827"/>
              <a:gd name="connsiteY137" fmla="*/ 6606147 h 6857999"/>
              <a:gd name="connsiteX138" fmla="*/ 128376 w 4559827"/>
              <a:gd name="connsiteY138" fmla="*/ 6595687 h 6857999"/>
              <a:gd name="connsiteX139" fmla="*/ 749018 w 4559827"/>
              <a:gd name="connsiteY139" fmla="*/ 6566084 h 6857999"/>
              <a:gd name="connsiteX140" fmla="*/ 743097 w 4559827"/>
              <a:gd name="connsiteY140" fmla="*/ 6576737 h 6857999"/>
              <a:gd name="connsiteX141" fmla="*/ 746323 w 4559827"/>
              <a:gd name="connsiteY141" fmla="*/ 6592768 h 6857999"/>
              <a:gd name="connsiteX142" fmla="*/ 752771 w 4559827"/>
              <a:gd name="connsiteY142" fmla="*/ 6607852 h 6857999"/>
              <a:gd name="connsiteX143" fmla="*/ 760265 w 4559827"/>
              <a:gd name="connsiteY143" fmla="*/ 6622443 h 6857999"/>
              <a:gd name="connsiteX144" fmla="*/ 769496 w 4559827"/>
              <a:gd name="connsiteY144" fmla="*/ 6635950 h 6857999"/>
              <a:gd name="connsiteX145" fmla="*/ 786877 w 4559827"/>
              <a:gd name="connsiteY145" fmla="*/ 6640755 h 6857999"/>
              <a:gd name="connsiteX146" fmla="*/ 787582 w 4559827"/>
              <a:gd name="connsiteY146" fmla="*/ 6630527 h 6857999"/>
              <a:gd name="connsiteX147" fmla="*/ 787529 w 4559827"/>
              <a:gd name="connsiteY147" fmla="*/ 6630548 h 6857999"/>
              <a:gd name="connsiteX148" fmla="*/ 786620 w 4559827"/>
              <a:gd name="connsiteY148" fmla="*/ 6613630 h 6857999"/>
              <a:gd name="connsiteX149" fmla="*/ 778022 w 4559827"/>
              <a:gd name="connsiteY149" fmla="*/ 6599459 h 6857999"/>
              <a:gd name="connsiteX150" fmla="*/ 770604 w 4559827"/>
              <a:gd name="connsiteY150" fmla="*/ 6584899 h 6857999"/>
              <a:gd name="connsiteX151" fmla="*/ 759075 w 4559827"/>
              <a:gd name="connsiteY151" fmla="*/ 6573083 h 6857999"/>
              <a:gd name="connsiteX152" fmla="*/ 749018 w 4559827"/>
              <a:gd name="connsiteY152" fmla="*/ 6566084 h 6857999"/>
              <a:gd name="connsiteX153" fmla="*/ 256726 w 4559827"/>
              <a:gd name="connsiteY153" fmla="*/ 6560219 h 6857999"/>
              <a:gd name="connsiteX154" fmla="*/ 251004 w 4559827"/>
              <a:gd name="connsiteY154" fmla="*/ 6571662 h 6857999"/>
              <a:gd name="connsiteX155" fmla="*/ 248629 w 4559827"/>
              <a:gd name="connsiteY155" fmla="*/ 6583977 h 6857999"/>
              <a:gd name="connsiteX156" fmla="*/ 254822 w 4559827"/>
              <a:gd name="connsiteY156" fmla="*/ 6601253 h 6857999"/>
              <a:gd name="connsiteX157" fmla="*/ 259958 w 4559827"/>
              <a:gd name="connsiteY157" fmla="*/ 6618836 h 6857999"/>
              <a:gd name="connsiteX158" fmla="*/ 268236 w 4559827"/>
              <a:gd name="connsiteY158" fmla="*/ 6635040 h 6857999"/>
              <a:gd name="connsiteX159" fmla="*/ 278969 w 4559827"/>
              <a:gd name="connsiteY159" fmla="*/ 6651077 h 6857999"/>
              <a:gd name="connsiteX160" fmla="*/ 279962 w 4559827"/>
              <a:gd name="connsiteY160" fmla="*/ 6631726 h 6857999"/>
              <a:gd name="connsiteX161" fmla="*/ 280970 w 4559827"/>
              <a:gd name="connsiteY161" fmla="*/ 6613710 h 6857999"/>
              <a:gd name="connsiteX162" fmla="*/ 279196 w 4559827"/>
              <a:gd name="connsiteY162" fmla="*/ 6595589 h 6857999"/>
              <a:gd name="connsiteX163" fmla="*/ 269849 w 4559827"/>
              <a:gd name="connsiteY163" fmla="*/ 6576771 h 6857999"/>
              <a:gd name="connsiteX164" fmla="*/ 256710 w 4559827"/>
              <a:gd name="connsiteY164" fmla="*/ 6560257 h 6857999"/>
              <a:gd name="connsiteX165" fmla="*/ 964557 w 4559827"/>
              <a:gd name="connsiteY165" fmla="*/ 6548169 h 6857999"/>
              <a:gd name="connsiteX166" fmla="*/ 960119 w 4559827"/>
              <a:gd name="connsiteY166" fmla="*/ 6557498 h 6857999"/>
              <a:gd name="connsiteX167" fmla="*/ 959162 w 4559827"/>
              <a:gd name="connsiteY167" fmla="*/ 6569169 h 6857999"/>
              <a:gd name="connsiteX168" fmla="*/ 963266 w 4559827"/>
              <a:gd name="connsiteY168" fmla="*/ 6586055 h 6857999"/>
              <a:gd name="connsiteX169" fmla="*/ 972933 w 4559827"/>
              <a:gd name="connsiteY169" fmla="*/ 6600098 h 6857999"/>
              <a:gd name="connsiteX170" fmla="*/ 988170 w 4559827"/>
              <a:gd name="connsiteY170" fmla="*/ 6605066 h 6857999"/>
              <a:gd name="connsiteX171" fmla="*/ 994447 w 4559827"/>
              <a:gd name="connsiteY171" fmla="*/ 6598846 h 6857999"/>
              <a:gd name="connsiteX172" fmla="*/ 993738 w 4559827"/>
              <a:gd name="connsiteY172" fmla="*/ 6589136 h 6857999"/>
              <a:gd name="connsiteX173" fmla="*/ 986624 w 4559827"/>
              <a:gd name="connsiteY173" fmla="*/ 6573111 h 6857999"/>
              <a:gd name="connsiteX174" fmla="*/ 986694 w 4559827"/>
              <a:gd name="connsiteY174" fmla="*/ 6561555 h 6857999"/>
              <a:gd name="connsiteX175" fmla="*/ 979192 w 4559827"/>
              <a:gd name="connsiteY175" fmla="*/ 6552885 h 6857999"/>
              <a:gd name="connsiteX176" fmla="*/ 979177 w 4559827"/>
              <a:gd name="connsiteY176" fmla="*/ 6552922 h 6857999"/>
              <a:gd name="connsiteX177" fmla="*/ 964557 w 4559827"/>
              <a:gd name="connsiteY177" fmla="*/ 6548169 h 6857999"/>
              <a:gd name="connsiteX178" fmla="*/ 873575 w 4559827"/>
              <a:gd name="connsiteY178" fmla="*/ 6526596 h 6857999"/>
              <a:gd name="connsiteX179" fmla="*/ 869299 w 4559827"/>
              <a:gd name="connsiteY179" fmla="*/ 6539440 h 6857999"/>
              <a:gd name="connsiteX180" fmla="*/ 871742 w 4559827"/>
              <a:gd name="connsiteY180" fmla="*/ 6552801 h 6857999"/>
              <a:gd name="connsiteX181" fmla="*/ 879387 w 4559827"/>
              <a:gd name="connsiteY181" fmla="*/ 6569668 h 6857999"/>
              <a:gd name="connsiteX182" fmla="*/ 885713 w 4559827"/>
              <a:gd name="connsiteY182" fmla="*/ 6587263 h 6857999"/>
              <a:gd name="connsiteX183" fmla="*/ 898787 w 4559827"/>
              <a:gd name="connsiteY183" fmla="*/ 6600346 h 6857999"/>
              <a:gd name="connsiteX184" fmla="*/ 914886 w 4559827"/>
              <a:gd name="connsiteY184" fmla="*/ 6608106 h 6857999"/>
              <a:gd name="connsiteX185" fmla="*/ 912502 w 4559827"/>
              <a:gd name="connsiteY185" fmla="*/ 6593444 h 6857999"/>
              <a:gd name="connsiteX186" fmla="*/ 909653 w 4559827"/>
              <a:gd name="connsiteY186" fmla="*/ 6576199 h 6857999"/>
              <a:gd name="connsiteX187" fmla="*/ 902695 w 4559827"/>
              <a:gd name="connsiteY187" fmla="*/ 6561168 h 6857999"/>
              <a:gd name="connsiteX188" fmla="*/ 899800 w 4559827"/>
              <a:gd name="connsiteY188" fmla="*/ 6546779 h 6857999"/>
              <a:gd name="connsiteX189" fmla="*/ 889265 w 4559827"/>
              <a:gd name="connsiteY189" fmla="*/ 6536175 h 6857999"/>
              <a:gd name="connsiteX190" fmla="*/ 889190 w 4559827"/>
              <a:gd name="connsiteY190" fmla="*/ 6536144 h 6857999"/>
              <a:gd name="connsiteX191" fmla="*/ 873575 w 4559827"/>
              <a:gd name="connsiteY191" fmla="*/ 6526596 h 6857999"/>
              <a:gd name="connsiteX192" fmla="*/ 387795 w 4559827"/>
              <a:gd name="connsiteY192" fmla="*/ 6521954 h 6857999"/>
              <a:gd name="connsiteX193" fmla="*/ 377974 w 4559827"/>
              <a:gd name="connsiteY193" fmla="*/ 6536855 h 6857999"/>
              <a:gd name="connsiteX194" fmla="*/ 379963 w 4559827"/>
              <a:gd name="connsiteY194" fmla="*/ 6553518 h 6857999"/>
              <a:gd name="connsiteX195" fmla="*/ 386718 w 4559827"/>
              <a:gd name="connsiteY195" fmla="*/ 6568818 h 6857999"/>
              <a:gd name="connsiteX196" fmla="*/ 389884 w 4559827"/>
              <a:gd name="connsiteY196" fmla="*/ 6584780 h 6857999"/>
              <a:gd name="connsiteX197" fmla="*/ 395360 w 4559827"/>
              <a:gd name="connsiteY197" fmla="*/ 6600075 h 6857999"/>
              <a:gd name="connsiteX198" fmla="*/ 402567 w 4559827"/>
              <a:gd name="connsiteY198" fmla="*/ 6607339 h 6857999"/>
              <a:gd name="connsiteX199" fmla="*/ 411593 w 4559827"/>
              <a:gd name="connsiteY199" fmla="*/ 6609307 h 6857999"/>
              <a:gd name="connsiteX200" fmla="*/ 415724 w 4559827"/>
              <a:gd name="connsiteY200" fmla="*/ 6605117 h 6857999"/>
              <a:gd name="connsiteX201" fmla="*/ 417694 w 4559827"/>
              <a:gd name="connsiteY201" fmla="*/ 6598331 h 6857999"/>
              <a:gd name="connsiteX202" fmla="*/ 417710 w 4559827"/>
              <a:gd name="connsiteY202" fmla="*/ 6598294 h 6857999"/>
              <a:gd name="connsiteX203" fmla="*/ 412955 w 4559827"/>
              <a:gd name="connsiteY203" fmla="*/ 6582329 h 6857999"/>
              <a:gd name="connsiteX204" fmla="*/ 408315 w 4559827"/>
              <a:gd name="connsiteY204" fmla="*/ 6566722 h 6857999"/>
              <a:gd name="connsiteX205" fmla="*/ 402952 w 4559827"/>
              <a:gd name="connsiteY205" fmla="*/ 6551474 h 6857999"/>
              <a:gd name="connsiteX206" fmla="*/ 399502 w 4559827"/>
              <a:gd name="connsiteY206" fmla="*/ 6535348 h 6857999"/>
              <a:gd name="connsiteX207" fmla="*/ 387795 w 4559827"/>
              <a:gd name="connsiteY207" fmla="*/ 6521954 h 6857999"/>
              <a:gd name="connsiteX208" fmla="*/ 513778 w 4559827"/>
              <a:gd name="connsiteY208" fmla="*/ 6489607 h 6857999"/>
              <a:gd name="connsiteX209" fmla="*/ 506552 w 4559827"/>
              <a:gd name="connsiteY209" fmla="*/ 6500422 h 6857999"/>
              <a:gd name="connsiteX210" fmla="*/ 502324 w 4559827"/>
              <a:gd name="connsiteY210" fmla="*/ 6518637 h 6857999"/>
              <a:gd name="connsiteX211" fmla="*/ 504910 w 4559827"/>
              <a:gd name="connsiteY211" fmla="*/ 6537142 h 6857999"/>
              <a:gd name="connsiteX212" fmla="*/ 514667 w 4559827"/>
              <a:gd name="connsiteY212" fmla="*/ 6553080 h 6857999"/>
              <a:gd name="connsiteX213" fmla="*/ 514898 w 4559827"/>
              <a:gd name="connsiteY213" fmla="*/ 6568034 h 6857999"/>
              <a:gd name="connsiteX214" fmla="*/ 526754 w 4559827"/>
              <a:gd name="connsiteY214" fmla="*/ 6577379 h 6857999"/>
              <a:gd name="connsiteX215" fmla="*/ 530976 w 4559827"/>
              <a:gd name="connsiteY215" fmla="*/ 6573814 h 6857999"/>
              <a:gd name="connsiteX216" fmla="*/ 531483 w 4559827"/>
              <a:gd name="connsiteY216" fmla="*/ 6566934 h 6857999"/>
              <a:gd name="connsiteX217" fmla="*/ 534823 w 4559827"/>
              <a:gd name="connsiteY217" fmla="*/ 6555377 h 6857999"/>
              <a:gd name="connsiteX218" fmla="*/ 534836 w 4559827"/>
              <a:gd name="connsiteY218" fmla="*/ 6538049 h 6857999"/>
              <a:gd name="connsiteX219" fmla="*/ 528888 w 4559827"/>
              <a:gd name="connsiteY219" fmla="*/ 6521982 h 6857999"/>
              <a:gd name="connsiteX220" fmla="*/ 522458 w 4559827"/>
              <a:gd name="connsiteY220" fmla="*/ 6506642 h 6857999"/>
              <a:gd name="connsiteX221" fmla="*/ 518769 w 4559827"/>
              <a:gd name="connsiteY221" fmla="*/ 6494882 h 6857999"/>
              <a:gd name="connsiteX222" fmla="*/ 513778 w 4559827"/>
              <a:gd name="connsiteY222" fmla="*/ 6489607 h 6857999"/>
              <a:gd name="connsiteX223" fmla="*/ 14167 w 4559827"/>
              <a:gd name="connsiteY223" fmla="*/ 6486026 h 6857999"/>
              <a:gd name="connsiteX224" fmla="*/ 13121 w 4559827"/>
              <a:gd name="connsiteY224" fmla="*/ 6502657 h 6857999"/>
              <a:gd name="connsiteX225" fmla="*/ 11890 w 4559827"/>
              <a:gd name="connsiteY225" fmla="*/ 6520360 h 6857999"/>
              <a:gd name="connsiteX226" fmla="*/ 21567 w 4559827"/>
              <a:gd name="connsiteY226" fmla="*/ 6534274 h 6857999"/>
              <a:gd name="connsiteX227" fmla="*/ 30411 w 4559827"/>
              <a:gd name="connsiteY227" fmla="*/ 6548282 h 6857999"/>
              <a:gd name="connsiteX228" fmla="*/ 41101 w 4559827"/>
              <a:gd name="connsiteY228" fmla="*/ 6560940 h 6857999"/>
              <a:gd name="connsiteX229" fmla="*/ 51375 w 4559827"/>
              <a:gd name="connsiteY229" fmla="*/ 6567102 h 6857999"/>
              <a:gd name="connsiteX230" fmla="*/ 62802 w 4559827"/>
              <a:gd name="connsiteY230" fmla="*/ 6565874 h 6857999"/>
              <a:gd name="connsiteX231" fmla="*/ 59994 w 4559827"/>
              <a:gd name="connsiteY231" fmla="*/ 6553068 h 6857999"/>
              <a:gd name="connsiteX232" fmla="*/ 60015 w 4559827"/>
              <a:gd name="connsiteY232" fmla="*/ 6553121 h 6857999"/>
              <a:gd name="connsiteX233" fmla="*/ 55094 w 4559827"/>
              <a:gd name="connsiteY233" fmla="*/ 6537662 h 6857999"/>
              <a:gd name="connsiteX234" fmla="*/ 45320 w 4559827"/>
              <a:gd name="connsiteY234" fmla="*/ 6524502 h 6857999"/>
              <a:gd name="connsiteX235" fmla="*/ 37088 w 4559827"/>
              <a:gd name="connsiteY235" fmla="*/ 6510618 h 6857999"/>
              <a:gd name="connsiteX236" fmla="*/ 27046 w 4559827"/>
              <a:gd name="connsiteY236" fmla="*/ 6498099 h 6857999"/>
              <a:gd name="connsiteX237" fmla="*/ 14167 w 4559827"/>
              <a:gd name="connsiteY237" fmla="*/ 6486026 h 6857999"/>
              <a:gd name="connsiteX238" fmla="*/ 149703 w 4559827"/>
              <a:gd name="connsiteY238" fmla="*/ 6449014 h 6857999"/>
              <a:gd name="connsiteX239" fmla="*/ 149725 w 4559827"/>
              <a:gd name="connsiteY239" fmla="*/ 6449067 h 6857999"/>
              <a:gd name="connsiteX240" fmla="*/ 141262 w 4559827"/>
              <a:gd name="connsiteY240" fmla="*/ 6456931 h 6857999"/>
              <a:gd name="connsiteX241" fmla="*/ 145586 w 4559827"/>
              <a:gd name="connsiteY241" fmla="*/ 6469177 h 6857999"/>
              <a:gd name="connsiteX242" fmla="*/ 152116 w 4559827"/>
              <a:gd name="connsiteY242" fmla="*/ 6486285 h 6857999"/>
              <a:gd name="connsiteX243" fmla="*/ 159445 w 4559827"/>
              <a:gd name="connsiteY243" fmla="*/ 6503063 h 6857999"/>
              <a:gd name="connsiteX244" fmla="*/ 168500 w 4559827"/>
              <a:gd name="connsiteY244" fmla="*/ 6518884 h 6857999"/>
              <a:gd name="connsiteX245" fmla="*/ 180420 w 4559827"/>
              <a:gd name="connsiteY245" fmla="*/ 6529979 h 6857999"/>
              <a:gd name="connsiteX246" fmla="*/ 181585 w 4559827"/>
              <a:gd name="connsiteY246" fmla="*/ 6513486 h 6857999"/>
              <a:gd name="connsiteX247" fmla="*/ 178354 w 4559827"/>
              <a:gd name="connsiteY247" fmla="*/ 6495994 h 6857999"/>
              <a:gd name="connsiteX248" fmla="*/ 171861 w 4559827"/>
              <a:gd name="connsiteY248" fmla="*/ 6479433 h 6857999"/>
              <a:gd name="connsiteX249" fmla="*/ 164299 w 4559827"/>
              <a:gd name="connsiteY249" fmla="*/ 6460258 h 6857999"/>
              <a:gd name="connsiteX250" fmla="*/ 149703 w 4559827"/>
              <a:gd name="connsiteY250" fmla="*/ 6449014 h 6857999"/>
              <a:gd name="connsiteX251" fmla="*/ 645496 w 4559827"/>
              <a:gd name="connsiteY251" fmla="*/ 6448209 h 6857999"/>
              <a:gd name="connsiteX252" fmla="*/ 641645 w 4559827"/>
              <a:gd name="connsiteY252" fmla="*/ 6466893 h 6857999"/>
              <a:gd name="connsiteX253" fmla="*/ 641607 w 4559827"/>
              <a:gd name="connsiteY253" fmla="*/ 6466877 h 6857999"/>
              <a:gd name="connsiteX254" fmla="*/ 639762 w 4559827"/>
              <a:gd name="connsiteY254" fmla="*/ 6481935 h 6857999"/>
              <a:gd name="connsiteX255" fmla="*/ 643278 w 4559827"/>
              <a:gd name="connsiteY255" fmla="*/ 6495479 h 6857999"/>
              <a:gd name="connsiteX256" fmla="*/ 647748 w 4559827"/>
              <a:gd name="connsiteY256" fmla="*/ 6510750 h 6857999"/>
              <a:gd name="connsiteX257" fmla="*/ 650737 w 4559827"/>
              <a:gd name="connsiteY257" fmla="*/ 6527346 h 6857999"/>
              <a:gd name="connsiteX258" fmla="*/ 661201 w 4559827"/>
              <a:gd name="connsiteY258" fmla="*/ 6531155 h 6857999"/>
              <a:gd name="connsiteX259" fmla="*/ 671417 w 4559827"/>
              <a:gd name="connsiteY259" fmla="*/ 6535876 h 6857999"/>
              <a:gd name="connsiteX260" fmla="*/ 676582 w 4559827"/>
              <a:gd name="connsiteY260" fmla="*/ 6529201 h 6857999"/>
              <a:gd name="connsiteX261" fmla="*/ 678112 w 4559827"/>
              <a:gd name="connsiteY261" fmla="*/ 6519578 h 6857999"/>
              <a:gd name="connsiteX262" fmla="*/ 672013 w 4559827"/>
              <a:gd name="connsiteY262" fmla="*/ 6504818 h 6857999"/>
              <a:gd name="connsiteX263" fmla="*/ 663211 w 4559827"/>
              <a:gd name="connsiteY263" fmla="*/ 6490077 h 6857999"/>
              <a:gd name="connsiteX264" fmla="*/ 664622 w 4559827"/>
              <a:gd name="connsiteY264" fmla="*/ 6476164 h 6857999"/>
              <a:gd name="connsiteX265" fmla="*/ 667028 w 4559827"/>
              <a:gd name="connsiteY265" fmla="*/ 6462933 h 6857999"/>
              <a:gd name="connsiteX266" fmla="*/ 657850 w 4559827"/>
              <a:gd name="connsiteY266" fmla="*/ 6452677 h 6857999"/>
              <a:gd name="connsiteX267" fmla="*/ 645496 w 4559827"/>
              <a:gd name="connsiteY267" fmla="*/ 6448209 h 6857999"/>
              <a:gd name="connsiteX268" fmla="*/ 277722 w 4559827"/>
              <a:gd name="connsiteY268" fmla="*/ 6412125 h 6857999"/>
              <a:gd name="connsiteX269" fmla="*/ 270554 w 4559827"/>
              <a:gd name="connsiteY269" fmla="*/ 6422698 h 6857999"/>
              <a:gd name="connsiteX270" fmla="*/ 272824 w 4559827"/>
              <a:gd name="connsiteY270" fmla="*/ 6436472 h 6857999"/>
              <a:gd name="connsiteX271" fmla="*/ 281166 w 4559827"/>
              <a:gd name="connsiteY271" fmla="*/ 6453365 h 6857999"/>
              <a:gd name="connsiteX272" fmla="*/ 287619 w 4559827"/>
              <a:gd name="connsiteY272" fmla="*/ 6470969 h 6857999"/>
              <a:gd name="connsiteX273" fmla="*/ 299241 w 4559827"/>
              <a:gd name="connsiteY273" fmla="*/ 6485831 h 6857999"/>
              <a:gd name="connsiteX274" fmla="*/ 317188 w 4559827"/>
              <a:gd name="connsiteY274" fmla="*/ 6492554 h 6857999"/>
              <a:gd name="connsiteX275" fmla="*/ 315411 w 4559827"/>
              <a:gd name="connsiteY275" fmla="*/ 6476863 h 6857999"/>
              <a:gd name="connsiteX276" fmla="*/ 312035 w 4559827"/>
              <a:gd name="connsiteY276" fmla="*/ 6459929 h 6857999"/>
              <a:gd name="connsiteX277" fmla="*/ 304448 w 4559827"/>
              <a:gd name="connsiteY277" fmla="*/ 6445032 h 6857999"/>
              <a:gd name="connsiteX278" fmla="*/ 301391 w 4559827"/>
              <a:gd name="connsiteY278" fmla="*/ 6430707 h 6857999"/>
              <a:gd name="connsiteX279" fmla="*/ 291576 w 4559827"/>
              <a:gd name="connsiteY279" fmla="*/ 6420183 h 6857999"/>
              <a:gd name="connsiteX280" fmla="*/ 291629 w 4559827"/>
              <a:gd name="connsiteY280" fmla="*/ 6420162 h 6857999"/>
              <a:gd name="connsiteX281" fmla="*/ 277722 w 4559827"/>
              <a:gd name="connsiteY281" fmla="*/ 6412125 h 6857999"/>
              <a:gd name="connsiteX282" fmla="*/ 412456 w 4559827"/>
              <a:gd name="connsiteY282" fmla="*/ 6373876 h 6857999"/>
              <a:gd name="connsiteX283" fmla="*/ 406017 w 4559827"/>
              <a:gd name="connsiteY283" fmla="*/ 6374998 h 6857999"/>
              <a:gd name="connsiteX284" fmla="*/ 405979 w 4559827"/>
              <a:gd name="connsiteY284" fmla="*/ 6374982 h 6857999"/>
              <a:gd name="connsiteX285" fmla="*/ 404353 w 4559827"/>
              <a:gd name="connsiteY285" fmla="*/ 6388672 h 6857999"/>
              <a:gd name="connsiteX286" fmla="*/ 407366 w 4559827"/>
              <a:gd name="connsiteY286" fmla="*/ 6406473 h 6857999"/>
              <a:gd name="connsiteX287" fmla="*/ 412734 w 4559827"/>
              <a:gd name="connsiteY287" fmla="*/ 6424242 h 6857999"/>
              <a:gd name="connsiteX288" fmla="*/ 427542 w 4559827"/>
              <a:gd name="connsiteY288" fmla="*/ 6435928 h 6857999"/>
              <a:gd name="connsiteX289" fmla="*/ 434842 w 4559827"/>
              <a:gd name="connsiteY289" fmla="*/ 6447609 h 6857999"/>
              <a:gd name="connsiteX290" fmla="*/ 445513 w 4559827"/>
              <a:gd name="connsiteY290" fmla="*/ 6453140 h 6857999"/>
              <a:gd name="connsiteX291" fmla="*/ 450467 w 4559827"/>
              <a:gd name="connsiteY291" fmla="*/ 6443321 h 6857999"/>
              <a:gd name="connsiteX292" fmla="*/ 448150 w 4559827"/>
              <a:gd name="connsiteY292" fmla="*/ 6431870 h 6857999"/>
              <a:gd name="connsiteX293" fmla="*/ 440379 w 4559827"/>
              <a:gd name="connsiteY293" fmla="*/ 6416145 h 6857999"/>
              <a:gd name="connsiteX294" fmla="*/ 435404 w 4559827"/>
              <a:gd name="connsiteY294" fmla="*/ 6399336 h 6857999"/>
              <a:gd name="connsiteX295" fmla="*/ 419865 w 4559827"/>
              <a:gd name="connsiteY295" fmla="*/ 6389820 h 6857999"/>
              <a:gd name="connsiteX296" fmla="*/ 417003 w 4559827"/>
              <a:gd name="connsiteY296" fmla="*/ 6377036 h 6857999"/>
              <a:gd name="connsiteX297" fmla="*/ 412456 w 4559827"/>
              <a:gd name="connsiteY297" fmla="*/ 6373876 h 6857999"/>
              <a:gd name="connsiteX298" fmla="*/ 47093 w 4559827"/>
              <a:gd name="connsiteY298" fmla="*/ 6332760 h 6857999"/>
              <a:gd name="connsiteX299" fmla="*/ 41625 w 4559827"/>
              <a:gd name="connsiteY299" fmla="*/ 6354038 h 6857999"/>
              <a:gd name="connsiteX300" fmla="*/ 41663 w 4559827"/>
              <a:gd name="connsiteY300" fmla="*/ 6354054 h 6857999"/>
              <a:gd name="connsiteX301" fmla="*/ 44037 w 4559827"/>
              <a:gd name="connsiteY301" fmla="*/ 6368845 h 6857999"/>
              <a:gd name="connsiteX302" fmla="*/ 49086 w 4559827"/>
              <a:gd name="connsiteY302" fmla="*/ 6382104 h 6857999"/>
              <a:gd name="connsiteX303" fmla="*/ 54303 w 4559827"/>
              <a:gd name="connsiteY303" fmla="*/ 6397598 h 6857999"/>
              <a:gd name="connsiteX304" fmla="*/ 59903 w 4559827"/>
              <a:gd name="connsiteY304" fmla="*/ 6410911 h 6857999"/>
              <a:gd name="connsiteX305" fmla="*/ 74314 w 4559827"/>
              <a:gd name="connsiteY305" fmla="*/ 6419115 h 6857999"/>
              <a:gd name="connsiteX306" fmla="*/ 79828 w 4559827"/>
              <a:gd name="connsiteY306" fmla="*/ 6414018 h 6857999"/>
              <a:gd name="connsiteX307" fmla="*/ 81644 w 4559827"/>
              <a:gd name="connsiteY307" fmla="*/ 6406045 h 6857999"/>
              <a:gd name="connsiteX308" fmla="*/ 79566 w 4559827"/>
              <a:gd name="connsiteY308" fmla="*/ 6389388 h 6857999"/>
              <a:gd name="connsiteX309" fmla="*/ 69071 w 4559827"/>
              <a:gd name="connsiteY309" fmla="*/ 6376370 h 6857999"/>
              <a:gd name="connsiteX310" fmla="*/ 73157 w 4559827"/>
              <a:gd name="connsiteY310" fmla="*/ 6363135 h 6857999"/>
              <a:gd name="connsiteX311" fmla="*/ 70978 w 4559827"/>
              <a:gd name="connsiteY311" fmla="*/ 6349354 h 6857999"/>
              <a:gd name="connsiteX312" fmla="*/ 63013 w 4559827"/>
              <a:gd name="connsiteY312" fmla="*/ 6336731 h 6857999"/>
              <a:gd name="connsiteX313" fmla="*/ 47093 w 4559827"/>
              <a:gd name="connsiteY313" fmla="*/ 6332760 h 6857999"/>
              <a:gd name="connsiteX314" fmla="*/ 184081 w 4559827"/>
              <a:gd name="connsiteY314" fmla="*/ 6296710 h 6857999"/>
              <a:gd name="connsiteX315" fmla="*/ 175636 w 4559827"/>
              <a:gd name="connsiteY315" fmla="*/ 6306748 h 6857999"/>
              <a:gd name="connsiteX316" fmla="*/ 175893 w 4559827"/>
              <a:gd name="connsiteY316" fmla="*/ 6323216 h 6857999"/>
              <a:gd name="connsiteX317" fmla="*/ 181875 w 4559827"/>
              <a:gd name="connsiteY317" fmla="*/ 6338678 h 6857999"/>
              <a:gd name="connsiteX318" fmla="*/ 186828 w 4559827"/>
              <a:gd name="connsiteY318" fmla="*/ 6354063 h 6857999"/>
              <a:gd name="connsiteX319" fmla="*/ 191515 w 4559827"/>
              <a:gd name="connsiteY319" fmla="*/ 6369557 h 6857999"/>
              <a:gd name="connsiteX320" fmla="*/ 207490 w 4559827"/>
              <a:gd name="connsiteY320" fmla="*/ 6379300 h 6857999"/>
              <a:gd name="connsiteX321" fmla="*/ 213186 w 4559827"/>
              <a:gd name="connsiteY321" fmla="*/ 6368023 h 6857999"/>
              <a:gd name="connsiteX322" fmla="*/ 213293 w 4559827"/>
              <a:gd name="connsiteY322" fmla="*/ 6367978 h 6857999"/>
              <a:gd name="connsiteX323" fmla="*/ 209153 w 4559827"/>
              <a:gd name="connsiteY323" fmla="*/ 6351917 h 6857999"/>
              <a:gd name="connsiteX324" fmla="*/ 207205 w 4559827"/>
              <a:gd name="connsiteY324" fmla="*/ 6335581 h 6857999"/>
              <a:gd name="connsiteX325" fmla="*/ 198861 w 4559827"/>
              <a:gd name="connsiteY325" fmla="*/ 6321119 h 6857999"/>
              <a:gd name="connsiteX326" fmla="*/ 195251 w 4559827"/>
              <a:gd name="connsiteY326" fmla="*/ 6305059 h 6857999"/>
              <a:gd name="connsiteX327" fmla="*/ 184081 w 4559827"/>
              <a:gd name="connsiteY327" fmla="*/ 6296710 h 6857999"/>
              <a:gd name="connsiteX328" fmla="*/ 65344 w 4559827"/>
              <a:gd name="connsiteY328" fmla="*/ 6190901 h 6857999"/>
              <a:gd name="connsiteX329" fmla="*/ 61371 w 4559827"/>
              <a:gd name="connsiteY329" fmla="*/ 6206394 h 6857999"/>
              <a:gd name="connsiteX330" fmla="*/ 66829 w 4559827"/>
              <a:gd name="connsiteY330" fmla="*/ 6216462 h 6857999"/>
              <a:gd name="connsiteX331" fmla="*/ 70737 w 4559827"/>
              <a:gd name="connsiteY331" fmla="*/ 6229596 h 6857999"/>
              <a:gd name="connsiteX332" fmla="*/ 81970 w 4559827"/>
              <a:gd name="connsiteY332" fmla="*/ 6247390 h 6857999"/>
              <a:gd name="connsiteX333" fmla="*/ 86976 w 4559827"/>
              <a:gd name="connsiteY333" fmla="*/ 6257270 h 6857999"/>
              <a:gd name="connsiteX334" fmla="*/ 92840 w 4559827"/>
              <a:gd name="connsiteY334" fmla="*/ 6265210 h 6857999"/>
              <a:gd name="connsiteX335" fmla="*/ 100875 w 4559827"/>
              <a:gd name="connsiteY335" fmla="*/ 6271759 h 6857999"/>
              <a:gd name="connsiteX336" fmla="*/ 112001 w 4559827"/>
              <a:gd name="connsiteY336" fmla="*/ 6274519 h 6857999"/>
              <a:gd name="connsiteX337" fmla="*/ 114286 w 4559827"/>
              <a:gd name="connsiteY337" fmla="*/ 6255356 h 6857999"/>
              <a:gd name="connsiteX338" fmla="*/ 110551 w 4559827"/>
              <a:gd name="connsiteY338" fmla="*/ 6237165 h 6857999"/>
              <a:gd name="connsiteX339" fmla="*/ 101211 w 4559827"/>
              <a:gd name="connsiteY339" fmla="*/ 6221180 h 6857999"/>
              <a:gd name="connsiteX340" fmla="*/ 90337 w 4559827"/>
              <a:gd name="connsiteY340" fmla="*/ 6206323 h 6857999"/>
              <a:gd name="connsiteX341" fmla="*/ 77748 w 4559827"/>
              <a:gd name="connsiteY341" fmla="*/ 6200519 h 6857999"/>
              <a:gd name="connsiteX342" fmla="*/ 65381 w 4559827"/>
              <a:gd name="connsiteY342" fmla="*/ 6190916 h 6857999"/>
              <a:gd name="connsiteX343" fmla="*/ 211728 w 4559827"/>
              <a:gd name="connsiteY343" fmla="*/ 0 h 6857999"/>
              <a:gd name="connsiteX344" fmla="*/ 4559827 w 4559827"/>
              <a:gd name="connsiteY344" fmla="*/ 0 h 6857999"/>
              <a:gd name="connsiteX345" fmla="*/ 4559827 w 4559827"/>
              <a:gd name="connsiteY345" fmla="*/ 6857999 h 6857999"/>
              <a:gd name="connsiteX346" fmla="*/ 484767 w 4559827"/>
              <a:gd name="connsiteY346" fmla="*/ 6857999 h 6857999"/>
              <a:gd name="connsiteX347" fmla="*/ 484724 w 4559827"/>
              <a:gd name="connsiteY347" fmla="*/ 6847507 h 6857999"/>
              <a:gd name="connsiteX348" fmla="*/ 488151 w 4559827"/>
              <a:gd name="connsiteY348" fmla="*/ 6829308 h 6857999"/>
              <a:gd name="connsiteX349" fmla="*/ 481082 w 4559827"/>
              <a:gd name="connsiteY349" fmla="*/ 6812330 h 6857999"/>
              <a:gd name="connsiteX350" fmla="*/ 473990 w 4559827"/>
              <a:gd name="connsiteY350" fmla="*/ 6795827 h 6857999"/>
              <a:gd name="connsiteX351" fmla="*/ 467554 w 4559827"/>
              <a:gd name="connsiteY351" fmla="*/ 6783669 h 6857999"/>
              <a:gd name="connsiteX352" fmla="*/ 454676 w 4559827"/>
              <a:gd name="connsiteY352" fmla="*/ 6776549 h 6857999"/>
              <a:gd name="connsiteX353" fmla="*/ 454639 w 4559827"/>
              <a:gd name="connsiteY353" fmla="*/ 6776533 h 6857999"/>
              <a:gd name="connsiteX354" fmla="*/ 448330 w 4559827"/>
              <a:gd name="connsiteY354" fmla="*/ 6789059 h 6857999"/>
              <a:gd name="connsiteX355" fmla="*/ 449782 w 4559827"/>
              <a:gd name="connsiteY355" fmla="*/ 6800677 h 6857999"/>
              <a:gd name="connsiteX356" fmla="*/ 455308 w 4559827"/>
              <a:gd name="connsiteY356" fmla="*/ 6812057 h 6857999"/>
              <a:gd name="connsiteX357" fmla="*/ 456078 w 4559827"/>
              <a:gd name="connsiteY357" fmla="*/ 6822770 h 6857999"/>
              <a:gd name="connsiteX358" fmla="*/ 457530 w 4559827"/>
              <a:gd name="connsiteY358" fmla="*/ 6833329 h 6857999"/>
              <a:gd name="connsiteX359" fmla="*/ 462554 w 4559827"/>
              <a:gd name="connsiteY359" fmla="*/ 6843482 h 6857999"/>
              <a:gd name="connsiteX360" fmla="*/ 464324 w 4559827"/>
              <a:gd name="connsiteY360" fmla="*/ 6854128 h 6857999"/>
              <a:gd name="connsiteX361" fmla="*/ 468230 w 4559827"/>
              <a:gd name="connsiteY361" fmla="*/ 6857999 h 6857999"/>
              <a:gd name="connsiteX362" fmla="*/ 349625 w 4559827"/>
              <a:gd name="connsiteY362" fmla="*/ 6857999 h 6857999"/>
              <a:gd name="connsiteX363" fmla="*/ 346851 w 4559827"/>
              <a:gd name="connsiteY363" fmla="*/ 6846439 h 6857999"/>
              <a:gd name="connsiteX364" fmla="*/ 340135 w 4559827"/>
              <a:gd name="connsiteY364" fmla="*/ 6830936 h 6857999"/>
              <a:gd name="connsiteX365" fmla="*/ 337257 w 4559827"/>
              <a:gd name="connsiteY365" fmla="*/ 6820090 h 6857999"/>
              <a:gd name="connsiteX366" fmla="*/ 333205 w 4559827"/>
              <a:gd name="connsiteY366" fmla="*/ 6817580 h 6857999"/>
              <a:gd name="connsiteX367" fmla="*/ 326615 w 4559827"/>
              <a:gd name="connsiteY367" fmla="*/ 6818285 h 6857999"/>
              <a:gd name="connsiteX368" fmla="*/ 326646 w 4559827"/>
              <a:gd name="connsiteY368" fmla="*/ 6818210 h 6857999"/>
              <a:gd name="connsiteX369" fmla="*/ 321987 w 4559827"/>
              <a:gd name="connsiteY369" fmla="*/ 6828595 h 6857999"/>
              <a:gd name="connsiteX370" fmla="*/ 320315 w 4559827"/>
              <a:gd name="connsiteY370" fmla="*/ 6846821 h 6857999"/>
              <a:gd name="connsiteX371" fmla="*/ 325749 w 4559827"/>
              <a:gd name="connsiteY371" fmla="*/ 6857999 h 6857999"/>
              <a:gd name="connsiteX372" fmla="*/ 215876 w 4559827"/>
              <a:gd name="connsiteY372" fmla="*/ 6857999 h 6857999"/>
              <a:gd name="connsiteX373" fmla="*/ 208935 w 4559827"/>
              <a:gd name="connsiteY373" fmla="*/ 6852668 h 6857999"/>
              <a:gd name="connsiteX374" fmla="*/ 199532 w 4559827"/>
              <a:gd name="connsiteY374" fmla="*/ 6851675 h 6857999"/>
              <a:gd name="connsiteX375" fmla="*/ 196182 w 4559827"/>
              <a:gd name="connsiteY375" fmla="*/ 6857999 h 6857999"/>
              <a:gd name="connsiteX376" fmla="*/ 4354 w 4559827"/>
              <a:gd name="connsiteY376" fmla="*/ 6857999 h 6857999"/>
              <a:gd name="connsiteX377" fmla="*/ 3933 w 4559827"/>
              <a:gd name="connsiteY377" fmla="*/ 6851942 h 6857999"/>
              <a:gd name="connsiteX378" fmla="*/ 3895 w 4559827"/>
              <a:gd name="connsiteY378" fmla="*/ 6851926 h 6857999"/>
              <a:gd name="connsiteX379" fmla="*/ 3462 w 4559827"/>
              <a:gd name="connsiteY379" fmla="*/ 6849781 h 6857999"/>
              <a:gd name="connsiteX380" fmla="*/ 1162 w 4559827"/>
              <a:gd name="connsiteY380" fmla="*/ 6811525 h 6857999"/>
              <a:gd name="connsiteX381" fmla="*/ 840 w 4559827"/>
              <a:gd name="connsiteY381" fmla="*/ 6698063 h 6857999"/>
              <a:gd name="connsiteX382" fmla="*/ 6408 w 4559827"/>
              <a:gd name="connsiteY382" fmla="*/ 6706614 h 6857999"/>
              <a:gd name="connsiteX383" fmla="*/ 16843 w 4559827"/>
              <a:gd name="connsiteY383" fmla="*/ 6718193 h 6857999"/>
              <a:gd name="connsiteX384" fmla="*/ 21955 w 4559827"/>
              <a:gd name="connsiteY384" fmla="*/ 6713160 h 6857999"/>
              <a:gd name="connsiteX385" fmla="*/ 24414 w 4559827"/>
              <a:gd name="connsiteY385" fmla="*/ 6702439 h 6857999"/>
              <a:gd name="connsiteX386" fmla="*/ 18808 w 4559827"/>
              <a:gd name="connsiteY386" fmla="*/ 6684923 h 6857999"/>
              <a:gd name="connsiteX387" fmla="*/ 14963 w 4559827"/>
              <a:gd name="connsiteY387" fmla="*/ 6667526 h 6857999"/>
              <a:gd name="connsiteX388" fmla="*/ 9769 w 4559827"/>
              <a:gd name="connsiteY388" fmla="*/ 6647441 h 6857999"/>
              <a:gd name="connsiteX389" fmla="*/ 671 w 4559827"/>
              <a:gd name="connsiteY389" fmla="*/ 6638298 h 6857999"/>
              <a:gd name="connsiteX390" fmla="*/ 0 w 4559827"/>
              <a:gd name="connsiteY390" fmla="*/ 6402016 h 6857999"/>
              <a:gd name="connsiteX391" fmla="*/ 18295 w 4559827"/>
              <a:gd name="connsiteY391" fmla="*/ 6064618 h 6857999"/>
              <a:gd name="connsiteX392" fmla="*/ 111350 w 4559827"/>
              <a:gd name="connsiteY392" fmla="*/ 6142606 h 6857999"/>
              <a:gd name="connsiteX393" fmla="*/ 216764 w 4559827"/>
              <a:gd name="connsiteY393" fmla="*/ 6210552 h 6857999"/>
              <a:gd name="connsiteX394" fmla="*/ 217482 w 4559827"/>
              <a:gd name="connsiteY394" fmla="*/ 6213286 h 6857999"/>
              <a:gd name="connsiteX395" fmla="*/ 227606 w 4559827"/>
              <a:gd name="connsiteY395" fmla="*/ 6226239 h 6857999"/>
              <a:gd name="connsiteX396" fmla="*/ 233668 w 4559827"/>
              <a:gd name="connsiteY396" fmla="*/ 6235499 h 6857999"/>
              <a:gd name="connsiteX397" fmla="*/ 244197 w 4559827"/>
              <a:gd name="connsiteY397" fmla="*/ 6235356 h 6857999"/>
              <a:gd name="connsiteX398" fmla="*/ 245051 w 4559827"/>
              <a:gd name="connsiteY398" fmla="*/ 6228785 h 6857999"/>
              <a:gd name="connsiteX399" fmla="*/ 296670 w 4559827"/>
              <a:gd name="connsiteY399" fmla="*/ 6262058 h 6857999"/>
              <a:gd name="connsiteX400" fmla="*/ 305372 w 4559827"/>
              <a:gd name="connsiteY400" fmla="*/ 6266215 h 6857999"/>
              <a:gd name="connsiteX401" fmla="*/ 306774 w 4559827"/>
              <a:gd name="connsiteY401" fmla="*/ 6276647 h 6857999"/>
              <a:gd name="connsiteX402" fmla="*/ 306827 w 4559827"/>
              <a:gd name="connsiteY402" fmla="*/ 6276626 h 6857999"/>
              <a:gd name="connsiteX403" fmla="*/ 304580 w 4559827"/>
              <a:gd name="connsiteY403" fmla="*/ 6291692 h 6857999"/>
              <a:gd name="connsiteX404" fmla="*/ 310520 w 4559827"/>
              <a:gd name="connsiteY404" fmla="*/ 6304615 h 6857999"/>
              <a:gd name="connsiteX405" fmla="*/ 311940 w 4559827"/>
              <a:gd name="connsiteY405" fmla="*/ 6320421 h 6857999"/>
              <a:gd name="connsiteX406" fmla="*/ 321224 w 4559827"/>
              <a:gd name="connsiteY406" fmla="*/ 6333375 h 6857999"/>
              <a:gd name="connsiteX407" fmla="*/ 328009 w 4559827"/>
              <a:gd name="connsiteY407" fmla="*/ 6341435 h 6857999"/>
              <a:gd name="connsiteX408" fmla="*/ 338281 w 4559827"/>
              <a:gd name="connsiteY408" fmla="*/ 6347286 h 6857999"/>
              <a:gd name="connsiteX409" fmla="*/ 343410 w 4559827"/>
              <a:gd name="connsiteY409" fmla="*/ 6339314 h 6857999"/>
              <a:gd name="connsiteX410" fmla="*/ 344828 w 4559827"/>
              <a:gd name="connsiteY410" fmla="*/ 6328494 h 6857999"/>
              <a:gd name="connsiteX411" fmla="*/ 337839 w 4559827"/>
              <a:gd name="connsiteY411" fmla="*/ 6313539 h 6857999"/>
              <a:gd name="connsiteX412" fmla="*/ 330991 w 4559827"/>
              <a:gd name="connsiteY412" fmla="*/ 6298775 h 6857999"/>
              <a:gd name="connsiteX413" fmla="*/ 333852 w 4559827"/>
              <a:gd name="connsiteY413" fmla="*/ 6285514 h 6857999"/>
              <a:gd name="connsiteX414" fmla="*/ 330958 w 4559827"/>
              <a:gd name="connsiteY414" fmla="*/ 6278440 h 6857999"/>
              <a:gd name="connsiteX415" fmla="*/ 495166 w 4559827"/>
              <a:gd name="connsiteY415" fmla="*/ 6356895 h 6857999"/>
              <a:gd name="connsiteX416" fmla="*/ 544568 w 4559827"/>
              <a:gd name="connsiteY416" fmla="*/ 6372979 h 6857999"/>
              <a:gd name="connsiteX417" fmla="*/ 546484 w 4559827"/>
              <a:gd name="connsiteY417" fmla="*/ 6381793 h 6857999"/>
              <a:gd name="connsiteX418" fmla="*/ 554163 w 4559827"/>
              <a:gd name="connsiteY418" fmla="*/ 6398896 h 6857999"/>
              <a:gd name="connsiteX419" fmla="*/ 567058 w 4559827"/>
              <a:gd name="connsiteY419" fmla="*/ 6412301 h 6857999"/>
              <a:gd name="connsiteX420" fmla="*/ 583747 w 4559827"/>
              <a:gd name="connsiteY420" fmla="*/ 6422343 h 6857999"/>
              <a:gd name="connsiteX421" fmla="*/ 587066 w 4559827"/>
              <a:gd name="connsiteY421" fmla="*/ 6415437 h 6857999"/>
              <a:gd name="connsiteX422" fmla="*/ 583699 w 4559827"/>
              <a:gd name="connsiteY422" fmla="*/ 6404635 h 6857999"/>
              <a:gd name="connsiteX423" fmla="*/ 579199 w 4559827"/>
              <a:gd name="connsiteY423" fmla="*/ 6388379 h 6857999"/>
              <a:gd name="connsiteX424" fmla="*/ 577012 w 4559827"/>
              <a:gd name="connsiteY424" fmla="*/ 6383542 h 6857999"/>
              <a:gd name="connsiteX425" fmla="*/ 703887 w 4559827"/>
              <a:gd name="connsiteY425" fmla="*/ 6424850 h 6857999"/>
              <a:gd name="connsiteX426" fmla="*/ 776938 w 4559827"/>
              <a:gd name="connsiteY426" fmla="*/ 6437973 h 6857999"/>
              <a:gd name="connsiteX427" fmla="*/ 778633 w 4559827"/>
              <a:gd name="connsiteY427" fmla="*/ 6450564 h 6857999"/>
              <a:gd name="connsiteX428" fmla="*/ 782894 w 4559827"/>
              <a:gd name="connsiteY428" fmla="*/ 6468445 h 6857999"/>
              <a:gd name="connsiteX429" fmla="*/ 788241 w 4559827"/>
              <a:gd name="connsiteY429" fmla="*/ 6486161 h 6857999"/>
              <a:gd name="connsiteX430" fmla="*/ 800808 w 4559827"/>
              <a:gd name="connsiteY430" fmla="*/ 6495495 h 6857999"/>
              <a:gd name="connsiteX431" fmla="*/ 804896 w 4559827"/>
              <a:gd name="connsiteY431" fmla="*/ 6491050 h 6857999"/>
              <a:gd name="connsiteX432" fmla="*/ 806303 w 4559827"/>
              <a:gd name="connsiteY432" fmla="*/ 6480904 h 6857999"/>
              <a:gd name="connsiteX433" fmla="*/ 804418 w 4559827"/>
              <a:gd name="connsiteY433" fmla="*/ 6463045 h 6857999"/>
              <a:gd name="connsiteX434" fmla="*/ 801944 w 4559827"/>
              <a:gd name="connsiteY434" fmla="*/ 6445118 h 6857999"/>
              <a:gd name="connsiteX435" fmla="*/ 800260 w 4559827"/>
              <a:gd name="connsiteY435" fmla="*/ 6442163 h 6857999"/>
              <a:gd name="connsiteX436" fmla="*/ 919880 w 4559827"/>
              <a:gd name="connsiteY436" fmla="*/ 6463652 h 6857999"/>
              <a:gd name="connsiteX437" fmla="*/ 935306 w 4559827"/>
              <a:gd name="connsiteY437" fmla="*/ 6464280 h 6857999"/>
              <a:gd name="connsiteX438" fmla="*/ 938120 w 4559827"/>
              <a:gd name="connsiteY438" fmla="*/ 6465637 h 6857999"/>
              <a:gd name="connsiteX439" fmla="*/ 939062 w 4559827"/>
              <a:gd name="connsiteY439" fmla="*/ 6464432 h 6857999"/>
              <a:gd name="connsiteX440" fmla="*/ 998064 w 4559827"/>
              <a:gd name="connsiteY440" fmla="*/ 6466832 h 6857999"/>
              <a:gd name="connsiteX441" fmla="*/ 997728 w 4559827"/>
              <a:gd name="connsiteY441" fmla="*/ 6467614 h 6857999"/>
              <a:gd name="connsiteX442" fmla="*/ 1001020 w 4559827"/>
              <a:gd name="connsiteY442" fmla="*/ 6482744 h 6857999"/>
              <a:gd name="connsiteX443" fmla="*/ 1007688 w 4559827"/>
              <a:gd name="connsiteY443" fmla="*/ 6496460 h 6857999"/>
              <a:gd name="connsiteX444" fmla="*/ 1016806 w 4559827"/>
              <a:gd name="connsiteY444" fmla="*/ 6508548 h 6857999"/>
              <a:gd name="connsiteX445" fmla="*/ 1025914 w 4559827"/>
              <a:gd name="connsiteY445" fmla="*/ 6518864 h 6857999"/>
              <a:gd name="connsiteX446" fmla="*/ 1037822 w 4559827"/>
              <a:gd name="connsiteY446" fmla="*/ 6523764 h 6857999"/>
              <a:gd name="connsiteX447" fmla="*/ 1041095 w 4559827"/>
              <a:gd name="connsiteY447" fmla="*/ 6519746 h 6857999"/>
              <a:gd name="connsiteX448" fmla="*/ 1039848 w 4559827"/>
              <a:gd name="connsiteY448" fmla="*/ 6513867 h 6857999"/>
              <a:gd name="connsiteX449" fmla="*/ 1036684 w 4559827"/>
              <a:gd name="connsiteY449" fmla="*/ 6502858 h 6857999"/>
              <a:gd name="connsiteX450" fmla="*/ 1032899 w 4559827"/>
              <a:gd name="connsiteY450" fmla="*/ 6482259 h 6857999"/>
              <a:gd name="connsiteX451" fmla="*/ 1017677 w 4559827"/>
              <a:gd name="connsiteY451" fmla="*/ 6467658 h 6857999"/>
              <a:gd name="connsiteX452" fmla="*/ 1017661 w 4559827"/>
              <a:gd name="connsiteY452" fmla="*/ 6467629 h 6857999"/>
              <a:gd name="connsiteX453" fmla="*/ 1147182 w 4559827"/>
              <a:gd name="connsiteY453" fmla="*/ 6472897 h 6857999"/>
              <a:gd name="connsiteX454" fmla="*/ 1827803 w 4559827"/>
              <a:gd name="connsiteY454" fmla="*/ 6469290 h 6857999"/>
              <a:gd name="connsiteX455" fmla="*/ 3300114 w 4559827"/>
              <a:gd name="connsiteY455" fmla="*/ 5937351 h 6857999"/>
              <a:gd name="connsiteX456" fmla="*/ 3387617 w 4559827"/>
              <a:gd name="connsiteY456" fmla="*/ 5091556 h 6857999"/>
              <a:gd name="connsiteX457" fmla="*/ 3087134 w 4559827"/>
              <a:gd name="connsiteY457" fmla="*/ 4402454 h 6857999"/>
              <a:gd name="connsiteX458" fmla="*/ 1613808 w 4559827"/>
              <a:gd name="connsiteY458" fmla="*/ 3228974 h 6857999"/>
              <a:gd name="connsiteX459" fmla="*/ 822217 w 4559827"/>
              <a:gd name="connsiteY459" fmla="*/ 3158616 h 6857999"/>
              <a:gd name="connsiteX460" fmla="*/ 404961 w 4559827"/>
              <a:gd name="connsiteY460" fmla="*/ 3305382 h 6857999"/>
              <a:gd name="connsiteX461" fmla="*/ 379435 w 4559827"/>
              <a:gd name="connsiteY461" fmla="*/ 3319669 h 6857999"/>
              <a:gd name="connsiteX462" fmla="*/ 383124 w 4559827"/>
              <a:gd name="connsiteY462" fmla="*/ 3294552 h 6857999"/>
              <a:gd name="connsiteX463" fmla="*/ 387496 w 4559827"/>
              <a:gd name="connsiteY463" fmla="*/ 1591183 h 6857999"/>
              <a:gd name="connsiteX464" fmla="*/ 228492 w 4559827"/>
              <a:gd name="connsiteY464" fmla="*/ 403733 h 6857999"/>
              <a:gd name="connsiteX465" fmla="*/ 213506 w 4559827"/>
              <a:gd name="connsiteY465" fmla="*/ 4394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</a:cxnLst>
            <a:rect l="l" t="t" r="r" b="b"/>
            <a:pathLst>
              <a:path w="4559827" h="6857999">
                <a:moveTo>
                  <a:pt x="88976" y="6747746"/>
                </a:moveTo>
                <a:cubicBezTo>
                  <a:pt x="85564" y="6749456"/>
                  <a:pt x="84585" y="6755591"/>
                  <a:pt x="84510" y="6761042"/>
                </a:cubicBezTo>
                <a:cubicBezTo>
                  <a:pt x="84415" y="6765911"/>
                  <a:pt x="87240" y="6770765"/>
                  <a:pt x="88038" y="6774239"/>
                </a:cubicBezTo>
                <a:cubicBezTo>
                  <a:pt x="89397" y="6780380"/>
                  <a:pt x="89646" y="6786851"/>
                  <a:pt x="92051" y="6792502"/>
                </a:cubicBezTo>
                <a:cubicBezTo>
                  <a:pt x="94624" y="6798488"/>
                  <a:pt x="99310" y="6803015"/>
                  <a:pt x="102581" y="6807967"/>
                </a:cubicBezTo>
                <a:cubicBezTo>
                  <a:pt x="106421" y="6813777"/>
                  <a:pt x="110065" y="6818575"/>
                  <a:pt x="114176" y="6822155"/>
                </a:cubicBezTo>
                <a:cubicBezTo>
                  <a:pt x="120458" y="6827616"/>
                  <a:pt x="124718" y="6829578"/>
                  <a:pt x="129222" y="6827264"/>
                </a:cubicBezTo>
                <a:cubicBezTo>
                  <a:pt x="131862" y="6825916"/>
                  <a:pt x="133204" y="6824399"/>
                  <a:pt x="133410" y="6822275"/>
                </a:cubicBezTo>
                <a:cubicBezTo>
                  <a:pt x="133615" y="6820150"/>
                  <a:pt x="132684" y="6817416"/>
                  <a:pt x="130779" y="6813633"/>
                </a:cubicBezTo>
                <a:cubicBezTo>
                  <a:pt x="128735" y="6809549"/>
                  <a:pt x="124292" y="6805388"/>
                  <a:pt x="121676" y="6799296"/>
                </a:cubicBezTo>
                <a:cubicBezTo>
                  <a:pt x="119670" y="6794697"/>
                  <a:pt x="118294" y="6789123"/>
                  <a:pt x="116690" y="6783146"/>
                </a:cubicBezTo>
                <a:cubicBezTo>
                  <a:pt x="115256" y="6777814"/>
                  <a:pt x="113808" y="6773360"/>
                  <a:pt x="112561" y="6769168"/>
                </a:cubicBezTo>
                <a:cubicBezTo>
                  <a:pt x="111155" y="6764510"/>
                  <a:pt x="111606" y="6758685"/>
                  <a:pt x="108023" y="6754796"/>
                </a:cubicBezTo>
                <a:lnTo>
                  <a:pt x="108007" y="6754834"/>
                </a:lnTo>
                <a:cubicBezTo>
                  <a:pt x="103463" y="6749968"/>
                  <a:pt x="93752" y="6745413"/>
                  <a:pt x="88976" y="6747746"/>
                </a:cubicBezTo>
                <a:close/>
                <a:moveTo>
                  <a:pt x="588588" y="6740670"/>
                </a:moveTo>
                <a:cubicBezTo>
                  <a:pt x="582404" y="6742989"/>
                  <a:pt x="579289" y="6755171"/>
                  <a:pt x="578972" y="6758354"/>
                </a:cubicBezTo>
                <a:cubicBezTo>
                  <a:pt x="578372" y="6764425"/>
                  <a:pt x="584249" y="6767374"/>
                  <a:pt x="585544" y="6771985"/>
                </a:cubicBezTo>
                <a:cubicBezTo>
                  <a:pt x="586582" y="6775515"/>
                  <a:pt x="588491" y="6780029"/>
                  <a:pt x="589354" y="6786405"/>
                </a:cubicBezTo>
                <a:cubicBezTo>
                  <a:pt x="590297" y="6793433"/>
                  <a:pt x="585182" y="6798895"/>
                  <a:pt x="584979" y="6802967"/>
                </a:cubicBezTo>
                <a:cubicBezTo>
                  <a:pt x="584635" y="6809588"/>
                  <a:pt x="585768" y="6813423"/>
                  <a:pt x="588731" y="6818688"/>
                </a:cubicBezTo>
                <a:cubicBezTo>
                  <a:pt x="590489" y="6821768"/>
                  <a:pt x="591354" y="6827083"/>
                  <a:pt x="594454" y="6829177"/>
                </a:cubicBezTo>
                <a:cubicBezTo>
                  <a:pt x="597934" y="6831520"/>
                  <a:pt x="603943" y="6832888"/>
                  <a:pt x="607203" y="6831645"/>
                </a:cubicBezTo>
                <a:cubicBezTo>
                  <a:pt x="609591" y="6830744"/>
                  <a:pt x="611775" y="6828010"/>
                  <a:pt x="613392" y="6824730"/>
                </a:cubicBezTo>
                <a:cubicBezTo>
                  <a:pt x="615009" y="6821449"/>
                  <a:pt x="616060" y="6817622"/>
                  <a:pt x="616182" y="6814534"/>
                </a:cubicBezTo>
                <a:cubicBezTo>
                  <a:pt x="616442" y="6808010"/>
                  <a:pt x="610437" y="6804522"/>
                  <a:pt x="608447" y="6799885"/>
                </a:cubicBezTo>
                <a:cubicBezTo>
                  <a:pt x="606626" y="6795584"/>
                  <a:pt x="606754" y="6790111"/>
                  <a:pt x="606182" y="6783460"/>
                </a:cubicBezTo>
                <a:cubicBezTo>
                  <a:pt x="605643" y="6777575"/>
                  <a:pt x="603200" y="6772969"/>
                  <a:pt x="604173" y="6769486"/>
                </a:cubicBezTo>
                <a:cubicBezTo>
                  <a:pt x="605267" y="6765610"/>
                  <a:pt x="608083" y="6763208"/>
                  <a:pt x="606899" y="6757494"/>
                </a:cubicBezTo>
                <a:cubicBezTo>
                  <a:pt x="605987" y="6753132"/>
                  <a:pt x="601684" y="6751065"/>
                  <a:pt x="598572" y="6747948"/>
                </a:cubicBezTo>
                <a:cubicBezTo>
                  <a:pt x="594775" y="6744146"/>
                  <a:pt x="592190" y="6739349"/>
                  <a:pt x="588588" y="6740670"/>
                </a:cubicBezTo>
                <a:close/>
                <a:moveTo>
                  <a:pt x="220619" y="6718654"/>
                </a:moveTo>
                <a:lnTo>
                  <a:pt x="220565" y="6718676"/>
                </a:lnTo>
                <a:lnTo>
                  <a:pt x="220604" y="6718680"/>
                </a:lnTo>
                <a:lnTo>
                  <a:pt x="214185" y="6729269"/>
                </a:lnTo>
                <a:cubicBezTo>
                  <a:pt x="214496" y="6735590"/>
                  <a:pt x="218930" y="6741250"/>
                  <a:pt x="220670" y="6746799"/>
                </a:cubicBezTo>
                <a:cubicBezTo>
                  <a:pt x="222624" y="6753101"/>
                  <a:pt x="222907" y="6759808"/>
                  <a:pt x="225492" y="6764605"/>
                </a:cubicBezTo>
                <a:cubicBezTo>
                  <a:pt x="229906" y="6772734"/>
                  <a:pt x="234681" y="6778316"/>
                  <a:pt x="235934" y="6779858"/>
                </a:cubicBezTo>
                <a:cubicBezTo>
                  <a:pt x="237404" y="6781623"/>
                  <a:pt x="241143" y="6786196"/>
                  <a:pt x="245011" y="6790248"/>
                </a:cubicBezTo>
                <a:cubicBezTo>
                  <a:pt x="248486" y="6793871"/>
                  <a:pt x="252450" y="6794956"/>
                  <a:pt x="256879" y="6793451"/>
                </a:cubicBezTo>
                <a:cubicBezTo>
                  <a:pt x="261560" y="6791875"/>
                  <a:pt x="264343" y="6788396"/>
                  <a:pt x="263201" y="6784159"/>
                </a:cubicBezTo>
                <a:cubicBezTo>
                  <a:pt x="262100" y="6780250"/>
                  <a:pt x="256904" y="6776835"/>
                  <a:pt x="256446" y="6773813"/>
                </a:cubicBezTo>
                <a:cubicBezTo>
                  <a:pt x="255548" y="6767733"/>
                  <a:pt x="255113" y="6762023"/>
                  <a:pt x="253345" y="6757171"/>
                </a:cubicBezTo>
                <a:cubicBezTo>
                  <a:pt x="251180" y="6751267"/>
                  <a:pt x="248609" y="6746121"/>
                  <a:pt x="245969" y="6741876"/>
                </a:cubicBezTo>
                <a:cubicBezTo>
                  <a:pt x="242365" y="6736033"/>
                  <a:pt x="235871" y="6733710"/>
                  <a:pt x="233202" y="6730381"/>
                </a:cubicBezTo>
                <a:cubicBezTo>
                  <a:pt x="230851" y="6727451"/>
                  <a:pt x="231314" y="6722338"/>
                  <a:pt x="229589" y="6719494"/>
                </a:cubicBezTo>
                <a:lnTo>
                  <a:pt x="220604" y="6718680"/>
                </a:lnTo>
                <a:close/>
                <a:moveTo>
                  <a:pt x="726447" y="6700960"/>
                </a:moveTo>
                <a:lnTo>
                  <a:pt x="726490" y="6701066"/>
                </a:lnTo>
                <a:cubicBezTo>
                  <a:pt x="722158" y="6700755"/>
                  <a:pt x="716858" y="6704549"/>
                  <a:pt x="714960" y="6709502"/>
                </a:cubicBezTo>
                <a:cubicBezTo>
                  <a:pt x="713387" y="6713575"/>
                  <a:pt x="714835" y="6716658"/>
                  <a:pt x="717184" y="6721489"/>
                </a:cubicBezTo>
                <a:cubicBezTo>
                  <a:pt x="718838" y="6724924"/>
                  <a:pt x="722272" y="6728750"/>
                  <a:pt x="723201" y="6733914"/>
                </a:cubicBezTo>
                <a:cubicBezTo>
                  <a:pt x="723929" y="6737978"/>
                  <a:pt x="724903" y="6742189"/>
                  <a:pt x="724704" y="6745511"/>
                </a:cubicBezTo>
                <a:cubicBezTo>
                  <a:pt x="724448" y="6749603"/>
                  <a:pt x="720660" y="6753058"/>
                  <a:pt x="720069" y="6756260"/>
                </a:cubicBezTo>
                <a:cubicBezTo>
                  <a:pt x="719393" y="6760089"/>
                  <a:pt x="716780" y="6763372"/>
                  <a:pt x="716384" y="6766744"/>
                </a:cubicBezTo>
                <a:cubicBezTo>
                  <a:pt x="715988" y="6770116"/>
                  <a:pt x="719991" y="6772897"/>
                  <a:pt x="721600" y="6776755"/>
                </a:cubicBezTo>
                <a:cubicBezTo>
                  <a:pt x="722926" y="6779920"/>
                  <a:pt x="724665" y="6782727"/>
                  <a:pt x="727126" y="6785394"/>
                </a:cubicBezTo>
                <a:cubicBezTo>
                  <a:pt x="730123" y="6788682"/>
                  <a:pt x="731708" y="6790806"/>
                  <a:pt x="734708" y="6790074"/>
                </a:cubicBezTo>
                <a:cubicBezTo>
                  <a:pt x="738645" y="6789113"/>
                  <a:pt x="742643" y="6784421"/>
                  <a:pt x="744821" y="6776269"/>
                </a:cubicBezTo>
                <a:cubicBezTo>
                  <a:pt x="746209" y="6771057"/>
                  <a:pt x="744211" y="6764648"/>
                  <a:pt x="744518" y="6758011"/>
                </a:cubicBezTo>
                <a:cubicBezTo>
                  <a:pt x="744765" y="6752145"/>
                  <a:pt x="747099" y="6746048"/>
                  <a:pt x="746307" y="6739923"/>
                </a:cubicBezTo>
                <a:cubicBezTo>
                  <a:pt x="745536" y="6733852"/>
                  <a:pt x="742951" y="6728214"/>
                  <a:pt x="740915" y="6722630"/>
                </a:cubicBezTo>
                <a:cubicBezTo>
                  <a:pt x="739904" y="6719775"/>
                  <a:pt x="739681" y="6713977"/>
                  <a:pt x="737014" y="6709588"/>
                </a:cubicBezTo>
                <a:cubicBezTo>
                  <a:pt x="734428" y="6705321"/>
                  <a:pt x="730612" y="6701246"/>
                  <a:pt x="726447" y="6700960"/>
                </a:cubicBezTo>
                <a:close/>
                <a:moveTo>
                  <a:pt x="347491" y="6681550"/>
                </a:moveTo>
                <a:lnTo>
                  <a:pt x="347513" y="6681603"/>
                </a:lnTo>
                <a:cubicBezTo>
                  <a:pt x="343462" y="6683046"/>
                  <a:pt x="337047" y="6686549"/>
                  <a:pt x="337307" y="6691832"/>
                </a:cubicBezTo>
                <a:cubicBezTo>
                  <a:pt x="337530" y="6696258"/>
                  <a:pt x="343630" y="6698150"/>
                  <a:pt x="347072" y="6701848"/>
                </a:cubicBezTo>
                <a:cubicBezTo>
                  <a:pt x="349452" y="6704393"/>
                  <a:pt x="352053" y="6707781"/>
                  <a:pt x="354972" y="6712099"/>
                </a:cubicBezTo>
                <a:cubicBezTo>
                  <a:pt x="357262" y="6715491"/>
                  <a:pt x="356989" y="6719621"/>
                  <a:pt x="358158" y="6722632"/>
                </a:cubicBezTo>
                <a:cubicBezTo>
                  <a:pt x="359632" y="6726389"/>
                  <a:pt x="359643" y="6729843"/>
                  <a:pt x="360423" y="6733043"/>
                </a:cubicBezTo>
                <a:cubicBezTo>
                  <a:pt x="362221" y="6740562"/>
                  <a:pt x="366946" y="6744575"/>
                  <a:pt x="373050" y="6750360"/>
                </a:cubicBezTo>
                <a:cubicBezTo>
                  <a:pt x="378683" y="6755682"/>
                  <a:pt x="386836" y="6762060"/>
                  <a:pt x="391266" y="6758654"/>
                </a:cubicBezTo>
                <a:cubicBezTo>
                  <a:pt x="394501" y="6756206"/>
                  <a:pt x="395626" y="6748984"/>
                  <a:pt x="394340" y="6740663"/>
                </a:cubicBezTo>
                <a:cubicBezTo>
                  <a:pt x="393512" y="6735363"/>
                  <a:pt x="390785" y="6729534"/>
                  <a:pt x="388382" y="6723354"/>
                </a:cubicBezTo>
                <a:cubicBezTo>
                  <a:pt x="386247" y="6717905"/>
                  <a:pt x="385121" y="6711419"/>
                  <a:pt x="381901" y="6706134"/>
                </a:cubicBezTo>
                <a:cubicBezTo>
                  <a:pt x="378718" y="6700866"/>
                  <a:pt x="373385" y="6697039"/>
                  <a:pt x="369262" y="6692748"/>
                </a:cubicBezTo>
                <a:cubicBezTo>
                  <a:pt x="367180" y="6690549"/>
                  <a:pt x="363054" y="6687318"/>
                  <a:pt x="358858" y="6684366"/>
                </a:cubicBezTo>
                <a:cubicBezTo>
                  <a:pt x="354758" y="6681499"/>
                  <a:pt x="351434" y="6680151"/>
                  <a:pt x="347491" y="6681550"/>
                </a:cubicBezTo>
                <a:close/>
                <a:moveTo>
                  <a:pt x="845545" y="6647821"/>
                </a:moveTo>
                <a:cubicBezTo>
                  <a:pt x="839834" y="6650380"/>
                  <a:pt x="838448" y="6655903"/>
                  <a:pt x="839570" y="6663138"/>
                </a:cubicBezTo>
                <a:cubicBezTo>
                  <a:pt x="840411" y="6668619"/>
                  <a:pt x="842146" y="6674918"/>
                  <a:pt x="845246" y="6680594"/>
                </a:cubicBezTo>
                <a:cubicBezTo>
                  <a:pt x="848368" y="6686324"/>
                  <a:pt x="852099" y="6691866"/>
                  <a:pt x="856040" y="6695640"/>
                </a:cubicBezTo>
                <a:cubicBezTo>
                  <a:pt x="858790" y="6698251"/>
                  <a:pt x="869315" y="6698858"/>
                  <a:pt x="873317" y="6695316"/>
                </a:cubicBezTo>
                <a:cubicBezTo>
                  <a:pt x="875629" y="6693278"/>
                  <a:pt x="876577" y="6689960"/>
                  <a:pt x="875972" y="6686656"/>
                </a:cubicBezTo>
                <a:lnTo>
                  <a:pt x="875988" y="6686619"/>
                </a:lnTo>
                <a:cubicBezTo>
                  <a:pt x="875105" y="6681871"/>
                  <a:pt x="872463" y="6675944"/>
                  <a:pt x="869486" y="6670186"/>
                </a:cubicBezTo>
                <a:cubicBezTo>
                  <a:pt x="866721" y="6664872"/>
                  <a:pt x="863456" y="6659480"/>
                  <a:pt x="860037" y="6655306"/>
                </a:cubicBezTo>
                <a:cubicBezTo>
                  <a:pt x="854871" y="6649074"/>
                  <a:pt x="849304" y="6646123"/>
                  <a:pt x="845545" y="6647821"/>
                </a:cubicBezTo>
                <a:close/>
                <a:moveTo>
                  <a:pt x="476171" y="6641709"/>
                </a:moveTo>
                <a:cubicBezTo>
                  <a:pt x="473527" y="6643697"/>
                  <a:pt x="473647" y="6647760"/>
                  <a:pt x="474505" y="6651724"/>
                </a:cubicBezTo>
                <a:lnTo>
                  <a:pt x="477256" y="6661107"/>
                </a:lnTo>
                <a:lnTo>
                  <a:pt x="477244" y="6661085"/>
                </a:lnTo>
                <a:lnTo>
                  <a:pt x="477265" y="6661138"/>
                </a:lnTo>
                <a:lnTo>
                  <a:pt x="477256" y="6661107"/>
                </a:lnTo>
                <a:lnTo>
                  <a:pt x="483532" y="6672651"/>
                </a:lnTo>
                <a:cubicBezTo>
                  <a:pt x="485493" y="6675772"/>
                  <a:pt x="485519" y="6681089"/>
                  <a:pt x="488177" y="6686978"/>
                </a:cubicBezTo>
                <a:cubicBezTo>
                  <a:pt x="491075" y="6693454"/>
                  <a:pt x="491683" y="6698750"/>
                  <a:pt x="492640" y="6702689"/>
                </a:cubicBezTo>
                <a:cubicBezTo>
                  <a:pt x="494183" y="6709128"/>
                  <a:pt x="492804" y="6714740"/>
                  <a:pt x="497140" y="6718944"/>
                </a:cubicBezTo>
                <a:cubicBezTo>
                  <a:pt x="499695" y="6721386"/>
                  <a:pt x="504962" y="6721469"/>
                  <a:pt x="508445" y="6722752"/>
                </a:cubicBezTo>
                <a:cubicBezTo>
                  <a:pt x="512379" y="6724223"/>
                  <a:pt x="515355" y="6723656"/>
                  <a:pt x="518153" y="6721512"/>
                </a:cubicBezTo>
                <a:cubicBezTo>
                  <a:pt x="522185" y="6718426"/>
                  <a:pt x="524257" y="6711687"/>
                  <a:pt x="522743" y="6705703"/>
                </a:cubicBezTo>
                <a:cubicBezTo>
                  <a:pt x="521115" y="6699361"/>
                  <a:pt x="518959" y="6694699"/>
                  <a:pt x="515777" y="6690802"/>
                </a:cubicBezTo>
                <a:cubicBezTo>
                  <a:pt x="512778" y="6687202"/>
                  <a:pt x="508983" y="6684241"/>
                  <a:pt x="506541" y="6678045"/>
                </a:cubicBezTo>
                <a:cubicBezTo>
                  <a:pt x="504363" y="6672489"/>
                  <a:pt x="501142" y="6669106"/>
                  <a:pt x="501347" y="6665345"/>
                </a:cubicBezTo>
                <a:cubicBezTo>
                  <a:pt x="501598" y="6661160"/>
                  <a:pt x="504827" y="6656720"/>
                  <a:pt x="502074" y="6651587"/>
                </a:cubicBezTo>
                <a:cubicBezTo>
                  <a:pt x="499967" y="6647654"/>
                  <a:pt x="493833" y="6645527"/>
                  <a:pt x="489947" y="6643412"/>
                </a:cubicBezTo>
                <a:cubicBezTo>
                  <a:pt x="485230" y="6640861"/>
                  <a:pt x="479251" y="6639418"/>
                  <a:pt x="476171" y="6641709"/>
                </a:cubicBezTo>
                <a:close/>
                <a:moveTo>
                  <a:pt x="609664" y="6605566"/>
                </a:moveTo>
                <a:cubicBezTo>
                  <a:pt x="605532" y="6606886"/>
                  <a:pt x="600365" y="6609099"/>
                  <a:pt x="600444" y="6614394"/>
                </a:cubicBezTo>
                <a:cubicBezTo>
                  <a:pt x="600499" y="6618795"/>
                  <a:pt x="604207" y="6620703"/>
                  <a:pt x="607876" y="6624494"/>
                </a:cubicBezTo>
                <a:cubicBezTo>
                  <a:pt x="610444" y="6627118"/>
                  <a:pt x="613291" y="6630655"/>
                  <a:pt x="616088" y="6635054"/>
                </a:cubicBezTo>
                <a:cubicBezTo>
                  <a:pt x="618309" y="6638504"/>
                  <a:pt x="620635" y="6641601"/>
                  <a:pt x="621984" y="6644598"/>
                </a:cubicBezTo>
                <a:cubicBezTo>
                  <a:pt x="623663" y="6648397"/>
                  <a:pt x="620521" y="6653051"/>
                  <a:pt x="621209" y="6656257"/>
                </a:cubicBezTo>
                <a:cubicBezTo>
                  <a:pt x="622010" y="6660041"/>
                  <a:pt x="627056" y="6662863"/>
                  <a:pt x="627610" y="6666500"/>
                </a:cubicBezTo>
                <a:cubicBezTo>
                  <a:pt x="628163" y="6670136"/>
                  <a:pt x="626850" y="6674009"/>
                  <a:pt x="629843" y="6676986"/>
                </a:cubicBezTo>
                <a:cubicBezTo>
                  <a:pt x="632330" y="6679487"/>
                  <a:pt x="635248" y="6683805"/>
                  <a:pt x="638882" y="6685151"/>
                </a:cubicBezTo>
                <a:cubicBezTo>
                  <a:pt x="643208" y="6686742"/>
                  <a:pt x="649753" y="6686830"/>
                  <a:pt x="652227" y="6685037"/>
                </a:cubicBezTo>
                <a:cubicBezTo>
                  <a:pt x="655520" y="6682659"/>
                  <a:pt x="653165" y="6673623"/>
                  <a:pt x="652115" y="6665268"/>
                </a:cubicBezTo>
                <a:cubicBezTo>
                  <a:pt x="651430" y="6659941"/>
                  <a:pt x="649273" y="6654437"/>
                  <a:pt x="647030" y="6648192"/>
                </a:cubicBezTo>
                <a:cubicBezTo>
                  <a:pt x="645055" y="6642677"/>
                  <a:pt x="647251" y="6634797"/>
                  <a:pt x="644207" y="6629410"/>
                </a:cubicBezTo>
                <a:cubicBezTo>
                  <a:pt x="641222" y="6624092"/>
                  <a:pt x="634822" y="6620703"/>
                  <a:pt x="630837" y="6616293"/>
                </a:cubicBezTo>
                <a:cubicBezTo>
                  <a:pt x="628824" y="6614034"/>
                  <a:pt x="624599" y="6610938"/>
                  <a:pt x="620487" y="6607888"/>
                </a:cubicBezTo>
                <a:cubicBezTo>
                  <a:pt x="616509" y="6604940"/>
                  <a:pt x="613727" y="6604304"/>
                  <a:pt x="609739" y="6605597"/>
                </a:cubicBezTo>
                <a:close/>
                <a:moveTo>
                  <a:pt x="128376" y="6595687"/>
                </a:moveTo>
                <a:cubicBezTo>
                  <a:pt x="124697" y="6596666"/>
                  <a:pt x="122006" y="6602879"/>
                  <a:pt x="120827" y="6608222"/>
                </a:cubicBezTo>
                <a:cubicBezTo>
                  <a:pt x="119810" y="6612970"/>
                  <a:pt x="120560" y="6618458"/>
                  <a:pt x="120636" y="6622072"/>
                </a:cubicBezTo>
                <a:cubicBezTo>
                  <a:pt x="120766" y="6628405"/>
                  <a:pt x="124290" y="6634127"/>
                  <a:pt x="125568" y="6640144"/>
                </a:cubicBezTo>
                <a:cubicBezTo>
                  <a:pt x="126908" y="6646543"/>
                  <a:pt x="125165" y="6653551"/>
                  <a:pt x="127413" y="6659047"/>
                </a:cubicBezTo>
                <a:cubicBezTo>
                  <a:pt x="130054" y="6665504"/>
                  <a:pt x="132773" y="6671773"/>
                  <a:pt x="136093" y="6676082"/>
                </a:cubicBezTo>
                <a:cubicBezTo>
                  <a:pt x="141154" y="6682668"/>
                  <a:pt x="148560" y="6687451"/>
                  <a:pt x="153435" y="6686044"/>
                </a:cubicBezTo>
                <a:cubicBezTo>
                  <a:pt x="156286" y="6685248"/>
                  <a:pt x="157552" y="6683070"/>
                  <a:pt x="157824" y="6680072"/>
                </a:cubicBezTo>
                <a:cubicBezTo>
                  <a:pt x="158097" y="6677075"/>
                  <a:pt x="157376" y="6673257"/>
                  <a:pt x="156256" y="6669185"/>
                </a:cubicBezTo>
                <a:cubicBezTo>
                  <a:pt x="155050" y="6664788"/>
                  <a:pt x="152889" y="6659505"/>
                  <a:pt x="151527" y="6653053"/>
                </a:cubicBezTo>
                <a:cubicBezTo>
                  <a:pt x="150450" y="6648136"/>
                  <a:pt x="151770" y="6642454"/>
                  <a:pt x="151357" y="6636267"/>
                </a:cubicBezTo>
                <a:cubicBezTo>
                  <a:pt x="151009" y="6630771"/>
                  <a:pt x="147640" y="6626264"/>
                  <a:pt x="147242" y="6621941"/>
                </a:cubicBezTo>
                <a:cubicBezTo>
                  <a:pt x="146808" y="6617071"/>
                  <a:pt x="149819" y="6610727"/>
                  <a:pt x="147048" y="6606163"/>
                </a:cubicBezTo>
                <a:lnTo>
                  <a:pt x="147011" y="6606147"/>
                </a:lnTo>
                <a:cubicBezTo>
                  <a:pt x="143509" y="6600479"/>
                  <a:pt x="133508" y="6594299"/>
                  <a:pt x="128376" y="6595687"/>
                </a:cubicBezTo>
                <a:close/>
                <a:moveTo>
                  <a:pt x="749018" y="6566084"/>
                </a:moveTo>
                <a:cubicBezTo>
                  <a:pt x="744363" y="6567495"/>
                  <a:pt x="742371" y="6569401"/>
                  <a:pt x="743097" y="6576737"/>
                </a:cubicBezTo>
                <a:cubicBezTo>
                  <a:pt x="743573" y="6581403"/>
                  <a:pt x="744381" y="6586959"/>
                  <a:pt x="746323" y="6592768"/>
                </a:cubicBezTo>
                <a:cubicBezTo>
                  <a:pt x="747966" y="6597702"/>
                  <a:pt x="750404" y="6602747"/>
                  <a:pt x="752771" y="6607852"/>
                </a:cubicBezTo>
                <a:cubicBezTo>
                  <a:pt x="755096" y="6612849"/>
                  <a:pt x="757564" y="6617819"/>
                  <a:pt x="760265" y="6622443"/>
                </a:cubicBezTo>
                <a:cubicBezTo>
                  <a:pt x="763179" y="6627511"/>
                  <a:pt x="766510" y="6632001"/>
                  <a:pt x="769496" y="6635950"/>
                </a:cubicBezTo>
                <a:cubicBezTo>
                  <a:pt x="773081" y="6640679"/>
                  <a:pt x="782953" y="6644638"/>
                  <a:pt x="786877" y="6640755"/>
                </a:cubicBezTo>
                <a:cubicBezTo>
                  <a:pt x="789086" y="6638541"/>
                  <a:pt x="788869" y="6635576"/>
                  <a:pt x="787582" y="6630527"/>
                </a:cubicBezTo>
                <a:lnTo>
                  <a:pt x="787529" y="6630548"/>
                </a:lnTo>
                <a:cubicBezTo>
                  <a:pt x="786409" y="6626054"/>
                  <a:pt x="788875" y="6619217"/>
                  <a:pt x="786620" y="6613630"/>
                </a:cubicBezTo>
                <a:cubicBezTo>
                  <a:pt x="784672" y="6608789"/>
                  <a:pt x="780475" y="6604467"/>
                  <a:pt x="778022" y="6599459"/>
                </a:cubicBezTo>
                <a:cubicBezTo>
                  <a:pt x="775575" y="6594543"/>
                  <a:pt x="773261" y="6589417"/>
                  <a:pt x="770604" y="6584899"/>
                </a:cubicBezTo>
                <a:cubicBezTo>
                  <a:pt x="767592" y="6579746"/>
                  <a:pt x="761957" y="6576854"/>
                  <a:pt x="759075" y="6573083"/>
                </a:cubicBezTo>
                <a:cubicBezTo>
                  <a:pt x="754148" y="6566597"/>
                  <a:pt x="751970" y="6565154"/>
                  <a:pt x="749018" y="6566084"/>
                </a:cubicBezTo>
                <a:close/>
                <a:moveTo>
                  <a:pt x="256726" y="6560219"/>
                </a:moveTo>
                <a:cubicBezTo>
                  <a:pt x="253251" y="6559868"/>
                  <a:pt x="252609" y="6566145"/>
                  <a:pt x="251004" y="6571662"/>
                </a:cubicBezTo>
                <a:cubicBezTo>
                  <a:pt x="249776" y="6575968"/>
                  <a:pt x="247582" y="6580045"/>
                  <a:pt x="248629" y="6583977"/>
                </a:cubicBezTo>
                <a:cubicBezTo>
                  <a:pt x="250234" y="6589956"/>
                  <a:pt x="253108" y="6595538"/>
                  <a:pt x="254822" y="6601253"/>
                </a:cubicBezTo>
                <a:cubicBezTo>
                  <a:pt x="256658" y="6607416"/>
                  <a:pt x="258043" y="6613391"/>
                  <a:pt x="259958" y="6618836"/>
                </a:cubicBezTo>
                <a:cubicBezTo>
                  <a:pt x="262236" y="6625319"/>
                  <a:pt x="266006" y="6630346"/>
                  <a:pt x="268236" y="6635040"/>
                </a:cubicBezTo>
                <a:cubicBezTo>
                  <a:pt x="272414" y="6643733"/>
                  <a:pt x="275336" y="6652473"/>
                  <a:pt x="278969" y="6651077"/>
                </a:cubicBezTo>
                <a:cubicBezTo>
                  <a:pt x="282069" y="6649899"/>
                  <a:pt x="280400" y="6640489"/>
                  <a:pt x="279962" y="6631726"/>
                </a:cubicBezTo>
                <a:cubicBezTo>
                  <a:pt x="279711" y="6626315"/>
                  <a:pt x="282036" y="6619816"/>
                  <a:pt x="280970" y="6613710"/>
                </a:cubicBezTo>
                <a:cubicBezTo>
                  <a:pt x="279922" y="6607566"/>
                  <a:pt x="280618" y="6600739"/>
                  <a:pt x="279196" y="6595589"/>
                </a:cubicBezTo>
                <a:cubicBezTo>
                  <a:pt x="278332" y="6592485"/>
                  <a:pt x="273186" y="6584624"/>
                  <a:pt x="269849" y="6576771"/>
                </a:cubicBezTo>
                <a:cubicBezTo>
                  <a:pt x="266513" y="6568917"/>
                  <a:pt x="261402" y="6560763"/>
                  <a:pt x="256710" y="6560257"/>
                </a:cubicBezTo>
                <a:close/>
                <a:moveTo>
                  <a:pt x="964557" y="6548169"/>
                </a:moveTo>
                <a:cubicBezTo>
                  <a:pt x="961305" y="6549814"/>
                  <a:pt x="960432" y="6553163"/>
                  <a:pt x="960119" y="6557498"/>
                </a:cubicBezTo>
                <a:cubicBezTo>
                  <a:pt x="959805" y="6561833"/>
                  <a:pt x="958732" y="6566291"/>
                  <a:pt x="959162" y="6569169"/>
                </a:cubicBezTo>
                <a:cubicBezTo>
                  <a:pt x="960089" y="6575394"/>
                  <a:pt x="961402" y="6581118"/>
                  <a:pt x="963266" y="6586055"/>
                </a:cubicBezTo>
                <a:cubicBezTo>
                  <a:pt x="965658" y="6592364"/>
                  <a:pt x="969508" y="6596673"/>
                  <a:pt x="972933" y="6600098"/>
                </a:cubicBezTo>
                <a:cubicBezTo>
                  <a:pt x="977712" y="6604930"/>
                  <a:pt x="982749" y="6607881"/>
                  <a:pt x="988170" y="6605066"/>
                </a:cubicBezTo>
                <a:cubicBezTo>
                  <a:pt x="991593" y="6603273"/>
                  <a:pt x="993604" y="6601350"/>
                  <a:pt x="994447" y="6598846"/>
                </a:cubicBezTo>
                <a:cubicBezTo>
                  <a:pt x="995293" y="6596342"/>
                  <a:pt x="994972" y="6593256"/>
                  <a:pt x="993738" y="6589136"/>
                </a:cubicBezTo>
                <a:cubicBezTo>
                  <a:pt x="992518" y="6585087"/>
                  <a:pt x="988174" y="6580482"/>
                  <a:pt x="986624" y="6573111"/>
                </a:cubicBezTo>
                <a:cubicBezTo>
                  <a:pt x="985746" y="6568985"/>
                  <a:pt x="987212" y="6564956"/>
                  <a:pt x="986694" y="6561555"/>
                </a:cubicBezTo>
                <a:cubicBezTo>
                  <a:pt x="986106" y="6557683"/>
                  <a:pt x="982324" y="6555745"/>
                  <a:pt x="979192" y="6552885"/>
                </a:cubicBezTo>
                <a:lnTo>
                  <a:pt x="979177" y="6552922"/>
                </a:lnTo>
                <a:cubicBezTo>
                  <a:pt x="975344" y="6549416"/>
                  <a:pt x="969274" y="6545767"/>
                  <a:pt x="964557" y="6548169"/>
                </a:cubicBezTo>
                <a:close/>
                <a:moveTo>
                  <a:pt x="873575" y="6526596"/>
                </a:moveTo>
                <a:cubicBezTo>
                  <a:pt x="870163" y="6528306"/>
                  <a:pt x="869389" y="6533951"/>
                  <a:pt x="869299" y="6539440"/>
                </a:cubicBezTo>
                <a:cubicBezTo>
                  <a:pt x="869203" y="6544309"/>
                  <a:pt x="870960" y="6549289"/>
                  <a:pt x="871742" y="6552801"/>
                </a:cubicBezTo>
                <a:cubicBezTo>
                  <a:pt x="873102" y="6558942"/>
                  <a:pt x="876945" y="6564002"/>
                  <a:pt x="879387" y="6569668"/>
                </a:cubicBezTo>
                <a:cubicBezTo>
                  <a:pt x="881961" y="6575653"/>
                  <a:pt x="882441" y="6582311"/>
                  <a:pt x="885713" y="6587263"/>
                </a:cubicBezTo>
                <a:cubicBezTo>
                  <a:pt x="889552" y="6593071"/>
                  <a:pt x="894675" y="6596766"/>
                  <a:pt x="898787" y="6600346"/>
                </a:cubicBezTo>
                <a:cubicBezTo>
                  <a:pt x="905069" y="6605807"/>
                  <a:pt x="910344" y="6610405"/>
                  <a:pt x="914886" y="6608106"/>
                </a:cubicBezTo>
                <a:cubicBezTo>
                  <a:pt x="920168" y="6605411"/>
                  <a:pt x="916327" y="6600972"/>
                  <a:pt x="912502" y="6593444"/>
                </a:cubicBezTo>
                <a:cubicBezTo>
                  <a:pt x="910457" y="6589359"/>
                  <a:pt x="912286" y="6582254"/>
                  <a:pt x="909653" y="6576199"/>
                </a:cubicBezTo>
                <a:cubicBezTo>
                  <a:pt x="907647" y="6571600"/>
                  <a:pt x="904338" y="6567163"/>
                  <a:pt x="902695" y="6561168"/>
                </a:cubicBezTo>
                <a:cubicBezTo>
                  <a:pt x="901263" y="6555837"/>
                  <a:pt x="901048" y="6550972"/>
                  <a:pt x="899800" y="6546779"/>
                </a:cubicBezTo>
                <a:cubicBezTo>
                  <a:pt x="898394" y="6542120"/>
                  <a:pt x="892887" y="6540080"/>
                  <a:pt x="889265" y="6536175"/>
                </a:cubicBezTo>
                <a:lnTo>
                  <a:pt x="889190" y="6536144"/>
                </a:lnTo>
                <a:cubicBezTo>
                  <a:pt x="884646" y="6531278"/>
                  <a:pt x="878313" y="6524247"/>
                  <a:pt x="873575" y="6526596"/>
                </a:cubicBezTo>
                <a:close/>
                <a:moveTo>
                  <a:pt x="387795" y="6521954"/>
                </a:moveTo>
                <a:cubicBezTo>
                  <a:pt x="382897" y="6522468"/>
                  <a:pt x="378671" y="6529497"/>
                  <a:pt x="377974" y="6536855"/>
                </a:cubicBezTo>
                <a:cubicBezTo>
                  <a:pt x="377519" y="6541528"/>
                  <a:pt x="379193" y="6547447"/>
                  <a:pt x="379963" y="6553518"/>
                </a:cubicBezTo>
                <a:cubicBezTo>
                  <a:pt x="380635" y="6558664"/>
                  <a:pt x="385401" y="6563313"/>
                  <a:pt x="386718" y="6568818"/>
                </a:cubicBezTo>
                <a:cubicBezTo>
                  <a:pt x="388007" y="6574178"/>
                  <a:pt x="388158" y="6579724"/>
                  <a:pt x="389884" y="6584780"/>
                </a:cubicBezTo>
                <a:cubicBezTo>
                  <a:pt x="391806" y="6590316"/>
                  <a:pt x="393201" y="6595633"/>
                  <a:pt x="395360" y="6600075"/>
                </a:cubicBezTo>
                <a:cubicBezTo>
                  <a:pt x="396590" y="6602624"/>
                  <a:pt x="399211" y="6605225"/>
                  <a:pt x="402567" y="6607339"/>
                </a:cubicBezTo>
                <a:cubicBezTo>
                  <a:pt x="406267" y="6609684"/>
                  <a:pt x="409161" y="6610897"/>
                  <a:pt x="411593" y="6609307"/>
                </a:cubicBezTo>
                <a:cubicBezTo>
                  <a:pt x="412906" y="6608442"/>
                  <a:pt x="414495" y="6606996"/>
                  <a:pt x="415724" y="6605117"/>
                </a:cubicBezTo>
                <a:cubicBezTo>
                  <a:pt x="416952" y="6603239"/>
                  <a:pt x="417821" y="6600927"/>
                  <a:pt x="417694" y="6598331"/>
                </a:cubicBezTo>
                <a:lnTo>
                  <a:pt x="417710" y="6598294"/>
                </a:lnTo>
                <a:cubicBezTo>
                  <a:pt x="417475" y="6593686"/>
                  <a:pt x="414083" y="6588285"/>
                  <a:pt x="412955" y="6582329"/>
                </a:cubicBezTo>
                <a:cubicBezTo>
                  <a:pt x="411957" y="6577224"/>
                  <a:pt x="409733" y="6572091"/>
                  <a:pt x="408315" y="6566722"/>
                </a:cubicBezTo>
                <a:cubicBezTo>
                  <a:pt x="406867" y="6561427"/>
                  <a:pt x="404671" y="6556439"/>
                  <a:pt x="402952" y="6551474"/>
                </a:cubicBezTo>
                <a:cubicBezTo>
                  <a:pt x="401008" y="6545884"/>
                  <a:pt x="401596" y="6539631"/>
                  <a:pt x="399502" y="6535348"/>
                </a:cubicBezTo>
                <a:cubicBezTo>
                  <a:pt x="395891" y="6528043"/>
                  <a:pt x="390880" y="6521655"/>
                  <a:pt x="387795" y="6521954"/>
                </a:cubicBezTo>
                <a:close/>
                <a:moveTo>
                  <a:pt x="513778" y="6489607"/>
                </a:moveTo>
                <a:cubicBezTo>
                  <a:pt x="510022" y="6489715"/>
                  <a:pt x="507685" y="6496031"/>
                  <a:pt x="506552" y="6500422"/>
                </a:cubicBezTo>
                <a:cubicBezTo>
                  <a:pt x="504990" y="6506577"/>
                  <a:pt x="502299" y="6512789"/>
                  <a:pt x="502324" y="6518637"/>
                </a:cubicBezTo>
                <a:cubicBezTo>
                  <a:pt x="502328" y="6525272"/>
                  <a:pt x="503824" y="6531824"/>
                  <a:pt x="504910" y="6537142"/>
                </a:cubicBezTo>
                <a:cubicBezTo>
                  <a:pt x="506773" y="6546193"/>
                  <a:pt x="513925" y="6551266"/>
                  <a:pt x="514667" y="6553080"/>
                </a:cubicBezTo>
                <a:cubicBezTo>
                  <a:pt x="515524" y="6555253"/>
                  <a:pt x="512391" y="6563049"/>
                  <a:pt x="514898" y="6568034"/>
                </a:cubicBezTo>
                <a:cubicBezTo>
                  <a:pt x="517170" y="6572524"/>
                  <a:pt x="522105" y="6577510"/>
                  <a:pt x="526754" y="6577379"/>
                </a:cubicBezTo>
                <a:cubicBezTo>
                  <a:pt x="529235" y="6577313"/>
                  <a:pt x="530415" y="6575840"/>
                  <a:pt x="530976" y="6573814"/>
                </a:cubicBezTo>
                <a:cubicBezTo>
                  <a:pt x="531537" y="6571788"/>
                  <a:pt x="531479" y="6569211"/>
                  <a:pt x="531483" y="6566934"/>
                </a:cubicBezTo>
                <a:cubicBezTo>
                  <a:pt x="531478" y="6562731"/>
                  <a:pt x="534365" y="6558369"/>
                  <a:pt x="534823" y="6555377"/>
                </a:cubicBezTo>
                <a:cubicBezTo>
                  <a:pt x="535748" y="6549265"/>
                  <a:pt x="535106" y="6543203"/>
                  <a:pt x="534836" y="6538049"/>
                </a:cubicBezTo>
                <a:cubicBezTo>
                  <a:pt x="534492" y="6531803"/>
                  <a:pt x="530162" y="6526850"/>
                  <a:pt x="528888" y="6521982"/>
                </a:cubicBezTo>
                <a:cubicBezTo>
                  <a:pt x="527150" y="6515373"/>
                  <a:pt x="524019" y="6510612"/>
                  <a:pt x="522458" y="6506642"/>
                </a:cubicBezTo>
                <a:cubicBezTo>
                  <a:pt x="521070" y="6503098"/>
                  <a:pt x="519676" y="6498623"/>
                  <a:pt x="518769" y="6494882"/>
                </a:cubicBezTo>
                <a:cubicBezTo>
                  <a:pt x="517751" y="6490564"/>
                  <a:pt x="518881" y="6489446"/>
                  <a:pt x="513778" y="6489607"/>
                </a:cubicBezTo>
                <a:close/>
                <a:moveTo>
                  <a:pt x="14167" y="6486026"/>
                </a:moveTo>
                <a:cubicBezTo>
                  <a:pt x="9612" y="6487833"/>
                  <a:pt x="11833" y="6495396"/>
                  <a:pt x="13121" y="6502657"/>
                </a:cubicBezTo>
                <a:cubicBezTo>
                  <a:pt x="13922" y="6507282"/>
                  <a:pt x="9486" y="6514709"/>
                  <a:pt x="11890" y="6520360"/>
                </a:cubicBezTo>
                <a:cubicBezTo>
                  <a:pt x="13946" y="6525156"/>
                  <a:pt x="18810" y="6529361"/>
                  <a:pt x="21567" y="6534274"/>
                </a:cubicBezTo>
                <a:cubicBezTo>
                  <a:pt x="24243" y="6539066"/>
                  <a:pt x="27396" y="6543879"/>
                  <a:pt x="30411" y="6548282"/>
                </a:cubicBezTo>
                <a:cubicBezTo>
                  <a:pt x="33729" y="6553121"/>
                  <a:pt x="37802" y="6557215"/>
                  <a:pt x="41101" y="6560940"/>
                </a:cubicBezTo>
                <a:cubicBezTo>
                  <a:pt x="42958" y="6563045"/>
                  <a:pt x="47479" y="6565646"/>
                  <a:pt x="51375" y="6567102"/>
                </a:cubicBezTo>
                <a:cubicBezTo>
                  <a:pt x="55723" y="6568746"/>
                  <a:pt x="60903" y="6568086"/>
                  <a:pt x="62802" y="6565874"/>
                </a:cubicBezTo>
                <a:cubicBezTo>
                  <a:pt x="64870" y="6563469"/>
                  <a:pt x="61674" y="6558018"/>
                  <a:pt x="59994" y="6553068"/>
                </a:cubicBezTo>
                <a:lnTo>
                  <a:pt x="60015" y="6553121"/>
                </a:lnTo>
                <a:cubicBezTo>
                  <a:pt x="58536" y="6548743"/>
                  <a:pt x="57774" y="6543074"/>
                  <a:pt x="55094" y="6537662"/>
                </a:cubicBezTo>
                <a:cubicBezTo>
                  <a:pt x="52756" y="6533012"/>
                  <a:pt x="48140" y="6529266"/>
                  <a:pt x="45320" y="6524502"/>
                </a:cubicBezTo>
                <a:cubicBezTo>
                  <a:pt x="42522" y="6519793"/>
                  <a:pt x="40059" y="6514915"/>
                  <a:pt x="37088" y="6510618"/>
                </a:cubicBezTo>
                <a:cubicBezTo>
                  <a:pt x="33694" y="6505748"/>
                  <a:pt x="30204" y="6501632"/>
                  <a:pt x="27046" y="6498099"/>
                </a:cubicBezTo>
                <a:cubicBezTo>
                  <a:pt x="21599" y="6492014"/>
                  <a:pt x="17032" y="6484883"/>
                  <a:pt x="14167" y="6486026"/>
                </a:cubicBezTo>
                <a:close/>
                <a:moveTo>
                  <a:pt x="149703" y="6449014"/>
                </a:moveTo>
                <a:lnTo>
                  <a:pt x="149725" y="6449067"/>
                </a:lnTo>
                <a:cubicBezTo>
                  <a:pt x="146220" y="6449103"/>
                  <a:pt x="142343" y="6451503"/>
                  <a:pt x="141262" y="6456931"/>
                </a:cubicBezTo>
                <a:cubicBezTo>
                  <a:pt x="140413" y="6461174"/>
                  <a:pt x="144090" y="6465368"/>
                  <a:pt x="145586" y="6469177"/>
                </a:cubicBezTo>
                <a:cubicBezTo>
                  <a:pt x="147868" y="6474910"/>
                  <a:pt x="149777" y="6480794"/>
                  <a:pt x="152116" y="6486285"/>
                </a:cubicBezTo>
                <a:cubicBezTo>
                  <a:pt x="154629" y="6492201"/>
                  <a:pt x="156927" y="6497895"/>
                  <a:pt x="159445" y="6503063"/>
                </a:cubicBezTo>
                <a:cubicBezTo>
                  <a:pt x="162415" y="6509259"/>
                  <a:pt x="165720" y="6514447"/>
                  <a:pt x="168500" y="6518884"/>
                </a:cubicBezTo>
                <a:cubicBezTo>
                  <a:pt x="173595" y="6527075"/>
                  <a:pt x="176977" y="6531764"/>
                  <a:pt x="180420" y="6529979"/>
                </a:cubicBezTo>
                <a:cubicBezTo>
                  <a:pt x="183351" y="6528465"/>
                  <a:pt x="182985" y="6522165"/>
                  <a:pt x="181585" y="6513486"/>
                </a:cubicBezTo>
                <a:cubicBezTo>
                  <a:pt x="180719" y="6508172"/>
                  <a:pt x="180102" y="6501944"/>
                  <a:pt x="178354" y="6495994"/>
                </a:cubicBezTo>
                <a:cubicBezTo>
                  <a:pt x="176622" y="6490005"/>
                  <a:pt x="173876" y="6484433"/>
                  <a:pt x="171861" y="6479433"/>
                </a:cubicBezTo>
                <a:cubicBezTo>
                  <a:pt x="170639" y="6476445"/>
                  <a:pt x="168521" y="6467686"/>
                  <a:pt x="164299" y="6460258"/>
                </a:cubicBezTo>
                <a:cubicBezTo>
                  <a:pt x="160115" y="6452845"/>
                  <a:pt x="154487" y="6448984"/>
                  <a:pt x="149703" y="6449014"/>
                </a:cubicBezTo>
                <a:close/>
                <a:moveTo>
                  <a:pt x="645496" y="6448209"/>
                </a:moveTo>
                <a:cubicBezTo>
                  <a:pt x="639530" y="6451061"/>
                  <a:pt x="641668" y="6463675"/>
                  <a:pt x="641645" y="6466893"/>
                </a:cubicBezTo>
                <a:lnTo>
                  <a:pt x="641607" y="6466877"/>
                </a:lnTo>
                <a:cubicBezTo>
                  <a:pt x="641538" y="6472951"/>
                  <a:pt x="638058" y="6477462"/>
                  <a:pt x="639762" y="6481935"/>
                </a:cubicBezTo>
                <a:cubicBezTo>
                  <a:pt x="641052" y="6485394"/>
                  <a:pt x="641853" y="6489178"/>
                  <a:pt x="643278" y="6495479"/>
                </a:cubicBezTo>
                <a:cubicBezTo>
                  <a:pt x="644873" y="6502427"/>
                  <a:pt x="647588" y="6506703"/>
                  <a:pt x="647748" y="6510750"/>
                </a:cubicBezTo>
                <a:cubicBezTo>
                  <a:pt x="648025" y="6517366"/>
                  <a:pt x="647299" y="6522368"/>
                  <a:pt x="650737" y="6527346"/>
                </a:cubicBezTo>
                <a:cubicBezTo>
                  <a:pt x="652760" y="6530316"/>
                  <a:pt x="657995" y="6529635"/>
                  <a:pt x="661201" y="6531155"/>
                </a:cubicBezTo>
                <a:cubicBezTo>
                  <a:pt x="664784" y="6532833"/>
                  <a:pt x="668303" y="6537403"/>
                  <a:pt x="671417" y="6535876"/>
                </a:cubicBezTo>
                <a:cubicBezTo>
                  <a:pt x="673699" y="6534754"/>
                  <a:pt x="675443" y="6532223"/>
                  <a:pt x="676582" y="6529201"/>
                </a:cubicBezTo>
                <a:cubicBezTo>
                  <a:pt x="677720" y="6526180"/>
                  <a:pt x="678253" y="6522667"/>
                  <a:pt x="678112" y="6519578"/>
                </a:cubicBezTo>
                <a:cubicBezTo>
                  <a:pt x="677765" y="6513021"/>
                  <a:pt x="674392" y="6509265"/>
                  <a:pt x="672013" y="6504818"/>
                </a:cubicBezTo>
                <a:cubicBezTo>
                  <a:pt x="669840" y="6500725"/>
                  <a:pt x="664398" y="6496632"/>
                  <a:pt x="663211" y="6490077"/>
                </a:cubicBezTo>
                <a:cubicBezTo>
                  <a:pt x="662165" y="6484244"/>
                  <a:pt x="663981" y="6479698"/>
                  <a:pt x="664622" y="6476164"/>
                </a:cubicBezTo>
                <a:cubicBezTo>
                  <a:pt x="665308" y="6472206"/>
                  <a:pt x="668714" y="6468504"/>
                  <a:pt x="667028" y="6462933"/>
                </a:cubicBezTo>
                <a:cubicBezTo>
                  <a:pt x="665758" y="6458687"/>
                  <a:pt x="661217" y="6455502"/>
                  <a:pt x="657850" y="6452677"/>
                </a:cubicBezTo>
                <a:cubicBezTo>
                  <a:pt x="653729" y="6449226"/>
                  <a:pt x="648967" y="6446568"/>
                  <a:pt x="645496" y="6448209"/>
                </a:cubicBezTo>
                <a:close/>
                <a:moveTo>
                  <a:pt x="277722" y="6412125"/>
                </a:moveTo>
                <a:cubicBezTo>
                  <a:pt x="274288" y="6413782"/>
                  <a:pt x="270735" y="6417202"/>
                  <a:pt x="270554" y="6422698"/>
                </a:cubicBezTo>
                <a:cubicBezTo>
                  <a:pt x="270420" y="6427550"/>
                  <a:pt x="272095" y="6432939"/>
                  <a:pt x="272824" y="6436472"/>
                </a:cubicBezTo>
                <a:cubicBezTo>
                  <a:pt x="274114" y="6442672"/>
                  <a:pt x="278814" y="6447692"/>
                  <a:pt x="281166" y="6453365"/>
                </a:cubicBezTo>
                <a:cubicBezTo>
                  <a:pt x="283669" y="6459410"/>
                  <a:pt x="284417" y="6465958"/>
                  <a:pt x="287619" y="6470969"/>
                </a:cubicBezTo>
                <a:cubicBezTo>
                  <a:pt x="291388" y="6476838"/>
                  <a:pt x="295183" y="6482230"/>
                  <a:pt x="299241" y="6485831"/>
                </a:cubicBezTo>
                <a:cubicBezTo>
                  <a:pt x="305454" y="6491353"/>
                  <a:pt x="312663" y="6494815"/>
                  <a:pt x="317188" y="6492554"/>
                </a:cubicBezTo>
                <a:cubicBezTo>
                  <a:pt x="322492" y="6489911"/>
                  <a:pt x="319132" y="6484435"/>
                  <a:pt x="315411" y="6476863"/>
                </a:cubicBezTo>
                <a:cubicBezTo>
                  <a:pt x="313420" y="6472757"/>
                  <a:pt x="314599" y="6466043"/>
                  <a:pt x="312035" y="6459929"/>
                </a:cubicBezTo>
                <a:cubicBezTo>
                  <a:pt x="310084" y="6455308"/>
                  <a:pt x="305999" y="6451032"/>
                  <a:pt x="304448" y="6445032"/>
                </a:cubicBezTo>
                <a:cubicBezTo>
                  <a:pt x="303068" y="6439679"/>
                  <a:pt x="302625" y="6434937"/>
                  <a:pt x="301391" y="6430707"/>
                </a:cubicBezTo>
                <a:cubicBezTo>
                  <a:pt x="300038" y="6426028"/>
                  <a:pt x="295144" y="6424110"/>
                  <a:pt x="291576" y="6420183"/>
                </a:cubicBezTo>
                <a:lnTo>
                  <a:pt x="291629" y="6420162"/>
                </a:lnTo>
                <a:cubicBezTo>
                  <a:pt x="287153" y="6415235"/>
                  <a:pt x="282482" y="6409830"/>
                  <a:pt x="277722" y="6412125"/>
                </a:cubicBezTo>
                <a:close/>
                <a:moveTo>
                  <a:pt x="412456" y="6373876"/>
                </a:moveTo>
                <a:cubicBezTo>
                  <a:pt x="410594" y="6373642"/>
                  <a:pt x="408415" y="6374123"/>
                  <a:pt x="406017" y="6374998"/>
                </a:cubicBezTo>
                <a:lnTo>
                  <a:pt x="405979" y="6374982"/>
                </a:lnTo>
                <a:cubicBezTo>
                  <a:pt x="402430" y="6376281"/>
                  <a:pt x="404049" y="6384123"/>
                  <a:pt x="404353" y="6388672"/>
                </a:cubicBezTo>
                <a:cubicBezTo>
                  <a:pt x="404793" y="6395004"/>
                  <a:pt x="405482" y="6400952"/>
                  <a:pt x="407366" y="6406473"/>
                </a:cubicBezTo>
                <a:cubicBezTo>
                  <a:pt x="409465" y="6412746"/>
                  <a:pt x="410026" y="6419526"/>
                  <a:pt x="412734" y="6424242"/>
                </a:cubicBezTo>
                <a:cubicBezTo>
                  <a:pt x="417324" y="6432266"/>
                  <a:pt x="426273" y="6434423"/>
                  <a:pt x="427542" y="6435928"/>
                </a:cubicBezTo>
                <a:cubicBezTo>
                  <a:pt x="429049" y="6437709"/>
                  <a:pt x="430889" y="6443653"/>
                  <a:pt x="434842" y="6447609"/>
                </a:cubicBezTo>
                <a:cubicBezTo>
                  <a:pt x="438423" y="6451187"/>
                  <a:pt x="441127" y="6454752"/>
                  <a:pt x="445513" y="6453140"/>
                </a:cubicBezTo>
                <a:cubicBezTo>
                  <a:pt x="450150" y="6451457"/>
                  <a:pt x="451500" y="6447601"/>
                  <a:pt x="450467" y="6443321"/>
                </a:cubicBezTo>
                <a:cubicBezTo>
                  <a:pt x="449487" y="6439328"/>
                  <a:pt x="448660" y="6434869"/>
                  <a:pt x="448150" y="6431870"/>
                </a:cubicBezTo>
                <a:cubicBezTo>
                  <a:pt x="447107" y="6425817"/>
                  <a:pt x="442252" y="6420954"/>
                  <a:pt x="440379" y="6416145"/>
                </a:cubicBezTo>
                <a:cubicBezTo>
                  <a:pt x="438107" y="6410285"/>
                  <a:pt x="438151" y="6403538"/>
                  <a:pt x="435404" y="6399336"/>
                </a:cubicBezTo>
                <a:cubicBezTo>
                  <a:pt x="431640" y="6393558"/>
                  <a:pt x="422603" y="6393089"/>
                  <a:pt x="419865" y="6389820"/>
                </a:cubicBezTo>
                <a:cubicBezTo>
                  <a:pt x="417444" y="6386948"/>
                  <a:pt x="418967" y="6380467"/>
                  <a:pt x="417003" y="6377036"/>
                </a:cubicBezTo>
                <a:cubicBezTo>
                  <a:pt x="415866" y="6375056"/>
                  <a:pt x="414319" y="6374109"/>
                  <a:pt x="412456" y="6373876"/>
                </a:cubicBezTo>
                <a:close/>
                <a:moveTo>
                  <a:pt x="47093" y="6332760"/>
                </a:moveTo>
                <a:cubicBezTo>
                  <a:pt x="41171" y="6335718"/>
                  <a:pt x="41595" y="6350842"/>
                  <a:pt x="41625" y="6354038"/>
                </a:cubicBezTo>
                <a:lnTo>
                  <a:pt x="41663" y="6354054"/>
                </a:lnTo>
                <a:cubicBezTo>
                  <a:pt x="41722" y="6360137"/>
                  <a:pt x="42241" y="6364379"/>
                  <a:pt x="44037" y="6368845"/>
                </a:cubicBezTo>
                <a:cubicBezTo>
                  <a:pt x="45397" y="6372245"/>
                  <a:pt x="47518" y="6375831"/>
                  <a:pt x="49086" y="6382104"/>
                </a:cubicBezTo>
                <a:cubicBezTo>
                  <a:pt x="50804" y="6388970"/>
                  <a:pt x="54052" y="6393558"/>
                  <a:pt x="54303" y="6397598"/>
                </a:cubicBezTo>
                <a:cubicBezTo>
                  <a:pt x="54670" y="6404208"/>
                  <a:pt x="56360" y="6405977"/>
                  <a:pt x="59903" y="6410911"/>
                </a:cubicBezTo>
                <a:cubicBezTo>
                  <a:pt x="64312" y="6417047"/>
                  <a:pt x="68399" y="6422164"/>
                  <a:pt x="74314" y="6419115"/>
                </a:cubicBezTo>
                <a:cubicBezTo>
                  <a:pt x="76566" y="6417958"/>
                  <a:pt x="78506" y="6416227"/>
                  <a:pt x="79828" y="6414018"/>
                </a:cubicBezTo>
                <a:cubicBezTo>
                  <a:pt x="81152" y="6411808"/>
                  <a:pt x="81858" y="6409119"/>
                  <a:pt x="81644" y="6406045"/>
                </a:cubicBezTo>
                <a:cubicBezTo>
                  <a:pt x="81192" y="6399532"/>
                  <a:pt x="82013" y="6393775"/>
                  <a:pt x="79566" y="6389388"/>
                </a:cubicBezTo>
                <a:cubicBezTo>
                  <a:pt x="77249" y="6385322"/>
                  <a:pt x="70348" y="6382918"/>
                  <a:pt x="69071" y="6376370"/>
                </a:cubicBezTo>
                <a:cubicBezTo>
                  <a:pt x="67933" y="6370542"/>
                  <a:pt x="72880" y="6366645"/>
                  <a:pt x="73157" y="6363135"/>
                </a:cubicBezTo>
                <a:cubicBezTo>
                  <a:pt x="73501" y="6359255"/>
                  <a:pt x="72771" y="6354881"/>
                  <a:pt x="70978" y="6349354"/>
                </a:cubicBezTo>
                <a:cubicBezTo>
                  <a:pt x="69580" y="6345099"/>
                  <a:pt x="66449" y="6339498"/>
                  <a:pt x="63013" y="6336731"/>
                </a:cubicBezTo>
                <a:cubicBezTo>
                  <a:pt x="58806" y="6333378"/>
                  <a:pt x="50504" y="6331050"/>
                  <a:pt x="47093" y="6332760"/>
                </a:cubicBezTo>
                <a:close/>
                <a:moveTo>
                  <a:pt x="184081" y="6296710"/>
                </a:moveTo>
                <a:cubicBezTo>
                  <a:pt x="179184" y="6297223"/>
                  <a:pt x="176332" y="6299389"/>
                  <a:pt x="175636" y="6306748"/>
                </a:cubicBezTo>
                <a:cubicBezTo>
                  <a:pt x="175180" y="6311420"/>
                  <a:pt x="175124" y="6317145"/>
                  <a:pt x="175893" y="6323216"/>
                </a:cubicBezTo>
                <a:cubicBezTo>
                  <a:pt x="176549" y="6328399"/>
                  <a:pt x="180558" y="6333174"/>
                  <a:pt x="181875" y="6338678"/>
                </a:cubicBezTo>
                <a:cubicBezTo>
                  <a:pt x="183164" y="6344037"/>
                  <a:pt x="185102" y="6349006"/>
                  <a:pt x="186828" y="6354063"/>
                </a:cubicBezTo>
                <a:cubicBezTo>
                  <a:pt x="188697" y="6359621"/>
                  <a:pt x="189356" y="6365115"/>
                  <a:pt x="191515" y="6369557"/>
                </a:cubicBezTo>
                <a:cubicBezTo>
                  <a:pt x="194136" y="6374900"/>
                  <a:pt x="202907" y="6382332"/>
                  <a:pt x="207490" y="6379300"/>
                </a:cubicBezTo>
                <a:cubicBezTo>
                  <a:pt x="210114" y="6377569"/>
                  <a:pt x="213442" y="6373214"/>
                  <a:pt x="213186" y="6368023"/>
                </a:cubicBezTo>
                <a:lnTo>
                  <a:pt x="213293" y="6367978"/>
                </a:lnTo>
                <a:cubicBezTo>
                  <a:pt x="213022" y="6363354"/>
                  <a:pt x="210280" y="6357873"/>
                  <a:pt x="209153" y="6351917"/>
                </a:cubicBezTo>
                <a:cubicBezTo>
                  <a:pt x="208193" y="6346828"/>
                  <a:pt x="208623" y="6340950"/>
                  <a:pt x="207205" y="6335581"/>
                </a:cubicBezTo>
                <a:cubicBezTo>
                  <a:pt x="205756" y="6330286"/>
                  <a:pt x="200581" y="6326085"/>
                  <a:pt x="198861" y="6321119"/>
                </a:cubicBezTo>
                <a:cubicBezTo>
                  <a:pt x="196918" y="6315529"/>
                  <a:pt x="197345" y="6309341"/>
                  <a:pt x="195251" y="6305059"/>
                </a:cubicBezTo>
                <a:cubicBezTo>
                  <a:pt x="191641" y="6297754"/>
                  <a:pt x="187167" y="6296410"/>
                  <a:pt x="184081" y="6296710"/>
                </a:cubicBezTo>
                <a:close/>
                <a:moveTo>
                  <a:pt x="65344" y="6190901"/>
                </a:moveTo>
                <a:cubicBezTo>
                  <a:pt x="61278" y="6192381"/>
                  <a:pt x="61110" y="6201111"/>
                  <a:pt x="61371" y="6206394"/>
                </a:cubicBezTo>
                <a:cubicBezTo>
                  <a:pt x="61610" y="6210783"/>
                  <a:pt x="63715" y="6212505"/>
                  <a:pt x="66829" y="6216462"/>
                </a:cubicBezTo>
                <a:cubicBezTo>
                  <a:pt x="68986" y="6219223"/>
                  <a:pt x="67819" y="6225279"/>
                  <a:pt x="70737" y="6229596"/>
                </a:cubicBezTo>
                <a:cubicBezTo>
                  <a:pt x="75977" y="6237231"/>
                  <a:pt x="80581" y="6241635"/>
                  <a:pt x="81970" y="6247390"/>
                </a:cubicBezTo>
                <a:cubicBezTo>
                  <a:pt x="82899" y="6251185"/>
                  <a:pt x="85736" y="6254010"/>
                  <a:pt x="86976" y="6257270"/>
                </a:cubicBezTo>
                <a:cubicBezTo>
                  <a:pt x="88217" y="6260532"/>
                  <a:pt x="89837" y="6262360"/>
                  <a:pt x="92840" y="6265210"/>
                </a:cubicBezTo>
                <a:cubicBezTo>
                  <a:pt x="95358" y="6267636"/>
                  <a:pt x="97461" y="6270418"/>
                  <a:pt x="100875" y="6271759"/>
                </a:cubicBezTo>
                <a:cubicBezTo>
                  <a:pt x="105018" y="6273363"/>
                  <a:pt x="109587" y="6276382"/>
                  <a:pt x="112001" y="6274519"/>
                </a:cubicBezTo>
                <a:cubicBezTo>
                  <a:pt x="115235" y="6272070"/>
                  <a:pt x="115608" y="6263693"/>
                  <a:pt x="114286" y="6255356"/>
                </a:cubicBezTo>
                <a:cubicBezTo>
                  <a:pt x="113457" y="6250056"/>
                  <a:pt x="112955" y="6243345"/>
                  <a:pt x="110551" y="6237165"/>
                </a:cubicBezTo>
                <a:cubicBezTo>
                  <a:pt x="108416" y="6231716"/>
                  <a:pt x="104431" y="6226465"/>
                  <a:pt x="101211" y="6221180"/>
                </a:cubicBezTo>
                <a:cubicBezTo>
                  <a:pt x="98050" y="6215966"/>
                  <a:pt x="94460" y="6210615"/>
                  <a:pt x="90337" y="6206323"/>
                </a:cubicBezTo>
                <a:cubicBezTo>
                  <a:pt x="88254" y="6204124"/>
                  <a:pt x="81849" y="6203386"/>
                  <a:pt x="77748" y="6200519"/>
                </a:cubicBezTo>
                <a:cubicBezTo>
                  <a:pt x="73649" y="6197651"/>
                  <a:pt x="69325" y="6189518"/>
                  <a:pt x="65381" y="6190916"/>
                </a:cubicBezTo>
                <a:close/>
                <a:moveTo>
                  <a:pt x="211728" y="0"/>
                </a:moveTo>
                <a:lnTo>
                  <a:pt x="4559827" y="0"/>
                </a:lnTo>
                <a:lnTo>
                  <a:pt x="4559827" y="6857999"/>
                </a:lnTo>
                <a:lnTo>
                  <a:pt x="484767" y="6857999"/>
                </a:lnTo>
                <a:lnTo>
                  <a:pt x="484724" y="6847507"/>
                </a:lnTo>
                <a:cubicBezTo>
                  <a:pt x="485025" y="6842149"/>
                  <a:pt x="489246" y="6835869"/>
                  <a:pt x="488151" y="6829308"/>
                </a:cubicBezTo>
                <a:cubicBezTo>
                  <a:pt x="487180" y="6823506"/>
                  <a:pt x="483151" y="6818149"/>
                  <a:pt x="481082" y="6812330"/>
                </a:cubicBezTo>
                <a:cubicBezTo>
                  <a:pt x="479036" y="6806564"/>
                  <a:pt x="477139" y="6800861"/>
                  <a:pt x="473990" y="6795827"/>
                </a:cubicBezTo>
                <a:cubicBezTo>
                  <a:pt x="472413" y="6793266"/>
                  <a:pt x="471072" y="6787397"/>
                  <a:pt x="467554" y="6783669"/>
                </a:cubicBezTo>
                <a:cubicBezTo>
                  <a:pt x="464131" y="6780024"/>
                  <a:pt x="458803" y="6775979"/>
                  <a:pt x="454676" y="6776549"/>
                </a:cubicBezTo>
                <a:lnTo>
                  <a:pt x="454639" y="6776533"/>
                </a:lnTo>
                <a:cubicBezTo>
                  <a:pt x="450367" y="6777133"/>
                  <a:pt x="449151" y="6783830"/>
                  <a:pt x="448330" y="6789059"/>
                </a:cubicBezTo>
                <a:cubicBezTo>
                  <a:pt x="447638" y="6793456"/>
                  <a:pt x="447447" y="6796338"/>
                  <a:pt x="449782" y="6800677"/>
                </a:cubicBezTo>
                <a:cubicBezTo>
                  <a:pt x="451405" y="6803657"/>
                  <a:pt x="453344" y="6807254"/>
                  <a:pt x="455308" y="6812057"/>
                </a:cubicBezTo>
                <a:cubicBezTo>
                  <a:pt x="456879" y="6815899"/>
                  <a:pt x="455683" y="6819598"/>
                  <a:pt x="456078" y="6822770"/>
                </a:cubicBezTo>
                <a:cubicBezTo>
                  <a:pt x="456579" y="6826740"/>
                  <a:pt x="457440" y="6830063"/>
                  <a:pt x="457530" y="6833329"/>
                </a:cubicBezTo>
                <a:cubicBezTo>
                  <a:pt x="457647" y="6837269"/>
                  <a:pt x="461693" y="6840158"/>
                  <a:pt x="462554" y="6843482"/>
                </a:cubicBezTo>
                <a:cubicBezTo>
                  <a:pt x="463415" y="6846805"/>
                  <a:pt x="461980" y="6850758"/>
                  <a:pt x="464324" y="6854128"/>
                </a:cubicBezTo>
                <a:lnTo>
                  <a:pt x="468230" y="6857999"/>
                </a:lnTo>
                <a:lnTo>
                  <a:pt x="349625" y="6857999"/>
                </a:lnTo>
                <a:lnTo>
                  <a:pt x="346851" y="6846439"/>
                </a:lnTo>
                <a:cubicBezTo>
                  <a:pt x="344253" y="6840089"/>
                  <a:pt x="342193" y="6834672"/>
                  <a:pt x="340135" y="6830936"/>
                </a:cubicBezTo>
                <a:cubicBezTo>
                  <a:pt x="338269" y="6827589"/>
                  <a:pt x="338667" y="6823158"/>
                  <a:pt x="337257" y="6820090"/>
                </a:cubicBezTo>
                <a:cubicBezTo>
                  <a:pt x="336464" y="6818343"/>
                  <a:pt x="335046" y="6817694"/>
                  <a:pt x="333205" y="6817580"/>
                </a:cubicBezTo>
                <a:cubicBezTo>
                  <a:pt x="331364" y="6817467"/>
                  <a:pt x="329100" y="6817890"/>
                  <a:pt x="326615" y="6818285"/>
                </a:cubicBezTo>
                <a:lnTo>
                  <a:pt x="326646" y="6818210"/>
                </a:lnTo>
                <a:cubicBezTo>
                  <a:pt x="322943" y="6818826"/>
                  <a:pt x="322545" y="6824098"/>
                  <a:pt x="321987" y="6828595"/>
                </a:cubicBezTo>
                <a:cubicBezTo>
                  <a:pt x="321202" y="6834899"/>
                  <a:pt x="319548" y="6841061"/>
                  <a:pt x="320315" y="6846821"/>
                </a:cubicBezTo>
                <a:lnTo>
                  <a:pt x="325749" y="6857999"/>
                </a:lnTo>
                <a:lnTo>
                  <a:pt x="215876" y="6857999"/>
                </a:lnTo>
                <a:lnTo>
                  <a:pt x="208935" y="6852668"/>
                </a:lnTo>
                <a:cubicBezTo>
                  <a:pt x="205619" y="6851384"/>
                  <a:pt x="202098" y="6850981"/>
                  <a:pt x="199532" y="6851675"/>
                </a:cubicBezTo>
                <a:lnTo>
                  <a:pt x="196182" y="6857999"/>
                </a:lnTo>
                <a:lnTo>
                  <a:pt x="4354" y="6857999"/>
                </a:lnTo>
                <a:lnTo>
                  <a:pt x="3933" y="6851942"/>
                </a:lnTo>
                <a:lnTo>
                  <a:pt x="3895" y="6851926"/>
                </a:lnTo>
                <a:lnTo>
                  <a:pt x="3462" y="6849781"/>
                </a:lnTo>
                <a:lnTo>
                  <a:pt x="1162" y="6811525"/>
                </a:lnTo>
                <a:lnTo>
                  <a:pt x="840" y="6698063"/>
                </a:lnTo>
                <a:lnTo>
                  <a:pt x="6408" y="6706614"/>
                </a:lnTo>
                <a:cubicBezTo>
                  <a:pt x="10586" y="6715306"/>
                  <a:pt x="13210" y="6719589"/>
                  <a:pt x="16843" y="6718193"/>
                </a:cubicBezTo>
                <a:cubicBezTo>
                  <a:pt x="18393" y="6717605"/>
                  <a:pt x="20395" y="6715856"/>
                  <a:pt x="21955" y="6713160"/>
                </a:cubicBezTo>
                <a:cubicBezTo>
                  <a:pt x="23515" y="6710464"/>
                  <a:pt x="24633" y="6706819"/>
                  <a:pt x="24414" y="6702439"/>
                </a:cubicBezTo>
                <a:cubicBezTo>
                  <a:pt x="24163" y="6697027"/>
                  <a:pt x="19872" y="6691029"/>
                  <a:pt x="18808" y="6684923"/>
                </a:cubicBezTo>
                <a:cubicBezTo>
                  <a:pt x="17743" y="6678817"/>
                  <a:pt x="16421" y="6672692"/>
                  <a:pt x="14963" y="6667526"/>
                </a:cubicBezTo>
                <a:cubicBezTo>
                  <a:pt x="14098" y="6664422"/>
                  <a:pt x="13105" y="6655295"/>
                  <a:pt x="9769" y="6647441"/>
                </a:cubicBezTo>
                <a:lnTo>
                  <a:pt x="671" y="6638298"/>
                </a:lnTo>
                <a:lnTo>
                  <a:pt x="0" y="6402016"/>
                </a:lnTo>
                <a:lnTo>
                  <a:pt x="18295" y="6064618"/>
                </a:lnTo>
                <a:lnTo>
                  <a:pt x="111350" y="6142606"/>
                </a:lnTo>
                <a:lnTo>
                  <a:pt x="216764" y="6210552"/>
                </a:lnTo>
                <a:lnTo>
                  <a:pt x="217482" y="6213286"/>
                </a:lnTo>
                <a:cubicBezTo>
                  <a:pt x="219990" y="6218582"/>
                  <a:pt x="224951" y="6222031"/>
                  <a:pt x="227606" y="6226239"/>
                </a:cubicBezTo>
                <a:cubicBezTo>
                  <a:pt x="229134" y="6228603"/>
                  <a:pt x="230105" y="6233565"/>
                  <a:pt x="233668" y="6235499"/>
                </a:cubicBezTo>
                <a:cubicBezTo>
                  <a:pt x="237666" y="6237661"/>
                  <a:pt x="241964" y="6237206"/>
                  <a:pt x="244197" y="6235356"/>
                </a:cubicBezTo>
                <a:lnTo>
                  <a:pt x="245051" y="6228785"/>
                </a:lnTo>
                <a:lnTo>
                  <a:pt x="296670" y="6262058"/>
                </a:lnTo>
                <a:lnTo>
                  <a:pt x="305372" y="6266215"/>
                </a:lnTo>
                <a:lnTo>
                  <a:pt x="306774" y="6276647"/>
                </a:lnTo>
                <a:lnTo>
                  <a:pt x="306827" y="6276626"/>
                </a:lnTo>
                <a:cubicBezTo>
                  <a:pt x="306886" y="6282708"/>
                  <a:pt x="302784" y="6287225"/>
                  <a:pt x="304580" y="6291692"/>
                </a:cubicBezTo>
                <a:cubicBezTo>
                  <a:pt x="305939" y="6295091"/>
                  <a:pt x="308952" y="6298342"/>
                  <a:pt x="310520" y="6304615"/>
                </a:cubicBezTo>
                <a:cubicBezTo>
                  <a:pt x="312222" y="6311519"/>
                  <a:pt x="311688" y="6316381"/>
                  <a:pt x="311940" y="6320421"/>
                </a:cubicBezTo>
                <a:cubicBezTo>
                  <a:pt x="312308" y="6327032"/>
                  <a:pt x="317680" y="6328442"/>
                  <a:pt x="321224" y="6333375"/>
                </a:cubicBezTo>
                <a:cubicBezTo>
                  <a:pt x="323221" y="6336202"/>
                  <a:pt x="325101" y="6339201"/>
                  <a:pt x="328009" y="6341435"/>
                </a:cubicBezTo>
                <a:cubicBezTo>
                  <a:pt x="331417" y="6344057"/>
                  <a:pt x="335083" y="6348909"/>
                  <a:pt x="338281" y="6347286"/>
                </a:cubicBezTo>
                <a:cubicBezTo>
                  <a:pt x="340541" y="6346111"/>
                  <a:pt x="342284" y="6342950"/>
                  <a:pt x="343410" y="6339314"/>
                </a:cubicBezTo>
                <a:cubicBezTo>
                  <a:pt x="344535" y="6335679"/>
                  <a:pt x="345042" y="6331569"/>
                  <a:pt x="344828" y="6328494"/>
                </a:cubicBezTo>
                <a:cubicBezTo>
                  <a:pt x="344338" y="6321965"/>
                  <a:pt x="340287" y="6317925"/>
                  <a:pt x="337839" y="6313539"/>
                </a:cubicBezTo>
                <a:cubicBezTo>
                  <a:pt x="335575" y="6309451"/>
                  <a:pt x="332268" y="6305324"/>
                  <a:pt x="330991" y="6298775"/>
                </a:cubicBezTo>
                <a:cubicBezTo>
                  <a:pt x="329837" y="6292986"/>
                  <a:pt x="333324" y="6289095"/>
                  <a:pt x="333852" y="6285514"/>
                </a:cubicBezTo>
                <a:lnTo>
                  <a:pt x="330958" y="6278440"/>
                </a:lnTo>
                <a:lnTo>
                  <a:pt x="495166" y="6356895"/>
                </a:lnTo>
                <a:lnTo>
                  <a:pt x="544568" y="6372979"/>
                </a:lnTo>
                <a:lnTo>
                  <a:pt x="546484" y="6381793"/>
                </a:lnTo>
                <a:cubicBezTo>
                  <a:pt x="548827" y="6387904"/>
                  <a:pt x="551067" y="6393840"/>
                  <a:pt x="554163" y="6398896"/>
                </a:cubicBezTo>
                <a:cubicBezTo>
                  <a:pt x="557796" y="6404883"/>
                  <a:pt x="563101" y="6408565"/>
                  <a:pt x="567058" y="6412301"/>
                </a:cubicBezTo>
                <a:cubicBezTo>
                  <a:pt x="573117" y="6417979"/>
                  <a:pt x="579140" y="6424481"/>
                  <a:pt x="583747" y="6422343"/>
                </a:cubicBezTo>
                <a:cubicBezTo>
                  <a:pt x="586432" y="6421102"/>
                  <a:pt x="587306" y="6418593"/>
                  <a:pt x="587066" y="6415437"/>
                </a:cubicBezTo>
                <a:cubicBezTo>
                  <a:pt x="586826" y="6412279"/>
                  <a:pt x="585471" y="6408473"/>
                  <a:pt x="583699" y="6404635"/>
                </a:cubicBezTo>
                <a:cubicBezTo>
                  <a:pt x="581778" y="6400469"/>
                  <a:pt x="581603" y="6394560"/>
                  <a:pt x="579199" y="6388379"/>
                </a:cubicBezTo>
                <a:lnTo>
                  <a:pt x="577012" y="6383542"/>
                </a:lnTo>
                <a:lnTo>
                  <a:pt x="703887" y="6424850"/>
                </a:lnTo>
                <a:lnTo>
                  <a:pt x="776938" y="6437973"/>
                </a:lnTo>
                <a:lnTo>
                  <a:pt x="778633" y="6450564"/>
                </a:lnTo>
                <a:cubicBezTo>
                  <a:pt x="780469" y="6456728"/>
                  <a:pt x="780978" y="6463000"/>
                  <a:pt x="782894" y="6468445"/>
                </a:cubicBezTo>
                <a:cubicBezTo>
                  <a:pt x="785172" y="6474926"/>
                  <a:pt x="786009" y="6481468"/>
                  <a:pt x="788241" y="6486161"/>
                </a:cubicBezTo>
                <a:cubicBezTo>
                  <a:pt x="792419" y="6494854"/>
                  <a:pt x="797176" y="6496891"/>
                  <a:pt x="800808" y="6495495"/>
                </a:cubicBezTo>
                <a:cubicBezTo>
                  <a:pt x="802359" y="6494906"/>
                  <a:pt x="803851" y="6493453"/>
                  <a:pt x="804896" y="6491050"/>
                </a:cubicBezTo>
                <a:cubicBezTo>
                  <a:pt x="805942" y="6488646"/>
                  <a:pt x="806541" y="6485293"/>
                  <a:pt x="806303" y="6480904"/>
                </a:cubicBezTo>
                <a:cubicBezTo>
                  <a:pt x="806052" y="6475493"/>
                  <a:pt x="805482" y="6469152"/>
                  <a:pt x="804418" y="6463045"/>
                </a:cubicBezTo>
                <a:cubicBezTo>
                  <a:pt x="803353" y="6456940"/>
                  <a:pt x="803386" y="6450321"/>
                  <a:pt x="801944" y="6445118"/>
                </a:cubicBezTo>
                <a:lnTo>
                  <a:pt x="800260" y="6442163"/>
                </a:lnTo>
                <a:lnTo>
                  <a:pt x="919880" y="6463652"/>
                </a:lnTo>
                <a:lnTo>
                  <a:pt x="935306" y="6464280"/>
                </a:lnTo>
                <a:lnTo>
                  <a:pt x="938120" y="6465637"/>
                </a:lnTo>
                <a:lnTo>
                  <a:pt x="939062" y="6464432"/>
                </a:lnTo>
                <a:lnTo>
                  <a:pt x="998064" y="6466832"/>
                </a:lnTo>
                <a:lnTo>
                  <a:pt x="997728" y="6467614"/>
                </a:lnTo>
                <a:cubicBezTo>
                  <a:pt x="997974" y="6473244"/>
                  <a:pt x="999781" y="6478423"/>
                  <a:pt x="1001020" y="6482744"/>
                </a:cubicBezTo>
                <a:cubicBezTo>
                  <a:pt x="1002615" y="6488322"/>
                  <a:pt x="1005433" y="6492774"/>
                  <a:pt x="1007688" y="6496460"/>
                </a:cubicBezTo>
                <a:cubicBezTo>
                  <a:pt x="1011699" y="6502916"/>
                  <a:pt x="1015492" y="6506937"/>
                  <a:pt x="1016806" y="6508548"/>
                </a:cubicBezTo>
                <a:cubicBezTo>
                  <a:pt x="1018259" y="6510351"/>
                  <a:pt x="1022045" y="6514811"/>
                  <a:pt x="1025914" y="6518864"/>
                </a:cubicBezTo>
                <a:cubicBezTo>
                  <a:pt x="1029426" y="6522502"/>
                  <a:pt x="1033392" y="6525269"/>
                  <a:pt x="1037822" y="6523764"/>
                </a:cubicBezTo>
                <a:cubicBezTo>
                  <a:pt x="1040171" y="6522957"/>
                  <a:pt x="1041009" y="6521507"/>
                  <a:pt x="1041095" y="6519746"/>
                </a:cubicBezTo>
                <a:cubicBezTo>
                  <a:pt x="1041181" y="6517986"/>
                  <a:pt x="1040514" y="6515915"/>
                  <a:pt x="1039848" y="6513867"/>
                </a:cubicBezTo>
                <a:cubicBezTo>
                  <a:pt x="1038629" y="6510129"/>
                  <a:pt x="1037119" y="6505826"/>
                  <a:pt x="1036684" y="6502858"/>
                </a:cubicBezTo>
                <a:cubicBezTo>
                  <a:pt x="1035356" y="6493900"/>
                  <a:pt x="1035365" y="6486917"/>
                  <a:pt x="1032899" y="6482259"/>
                </a:cubicBezTo>
                <a:cubicBezTo>
                  <a:pt x="1028825" y="6474582"/>
                  <a:pt x="1021563" y="6472513"/>
                  <a:pt x="1017677" y="6467658"/>
                </a:cubicBezTo>
                <a:lnTo>
                  <a:pt x="1017661" y="6467629"/>
                </a:lnTo>
                <a:lnTo>
                  <a:pt x="1147182" y="6472897"/>
                </a:lnTo>
                <a:cubicBezTo>
                  <a:pt x="1374841" y="6472455"/>
                  <a:pt x="1603108" y="6450031"/>
                  <a:pt x="1827803" y="6469290"/>
                </a:cubicBezTo>
                <a:cubicBezTo>
                  <a:pt x="2390667" y="6496532"/>
                  <a:pt x="2999505" y="6498412"/>
                  <a:pt x="3300114" y="5937351"/>
                </a:cubicBezTo>
                <a:cubicBezTo>
                  <a:pt x="3441592" y="5682995"/>
                  <a:pt x="3441719" y="5373242"/>
                  <a:pt x="3387617" y="5091556"/>
                </a:cubicBezTo>
                <a:cubicBezTo>
                  <a:pt x="3345453" y="4842763"/>
                  <a:pt x="3224295" y="4614163"/>
                  <a:pt x="3087134" y="4402454"/>
                </a:cubicBezTo>
                <a:cubicBezTo>
                  <a:pt x="2741187" y="3861942"/>
                  <a:pt x="2217312" y="3444874"/>
                  <a:pt x="1613808" y="3228974"/>
                </a:cubicBezTo>
                <a:cubicBezTo>
                  <a:pt x="1362094" y="3142360"/>
                  <a:pt x="1086758" y="3102482"/>
                  <a:pt x="822217" y="3158616"/>
                </a:cubicBezTo>
                <a:cubicBezTo>
                  <a:pt x="678008" y="3188525"/>
                  <a:pt x="537407" y="3238436"/>
                  <a:pt x="404961" y="3305382"/>
                </a:cubicBezTo>
                <a:lnTo>
                  <a:pt x="379435" y="3319669"/>
                </a:lnTo>
                <a:lnTo>
                  <a:pt x="383124" y="3294552"/>
                </a:lnTo>
                <a:cubicBezTo>
                  <a:pt x="455546" y="2730117"/>
                  <a:pt x="457061" y="2150587"/>
                  <a:pt x="387496" y="1591183"/>
                </a:cubicBezTo>
                <a:cubicBezTo>
                  <a:pt x="347745" y="1199642"/>
                  <a:pt x="254908" y="808228"/>
                  <a:pt x="228492" y="403733"/>
                </a:cubicBezTo>
                <a:cubicBezTo>
                  <a:pt x="225190" y="287909"/>
                  <a:pt x="219348" y="167386"/>
                  <a:pt x="213506" y="43942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BB011B7C-FFE0-1A74-9AB9-864F04915C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25" name="Graphic 15">
            <a:extLst>
              <a:ext uri="{FF2B5EF4-FFF2-40B4-BE49-F238E27FC236}">
                <a16:creationId xmlns:a16="http://schemas.microsoft.com/office/drawing/2014/main" id="{B8269E25-AC49-23C4-88A9-FAA9CA2EAE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81527" y="3132607"/>
            <a:ext cx="3971667" cy="3345796"/>
          </a:xfrm>
          <a:custGeom>
            <a:avLst/>
            <a:gdLst>
              <a:gd name="connsiteX0" fmla="*/ 3637780 w 3971667"/>
              <a:gd name="connsiteY0" fmla="*/ 1269847 h 3345796"/>
              <a:gd name="connsiteX1" fmla="*/ 2164454 w 3971667"/>
              <a:gd name="connsiteY1" fmla="*/ 96367 h 3345796"/>
              <a:gd name="connsiteX2" fmla="*/ 1372863 w 3971667"/>
              <a:gd name="connsiteY2" fmla="*/ 26009 h 3345796"/>
              <a:gd name="connsiteX3" fmla="*/ 382390 w 3971667"/>
              <a:gd name="connsiteY3" fmla="*/ 635736 h 3345796"/>
              <a:gd name="connsiteX4" fmla="*/ 111499 w 3971667"/>
              <a:gd name="connsiteY4" fmla="*/ 2331440 h 3345796"/>
              <a:gd name="connsiteX5" fmla="*/ 1470526 w 3971667"/>
              <a:gd name="connsiteY5" fmla="*/ 3331045 h 3345796"/>
              <a:gd name="connsiteX6" fmla="*/ 2378449 w 3971667"/>
              <a:gd name="connsiteY6" fmla="*/ 3336683 h 3345796"/>
              <a:gd name="connsiteX7" fmla="*/ 3850760 w 3971667"/>
              <a:gd name="connsiteY7" fmla="*/ 2804744 h 3345796"/>
              <a:gd name="connsiteX8" fmla="*/ 3938263 w 3971667"/>
              <a:gd name="connsiteY8" fmla="*/ 1958949 h 3345796"/>
              <a:gd name="connsiteX9" fmla="*/ 3637780 w 3971667"/>
              <a:gd name="connsiteY9" fmla="*/ 1269847 h 3345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71667" h="3345796">
                <a:moveTo>
                  <a:pt x="3637780" y="1269847"/>
                </a:moveTo>
                <a:cubicBezTo>
                  <a:pt x="3291833" y="729335"/>
                  <a:pt x="2767958" y="312267"/>
                  <a:pt x="2164454" y="96367"/>
                </a:cubicBezTo>
                <a:cubicBezTo>
                  <a:pt x="1912740" y="9753"/>
                  <a:pt x="1637404" y="-30125"/>
                  <a:pt x="1372863" y="26009"/>
                </a:cubicBezTo>
                <a:cubicBezTo>
                  <a:pt x="988306" y="105765"/>
                  <a:pt x="629404" y="327761"/>
                  <a:pt x="382390" y="635736"/>
                </a:cubicBezTo>
                <a:cubicBezTo>
                  <a:pt x="32886" y="1112494"/>
                  <a:pt x="-122562" y="1770100"/>
                  <a:pt x="111499" y="2331440"/>
                </a:cubicBezTo>
                <a:cubicBezTo>
                  <a:pt x="350513" y="2870708"/>
                  <a:pt x="887468" y="3268459"/>
                  <a:pt x="1470526" y="3331045"/>
                </a:cubicBezTo>
                <a:cubicBezTo>
                  <a:pt x="1772913" y="3359429"/>
                  <a:pt x="2078855" y="3311004"/>
                  <a:pt x="2378449" y="3336683"/>
                </a:cubicBezTo>
                <a:cubicBezTo>
                  <a:pt x="2941313" y="3363925"/>
                  <a:pt x="3550151" y="3365805"/>
                  <a:pt x="3850760" y="2804744"/>
                </a:cubicBezTo>
                <a:cubicBezTo>
                  <a:pt x="3992238" y="2550388"/>
                  <a:pt x="3992365" y="2240635"/>
                  <a:pt x="3938263" y="1958949"/>
                </a:cubicBezTo>
                <a:cubicBezTo>
                  <a:pt x="3896099" y="1710156"/>
                  <a:pt x="3774941" y="1481556"/>
                  <a:pt x="3637780" y="1269847"/>
                </a:cubicBezTo>
                <a:close/>
              </a:path>
            </a:pathLst>
          </a:custGeom>
          <a:gradFill>
            <a:gsLst>
              <a:gs pos="0">
                <a:srgbClr val="E6F2FF"/>
              </a:gs>
              <a:gs pos="70000">
                <a:srgbClr val="87BEEB"/>
              </a:gs>
            </a:gsLst>
            <a:lin ang="8027074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4CA2C6-DBE4-0015-4388-40F19024CD13}"/>
              </a:ext>
            </a:extLst>
          </p:cNvPr>
          <p:cNvCxnSpPr>
            <a:cxnSpLocks/>
          </p:cNvCxnSpPr>
          <p:nvPr/>
        </p:nvCxnSpPr>
        <p:spPr>
          <a:xfrm>
            <a:off x="2564780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3742A0-7664-13B3-5D85-6B9D92B8BFE1}"/>
              </a:ext>
            </a:extLst>
          </p:cNvPr>
          <p:cNvCxnSpPr>
            <a:cxnSpLocks/>
          </p:cNvCxnSpPr>
          <p:nvPr/>
        </p:nvCxnSpPr>
        <p:spPr>
          <a:xfrm>
            <a:off x="4869366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4BA932C-9877-12F8-0340-1409D918E7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6939" y="4258118"/>
            <a:ext cx="1701800" cy="6715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800" b="1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 dirty="0"/>
              <a:t>KPI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D5EC7AE-948E-F172-BF85-A69A2A557A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96939" y="5032220"/>
            <a:ext cx="1701800" cy="7812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rgbClr val="003359"/>
                </a:solidFill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A98A49A-D57D-1C92-BC8F-90EF9367DF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79222" y="4258118"/>
            <a:ext cx="1701800" cy="6715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800" b="1">
                <a:solidFill>
                  <a:srgbClr val="003359"/>
                </a:solidFill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 dirty="0"/>
              <a:t>KPI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BFAA6FF-8587-5EA0-97A1-E56E8193E88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879222" y="5032220"/>
            <a:ext cx="1701800" cy="7812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3359"/>
                </a:solidFill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7D1BBC4F-46EA-2083-A138-47B0E9FD797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68939" y="4258118"/>
            <a:ext cx="1701800" cy="6715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800" b="1">
                <a:solidFill>
                  <a:srgbClr val="003359"/>
                </a:solidFill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/>
              <a:t>KPI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BBEAA42A-B4C3-DB18-2E1D-DF1ABFD4CBA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168939" y="5032220"/>
            <a:ext cx="1701800" cy="7812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3359"/>
                </a:solidFill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8AF5B62-8E07-7C2C-38BF-9D984E11A75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7376" y="433388"/>
            <a:ext cx="3235688" cy="3333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2E49C6-ECA4-3E1C-B89A-190CFE460A21}"/>
              </a:ext>
            </a:extLst>
          </p:cNvPr>
          <p:cNvCxnSpPr>
            <a:cxnSpLocks/>
          </p:cNvCxnSpPr>
          <p:nvPr/>
        </p:nvCxnSpPr>
        <p:spPr>
          <a:xfrm>
            <a:off x="2564780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03BEEAC-19AA-925C-D04A-BC171740E044}"/>
              </a:ext>
            </a:extLst>
          </p:cNvPr>
          <p:cNvCxnSpPr>
            <a:cxnSpLocks/>
          </p:cNvCxnSpPr>
          <p:nvPr/>
        </p:nvCxnSpPr>
        <p:spPr>
          <a:xfrm>
            <a:off x="4869366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282B2F-F5DF-FF11-C091-527DF75AE2F8}"/>
              </a:ext>
            </a:extLst>
          </p:cNvPr>
          <p:cNvCxnSpPr>
            <a:cxnSpLocks/>
          </p:cNvCxnSpPr>
          <p:nvPr/>
        </p:nvCxnSpPr>
        <p:spPr>
          <a:xfrm>
            <a:off x="2564780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7C3B421-9198-C148-1DEF-8397CC544192}"/>
              </a:ext>
            </a:extLst>
          </p:cNvPr>
          <p:cNvCxnSpPr>
            <a:cxnSpLocks/>
          </p:cNvCxnSpPr>
          <p:nvPr/>
        </p:nvCxnSpPr>
        <p:spPr>
          <a:xfrm>
            <a:off x="4869366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0DA9A50-C349-8CB8-35E2-037632566EAA}"/>
              </a:ext>
            </a:extLst>
          </p:cNvPr>
          <p:cNvCxnSpPr>
            <a:cxnSpLocks/>
          </p:cNvCxnSpPr>
          <p:nvPr userDrawn="1"/>
        </p:nvCxnSpPr>
        <p:spPr>
          <a:xfrm>
            <a:off x="2564780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1C65AF0-B9AE-1EFF-5931-BBF61ED35E63}"/>
              </a:ext>
            </a:extLst>
          </p:cNvPr>
          <p:cNvCxnSpPr>
            <a:cxnSpLocks/>
          </p:cNvCxnSpPr>
          <p:nvPr userDrawn="1"/>
        </p:nvCxnSpPr>
        <p:spPr>
          <a:xfrm>
            <a:off x="4869366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98D88148-AF02-49DB-D37B-7A0588CA68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994" y="940232"/>
            <a:ext cx="6285745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8BFA06DB-C5E9-35C6-CA36-FC05508973A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84200" y="1374029"/>
            <a:ext cx="6285745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580975A1-FBCD-6F23-FF31-ED01EB6334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A7836EEF-7EEF-D5CE-2C97-6B292CC76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35" name="Text Placeholder 46">
            <a:extLst>
              <a:ext uri="{FF2B5EF4-FFF2-40B4-BE49-F238E27FC236}">
                <a16:creationId xmlns:a16="http://schemas.microsoft.com/office/drawing/2014/main" id="{0C627CDB-0FEF-FB55-F336-414CFBEF080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711371" y="3799267"/>
            <a:ext cx="2720516" cy="2437169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1">
                <a:solidFill>
                  <a:srgbClr val="003359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03363C"/>
                </a:solidFill>
              </a:rPr>
              <a:t>Customer testimonials 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27D1943E-CCAB-8E56-445D-AF5D5D7EF424}"/>
              </a:ext>
            </a:extLst>
          </p:cNvPr>
          <p:cNvSpPr/>
          <p:nvPr/>
        </p:nvSpPr>
        <p:spPr>
          <a:xfrm>
            <a:off x="7305708" y="3411166"/>
            <a:ext cx="417963" cy="288538"/>
          </a:xfrm>
          <a:custGeom>
            <a:avLst/>
            <a:gdLst>
              <a:gd name="connsiteX0" fmla="*/ 1738502 w 1805619"/>
              <a:gd name="connsiteY0" fmla="*/ 0 h 1246497"/>
              <a:gd name="connsiteX1" fmla="*/ 1738502 w 1805619"/>
              <a:gd name="connsiteY1" fmla="*/ 298664 h 1246497"/>
              <a:gd name="connsiteX2" fmla="*/ 1421363 w 1805619"/>
              <a:gd name="connsiteY2" fmla="*/ 496317 h 1246497"/>
              <a:gd name="connsiteX3" fmla="*/ 1805620 w 1805619"/>
              <a:gd name="connsiteY3" fmla="*/ 854592 h 1246497"/>
              <a:gd name="connsiteX4" fmla="*/ 1402672 w 1805619"/>
              <a:gd name="connsiteY4" fmla="*/ 1246498 h 1246497"/>
              <a:gd name="connsiteX5" fmla="*/ 962463 w 1805619"/>
              <a:gd name="connsiteY5" fmla="*/ 738890 h 1246497"/>
              <a:gd name="connsiteX6" fmla="*/ 1738502 w 1805619"/>
              <a:gd name="connsiteY6" fmla="*/ 0 h 1246497"/>
              <a:gd name="connsiteX7" fmla="*/ 775918 w 1805619"/>
              <a:gd name="connsiteY7" fmla="*/ 0 h 1246497"/>
              <a:gd name="connsiteX8" fmla="*/ 775918 w 1805619"/>
              <a:gd name="connsiteY8" fmla="*/ 298664 h 1246497"/>
              <a:gd name="connsiteX9" fmla="*/ 458778 w 1805619"/>
              <a:gd name="connsiteY9" fmla="*/ 496317 h 1246497"/>
              <a:gd name="connsiteX10" fmla="*/ 843157 w 1805619"/>
              <a:gd name="connsiteY10" fmla="*/ 854592 h 1246497"/>
              <a:gd name="connsiteX11" fmla="*/ 440209 w 1805619"/>
              <a:gd name="connsiteY11" fmla="*/ 1246498 h 1246497"/>
              <a:gd name="connsiteX12" fmla="*/ 0 w 1805619"/>
              <a:gd name="connsiteY12" fmla="*/ 738890 h 1246497"/>
              <a:gd name="connsiteX13" fmla="*/ 775918 w 1805619"/>
              <a:gd name="connsiteY13" fmla="*/ 0 h 1246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05619" h="1246497">
                <a:moveTo>
                  <a:pt x="1738502" y="0"/>
                </a:moveTo>
                <a:lnTo>
                  <a:pt x="1738502" y="298664"/>
                </a:lnTo>
                <a:cubicBezTo>
                  <a:pt x="1551957" y="317240"/>
                  <a:pt x="1421363" y="373330"/>
                  <a:pt x="1421363" y="496317"/>
                </a:cubicBezTo>
                <a:cubicBezTo>
                  <a:pt x="1611671" y="485268"/>
                  <a:pt x="1805620" y="578510"/>
                  <a:pt x="1805620" y="854592"/>
                </a:cubicBezTo>
                <a:cubicBezTo>
                  <a:pt x="1805620" y="1108457"/>
                  <a:pt x="1611550" y="1246498"/>
                  <a:pt x="1402672" y="1246498"/>
                </a:cubicBezTo>
                <a:cubicBezTo>
                  <a:pt x="1111627" y="1246498"/>
                  <a:pt x="962463" y="1007688"/>
                  <a:pt x="962463" y="738890"/>
                </a:cubicBezTo>
                <a:cubicBezTo>
                  <a:pt x="962585" y="235046"/>
                  <a:pt x="1249746" y="0"/>
                  <a:pt x="1738502" y="0"/>
                </a:cubicBezTo>
                <a:close/>
                <a:moveTo>
                  <a:pt x="775918" y="0"/>
                </a:moveTo>
                <a:lnTo>
                  <a:pt x="775918" y="298664"/>
                </a:lnTo>
                <a:cubicBezTo>
                  <a:pt x="589372" y="317240"/>
                  <a:pt x="458778" y="373330"/>
                  <a:pt x="458778" y="496317"/>
                </a:cubicBezTo>
                <a:cubicBezTo>
                  <a:pt x="649086" y="485147"/>
                  <a:pt x="843157" y="578510"/>
                  <a:pt x="843157" y="854592"/>
                </a:cubicBezTo>
                <a:cubicBezTo>
                  <a:pt x="843157" y="1108457"/>
                  <a:pt x="649086" y="1246498"/>
                  <a:pt x="440209" y="1246498"/>
                </a:cubicBezTo>
                <a:cubicBezTo>
                  <a:pt x="149285" y="1246498"/>
                  <a:pt x="0" y="1007688"/>
                  <a:pt x="0" y="738890"/>
                </a:cubicBezTo>
                <a:cubicBezTo>
                  <a:pt x="-121" y="235046"/>
                  <a:pt x="287161" y="0"/>
                  <a:pt x="775918" y="0"/>
                </a:cubicBezTo>
                <a:close/>
              </a:path>
            </a:pathLst>
          </a:custGeom>
          <a:solidFill>
            <a:schemeClr val="tx1"/>
          </a:solidFill>
          <a:ln w="1211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AE62225A-9291-C6F8-380D-34E9F654F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2020315"/>
            <a:ext cx="6282555" cy="1980334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903270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sid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8A5515-118E-A08D-3523-44389BE686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4565650" cy="68580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D0ED9E2-C894-54A3-4AFB-9D115B69539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2940" y="4718303"/>
            <a:ext cx="2190047" cy="2139697"/>
            <a:chOff x="-2940" y="4718303"/>
            <a:chExt cx="2190047" cy="213969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BA5C60-ADF1-ABA4-DA08-EC97E18973C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5266800"/>
              <a:ext cx="2187107" cy="15912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2C557411-5540-23F1-F050-DF1D13FF4FA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-430562" y="5145925"/>
              <a:ext cx="1261695" cy="406452"/>
            </a:xfrm>
            <a:prstGeom prst="rect">
              <a:avLst/>
            </a:prstGeom>
          </p:spPr>
        </p:pic>
      </p:grp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004DAE43-849A-742F-197A-B762742FC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6" y="559753"/>
            <a:ext cx="3044012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>
                <a:solidFill>
                  <a:srgbClr val="003359"/>
                </a:solidFill>
              </a:defRPr>
            </a:lvl1pPr>
          </a:lstStyle>
          <a:p>
            <a:r>
              <a:rPr lang="en-IT" dirty="0"/>
              <a:t>Header</a:t>
            </a:r>
            <a:endParaRPr lang="fi-FI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7271D965-14D8-0A40-E518-219B7D02CE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2" y="993550"/>
            <a:ext cx="3044012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rgbClr val="003359"/>
                </a:solidFill>
              </a:defRPr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216B2B2C-BA8D-C590-4A96-8982CF16A5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85606" y="993550"/>
            <a:ext cx="6118224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rgbClr val="003359"/>
                </a:solidFill>
              </a:defRPr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B2D66CE8-67A3-EF7D-4030-D5955AA0494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85606" y="559753"/>
            <a:ext cx="6118223" cy="372694"/>
          </a:xfrm>
          <a:prstGeom prst="rect">
            <a:avLst/>
          </a:prstGeom>
        </p:spPr>
        <p:txBody>
          <a:bodyPr wrap="square" rIns="0" bIns="0" anchor="ctr"/>
          <a:lstStyle>
            <a:lvl1pPr marL="0" indent="0">
              <a:buNone/>
              <a:defRPr sz="2800" b="1">
                <a:solidFill>
                  <a:srgbClr val="003359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C48D57E-CFCE-DEF2-DEEC-B02846C66B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238D8D0E-58B3-F17F-92B0-7383BB469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E04896C-F45B-EBDC-47C7-CF243BE2AE5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C5401660-6B24-7EC6-2E95-AF78BFB81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3043219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65444333-48CA-79B4-A861-FF0562557E10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5485606" y="1693494"/>
            <a:ext cx="6120606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39834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A585D4-D50A-0BF1-28CE-24DD06EF74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66800"/>
            <a:ext cx="2187107" cy="1591200"/>
          </a:xfrm>
          <a:prstGeom prst="rect">
            <a:avLst/>
          </a:prstGeom>
        </p:spPr>
      </p:pic>
      <p:sp>
        <p:nvSpPr>
          <p:cNvPr id="147" name="Picture Placeholder 146">
            <a:extLst>
              <a:ext uri="{FF2B5EF4-FFF2-40B4-BE49-F238E27FC236}">
                <a16:creationId xmlns:a16="http://schemas.microsoft.com/office/drawing/2014/main" id="{30ABA6CB-4358-DD01-36B0-EBA82CB2B31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" y="-628"/>
            <a:ext cx="4629052" cy="6858629"/>
          </a:xfrm>
          <a:custGeom>
            <a:avLst/>
            <a:gdLst>
              <a:gd name="connsiteX0" fmla="*/ 0 w 4629052"/>
              <a:gd name="connsiteY0" fmla="*/ 5377281 h 6858629"/>
              <a:gd name="connsiteX1" fmla="*/ 4170 w 4629052"/>
              <a:gd name="connsiteY1" fmla="*/ 5379157 h 6858629"/>
              <a:gd name="connsiteX2" fmla="*/ 11588 w 4629052"/>
              <a:gd name="connsiteY2" fmla="*/ 5379363 h 6858629"/>
              <a:gd name="connsiteX3" fmla="*/ 0 w 4629052"/>
              <a:gd name="connsiteY3" fmla="*/ 5386130 h 6858629"/>
              <a:gd name="connsiteX4" fmla="*/ 187815 w 4629052"/>
              <a:gd name="connsiteY4" fmla="*/ 5270740 h 6858629"/>
              <a:gd name="connsiteX5" fmla="*/ 181866 w 4629052"/>
              <a:gd name="connsiteY5" fmla="*/ 5281878 h 6858629"/>
              <a:gd name="connsiteX6" fmla="*/ 188725 w 4629052"/>
              <a:gd name="connsiteY6" fmla="*/ 5286760 h 6858629"/>
              <a:gd name="connsiteX7" fmla="*/ 199501 w 4629052"/>
              <a:gd name="connsiteY7" fmla="*/ 5291050 h 6858629"/>
              <a:gd name="connsiteX8" fmla="*/ 209641 w 4629052"/>
              <a:gd name="connsiteY8" fmla="*/ 5289232 h 6858629"/>
              <a:gd name="connsiteX9" fmla="*/ 227148 w 4629052"/>
              <a:gd name="connsiteY9" fmla="*/ 5293374 h 6858629"/>
              <a:gd name="connsiteX10" fmla="*/ 234663 w 4629052"/>
              <a:gd name="connsiteY10" fmla="*/ 5286802 h 6858629"/>
              <a:gd name="connsiteX11" fmla="*/ 241141 w 4629052"/>
              <a:gd name="connsiteY11" fmla="*/ 5280356 h 6858629"/>
              <a:gd name="connsiteX12" fmla="*/ 228947 w 4629052"/>
              <a:gd name="connsiteY12" fmla="*/ 5274460 h 6858629"/>
              <a:gd name="connsiteX13" fmla="*/ 228968 w 4629052"/>
              <a:gd name="connsiteY13" fmla="*/ 5274460 h 6858629"/>
              <a:gd name="connsiteX14" fmla="*/ 219463 w 4629052"/>
              <a:gd name="connsiteY14" fmla="*/ 5272219 h 6858629"/>
              <a:gd name="connsiteX15" fmla="*/ 209852 w 4629052"/>
              <a:gd name="connsiteY15" fmla="*/ 5271395 h 6858629"/>
              <a:gd name="connsiteX16" fmla="*/ 198590 w 4629052"/>
              <a:gd name="connsiteY16" fmla="*/ 5273699 h 6858629"/>
              <a:gd name="connsiteX17" fmla="*/ 187815 w 4629052"/>
              <a:gd name="connsiteY17" fmla="*/ 5270740 h 6858629"/>
              <a:gd name="connsiteX18" fmla="*/ 126550 w 4629052"/>
              <a:gd name="connsiteY18" fmla="*/ 5222872 h 6858629"/>
              <a:gd name="connsiteX19" fmla="*/ 115753 w 4629052"/>
              <a:gd name="connsiteY19" fmla="*/ 5226824 h 6858629"/>
              <a:gd name="connsiteX20" fmla="*/ 105592 w 4629052"/>
              <a:gd name="connsiteY20" fmla="*/ 5231706 h 6858629"/>
              <a:gd name="connsiteX21" fmla="*/ 94393 w 4629052"/>
              <a:gd name="connsiteY21" fmla="*/ 5233734 h 6858629"/>
              <a:gd name="connsiteX22" fmla="*/ 88847 w 4629052"/>
              <a:gd name="connsiteY22" fmla="*/ 5246816 h 6858629"/>
              <a:gd name="connsiteX23" fmla="*/ 96426 w 4629052"/>
              <a:gd name="connsiteY23" fmla="*/ 5248909 h 6858629"/>
              <a:gd name="connsiteX24" fmla="*/ 96404 w 4629052"/>
              <a:gd name="connsiteY24" fmla="*/ 5248930 h 6858629"/>
              <a:gd name="connsiteX25" fmla="*/ 107370 w 4629052"/>
              <a:gd name="connsiteY25" fmla="*/ 5247894 h 6858629"/>
              <a:gd name="connsiteX26" fmla="*/ 117912 w 4629052"/>
              <a:gd name="connsiteY26" fmla="*/ 5244661 h 6858629"/>
              <a:gd name="connsiteX27" fmla="*/ 128518 w 4629052"/>
              <a:gd name="connsiteY27" fmla="*/ 5241829 h 6858629"/>
              <a:gd name="connsiteX28" fmla="*/ 137706 w 4629052"/>
              <a:gd name="connsiteY28" fmla="*/ 5235700 h 6858629"/>
              <a:gd name="connsiteX29" fmla="*/ 147804 w 4629052"/>
              <a:gd name="connsiteY29" fmla="*/ 5230733 h 6858629"/>
              <a:gd name="connsiteX30" fmla="*/ 137960 w 4629052"/>
              <a:gd name="connsiteY30" fmla="*/ 5225978 h 6858629"/>
              <a:gd name="connsiteX31" fmla="*/ 126550 w 4629052"/>
              <a:gd name="connsiteY31" fmla="*/ 5222872 h 6858629"/>
              <a:gd name="connsiteX32" fmla="*/ 296052 w 4629052"/>
              <a:gd name="connsiteY32" fmla="*/ 5222618 h 6858629"/>
              <a:gd name="connsiteX33" fmla="*/ 283901 w 4629052"/>
              <a:gd name="connsiteY33" fmla="*/ 5225091 h 6858629"/>
              <a:gd name="connsiteX34" fmla="*/ 275836 w 4629052"/>
              <a:gd name="connsiteY34" fmla="*/ 5229973 h 6858629"/>
              <a:gd name="connsiteX35" fmla="*/ 270967 w 4629052"/>
              <a:gd name="connsiteY35" fmla="*/ 5234094 h 6858629"/>
              <a:gd name="connsiteX36" fmla="*/ 281869 w 4629052"/>
              <a:gd name="connsiteY36" fmla="*/ 5239863 h 6858629"/>
              <a:gd name="connsiteX37" fmla="*/ 293385 w 4629052"/>
              <a:gd name="connsiteY37" fmla="*/ 5240328 h 6858629"/>
              <a:gd name="connsiteX38" fmla="*/ 304541 w 4629052"/>
              <a:gd name="connsiteY38" fmla="*/ 5238955 h 6858629"/>
              <a:gd name="connsiteX39" fmla="*/ 316354 w 4629052"/>
              <a:gd name="connsiteY39" fmla="*/ 5239293 h 6858629"/>
              <a:gd name="connsiteX40" fmla="*/ 329309 w 4629052"/>
              <a:gd name="connsiteY40" fmla="*/ 5231199 h 6858629"/>
              <a:gd name="connsiteX41" fmla="*/ 329288 w 4629052"/>
              <a:gd name="connsiteY41" fmla="*/ 5231199 h 6858629"/>
              <a:gd name="connsiteX42" fmla="*/ 320672 w 4629052"/>
              <a:gd name="connsiteY42" fmla="*/ 5225154 h 6858629"/>
              <a:gd name="connsiteX43" fmla="*/ 308331 w 4629052"/>
              <a:gd name="connsiteY43" fmla="*/ 5224224 h 6858629"/>
              <a:gd name="connsiteX44" fmla="*/ 296052 w 4629052"/>
              <a:gd name="connsiteY44" fmla="*/ 5222618 h 6858629"/>
              <a:gd name="connsiteX45" fmla="*/ 188556 w 4629052"/>
              <a:gd name="connsiteY45" fmla="*/ 5180520 h 6858629"/>
              <a:gd name="connsiteX46" fmla="*/ 177061 w 4629052"/>
              <a:gd name="connsiteY46" fmla="*/ 5192312 h 6858629"/>
              <a:gd name="connsiteX47" fmla="*/ 188513 w 4629052"/>
              <a:gd name="connsiteY47" fmla="*/ 5200343 h 6858629"/>
              <a:gd name="connsiteX48" fmla="*/ 200898 w 4629052"/>
              <a:gd name="connsiteY48" fmla="*/ 5202731 h 6858629"/>
              <a:gd name="connsiteX49" fmla="*/ 213366 w 4629052"/>
              <a:gd name="connsiteY49" fmla="*/ 5201780 h 6858629"/>
              <a:gd name="connsiteX50" fmla="*/ 225369 w 4629052"/>
              <a:gd name="connsiteY50" fmla="*/ 5199181 h 6858629"/>
              <a:gd name="connsiteX51" fmla="*/ 232842 w 4629052"/>
              <a:gd name="connsiteY51" fmla="*/ 5194109 h 6858629"/>
              <a:gd name="connsiteX52" fmla="*/ 239955 w 4629052"/>
              <a:gd name="connsiteY52" fmla="*/ 5189924 h 6858629"/>
              <a:gd name="connsiteX53" fmla="*/ 239976 w 4629052"/>
              <a:gd name="connsiteY53" fmla="*/ 5189945 h 6858629"/>
              <a:gd name="connsiteX54" fmla="*/ 234959 w 4629052"/>
              <a:gd name="connsiteY54" fmla="*/ 5182718 h 6858629"/>
              <a:gd name="connsiteX55" fmla="*/ 218341 w 4629052"/>
              <a:gd name="connsiteY55" fmla="*/ 5185169 h 6858629"/>
              <a:gd name="connsiteX56" fmla="*/ 204136 w 4629052"/>
              <a:gd name="connsiteY56" fmla="*/ 5180900 h 6858629"/>
              <a:gd name="connsiteX57" fmla="*/ 188556 w 4629052"/>
              <a:gd name="connsiteY57" fmla="*/ 5180520 h 6858629"/>
              <a:gd name="connsiteX58" fmla="*/ 354273 w 4629052"/>
              <a:gd name="connsiteY58" fmla="*/ 5175049 h 6858629"/>
              <a:gd name="connsiteX59" fmla="*/ 349422 w 4629052"/>
              <a:gd name="connsiteY59" fmla="*/ 5176652 h 6858629"/>
              <a:gd name="connsiteX60" fmla="*/ 344426 w 4629052"/>
              <a:gd name="connsiteY60" fmla="*/ 5187324 h 6858629"/>
              <a:gd name="connsiteX61" fmla="*/ 349189 w 4629052"/>
              <a:gd name="connsiteY61" fmla="*/ 5195102 h 6858629"/>
              <a:gd name="connsiteX62" fmla="*/ 361806 w 4629052"/>
              <a:gd name="connsiteY62" fmla="*/ 5193411 h 6858629"/>
              <a:gd name="connsiteX63" fmla="*/ 371946 w 4629052"/>
              <a:gd name="connsiteY63" fmla="*/ 5197173 h 6858629"/>
              <a:gd name="connsiteX64" fmla="*/ 379779 w 4629052"/>
              <a:gd name="connsiteY64" fmla="*/ 5185486 h 6858629"/>
              <a:gd name="connsiteX65" fmla="*/ 372793 w 4629052"/>
              <a:gd name="connsiteY65" fmla="*/ 5179146 h 6858629"/>
              <a:gd name="connsiteX66" fmla="*/ 361869 w 4629052"/>
              <a:gd name="connsiteY66" fmla="*/ 5175426 h 6858629"/>
              <a:gd name="connsiteX67" fmla="*/ 354273 w 4629052"/>
              <a:gd name="connsiteY67" fmla="*/ 5175049 h 6858629"/>
              <a:gd name="connsiteX68" fmla="*/ 132604 w 4629052"/>
              <a:gd name="connsiteY68" fmla="*/ 5135314 h 6858629"/>
              <a:gd name="connsiteX69" fmla="*/ 120199 w 4629052"/>
              <a:gd name="connsiteY69" fmla="*/ 5136307 h 6858629"/>
              <a:gd name="connsiteX70" fmla="*/ 108386 w 4629052"/>
              <a:gd name="connsiteY70" fmla="*/ 5140639 h 6858629"/>
              <a:gd name="connsiteX71" fmla="*/ 95875 w 4629052"/>
              <a:gd name="connsiteY71" fmla="*/ 5141675 h 6858629"/>
              <a:gd name="connsiteX72" fmla="*/ 86561 w 4629052"/>
              <a:gd name="connsiteY72" fmla="*/ 5149220 h 6858629"/>
              <a:gd name="connsiteX73" fmla="*/ 97929 w 4629052"/>
              <a:gd name="connsiteY73" fmla="*/ 5150129 h 6858629"/>
              <a:gd name="connsiteX74" fmla="*/ 109826 w 4629052"/>
              <a:gd name="connsiteY74" fmla="*/ 5154841 h 6858629"/>
              <a:gd name="connsiteX75" fmla="*/ 121490 w 4629052"/>
              <a:gd name="connsiteY75" fmla="*/ 5150150 h 6858629"/>
              <a:gd name="connsiteX76" fmla="*/ 135822 w 4629052"/>
              <a:gd name="connsiteY76" fmla="*/ 5150763 h 6858629"/>
              <a:gd name="connsiteX77" fmla="*/ 146237 w 4629052"/>
              <a:gd name="connsiteY77" fmla="*/ 5142182 h 6858629"/>
              <a:gd name="connsiteX78" fmla="*/ 146237 w 4629052"/>
              <a:gd name="connsiteY78" fmla="*/ 5142161 h 6858629"/>
              <a:gd name="connsiteX79" fmla="*/ 132604 w 4629052"/>
              <a:gd name="connsiteY79" fmla="*/ 5135314 h 6858629"/>
              <a:gd name="connsiteX80" fmla="*/ 321244 w 4629052"/>
              <a:gd name="connsiteY80" fmla="*/ 5127706 h 6858629"/>
              <a:gd name="connsiteX81" fmla="*/ 311591 w 4629052"/>
              <a:gd name="connsiteY81" fmla="*/ 5127959 h 6858629"/>
              <a:gd name="connsiteX82" fmla="*/ 298868 w 4629052"/>
              <a:gd name="connsiteY82" fmla="*/ 5129354 h 6858629"/>
              <a:gd name="connsiteX83" fmla="*/ 286590 w 4629052"/>
              <a:gd name="connsiteY83" fmla="*/ 5132778 h 6858629"/>
              <a:gd name="connsiteX84" fmla="*/ 275158 w 4629052"/>
              <a:gd name="connsiteY84" fmla="*/ 5138484 h 6858629"/>
              <a:gd name="connsiteX85" fmla="*/ 269802 w 4629052"/>
              <a:gd name="connsiteY85" fmla="*/ 5148966 h 6858629"/>
              <a:gd name="connsiteX86" fmla="*/ 278461 w 4629052"/>
              <a:gd name="connsiteY86" fmla="*/ 5149283 h 6858629"/>
              <a:gd name="connsiteX87" fmla="*/ 289892 w 4629052"/>
              <a:gd name="connsiteY87" fmla="*/ 5147783 h 6858629"/>
              <a:gd name="connsiteX88" fmla="*/ 301366 w 4629052"/>
              <a:gd name="connsiteY88" fmla="*/ 5147698 h 6858629"/>
              <a:gd name="connsiteX89" fmla="*/ 311210 w 4629052"/>
              <a:gd name="connsiteY89" fmla="*/ 5146980 h 6858629"/>
              <a:gd name="connsiteX90" fmla="*/ 321456 w 4629052"/>
              <a:gd name="connsiteY90" fmla="*/ 5145944 h 6858629"/>
              <a:gd name="connsiteX91" fmla="*/ 325690 w 4629052"/>
              <a:gd name="connsiteY91" fmla="*/ 5135102 h 6858629"/>
              <a:gd name="connsiteX92" fmla="*/ 321244 w 4629052"/>
              <a:gd name="connsiteY92" fmla="*/ 5127706 h 6858629"/>
              <a:gd name="connsiteX93" fmla="*/ 209471 w 4629052"/>
              <a:gd name="connsiteY93" fmla="*/ 5089009 h 6858629"/>
              <a:gd name="connsiteX94" fmla="*/ 197172 w 4629052"/>
              <a:gd name="connsiteY94" fmla="*/ 5090383 h 6858629"/>
              <a:gd name="connsiteX95" fmla="*/ 188005 w 4629052"/>
              <a:gd name="connsiteY95" fmla="*/ 5091249 h 6858629"/>
              <a:gd name="connsiteX96" fmla="*/ 182840 w 4629052"/>
              <a:gd name="connsiteY96" fmla="*/ 5095476 h 6858629"/>
              <a:gd name="connsiteX97" fmla="*/ 191392 w 4629052"/>
              <a:gd name="connsiteY97" fmla="*/ 5104691 h 6858629"/>
              <a:gd name="connsiteX98" fmla="*/ 203544 w 4629052"/>
              <a:gd name="connsiteY98" fmla="*/ 5104944 h 6858629"/>
              <a:gd name="connsiteX99" fmla="*/ 214446 w 4629052"/>
              <a:gd name="connsiteY99" fmla="*/ 5107565 h 6858629"/>
              <a:gd name="connsiteX100" fmla="*/ 225962 w 4629052"/>
              <a:gd name="connsiteY100" fmla="*/ 5109551 h 6858629"/>
              <a:gd name="connsiteX101" fmla="*/ 240717 w 4629052"/>
              <a:gd name="connsiteY101" fmla="*/ 5104331 h 6858629"/>
              <a:gd name="connsiteX102" fmla="*/ 240738 w 4629052"/>
              <a:gd name="connsiteY102" fmla="*/ 5104331 h 6858629"/>
              <a:gd name="connsiteX103" fmla="*/ 232990 w 4629052"/>
              <a:gd name="connsiteY103" fmla="*/ 5096723 h 6858629"/>
              <a:gd name="connsiteX104" fmla="*/ 222152 w 4629052"/>
              <a:gd name="connsiteY104" fmla="*/ 5089960 h 6858629"/>
              <a:gd name="connsiteX105" fmla="*/ 209471 w 4629052"/>
              <a:gd name="connsiteY105" fmla="*/ 5089009 h 6858629"/>
              <a:gd name="connsiteX106" fmla="*/ 131291 w 4629052"/>
              <a:gd name="connsiteY106" fmla="*/ 5042769 h 6858629"/>
              <a:gd name="connsiteX107" fmla="*/ 118357 w 4629052"/>
              <a:gd name="connsiteY107" fmla="*/ 5044333 h 6858629"/>
              <a:gd name="connsiteX108" fmla="*/ 105867 w 4629052"/>
              <a:gd name="connsiteY108" fmla="*/ 5046954 h 6858629"/>
              <a:gd name="connsiteX109" fmla="*/ 94287 w 4629052"/>
              <a:gd name="connsiteY109" fmla="*/ 5052131 h 6858629"/>
              <a:gd name="connsiteX110" fmla="*/ 86518 w 4629052"/>
              <a:gd name="connsiteY110" fmla="*/ 5061726 h 6858629"/>
              <a:gd name="connsiteX111" fmla="*/ 96468 w 4629052"/>
              <a:gd name="connsiteY111" fmla="*/ 5063607 h 6858629"/>
              <a:gd name="connsiteX112" fmla="*/ 107814 w 4629052"/>
              <a:gd name="connsiteY112" fmla="*/ 5061959 h 6858629"/>
              <a:gd name="connsiteX113" fmla="*/ 119140 w 4629052"/>
              <a:gd name="connsiteY113" fmla="*/ 5065784 h 6858629"/>
              <a:gd name="connsiteX114" fmla="*/ 129153 w 4629052"/>
              <a:gd name="connsiteY114" fmla="*/ 5063501 h 6858629"/>
              <a:gd name="connsiteX115" fmla="*/ 137939 w 4629052"/>
              <a:gd name="connsiteY115" fmla="*/ 5059697 h 6858629"/>
              <a:gd name="connsiteX116" fmla="*/ 137917 w 4629052"/>
              <a:gd name="connsiteY116" fmla="*/ 5059718 h 6858629"/>
              <a:gd name="connsiteX117" fmla="*/ 147867 w 4629052"/>
              <a:gd name="connsiteY117" fmla="*/ 5052047 h 6858629"/>
              <a:gd name="connsiteX118" fmla="*/ 139886 w 4629052"/>
              <a:gd name="connsiteY118" fmla="*/ 5047440 h 6858629"/>
              <a:gd name="connsiteX119" fmla="*/ 131291 w 4629052"/>
              <a:gd name="connsiteY119" fmla="*/ 5042769 h 6858629"/>
              <a:gd name="connsiteX120" fmla="*/ 304266 w 4629052"/>
              <a:gd name="connsiteY120" fmla="*/ 5038796 h 6858629"/>
              <a:gd name="connsiteX121" fmla="*/ 291247 w 4629052"/>
              <a:gd name="connsiteY121" fmla="*/ 5042705 h 6858629"/>
              <a:gd name="connsiteX122" fmla="*/ 277889 w 4629052"/>
              <a:gd name="connsiteY122" fmla="*/ 5045051 h 6858629"/>
              <a:gd name="connsiteX123" fmla="*/ 270776 w 4629052"/>
              <a:gd name="connsiteY123" fmla="*/ 5052828 h 6858629"/>
              <a:gd name="connsiteX124" fmla="*/ 281827 w 4629052"/>
              <a:gd name="connsiteY124" fmla="*/ 5057182 h 6858629"/>
              <a:gd name="connsiteX125" fmla="*/ 296561 w 4629052"/>
              <a:gd name="connsiteY125" fmla="*/ 5056485 h 6858629"/>
              <a:gd name="connsiteX126" fmla="*/ 307145 w 4629052"/>
              <a:gd name="connsiteY126" fmla="*/ 5052385 h 6858629"/>
              <a:gd name="connsiteX127" fmla="*/ 317920 w 4629052"/>
              <a:gd name="connsiteY127" fmla="*/ 5047503 h 6858629"/>
              <a:gd name="connsiteX128" fmla="*/ 304266 w 4629052"/>
              <a:gd name="connsiteY128" fmla="*/ 5038796 h 6858629"/>
              <a:gd name="connsiteX129" fmla="*/ 192830 w 4629052"/>
              <a:gd name="connsiteY129" fmla="*/ 4995619 h 6858629"/>
              <a:gd name="connsiteX130" fmla="*/ 182711 w 4629052"/>
              <a:gd name="connsiteY130" fmla="*/ 5003080 h 6858629"/>
              <a:gd name="connsiteX131" fmla="*/ 190162 w 4629052"/>
              <a:gd name="connsiteY131" fmla="*/ 5012209 h 6858629"/>
              <a:gd name="connsiteX132" fmla="*/ 202525 w 4629052"/>
              <a:gd name="connsiteY132" fmla="*/ 5014259 h 6858629"/>
              <a:gd name="connsiteX133" fmla="*/ 214719 w 4629052"/>
              <a:gd name="connsiteY133" fmla="*/ 5013837 h 6858629"/>
              <a:gd name="connsiteX134" fmla="*/ 227103 w 4629052"/>
              <a:gd name="connsiteY134" fmla="*/ 5016817 h 6858629"/>
              <a:gd name="connsiteX135" fmla="*/ 236269 w 4629052"/>
              <a:gd name="connsiteY135" fmla="*/ 5014682 h 6858629"/>
              <a:gd name="connsiteX136" fmla="*/ 243890 w 4629052"/>
              <a:gd name="connsiteY136" fmla="*/ 5007919 h 6858629"/>
              <a:gd name="connsiteX137" fmla="*/ 238725 w 4629052"/>
              <a:gd name="connsiteY137" fmla="*/ 4998726 h 6858629"/>
              <a:gd name="connsiteX138" fmla="*/ 221281 w 4629052"/>
              <a:gd name="connsiteY138" fmla="*/ 4999022 h 6858629"/>
              <a:gd name="connsiteX139" fmla="*/ 206357 w 4629052"/>
              <a:gd name="connsiteY139" fmla="*/ 4998240 h 6858629"/>
              <a:gd name="connsiteX140" fmla="*/ 192830 w 4629052"/>
              <a:gd name="connsiteY140" fmla="*/ 4995619 h 6858629"/>
              <a:gd name="connsiteX141" fmla="*/ 270120 w 4629052"/>
              <a:gd name="connsiteY141" fmla="*/ 4950963 h 6858629"/>
              <a:gd name="connsiteX142" fmla="*/ 260615 w 4629052"/>
              <a:gd name="connsiteY142" fmla="*/ 4956669 h 6858629"/>
              <a:gd name="connsiteX143" fmla="*/ 256614 w 4629052"/>
              <a:gd name="connsiteY143" fmla="*/ 4966285 h 6858629"/>
              <a:gd name="connsiteX144" fmla="*/ 265102 w 4629052"/>
              <a:gd name="connsiteY144" fmla="*/ 4968673 h 6858629"/>
              <a:gd name="connsiteX145" fmla="*/ 275793 w 4629052"/>
              <a:gd name="connsiteY145" fmla="*/ 4969962 h 6858629"/>
              <a:gd name="connsiteX146" fmla="*/ 287373 w 4629052"/>
              <a:gd name="connsiteY146" fmla="*/ 4968124 h 6858629"/>
              <a:gd name="connsiteX147" fmla="*/ 287394 w 4629052"/>
              <a:gd name="connsiteY147" fmla="*/ 4968124 h 6858629"/>
              <a:gd name="connsiteX148" fmla="*/ 291988 w 4629052"/>
              <a:gd name="connsiteY148" fmla="*/ 4959480 h 6858629"/>
              <a:gd name="connsiteX149" fmla="*/ 281128 w 4629052"/>
              <a:gd name="connsiteY149" fmla="*/ 4952294 h 6858629"/>
              <a:gd name="connsiteX150" fmla="*/ 270120 w 4629052"/>
              <a:gd name="connsiteY150" fmla="*/ 4950963 h 6858629"/>
              <a:gd name="connsiteX151" fmla="*/ 127925 w 4629052"/>
              <a:gd name="connsiteY151" fmla="*/ 4949314 h 6858629"/>
              <a:gd name="connsiteX152" fmla="*/ 115667 w 4629052"/>
              <a:gd name="connsiteY152" fmla="*/ 4951470 h 6858629"/>
              <a:gd name="connsiteX153" fmla="*/ 104024 w 4629052"/>
              <a:gd name="connsiteY153" fmla="*/ 4955654 h 6858629"/>
              <a:gd name="connsiteX154" fmla="*/ 96763 w 4629052"/>
              <a:gd name="connsiteY154" fmla="*/ 4961677 h 6858629"/>
              <a:gd name="connsiteX155" fmla="*/ 90878 w 4629052"/>
              <a:gd name="connsiteY155" fmla="*/ 4966475 h 6858629"/>
              <a:gd name="connsiteX156" fmla="*/ 103918 w 4629052"/>
              <a:gd name="connsiteY156" fmla="*/ 4972329 h 6858629"/>
              <a:gd name="connsiteX157" fmla="*/ 115795 w 4629052"/>
              <a:gd name="connsiteY157" fmla="*/ 4971674 h 6858629"/>
              <a:gd name="connsiteX158" fmla="*/ 126908 w 4629052"/>
              <a:gd name="connsiteY158" fmla="*/ 4967954 h 6858629"/>
              <a:gd name="connsiteX159" fmla="*/ 137557 w 4629052"/>
              <a:gd name="connsiteY159" fmla="*/ 4963685 h 6858629"/>
              <a:gd name="connsiteX160" fmla="*/ 151719 w 4629052"/>
              <a:gd name="connsiteY160" fmla="*/ 4954894 h 6858629"/>
              <a:gd name="connsiteX161" fmla="*/ 151719 w 4629052"/>
              <a:gd name="connsiteY161" fmla="*/ 4954872 h 6858629"/>
              <a:gd name="connsiteX162" fmla="*/ 140055 w 4629052"/>
              <a:gd name="connsiteY162" fmla="*/ 4951808 h 6858629"/>
              <a:gd name="connsiteX163" fmla="*/ 127925 w 4629052"/>
              <a:gd name="connsiteY163" fmla="*/ 4949314 h 6858629"/>
              <a:gd name="connsiteX164" fmla="*/ 188470 w 4629052"/>
              <a:gd name="connsiteY164" fmla="*/ 4904067 h 6858629"/>
              <a:gd name="connsiteX165" fmla="*/ 181082 w 4629052"/>
              <a:gd name="connsiteY165" fmla="*/ 4915691 h 6858629"/>
              <a:gd name="connsiteX166" fmla="*/ 188830 w 4629052"/>
              <a:gd name="connsiteY166" fmla="*/ 4922792 h 6858629"/>
              <a:gd name="connsiteX167" fmla="*/ 198229 w 4629052"/>
              <a:gd name="connsiteY167" fmla="*/ 4923996 h 6858629"/>
              <a:gd name="connsiteX168" fmla="*/ 206464 w 4629052"/>
              <a:gd name="connsiteY168" fmla="*/ 4921164 h 6858629"/>
              <a:gd name="connsiteX169" fmla="*/ 220478 w 4629052"/>
              <a:gd name="connsiteY169" fmla="*/ 4922348 h 6858629"/>
              <a:gd name="connsiteX170" fmla="*/ 231635 w 4629052"/>
              <a:gd name="connsiteY170" fmla="*/ 4913746 h 6858629"/>
              <a:gd name="connsiteX171" fmla="*/ 222024 w 4629052"/>
              <a:gd name="connsiteY171" fmla="*/ 4907702 h 6858629"/>
              <a:gd name="connsiteX172" fmla="*/ 222024 w 4629052"/>
              <a:gd name="connsiteY172" fmla="*/ 4907660 h 6858629"/>
              <a:gd name="connsiteX173" fmla="*/ 206464 w 4629052"/>
              <a:gd name="connsiteY173" fmla="*/ 4906941 h 6858629"/>
              <a:gd name="connsiteX174" fmla="*/ 197362 w 4629052"/>
              <a:gd name="connsiteY174" fmla="*/ 4906265 h 6858629"/>
              <a:gd name="connsiteX175" fmla="*/ 188470 w 4629052"/>
              <a:gd name="connsiteY175" fmla="*/ 4904067 h 6858629"/>
              <a:gd name="connsiteX176" fmla="*/ 133217 w 4629052"/>
              <a:gd name="connsiteY176" fmla="*/ 4856854 h 6858629"/>
              <a:gd name="connsiteX177" fmla="*/ 120494 w 4629052"/>
              <a:gd name="connsiteY177" fmla="*/ 4858418 h 6858629"/>
              <a:gd name="connsiteX178" fmla="*/ 107475 w 4629052"/>
              <a:gd name="connsiteY178" fmla="*/ 4858925 h 6858629"/>
              <a:gd name="connsiteX179" fmla="*/ 96530 w 4629052"/>
              <a:gd name="connsiteY179" fmla="*/ 4865984 h 6858629"/>
              <a:gd name="connsiteX180" fmla="*/ 87618 w 4629052"/>
              <a:gd name="connsiteY180" fmla="*/ 4876001 h 6858629"/>
              <a:gd name="connsiteX181" fmla="*/ 99663 w 4629052"/>
              <a:gd name="connsiteY181" fmla="*/ 4881073 h 6858629"/>
              <a:gd name="connsiteX182" fmla="*/ 110354 w 4629052"/>
              <a:gd name="connsiteY182" fmla="*/ 4876001 h 6858629"/>
              <a:gd name="connsiteX183" fmla="*/ 121764 w 4629052"/>
              <a:gd name="connsiteY183" fmla="*/ 4875684 h 6858629"/>
              <a:gd name="connsiteX184" fmla="*/ 131629 w 4629052"/>
              <a:gd name="connsiteY184" fmla="*/ 4873993 h 6858629"/>
              <a:gd name="connsiteX185" fmla="*/ 141727 w 4629052"/>
              <a:gd name="connsiteY185" fmla="*/ 4875261 h 6858629"/>
              <a:gd name="connsiteX186" fmla="*/ 141748 w 4629052"/>
              <a:gd name="connsiteY186" fmla="*/ 4875261 h 6858629"/>
              <a:gd name="connsiteX187" fmla="*/ 146511 w 4629052"/>
              <a:gd name="connsiteY187" fmla="*/ 4865138 h 6858629"/>
              <a:gd name="connsiteX188" fmla="*/ 141663 w 4629052"/>
              <a:gd name="connsiteY188" fmla="*/ 4861207 h 6858629"/>
              <a:gd name="connsiteX189" fmla="*/ 133217 w 4629052"/>
              <a:gd name="connsiteY189" fmla="*/ 4856854 h 6858629"/>
              <a:gd name="connsiteX190" fmla="*/ 108131 w 4629052"/>
              <a:gd name="connsiteY190" fmla="*/ 4770923 h 6858629"/>
              <a:gd name="connsiteX191" fmla="*/ 97229 w 4629052"/>
              <a:gd name="connsiteY191" fmla="*/ 4774051 h 6858629"/>
              <a:gd name="connsiteX192" fmla="*/ 87830 w 4629052"/>
              <a:gd name="connsiteY192" fmla="*/ 4780222 h 6858629"/>
              <a:gd name="connsiteX193" fmla="*/ 99918 w 4629052"/>
              <a:gd name="connsiteY193" fmla="*/ 4784385 h 6858629"/>
              <a:gd name="connsiteX194" fmla="*/ 112492 w 4629052"/>
              <a:gd name="connsiteY194" fmla="*/ 4785970 h 6858629"/>
              <a:gd name="connsiteX195" fmla="*/ 121574 w 4629052"/>
              <a:gd name="connsiteY195" fmla="*/ 4782187 h 6858629"/>
              <a:gd name="connsiteX196" fmla="*/ 129915 w 4629052"/>
              <a:gd name="connsiteY196" fmla="*/ 4777643 h 6858629"/>
              <a:gd name="connsiteX197" fmla="*/ 129894 w 4629052"/>
              <a:gd name="connsiteY197" fmla="*/ 4777622 h 6858629"/>
              <a:gd name="connsiteX198" fmla="*/ 119605 w 4629052"/>
              <a:gd name="connsiteY198" fmla="*/ 4771134 h 6858629"/>
              <a:gd name="connsiteX199" fmla="*/ 108131 w 4629052"/>
              <a:gd name="connsiteY199" fmla="*/ 4770923 h 6858629"/>
              <a:gd name="connsiteX200" fmla="*/ 4437376 w 4629052"/>
              <a:gd name="connsiteY200" fmla="*/ 0 h 6858629"/>
              <a:gd name="connsiteX201" fmla="*/ 4420231 w 4629052"/>
              <a:gd name="connsiteY201" fmla="*/ 394334 h 6858629"/>
              <a:gd name="connsiteX202" fmla="*/ 4347206 w 4629052"/>
              <a:gd name="connsiteY202" fmla="*/ 1035049 h 6858629"/>
              <a:gd name="connsiteX203" fmla="*/ 4227826 w 4629052"/>
              <a:gd name="connsiteY203" fmla="*/ 2207260 h 6858629"/>
              <a:gd name="connsiteX204" fmla="*/ 4241796 w 4629052"/>
              <a:gd name="connsiteY204" fmla="*/ 2806064 h 6858629"/>
              <a:gd name="connsiteX205" fmla="*/ 4302756 w 4629052"/>
              <a:gd name="connsiteY205" fmla="*/ 3394072 h 6858629"/>
              <a:gd name="connsiteX206" fmla="*/ 4545961 w 4629052"/>
              <a:gd name="connsiteY206" fmla="*/ 5137779 h 6858629"/>
              <a:gd name="connsiteX207" fmla="*/ 4545961 w 4629052"/>
              <a:gd name="connsiteY207" fmla="*/ 5142224 h 6858629"/>
              <a:gd name="connsiteX208" fmla="*/ 4571361 w 4629052"/>
              <a:gd name="connsiteY208" fmla="*/ 5352409 h 6858629"/>
              <a:gd name="connsiteX209" fmla="*/ 4617716 w 4629052"/>
              <a:gd name="connsiteY209" fmla="*/ 5904859 h 6858629"/>
              <a:gd name="connsiteX210" fmla="*/ 4618351 w 4629052"/>
              <a:gd name="connsiteY210" fmla="*/ 5904859 h 6858629"/>
              <a:gd name="connsiteX211" fmla="*/ 4628511 w 4629052"/>
              <a:gd name="connsiteY211" fmla="*/ 6200134 h 6858629"/>
              <a:gd name="connsiteX212" fmla="*/ 4599301 w 4629052"/>
              <a:gd name="connsiteY212" fmla="*/ 6858629 h 6858629"/>
              <a:gd name="connsiteX213" fmla="*/ 2188004 w 4629052"/>
              <a:gd name="connsiteY213" fmla="*/ 6858629 h 6858629"/>
              <a:gd name="connsiteX214" fmla="*/ 2186839 w 4629052"/>
              <a:gd name="connsiteY214" fmla="*/ 6855742 h 6858629"/>
              <a:gd name="connsiteX215" fmla="*/ 2133537 w 4629052"/>
              <a:gd name="connsiteY215" fmla="*/ 6759963 h 6858629"/>
              <a:gd name="connsiteX216" fmla="*/ 2120212 w 4629052"/>
              <a:gd name="connsiteY216" fmla="*/ 6736018 h 6858629"/>
              <a:gd name="connsiteX217" fmla="*/ 1846913 w 4629052"/>
              <a:gd name="connsiteY217" fmla="*/ 6427397 h 6858629"/>
              <a:gd name="connsiteX218" fmla="*/ 1795313 w 4629052"/>
              <a:gd name="connsiteY218" fmla="*/ 6396843 h 6858629"/>
              <a:gd name="connsiteX219" fmla="*/ 1666184 w 4629052"/>
              <a:gd name="connsiteY219" fmla="*/ 6320384 h 6858629"/>
              <a:gd name="connsiteX220" fmla="*/ 1599605 w 4629052"/>
              <a:gd name="connsiteY220" fmla="*/ 6282446 h 6858629"/>
              <a:gd name="connsiteX221" fmla="*/ 1484390 w 4629052"/>
              <a:gd name="connsiteY221" fmla="*/ 6216794 h 6858629"/>
              <a:gd name="connsiteX222" fmla="*/ 1382091 w 4629052"/>
              <a:gd name="connsiteY222" fmla="*/ 6150719 h 6858629"/>
              <a:gd name="connsiteX223" fmla="*/ 1310477 w 4629052"/>
              <a:gd name="connsiteY223" fmla="*/ 6090345 h 6858629"/>
              <a:gd name="connsiteX224" fmla="*/ 1289779 w 4629052"/>
              <a:gd name="connsiteY224" fmla="*/ 6072895 h 6858629"/>
              <a:gd name="connsiteX225" fmla="*/ 1137416 w 4629052"/>
              <a:gd name="connsiteY225" fmla="*/ 5883626 h 6858629"/>
              <a:gd name="connsiteX226" fmla="*/ 876601 w 4629052"/>
              <a:gd name="connsiteY226" fmla="*/ 5466450 h 6858629"/>
              <a:gd name="connsiteX227" fmla="*/ 410986 w 4629052"/>
              <a:gd name="connsiteY227" fmla="*/ 5272303 h 6858629"/>
              <a:gd name="connsiteX228" fmla="*/ 398143 w 4629052"/>
              <a:gd name="connsiteY228" fmla="*/ 5273256 h 6858629"/>
              <a:gd name="connsiteX229" fmla="*/ 396227 w 4629052"/>
              <a:gd name="connsiteY229" fmla="*/ 5268057 h 6858629"/>
              <a:gd name="connsiteX230" fmla="*/ 385028 w 4629052"/>
              <a:gd name="connsiteY230" fmla="*/ 5268564 h 6858629"/>
              <a:gd name="connsiteX231" fmla="*/ 376285 w 4629052"/>
              <a:gd name="connsiteY231" fmla="*/ 5268522 h 6858629"/>
              <a:gd name="connsiteX232" fmla="*/ 367246 w 4629052"/>
              <a:gd name="connsiteY232" fmla="*/ 5268775 h 6858629"/>
              <a:gd name="connsiteX233" fmla="*/ 362919 w 4629052"/>
              <a:gd name="connsiteY233" fmla="*/ 5275871 h 6858629"/>
              <a:gd name="connsiteX234" fmla="*/ 337933 w 4629052"/>
              <a:gd name="connsiteY234" fmla="*/ 5277725 h 6858629"/>
              <a:gd name="connsiteX235" fmla="*/ 337082 w 4629052"/>
              <a:gd name="connsiteY235" fmla="*/ 5277788 h 6858629"/>
              <a:gd name="connsiteX236" fmla="*/ 321469 w 4629052"/>
              <a:gd name="connsiteY236" fmla="*/ 5280761 h 6858629"/>
              <a:gd name="connsiteX237" fmla="*/ 184373 w 4629052"/>
              <a:gd name="connsiteY237" fmla="*/ 5306869 h 6858629"/>
              <a:gd name="connsiteX238" fmla="*/ 144676 w 4629052"/>
              <a:gd name="connsiteY238" fmla="*/ 5321326 h 6858629"/>
              <a:gd name="connsiteX239" fmla="*/ 143648 w 4629052"/>
              <a:gd name="connsiteY239" fmla="*/ 5319283 h 6858629"/>
              <a:gd name="connsiteX240" fmla="*/ 135038 w 4629052"/>
              <a:gd name="connsiteY240" fmla="*/ 5316749 h 6858629"/>
              <a:gd name="connsiteX241" fmla="*/ 122675 w 4629052"/>
              <a:gd name="connsiteY241" fmla="*/ 5318334 h 6858629"/>
              <a:gd name="connsiteX242" fmla="*/ 110714 w 4629052"/>
              <a:gd name="connsiteY242" fmla="*/ 5322434 h 6858629"/>
              <a:gd name="connsiteX243" fmla="*/ 98034 w 4629052"/>
              <a:gd name="connsiteY243" fmla="*/ 5322836 h 6858629"/>
              <a:gd name="connsiteX244" fmla="*/ 88910 w 4629052"/>
              <a:gd name="connsiteY244" fmla="*/ 5330824 h 6858629"/>
              <a:gd name="connsiteX245" fmla="*/ 99473 w 4629052"/>
              <a:gd name="connsiteY245" fmla="*/ 5337207 h 6858629"/>
              <a:gd name="connsiteX246" fmla="*/ 111731 w 4629052"/>
              <a:gd name="connsiteY246" fmla="*/ 5333255 h 6858629"/>
              <a:gd name="connsiteX247" fmla="*/ 111951 w 4629052"/>
              <a:gd name="connsiteY247" fmla="*/ 5333245 h 6858629"/>
              <a:gd name="connsiteX248" fmla="*/ 55108 w 4629052"/>
              <a:gd name="connsiteY248" fmla="*/ 5353946 h 6858629"/>
              <a:gd name="connsiteX249" fmla="*/ 31212 w 4629052"/>
              <a:gd name="connsiteY249" fmla="*/ 5367902 h 6858629"/>
              <a:gd name="connsiteX250" fmla="*/ 29171 w 4629052"/>
              <a:gd name="connsiteY250" fmla="*/ 5368104 h 6858629"/>
              <a:gd name="connsiteX251" fmla="*/ 16681 w 4629052"/>
              <a:gd name="connsiteY251" fmla="*/ 5365124 h 6858629"/>
              <a:gd name="connsiteX252" fmla="*/ 4509 w 4629052"/>
              <a:gd name="connsiteY252" fmla="*/ 5367745 h 6858629"/>
              <a:gd name="connsiteX253" fmla="*/ 0 w 4629052"/>
              <a:gd name="connsiteY253" fmla="*/ 5368819 h 6858629"/>
              <a:gd name="connsiteX254" fmla="*/ 0 w 4629052"/>
              <a:gd name="connsiteY254" fmla="*/ 5288339 h 6858629"/>
              <a:gd name="connsiteX255" fmla="*/ 3091 w 4629052"/>
              <a:gd name="connsiteY255" fmla="*/ 5288514 h 6858629"/>
              <a:gd name="connsiteX256" fmla="*/ 14522 w 4629052"/>
              <a:gd name="connsiteY256" fmla="*/ 5288133 h 6858629"/>
              <a:gd name="connsiteX257" fmla="*/ 25932 w 4629052"/>
              <a:gd name="connsiteY257" fmla="*/ 5289909 h 6858629"/>
              <a:gd name="connsiteX258" fmla="*/ 27076 w 4629052"/>
              <a:gd name="connsiteY258" fmla="*/ 5290205 h 6858629"/>
              <a:gd name="connsiteX259" fmla="*/ 35395 w 4629052"/>
              <a:gd name="connsiteY259" fmla="*/ 5292931 h 6858629"/>
              <a:gd name="connsiteX260" fmla="*/ 44816 w 4629052"/>
              <a:gd name="connsiteY260" fmla="*/ 5291494 h 6858629"/>
              <a:gd name="connsiteX261" fmla="*/ 57263 w 4629052"/>
              <a:gd name="connsiteY261" fmla="*/ 5284900 h 6858629"/>
              <a:gd name="connsiteX262" fmla="*/ 54956 w 4629052"/>
              <a:gd name="connsiteY262" fmla="*/ 5281117 h 6858629"/>
              <a:gd name="connsiteX263" fmla="*/ 49473 w 4629052"/>
              <a:gd name="connsiteY263" fmla="*/ 5277313 h 6858629"/>
              <a:gd name="connsiteX264" fmla="*/ 40688 w 4629052"/>
              <a:gd name="connsiteY264" fmla="*/ 5273509 h 6858629"/>
              <a:gd name="connsiteX265" fmla="*/ 27668 w 4629052"/>
              <a:gd name="connsiteY265" fmla="*/ 5274164 h 6858629"/>
              <a:gd name="connsiteX266" fmla="*/ 15263 w 4629052"/>
              <a:gd name="connsiteY266" fmla="*/ 5275242 h 6858629"/>
              <a:gd name="connsiteX267" fmla="*/ 2540 w 4629052"/>
              <a:gd name="connsiteY267" fmla="*/ 5275770 h 6858629"/>
              <a:gd name="connsiteX268" fmla="*/ 0 w 4629052"/>
              <a:gd name="connsiteY268" fmla="*/ 5277390 h 6858629"/>
              <a:gd name="connsiteX269" fmla="*/ 0 w 4629052"/>
              <a:gd name="connsiteY269" fmla="*/ 5193030 h 6858629"/>
              <a:gd name="connsiteX270" fmla="*/ 6287 w 4629052"/>
              <a:gd name="connsiteY270" fmla="*/ 5194890 h 6858629"/>
              <a:gd name="connsiteX271" fmla="*/ 18311 w 4629052"/>
              <a:gd name="connsiteY271" fmla="*/ 5195228 h 6858629"/>
              <a:gd name="connsiteX272" fmla="*/ 30124 w 4629052"/>
              <a:gd name="connsiteY272" fmla="*/ 5200871 h 6858629"/>
              <a:gd name="connsiteX273" fmla="*/ 44223 w 4629052"/>
              <a:gd name="connsiteY273" fmla="*/ 5198694 h 6858629"/>
              <a:gd name="connsiteX274" fmla="*/ 56226 w 4629052"/>
              <a:gd name="connsiteY274" fmla="*/ 5191847 h 6858629"/>
              <a:gd name="connsiteX275" fmla="*/ 43291 w 4629052"/>
              <a:gd name="connsiteY275" fmla="*/ 5182527 h 6858629"/>
              <a:gd name="connsiteX276" fmla="*/ 30907 w 4629052"/>
              <a:gd name="connsiteY276" fmla="*/ 5184175 h 6858629"/>
              <a:gd name="connsiteX277" fmla="*/ 18354 w 4629052"/>
              <a:gd name="connsiteY277" fmla="*/ 5181280 h 6858629"/>
              <a:gd name="connsiteX278" fmla="*/ 6012 w 4629052"/>
              <a:gd name="connsiteY278" fmla="*/ 5183795 h 6858629"/>
              <a:gd name="connsiteX279" fmla="*/ 0 w 4629052"/>
              <a:gd name="connsiteY279" fmla="*/ 5185855 h 6858629"/>
              <a:gd name="connsiteX280" fmla="*/ 0 w 4629052"/>
              <a:gd name="connsiteY280" fmla="*/ 5100949 h 6858629"/>
              <a:gd name="connsiteX281" fmla="*/ 4890 w 4629052"/>
              <a:gd name="connsiteY281" fmla="*/ 5103719 h 6858629"/>
              <a:gd name="connsiteX282" fmla="*/ 15348 w 4629052"/>
              <a:gd name="connsiteY282" fmla="*/ 5105072 h 6858629"/>
              <a:gd name="connsiteX283" fmla="*/ 26292 w 4629052"/>
              <a:gd name="connsiteY283" fmla="*/ 5102578 h 6858629"/>
              <a:gd name="connsiteX284" fmla="*/ 43355 w 4629052"/>
              <a:gd name="connsiteY284" fmla="*/ 5107734 h 6858629"/>
              <a:gd name="connsiteX285" fmla="*/ 52204 w 4629052"/>
              <a:gd name="connsiteY285" fmla="*/ 5105325 h 6858629"/>
              <a:gd name="connsiteX286" fmla="*/ 57644 w 4629052"/>
              <a:gd name="connsiteY286" fmla="*/ 5097315 h 6858629"/>
              <a:gd name="connsiteX287" fmla="*/ 45345 w 4629052"/>
              <a:gd name="connsiteY287" fmla="*/ 5092011 h 6858629"/>
              <a:gd name="connsiteX288" fmla="*/ 36242 w 4629052"/>
              <a:gd name="connsiteY288" fmla="*/ 5090003 h 6858629"/>
              <a:gd name="connsiteX289" fmla="*/ 26335 w 4629052"/>
              <a:gd name="connsiteY289" fmla="*/ 5091461 h 6858629"/>
              <a:gd name="connsiteX290" fmla="*/ 16152 w 4629052"/>
              <a:gd name="connsiteY290" fmla="*/ 5085945 h 6858629"/>
              <a:gd name="connsiteX291" fmla="*/ 4065 w 4629052"/>
              <a:gd name="connsiteY291" fmla="*/ 5085269 h 6858629"/>
              <a:gd name="connsiteX292" fmla="*/ 0 w 4629052"/>
              <a:gd name="connsiteY292" fmla="*/ 5089798 h 6858629"/>
              <a:gd name="connsiteX293" fmla="*/ 0 w 4629052"/>
              <a:gd name="connsiteY293" fmla="*/ 5001871 h 6858629"/>
              <a:gd name="connsiteX294" fmla="*/ 8169 w 4629052"/>
              <a:gd name="connsiteY294" fmla="*/ 5004411 h 6858629"/>
              <a:gd name="connsiteX295" fmla="*/ 19199 w 4629052"/>
              <a:gd name="connsiteY295" fmla="*/ 5007221 h 6858629"/>
              <a:gd name="connsiteX296" fmla="*/ 30313 w 4629052"/>
              <a:gd name="connsiteY296" fmla="*/ 5010434 h 6858629"/>
              <a:gd name="connsiteX297" fmla="*/ 41448 w 4629052"/>
              <a:gd name="connsiteY297" fmla="*/ 5005890 h 6858629"/>
              <a:gd name="connsiteX298" fmla="*/ 55038 w 4629052"/>
              <a:gd name="connsiteY298" fmla="*/ 5004432 h 6858629"/>
              <a:gd name="connsiteX299" fmla="*/ 48179 w 4629052"/>
              <a:gd name="connsiteY299" fmla="*/ 4998134 h 6858629"/>
              <a:gd name="connsiteX300" fmla="*/ 37658 w 4629052"/>
              <a:gd name="connsiteY300" fmla="*/ 4990631 h 6858629"/>
              <a:gd name="connsiteX301" fmla="*/ 24893 w 4629052"/>
              <a:gd name="connsiteY301" fmla="*/ 4989807 h 6858629"/>
              <a:gd name="connsiteX302" fmla="*/ 12488 w 4629052"/>
              <a:gd name="connsiteY302" fmla="*/ 4991117 h 6858629"/>
              <a:gd name="connsiteX303" fmla="*/ 2877 w 4629052"/>
              <a:gd name="connsiteY303" fmla="*/ 4990272 h 6858629"/>
              <a:gd name="connsiteX304" fmla="*/ 0 w 4629052"/>
              <a:gd name="connsiteY304" fmla="*/ 4992410 h 6858629"/>
              <a:gd name="connsiteX305" fmla="*/ 0 w 4629052"/>
              <a:gd name="connsiteY305" fmla="*/ 4918689 h 6858629"/>
              <a:gd name="connsiteX306" fmla="*/ 1735 w 4629052"/>
              <a:gd name="connsiteY306" fmla="*/ 4919009 h 6858629"/>
              <a:gd name="connsiteX307" fmla="*/ 12551 w 4629052"/>
              <a:gd name="connsiteY307" fmla="*/ 4919474 h 6858629"/>
              <a:gd name="connsiteX308" fmla="*/ 23369 w 4629052"/>
              <a:gd name="connsiteY308" fmla="*/ 4921101 h 6858629"/>
              <a:gd name="connsiteX309" fmla="*/ 34292 w 4629052"/>
              <a:gd name="connsiteY309" fmla="*/ 4920636 h 6858629"/>
              <a:gd name="connsiteX310" fmla="*/ 45512 w 4629052"/>
              <a:gd name="connsiteY310" fmla="*/ 4921904 h 6858629"/>
              <a:gd name="connsiteX311" fmla="*/ 56183 w 4629052"/>
              <a:gd name="connsiteY311" fmla="*/ 4916346 h 6858629"/>
              <a:gd name="connsiteX312" fmla="*/ 47376 w 4629052"/>
              <a:gd name="connsiteY312" fmla="*/ 4909921 h 6858629"/>
              <a:gd name="connsiteX313" fmla="*/ 37298 w 4629052"/>
              <a:gd name="connsiteY313" fmla="*/ 4904701 h 6858629"/>
              <a:gd name="connsiteX314" fmla="*/ 25994 w 4629052"/>
              <a:gd name="connsiteY314" fmla="*/ 4906350 h 6858629"/>
              <a:gd name="connsiteX315" fmla="*/ 14902 w 4629052"/>
              <a:gd name="connsiteY315" fmla="*/ 4904278 h 6858629"/>
              <a:gd name="connsiteX316" fmla="*/ 4274 w 4629052"/>
              <a:gd name="connsiteY316" fmla="*/ 4908188 h 6858629"/>
              <a:gd name="connsiteX317" fmla="*/ 0 w 4629052"/>
              <a:gd name="connsiteY317" fmla="*/ 4909922 h 6858629"/>
              <a:gd name="connsiteX318" fmla="*/ 0 w 4629052"/>
              <a:gd name="connsiteY318" fmla="*/ 4823669 h 6858629"/>
              <a:gd name="connsiteX319" fmla="*/ 5121 w 4629052"/>
              <a:gd name="connsiteY319" fmla="*/ 4824181 h 6858629"/>
              <a:gd name="connsiteX320" fmla="*/ 16383 w 4629052"/>
              <a:gd name="connsiteY320" fmla="*/ 4828725 h 6858629"/>
              <a:gd name="connsiteX321" fmla="*/ 28386 w 4629052"/>
              <a:gd name="connsiteY321" fmla="*/ 4832571 h 6858629"/>
              <a:gd name="connsiteX322" fmla="*/ 41935 w 4629052"/>
              <a:gd name="connsiteY322" fmla="*/ 4826189 h 6858629"/>
              <a:gd name="connsiteX323" fmla="*/ 54170 w 4629052"/>
              <a:gd name="connsiteY323" fmla="*/ 4823526 h 6858629"/>
              <a:gd name="connsiteX324" fmla="*/ 41532 w 4629052"/>
              <a:gd name="connsiteY324" fmla="*/ 4815199 h 6858629"/>
              <a:gd name="connsiteX325" fmla="*/ 29148 w 4629052"/>
              <a:gd name="connsiteY325" fmla="*/ 4815093 h 6858629"/>
              <a:gd name="connsiteX326" fmla="*/ 16743 w 4629052"/>
              <a:gd name="connsiteY326" fmla="*/ 4815368 h 6858629"/>
              <a:gd name="connsiteX327" fmla="*/ 4190 w 4629052"/>
              <a:gd name="connsiteY327" fmla="*/ 4815157 h 6858629"/>
              <a:gd name="connsiteX328" fmla="*/ 0 w 4629052"/>
              <a:gd name="connsiteY328" fmla="*/ 4816414 h 6858629"/>
              <a:gd name="connsiteX329" fmla="*/ 0 w 4629052"/>
              <a:gd name="connsiteY329" fmla="*/ 4736849 h 6858629"/>
              <a:gd name="connsiteX330" fmla="*/ 5629 w 4629052"/>
              <a:gd name="connsiteY330" fmla="*/ 4736644 h 6858629"/>
              <a:gd name="connsiteX331" fmla="*/ 19961 w 4629052"/>
              <a:gd name="connsiteY331" fmla="*/ 4739433 h 6858629"/>
              <a:gd name="connsiteX332" fmla="*/ 35753 w 4629052"/>
              <a:gd name="connsiteY332" fmla="*/ 4742223 h 6858629"/>
              <a:gd name="connsiteX333" fmla="*/ 43416 w 4629052"/>
              <a:gd name="connsiteY333" fmla="*/ 4733410 h 6858629"/>
              <a:gd name="connsiteX334" fmla="*/ 32006 w 4629052"/>
              <a:gd name="connsiteY334" fmla="*/ 4721913 h 6858629"/>
              <a:gd name="connsiteX335" fmla="*/ 21125 w 4629052"/>
              <a:gd name="connsiteY335" fmla="*/ 4720032 h 6858629"/>
              <a:gd name="connsiteX336" fmla="*/ 9884 w 4629052"/>
              <a:gd name="connsiteY336" fmla="*/ 4718976 h 6858629"/>
              <a:gd name="connsiteX337" fmla="*/ 0 w 4629052"/>
              <a:gd name="connsiteY337" fmla="*/ 4724425 h 6858629"/>
              <a:gd name="connsiteX338" fmla="*/ 0 w 4629052"/>
              <a:gd name="connsiteY338" fmla="*/ 635 h 6858629"/>
              <a:gd name="connsiteX339" fmla="*/ 4437376 w 4629052"/>
              <a:gd name="connsiteY339" fmla="*/ 0 h 6858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</a:cxnLst>
            <a:rect l="l" t="t" r="r" b="b"/>
            <a:pathLst>
              <a:path w="4629052" h="6858629">
                <a:moveTo>
                  <a:pt x="0" y="5377281"/>
                </a:moveTo>
                <a:lnTo>
                  <a:pt x="4170" y="5379157"/>
                </a:lnTo>
                <a:lnTo>
                  <a:pt x="11588" y="5379363"/>
                </a:lnTo>
                <a:lnTo>
                  <a:pt x="0" y="5386130"/>
                </a:lnTo>
                <a:close/>
                <a:moveTo>
                  <a:pt x="187815" y="5270740"/>
                </a:moveTo>
                <a:cubicBezTo>
                  <a:pt x="183010" y="5272494"/>
                  <a:pt x="180977" y="5277482"/>
                  <a:pt x="181866" y="5281878"/>
                </a:cubicBezTo>
                <a:cubicBezTo>
                  <a:pt x="182544" y="5285238"/>
                  <a:pt x="184640" y="5285914"/>
                  <a:pt x="188725" y="5286760"/>
                </a:cubicBezTo>
                <a:cubicBezTo>
                  <a:pt x="193065" y="5287668"/>
                  <a:pt x="196177" y="5291832"/>
                  <a:pt x="199501" y="5291050"/>
                </a:cubicBezTo>
                <a:cubicBezTo>
                  <a:pt x="202570" y="5290310"/>
                  <a:pt x="205153" y="5288873"/>
                  <a:pt x="209641" y="5289232"/>
                </a:cubicBezTo>
                <a:cubicBezTo>
                  <a:pt x="218087" y="5289909"/>
                  <a:pt x="219675" y="5293670"/>
                  <a:pt x="227148" y="5293374"/>
                </a:cubicBezTo>
                <a:cubicBezTo>
                  <a:pt x="230154" y="5293248"/>
                  <a:pt x="232228" y="5288535"/>
                  <a:pt x="234663" y="5286802"/>
                </a:cubicBezTo>
                <a:cubicBezTo>
                  <a:pt x="237627" y="5284688"/>
                  <a:pt x="241628" y="5282913"/>
                  <a:pt x="241141" y="5280356"/>
                </a:cubicBezTo>
                <a:cubicBezTo>
                  <a:pt x="240294" y="5275960"/>
                  <a:pt x="231043" y="5275030"/>
                  <a:pt x="228947" y="5274460"/>
                </a:cubicBezTo>
                <a:lnTo>
                  <a:pt x="228968" y="5274460"/>
                </a:lnTo>
                <a:cubicBezTo>
                  <a:pt x="224988" y="5273382"/>
                  <a:pt x="222702" y="5271860"/>
                  <a:pt x="219463" y="5272219"/>
                </a:cubicBezTo>
                <a:cubicBezTo>
                  <a:pt x="216986" y="5272494"/>
                  <a:pt x="214213" y="5271522"/>
                  <a:pt x="209852" y="5271395"/>
                </a:cubicBezTo>
                <a:cubicBezTo>
                  <a:pt x="205047" y="5271247"/>
                  <a:pt x="201279" y="5274291"/>
                  <a:pt x="198590" y="5273699"/>
                </a:cubicBezTo>
                <a:cubicBezTo>
                  <a:pt x="194208" y="5272748"/>
                  <a:pt x="191668" y="5269345"/>
                  <a:pt x="187815" y="5270740"/>
                </a:cubicBezTo>
                <a:close/>
                <a:moveTo>
                  <a:pt x="126550" y="5222872"/>
                </a:moveTo>
                <a:cubicBezTo>
                  <a:pt x="123057" y="5223315"/>
                  <a:pt x="119479" y="5225936"/>
                  <a:pt x="115753" y="5226824"/>
                </a:cubicBezTo>
                <a:cubicBezTo>
                  <a:pt x="112133" y="5227711"/>
                  <a:pt x="109021" y="5230543"/>
                  <a:pt x="105592" y="5231706"/>
                </a:cubicBezTo>
                <a:cubicBezTo>
                  <a:pt x="101845" y="5232974"/>
                  <a:pt x="97421" y="5232276"/>
                  <a:pt x="94393" y="5233734"/>
                </a:cubicBezTo>
                <a:cubicBezTo>
                  <a:pt x="90773" y="5235489"/>
                  <a:pt x="86793" y="5243710"/>
                  <a:pt x="88847" y="5246816"/>
                </a:cubicBezTo>
                <a:cubicBezTo>
                  <a:pt x="90011" y="5248592"/>
                  <a:pt x="92890" y="5249078"/>
                  <a:pt x="96426" y="5248909"/>
                </a:cubicBezTo>
                <a:lnTo>
                  <a:pt x="96404" y="5248930"/>
                </a:lnTo>
                <a:cubicBezTo>
                  <a:pt x="99537" y="5248761"/>
                  <a:pt x="103348" y="5248655"/>
                  <a:pt x="107370" y="5247894"/>
                </a:cubicBezTo>
                <a:cubicBezTo>
                  <a:pt x="110821" y="5247260"/>
                  <a:pt x="114271" y="5245633"/>
                  <a:pt x="117912" y="5244661"/>
                </a:cubicBezTo>
                <a:cubicBezTo>
                  <a:pt x="121511" y="5243710"/>
                  <a:pt x="125174" y="5242991"/>
                  <a:pt x="128518" y="5241829"/>
                </a:cubicBezTo>
                <a:cubicBezTo>
                  <a:pt x="132308" y="5240518"/>
                  <a:pt x="134827" y="5237116"/>
                  <a:pt x="137706" y="5235700"/>
                </a:cubicBezTo>
                <a:cubicBezTo>
                  <a:pt x="142681" y="5233269"/>
                  <a:pt x="148015" y="5232826"/>
                  <a:pt x="147804" y="5230733"/>
                </a:cubicBezTo>
                <a:cubicBezTo>
                  <a:pt x="147486" y="5227436"/>
                  <a:pt x="142935" y="5226464"/>
                  <a:pt x="137960" y="5225978"/>
                </a:cubicBezTo>
                <a:cubicBezTo>
                  <a:pt x="134806" y="5225661"/>
                  <a:pt x="130678" y="5222343"/>
                  <a:pt x="126550" y="5222872"/>
                </a:cubicBezTo>
                <a:close/>
                <a:moveTo>
                  <a:pt x="296052" y="5222618"/>
                </a:moveTo>
                <a:cubicBezTo>
                  <a:pt x="289829" y="5223252"/>
                  <a:pt x="285192" y="5224710"/>
                  <a:pt x="283901" y="5225091"/>
                </a:cubicBezTo>
                <a:cubicBezTo>
                  <a:pt x="282398" y="5225514"/>
                  <a:pt x="279371" y="5228620"/>
                  <a:pt x="275836" y="5229973"/>
                </a:cubicBezTo>
                <a:cubicBezTo>
                  <a:pt x="272660" y="5231199"/>
                  <a:pt x="271200" y="5230945"/>
                  <a:pt x="270967" y="5234094"/>
                </a:cubicBezTo>
                <a:cubicBezTo>
                  <a:pt x="270522" y="5240497"/>
                  <a:pt x="277720" y="5238807"/>
                  <a:pt x="281869" y="5239863"/>
                </a:cubicBezTo>
                <a:cubicBezTo>
                  <a:pt x="285933" y="5240899"/>
                  <a:pt x="289892" y="5240159"/>
                  <a:pt x="293385" y="5240328"/>
                </a:cubicBezTo>
                <a:cubicBezTo>
                  <a:pt x="297619" y="5240540"/>
                  <a:pt x="301197" y="5239483"/>
                  <a:pt x="304541" y="5238955"/>
                </a:cubicBezTo>
                <a:cubicBezTo>
                  <a:pt x="309156" y="5238215"/>
                  <a:pt x="313559" y="5240075"/>
                  <a:pt x="316354" y="5239293"/>
                </a:cubicBezTo>
                <a:cubicBezTo>
                  <a:pt x="321625" y="5237792"/>
                  <a:pt x="328844" y="5237602"/>
                  <a:pt x="329309" y="5231199"/>
                </a:cubicBezTo>
                <a:lnTo>
                  <a:pt x="329288" y="5231199"/>
                </a:lnTo>
                <a:cubicBezTo>
                  <a:pt x="329458" y="5228662"/>
                  <a:pt x="323573" y="5226211"/>
                  <a:pt x="320672" y="5225154"/>
                </a:cubicBezTo>
                <a:cubicBezTo>
                  <a:pt x="316650" y="5223696"/>
                  <a:pt x="312268" y="5224605"/>
                  <a:pt x="308331" y="5224224"/>
                </a:cubicBezTo>
                <a:cubicBezTo>
                  <a:pt x="303885" y="5223802"/>
                  <a:pt x="299715" y="5222259"/>
                  <a:pt x="296052" y="5222618"/>
                </a:cubicBezTo>
                <a:close/>
                <a:moveTo>
                  <a:pt x="188556" y="5180520"/>
                </a:moveTo>
                <a:cubicBezTo>
                  <a:pt x="183623" y="5182231"/>
                  <a:pt x="176405" y="5188593"/>
                  <a:pt x="177061" y="5192312"/>
                </a:cubicBezTo>
                <a:cubicBezTo>
                  <a:pt x="177527" y="5195017"/>
                  <a:pt x="183115" y="5198526"/>
                  <a:pt x="188513" y="5200343"/>
                </a:cubicBezTo>
                <a:cubicBezTo>
                  <a:pt x="191943" y="5201484"/>
                  <a:pt x="196431" y="5202245"/>
                  <a:pt x="200898" y="5202731"/>
                </a:cubicBezTo>
                <a:cubicBezTo>
                  <a:pt x="204835" y="5203154"/>
                  <a:pt x="209175" y="5202055"/>
                  <a:pt x="213366" y="5201780"/>
                </a:cubicBezTo>
                <a:cubicBezTo>
                  <a:pt x="217515" y="5201506"/>
                  <a:pt x="221495" y="5200301"/>
                  <a:pt x="225369" y="5199181"/>
                </a:cubicBezTo>
                <a:cubicBezTo>
                  <a:pt x="227317" y="5198610"/>
                  <a:pt x="229751" y="5195715"/>
                  <a:pt x="232842" y="5194109"/>
                </a:cubicBezTo>
                <a:cubicBezTo>
                  <a:pt x="235827" y="5192545"/>
                  <a:pt x="239574" y="5192714"/>
                  <a:pt x="239955" y="5189924"/>
                </a:cubicBezTo>
                <a:lnTo>
                  <a:pt x="239976" y="5189945"/>
                </a:lnTo>
                <a:cubicBezTo>
                  <a:pt x="240378" y="5187050"/>
                  <a:pt x="238219" y="5184218"/>
                  <a:pt x="234959" y="5182718"/>
                </a:cubicBezTo>
                <a:cubicBezTo>
                  <a:pt x="230365" y="5180604"/>
                  <a:pt x="226851" y="5184176"/>
                  <a:pt x="218341" y="5185169"/>
                </a:cubicBezTo>
                <a:cubicBezTo>
                  <a:pt x="212117" y="5185909"/>
                  <a:pt x="208010" y="5181872"/>
                  <a:pt x="204136" y="5180900"/>
                </a:cubicBezTo>
                <a:cubicBezTo>
                  <a:pt x="199035" y="5179632"/>
                  <a:pt x="193912" y="5178660"/>
                  <a:pt x="188556" y="5180520"/>
                </a:cubicBezTo>
                <a:close/>
                <a:moveTo>
                  <a:pt x="354273" y="5175049"/>
                </a:moveTo>
                <a:cubicBezTo>
                  <a:pt x="352518" y="5175120"/>
                  <a:pt x="351222" y="5175521"/>
                  <a:pt x="349422" y="5176652"/>
                </a:cubicBezTo>
                <a:cubicBezTo>
                  <a:pt x="346627" y="5178385"/>
                  <a:pt x="343918" y="5182929"/>
                  <a:pt x="344426" y="5187324"/>
                </a:cubicBezTo>
                <a:cubicBezTo>
                  <a:pt x="344828" y="5190685"/>
                  <a:pt x="346818" y="5194256"/>
                  <a:pt x="349189" y="5195102"/>
                </a:cubicBezTo>
                <a:cubicBezTo>
                  <a:pt x="354016" y="5196835"/>
                  <a:pt x="356408" y="5192671"/>
                  <a:pt x="361806" y="5193411"/>
                </a:cubicBezTo>
                <a:cubicBezTo>
                  <a:pt x="366675" y="5194066"/>
                  <a:pt x="367627" y="5197469"/>
                  <a:pt x="371946" y="5197173"/>
                </a:cubicBezTo>
                <a:cubicBezTo>
                  <a:pt x="375799" y="5196898"/>
                  <a:pt x="380287" y="5190114"/>
                  <a:pt x="379779" y="5185486"/>
                </a:cubicBezTo>
                <a:cubicBezTo>
                  <a:pt x="379292" y="5181090"/>
                  <a:pt x="373999" y="5179716"/>
                  <a:pt x="372793" y="5179146"/>
                </a:cubicBezTo>
                <a:cubicBezTo>
                  <a:pt x="368749" y="5177265"/>
                  <a:pt x="367691" y="5175743"/>
                  <a:pt x="361869" y="5175426"/>
                </a:cubicBezTo>
                <a:cubicBezTo>
                  <a:pt x="358239" y="5175236"/>
                  <a:pt x="356027" y="5174977"/>
                  <a:pt x="354273" y="5175049"/>
                </a:cubicBezTo>
                <a:close/>
                <a:moveTo>
                  <a:pt x="132604" y="5135314"/>
                </a:moveTo>
                <a:cubicBezTo>
                  <a:pt x="128455" y="5135884"/>
                  <a:pt x="124200" y="5135652"/>
                  <a:pt x="120199" y="5136307"/>
                </a:cubicBezTo>
                <a:cubicBezTo>
                  <a:pt x="115923" y="5137004"/>
                  <a:pt x="112197" y="5139858"/>
                  <a:pt x="108386" y="5140639"/>
                </a:cubicBezTo>
                <a:cubicBezTo>
                  <a:pt x="103835" y="5141590"/>
                  <a:pt x="99220" y="5140555"/>
                  <a:pt x="95875" y="5141675"/>
                </a:cubicBezTo>
                <a:cubicBezTo>
                  <a:pt x="89673" y="5143704"/>
                  <a:pt x="85947" y="5146663"/>
                  <a:pt x="86561" y="5149220"/>
                </a:cubicBezTo>
                <a:cubicBezTo>
                  <a:pt x="87090" y="5151397"/>
                  <a:pt x="92023" y="5149664"/>
                  <a:pt x="97929" y="5150129"/>
                </a:cubicBezTo>
                <a:cubicBezTo>
                  <a:pt x="101570" y="5150403"/>
                  <a:pt x="105634" y="5155011"/>
                  <a:pt x="109826" y="5154841"/>
                </a:cubicBezTo>
                <a:cubicBezTo>
                  <a:pt x="114039" y="5154651"/>
                  <a:pt x="117891" y="5150678"/>
                  <a:pt x="121490" y="5150150"/>
                </a:cubicBezTo>
                <a:cubicBezTo>
                  <a:pt x="123650" y="5149833"/>
                  <a:pt x="130254" y="5152305"/>
                  <a:pt x="135822" y="5150763"/>
                </a:cubicBezTo>
                <a:cubicBezTo>
                  <a:pt x="141368" y="5149199"/>
                  <a:pt x="145496" y="5145310"/>
                  <a:pt x="146237" y="5142182"/>
                </a:cubicBezTo>
                <a:lnTo>
                  <a:pt x="146237" y="5142161"/>
                </a:lnTo>
                <a:cubicBezTo>
                  <a:pt x="147211" y="5138061"/>
                  <a:pt x="138892" y="5134468"/>
                  <a:pt x="132604" y="5135314"/>
                </a:cubicBezTo>
                <a:close/>
                <a:moveTo>
                  <a:pt x="321244" y="5127706"/>
                </a:moveTo>
                <a:cubicBezTo>
                  <a:pt x="318047" y="5126924"/>
                  <a:pt x="314025" y="5127980"/>
                  <a:pt x="311591" y="5127959"/>
                </a:cubicBezTo>
                <a:cubicBezTo>
                  <a:pt x="307314" y="5127938"/>
                  <a:pt x="302975" y="5128614"/>
                  <a:pt x="298868" y="5129354"/>
                </a:cubicBezTo>
                <a:cubicBezTo>
                  <a:pt x="294528" y="5130136"/>
                  <a:pt x="290337" y="5131383"/>
                  <a:pt x="286590" y="5132778"/>
                </a:cubicBezTo>
                <a:cubicBezTo>
                  <a:pt x="282165" y="5134426"/>
                  <a:pt x="278122" y="5136328"/>
                  <a:pt x="275158" y="5138484"/>
                </a:cubicBezTo>
                <a:cubicBezTo>
                  <a:pt x="270607" y="5141781"/>
                  <a:pt x="268956" y="5145627"/>
                  <a:pt x="269802" y="5148966"/>
                </a:cubicBezTo>
                <a:cubicBezTo>
                  <a:pt x="270776" y="5152855"/>
                  <a:pt x="272914" y="5150657"/>
                  <a:pt x="278461" y="5149283"/>
                </a:cubicBezTo>
                <a:cubicBezTo>
                  <a:pt x="281467" y="5148544"/>
                  <a:pt x="285489" y="5148607"/>
                  <a:pt x="289892" y="5147783"/>
                </a:cubicBezTo>
                <a:cubicBezTo>
                  <a:pt x="293237" y="5147149"/>
                  <a:pt x="297174" y="5147867"/>
                  <a:pt x="301366" y="5147698"/>
                </a:cubicBezTo>
                <a:cubicBezTo>
                  <a:pt x="305092" y="5147550"/>
                  <a:pt x="308267" y="5147170"/>
                  <a:pt x="311210" y="5146980"/>
                </a:cubicBezTo>
                <a:cubicBezTo>
                  <a:pt x="314512" y="5146768"/>
                  <a:pt x="318323" y="5147741"/>
                  <a:pt x="321456" y="5145944"/>
                </a:cubicBezTo>
                <a:cubicBezTo>
                  <a:pt x="325351" y="5143704"/>
                  <a:pt x="326515" y="5138590"/>
                  <a:pt x="325690" y="5135102"/>
                </a:cubicBezTo>
                <a:cubicBezTo>
                  <a:pt x="325097" y="5132588"/>
                  <a:pt x="324843" y="5128593"/>
                  <a:pt x="321244" y="5127706"/>
                </a:cubicBezTo>
                <a:close/>
                <a:moveTo>
                  <a:pt x="209471" y="5089009"/>
                </a:moveTo>
                <a:cubicBezTo>
                  <a:pt x="203247" y="5088375"/>
                  <a:pt x="198505" y="5090277"/>
                  <a:pt x="197172" y="5090383"/>
                </a:cubicBezTo>
                <a:cubicBezTo>
                  <a:pt x="195626" y="5090510"/>
                  <a:pt x="191731" y="5090615"/>
                  <a:pt x="188005" y="5091249"/>
                </a:cubicBezTo>
                <a:cubicBezTo>
                  <a:pt x="184639" y="5091820"/>
                  <a:pt x="183687" y="5092433"/>
                  <a:pt x="182840" y="5095476"/>
                </a:cubicBezTo>
                <a:cubicBezTo>
                  <a:pt x="181104" y="5101668"/>
                  <a:pt x="187540" y="5102831"/>
                  <a:pt x="191392" y="5104691"/>
                </a:cubicBezTo>
                <a:cubicBezTo>
                  <a:pt x="195139" y="5106508"/>
                  <a:pt x="200157" y="5104078"/>
                  <a:pt x="203544" y="5104944"/>
                </a:cubicBezTo>
                <a:cubicBezTo>
                  <a:pt x="207651" y="5105980"/>
                  <a:pt x="211059" y="5107417"/>
                  <a:pt x="214446" y="5107565"/>
                </a:cubicBezTo>
                <a:cubicBezTo>
                  <a:pt x="219082" y="5107776"/>
                  <a:pt x="223062" y="5109763"/>
                  <a:pt x="225962" y="5109551"/>
                </a:cubicBezTo>
                <a:cubicBezTo>
                  <a:pt x="231445" y="5109150"/>
                  <a:pt x="238981" y="5110523"/>
                  <a:pt x="240717" y="5104331"/>
                </a:cubicBezTo>
                <a:lnTo>
                  <a:pt x="240738" y="5104331"/>
                </a:lnTo>
                <a:cubicBezTo>
                  <a:pt x="241437" y="5101880"/>
                  <a:pt x="235615" y="5098329"/>
                  <a:pt x="232990" y="5096723"/>
                </a:cubicBezTo>
                <a:cubicBezTo>
                  <a:pt x="229328" y="5094462"/>
                  <a:pt x="225920" y="5091101"/>
                  <a:pt x="222152" y="5089960"/>
                </a:cubicBezTo>
                <a:cubicBezTo>
                  <a:pt x="217875" y="5088650"/>
                  <a:pt x="213133" y="5089390"/>
                  <a:pt x="209471" y="5089009"/>
                </a:cubicBezTo>
                <a:close/>
                <a:moveTo>
                  <a:pt x="131291" y="5042769"/>
                </a:moveTo>
                <a:cubicBezTo>
                  <a:pt x="127036" y="5042367"/>
                  <a:pt x="122506" y="5043953"/>
                  <a:pt x="118357" y="5044333"/>
                </a:cubicBezTo>
                <a:cubicBezTo>
                  <a:pt x="113954" y="5044734"/>
                  <a:pt x="109720" y="5045876"/>
                  <a:pt x="105867" y="5046954"/>
                </a:cubicBezTo>
                <a:cubicBezTo>
                  <a:pt x="101315" y="5048222"/>
                  <a:pt x="97441" y="5050250"/>
                  <a:pt x="94287" y="5052131"/>
                </a:cubicBezTo>
                <a:cubicBezTo>
                  <a:pt x="89461" y="5055027"/>
                  <a:pt x="85968" y="5058345"/>
                  <a:pt x="86518" y="5061726"/>
                </a:cubicBezTo>
                <a:cubicBezTo>
                  <a:pt x="87153" y="5065678"/>
                  <a:pt x="90815" y="5064495"/>
                  <a:pt x="96468" y="5063607"/>
                </a:cubicBezTo>
                <a:cubicBezTo>
                  <a:pt x="99516" y="5063121"/>
                  <a:pt x="103348" y="5062402"/>
                  <a:pt x="107814" y="5061959"/>
                </a:cubicBezTo>
                <a:cubicBezTo>
                  <a:pt x="111202" y="5061620"/>
                  <a:pt x="114949" y="5065594"/>
                  <a:pt x="119140" y="5065784"/>
                </a:cubicBezTo>
                <a:cubicBezTo>
                  <a:pt x="122866" y="5065953"/>
                  <a:pt x="126189" y="5063438"/>
                  <a:pt x="129153" y="5063501"/>
                </a:cubicBezTo>
                <a:cubicBezTo>
                  <a:pt x="132456" y="5063565"/>
                  <a:pt x="134678" y="5061219"/>
                  <a:pt x="137939" y="5059697"/>
                </a:cubicBezTo>
                <a:lnTo>
                  <a:pt x="137917" y="5059718"/>
                </a:lnTo>
                <a:cubicBezTo>
                  <a:pt x="142003" y="5057816"/>
                  <a:pt x="148375" y="5055597"/>
                  <a:pt x="147867" y="5052047"/>
                </a:cubicBezTo>
                <a:cubicBezTo>
                  <a:pt x="147486" y="5049490"/>
                  <a:pt x="143400" y="5048644"/>
                  <a:pt x="139886" y="5047440"/>
                </a:cubicBezTo>
                <a:cubicBezTo>
                  <a:pt x="136774" y="5046383"/>
                  <a:pt x="133705" y="5042980"/>
                  <a:pt x="131291" y="5042769"/>
                </a:cubicBezTo>
                <a:close/>
                <a:moveTo>
                  <a:pt x="304266" y="5038796"/>
                </a:moveTo>
                <a:cubicBezTo>
                  <a:pt x="299736" y="5039493"/>
                  <a:pt x="295481" y="5041818"/>
                  <a:pt x="291247" y="5042705"/>
                </a:cubicBezTo>
                <a:cubicBezTo>
                  <a:pt x="286378" y="5043720"/>
                  <a:pt x="281594" y="5043804"/>
                  <a:pt x="277889" y="5045051"/>
                </a:cubicBezTo>
                <a:cubicBezTo>
                  <a:pt x="271390" y="5047228"/>
                  <a:pt x="270035" y="5049849"/>
                  <a:pt x="270776" y="5052828"/>
                </a:cubicBezTo>
                <a:cubicBezTo>
                  <a:pt x="271475" y="5055639"/>
                  <a:pt x="274947" y="5057013"/>
                  <a:pt x="281827" y="5057182"/>
                </a:cubicBezTo>
                <a:cubicBezTo>
                  <a:pt x="286801" y="5057309"/>
                  <a:pt x="292221" y="5057203"/>
                  <a:pt x="296561" y="5056485"/>
                </a:cubicBezTo>
                <a:cubicBezTo>
                  <a:pt x="298318" y="5056189"/>
                  <a:pt x="302657" y="5053927"/>
                  <a:pt x="307145" y="5052385"/>
                </a:cubicBezTo>
                <a:cubicBezTo>
                  <a:pt x="311443" y="5050905"/>
                  <a:pt x="317476" y="5050525"/>
                  <a:pt x="317920" y="5047503"/>
                </a:cubicBezTo>
                <a:cubicBezTo>
                  <a:pt x="318492" y="5043424"/>
                  <a:pt x="309283" y="5038014"/>
                  <a:pt x="304266" y="5038796"/>
                </a:cubicBezTo>
                <a:close/>
                <a:moveTo>
                  <a:pt x="192830" y="4995619"/>
                </a:moveTo>
                <a:cubicBezTo>
                  <a:pt x="187728" y="4996803"/>
                  <a:pt x="182457" y="4999297"/>
                  <a:pt x="182711" y="5003080"/>
                </a:cubicBezTo>
                <a:cubicBezTo>
                  <a:pt x="182901" y="5005806"/>
                  <a:pt x="184976" y="5009842"/>
                  <a:pt x="190162" y="5012209"/>
                </a:cubicBezTo>
                <a:cubicBezTo>
                  <a:pt x="193465" y="5013710"/>
                  <a:pt x="198143" y="5013308"/>
                  <a:pt x="202525" y="5014259"/>
                </a:cubicBezTo>
                <a:cubicBezTo>
                  <a:pt x="206399" y="5015105"/>
                  <a:pt x="210527" y="5013668"/>
                  <a:pt x="214719" y="5013837"/>
                </a:cubicBezTo>
                <a:cubicBezTo>
                  <a:pt x="218847" y="5014006"/>
                  <a:pt x="223144" y="5017535"/>
                  <a:pt x="227103" y="5016817"/>
                </a:cubicBezTo>
                <a:cubicBezTo>
                  <a:pt x="229114" y="5016457"/>
                  <a:pt x="233136" y="5015908"/>
                  <a:pt x="236269" y="5014682"/>
                </a:cubicBezTo>
                <a:cubicBezTo>
                  <a:pt x="239402" y="5013456"/>
                  <a:pt x="243213" y="5010667"/>
                  <a:pt x="243890" y="5007919"/>
                </a:cubicBezTo>
                <a:cubicBezTo>
                  <a:pt x="244610" y="5005066"/>
                  <a:pt x="241795" y="5000565"/>
                  <a:pt x="238725" y="4998726"/>
                </a:cubicBezTo>
                <a:cubicBezTo>
                  <a:pt x="234364" y="4996148"/>
                  <a:pt x="229855" y="4998916"/>
                  <a:pt x="221281" y="4999022"/>
                </a:cubicBezTo>
                <a:cubicBezTo>
                  <a:pt x="215015" y="4999085"/>
                  <a:pt x="210104" y="4999592"/>
                  <a:pt x="206357" y="4998240"/>
                </a:cubicBezTo>
                <a:cubicBezTo>
                  <a:pt x="201425" y="4996443"/>
                  <a:pt x="198355" y="4994330"/>
                  <a:pt x="192830" y="4995619"/>
                </a:cubicBezTo>
                <a:close/>
                <a:moveTo>
                  <a:pt x="270120" y="4950963"/>
                </a:moveTo>
                <a:cubicBezTo>
                  <a:pt x="266182" y="4951829"/>
                  <a:pt x="263091" y="4954387"/>
                  <a:pt x="260615" y="4956669"/>
                </a:cubicBezTo>
                <a:cubicBezTo>
                  <a:pt x="257608" y="4959417"/>
                  <a:pt x="255873" y="4962671"/>
                  <a:pt x="256614" y="4966285"/>
                </a:cubicBezTo>
                <a:cubicBezTo>
                  <a:pt x="257587" y="4971146"/>
                  <a:pt x="260149" y="4969624"/>
                  <a:pt x="265102" y="4968673"/>
                </a:cubicBezTo>
                <a:cubicBezTo>
                  <a:pt x="267939" y="4968124"/>
                  <a:pt x="271411" y="4969307"/>
                  <a:pt x="275793" y="4969962"/>
                </a:cubicBezTo>
                <a:cubicBezTo>
                  <a:pt x="280577" y="4970681"/>
                  <a:pt x="283943" y="4970702"/>
                  <a:pt x="287373" y="4968124"/>
                </a:cubicBezTo>
                <a:lnTo>
                  <a:pt x="287394" y="4968124"/>
                </a:lnTo>
                <a:cubicBezTo>
                  <a:pt x="289659" y="4966433"/>
                  <a:pt x="292665" y="4962988"/>
                  <a:pt x="291988" y="4959480"/>
                </a:cubicBezTo>
                <a:cubicBezTo>
                  <a:pt x="291077" y="4954704"/>
                  <a:pt x="284282" y="4952992"/>
                  <a:pt x="281128" y="4952294"/>
                </a:cubicBezTo>
                <a:cubicBezTo>
                  <a:pt x="277296" y="4951449"/>
                  <a:pt x="273549" y="4950223"/>
                  <a:pt x="270120" y="4950963"/>
                </a:cubicBezTo>
                <a:close/>
                <a:moveTo>
                  <a:pt x="127925" y="4949314"/>
                </a:moveTo>
                <a:cubicBezTo>
                  <a:pt x="123458" y="4949547"/>
                  <a:pt x="119245" y="4950582"/>
                  <a:pt x="115667" y="4951470"/>
                </a:cubicBezTo>
                <a:cubicBezTo>
                  <a:pt x="109592" y="4952991"/>
                  <a:pt x="105231" y="4955105"/>
                  <a:pt x="104024" y="4955654"/>
                </a:cubicBezTo>
                <a:cubicBezTo>
                  <a:pt x="102606" y="4956288"/>
                  <a:pt x="100066" y="4959818"/>
                  <a:pt x="96763" y="4961677"/>
                </a:cubicBezTo>
                <a:cubicBezTo>
                  <a:pt x="93800" y="4963347"/>
                  <a:pt x="90645" y="4963326"/>
                  <a:pt x="90878" y="4966475"/>
                </a:cubicBezTo>
                <a:cubicBezTo>
                  <a:pt x="91365" y="4972878"/>
                  <a:pt x="99663" y="4971885"/>
                  <a:pt x="103918" y="4972329"/>
                </a:cubicBezTo>
                <a:cubicBezTo>
                  <a:pt x="108068" y="4972752"/>
                  <a:pt x="112323" y="4972012"/>
                  <a:pt x="115795" y="4971674"/>
                </a:cubicBezTo>
                <a:cubicBezTo>
                  <a:pt x="120007" y="4971272"/>
                  <a:pt x="123670" y="4968969"/>
                  <a:pt x="126908" y="4967954"/>
                </a:cubicBezTo>
                <a:cubicBezTo>
                  <a:pt x="131354" y="4966581"/>
                  <a:pt x="134910" y="4964869"/>
                  <a:pt x="137557" y="4963685"/>
                </a:cubicBezTo>
                <a:cubicBezTo>
                  <a:pt x="142553" y="4961445"/>
                  <a:pt x="152206" y="4961297"/>
                  <a:pt x="151719" y="4954894"/>
                </a:cubicBezTo>
                <a:lnTo>
                  <a:pt x="151719" y="4954872"/>
                </a:lnTo>
                <a:cubicBezTo>
                  <a:pt x="151528" y="4952336"/>
                  <a:pt x="143061" y="4952421"/>
                  <a:pt x="140055" y="4951808"/>
                </a:cubicBezTo>
                <a:cubicBezTo>
                  <a:pt x="135863" y="4950941"/>
                  <a:pt x="131862" y="4949124"/>
                  <a:pt x="127925" y="4949314"/>
                </a:cubicBezTo>
                <a:close/>
                <a:moveTo>
                  <a:pt x="188470" y="4904067"/>
                </a:moveTo>
                <a:cubicBezTo>
                  <a:pt x="184554" y="4905800"/>
                  <a:pt x="180363" y="4911295"/>
                  <a:pt x="181082" y="4915691"/>
                </a:cubicBezTo>
                <a:cubicBezTo>
                  <a:pt x="181633" y="4919072"/>
                  <a:pt x="185486" y="4921946"/>
                  <a:pt x="188830" y="4922792"/>
                </a:cubicBezTo>
                <a:cubicBezTo>
                  <a:pt x="192366" y="4923700"/>
                  <a:pt x="195520" y="4924778"/>
                  <a:pt x="198229" y="4923996"/>
                </a:cubicBezTo>
                <a:cubicBezTo>
                  <a:pt x="200749" y="4923278"/>
                  <a:pt x="202802" y="4920805"/>
                  <a:pt x="206464" y="4921164"/>
                </a:cubicBezTo>
                <a:cubicBezTo>
                  <a:pt x="213344" y="4921841"/>
                  <a:pt x="214382" y="4922644"/>
                  <a:pt x="220478" y="4922348"/>
                </a:cubicBezTo>
                <a:cubicBezTo>
                  <a:pt x="225940" y="4922073"/>
                  <a:pt x="232355" y="4918375"/>
                  <a:pt x="231635" y="4913746"/>
                </a:cubicBezTo>
                <a:cubicBezTo>
                  <a:pt x="230936" y="4909351"/>
                  <a:pt x="223739" y="4908273"/>
                  <a:pt x="222024" y="4907702"/>
                </a:cubicBezTo>
                <a:lnTo>
                  <a:pt x="222024" y="4907660"/>
                </a:lnTo>
                <a:cubicBezTo>
                  <a:pt x="216287" y="4905758"/>
                  <a:pt x="214678" y="4907258"/>
                  <a:pt x="206464" y="4906941"/>
                </a:cubicBezTo>
                <a:cubicBezTo>
                  <a:pt x="202548" y="4906793"/>
                  <a:pt x="199542" y="4906857"/>
                  <a:pt x="197362" y="4906265"/>
                </a:cubicBezTo>
                <a:cubicBezTo>
                  <a:pt x="193826" y="4905314"/>
                  <a:pt x="191603" y="4902672"/>
                  <a:pt x="188470" y="4904067"/>
                </a:cubicBezTo>
                <a:close/>
                <a:moveTo>
                  <a:pt x="133217" y="4856854"/>
                </a:moveTo>
                <a:cubicBezTo>
                  <a:pt x="128962" y="4856558"/>
                  <a:pt x="124643" y="4857932"/>
                  <a:pt x="120494" y="4858418"/>
                </a:cubicBezTo>
                <a:cubicBezTo>
                  <a:pt x="116112" y="4858925"/>
                  <a:pt x="111327" y="4857762"/>
                  <a:pt x="107475" y="4858925"/>
                </a:cubicBezTo>
                <a:cubicBezTo>
                  <a:pt x="102944" y="4860299"/>
                  <a:pt x="99642" y="4863997"/>
                  <a:pt x="96530" y="4865984"/>
                </a:cubicBezTo>
                <a:cubicBezTo>
                  <a:pt x="91788" y="4869006"/>
                  <a:pt x="86983" y="4872620"/>
                  <a:pt x="87618" y="4876001"/>
                </a:cubicBezTo>
                <a:cubicBezTo>
                  <a:pt x="88359" y="4879932"/>
                  <a:pt x="94032" y="4882109"/>
                  <a:pt x="99663" y="4881073"/>
                </a:cubicBezTo>
                <a:cubicBezTo>
                  <a:pt x="102712" y="4880524"/>
                  <a:pt x="105908" y="4876551"/>
                  <a:pt x="110354" y="4876001"/>
                </a:cubicBezTo>
                <a:cubicBezTo>
                  <a:pt x="113741" y="4875578"/>
                  <a:pt x="117572" y="4875600"/>
                  <a:pt x="121764" y="4875684"/>
                </a:cubicBezTo>
                <a:cubicBezTo>
                  <a:pt x="125511" y="4875769"/>
                  <a:pt x="128665" y="4873993"/>
                  <a:pt x="131629" y="4873993"/>
                </a:cubicBezTo>
                <a:cubicBezTo>
                  <a:pt x="134931" y="4873993"/>
                  <a:pt x="138509" y="4876867"/>
                  <a:pt x="141727" y="4875261"/>
                </a:cubicBezTo>
                <a:lnTo>
                  <a:pt x="141748" y="4875261"/>
                </a:lnTo>
                <a:cubicBezTo>
                  <a:pt x="145791" y="4873254"/>
                  <a:pt x="147125" y="4868668"/>
                  <a:pt x="146511" y="4865138"/>
                </a:cubicBezTo>
                <a:cubicBezTo>
                  <a:pt x="146066" y="4862602"/>
                  <a:pt x="145198" y="4862306"/>
                  <a:pt x="141663" y="4861207"/>
                </a:cubicBezTo>
                <a:cubicBezTo>
                  <a:pt x="138509" y="4860235"/>
                  <a:pt x="135630" y="4857002"/>
                  <a:pt x="133217" y="4856854"/>
                </a:cubicBezTo>
                <a:close/>
                <a:moveTo>
                  <a:pt x="108131" y="4770923"/>
                </a:moveTo>
                <a:cubicBezTo>
                  <a:pt x="103961" y="4771578"/>
                  <a:pt x="100362" y="4773057"/>
                  <a:pt x="97229" y="4774051"/>
                </a:cubicBezTo>
                <a:cubicBezTo>
                  <a:pt x="91979" y="4775720"/>
                  <a:pt x="87301" y="4777263"/>
                  <a:pt x="87830" y="4780222"/>
                </a:cubicBezTo>
                <a:cubicBezTo>
                  <a:pt x="88317" y="4783032"/>
                  <a:pt x="94308" y="4783666"/>
                  <a:pt x="99918" y="4784385"/>
                </a:cubicBezTo>
                <a:cubicBezTo>
                  <a:pt x="104130" y="4784913"/>
                  <a:pt x="108788" y="4786372"/>
                  <a:pt x="112492" y="4785970"/>
                </a:cubicBezTo>
                <a:cubicBezTo>
                  <a:pt x="113995" y="4785801"/>
                  <a:pt x="117742" y="4783455"/>
                  <a:pt x="121574" y="4782187"/>
                </a:cubicBezTo>
                <a:cubicBezTo>
                  <a:pt x="125088" y="4781025"/>
                  <a:pt x="129470" y="4780560"/>
                  <a:pt x="129915" y="4777643"/>
                </a:cubicBezTo>
                <a:lnTo>
                  <a:pt x="129894" y="4777622"/>
                </a:lnTo>
                <a:cubicBezTo>
                  <a:pt x="130486" y="4773607"/>
                  <a:pt x="123797" y="4770732"/>
                  <a:pt x="119605" y="4771134"/>
                </a:cubicBezTo>
                <a:cubicBezTo>
                  <a:pt x="115731" y="4771493"/>
                  <a:pt x="111730" y="4770352"/>
                  <a:pt x="108131" y="4770923"/>
                </a:cubicBezTo>
                <a:close/>
                <a:moveTo>
                  <a:pt x="4437376" y="0"/>
                </a:moveTo>
                <a:cubicBezTo>
                  <a:pt x="4432296" y="131445"/>
                  <a:pt x="4428486" y="262890"/>
                  <a:pt x="4420231" y="394334"/>
                </a:cubicBezTo>
                <a:cubicBezTo>
                  <a:pt x="4406896" y="608964"/>
                  <a:pt x="4378321" y="822324"/>
                  <a:pt x="4347206" y="1035049"/>
                </a:cubicBezTo>
                <a:cubicBezTo>
                  <a:pt x="4290056" y="1425575"/>
                  <a:pt x="4235446" y="1812291"/>
                  <a:pt x="4227826" y="2207260"/>
                </a:cubicBezTo>
                <a:cubicBezTo>
                  <a:pt x="4224016" y="2407283"/>
                  <a:pt x="4229096" y="2606675"/>
                  <a:pt x="4241796" y="2806064"/>
                </a:cubicBezTo>
                <a:cubicBezTo>
                  <a:pt x="4254496" y="3003550"/>
                  <a:pt x="4281801" y="3197858"/>
                  <a:pt x="4302756" y="3394072"/>
                </a:cubicBezTo>
                <a:cubicBezTo>
                  <a:pt x="4364986" y="3974459"/>
                  <a:pt x="4471666" y="4555484"/>
                  <a:pt x="4545961" y="5137779"/>
                </a:cubicBezTo>
                <a:lnTo>
                  <a:pt x="4545961" y="5142224"/>
                </a:lnTo>
                <a:cubicBezTo>
                  <a:pt x="4554851" y="5212074"/>
                  <a:pt x="4563741" y="5282559"/>
                  <a:pt x="4571361" y="5352409"/>
                </a:cubicBezTo>
                <a:cubicBezTo>
                  <a:pt x="4571996" y="5356854"/>
                  <a:pt x="4608191" y="5727694"/>
                  <a:pt x="4617716" y="5904859"/>
                </a:cubicBezTo>
                <a:lnTo>
                  <a:pt x="4618351" y="5904859"/>
                </a:lnTo>
                <a:cubicBezTo>
                  <a:pt x="4623431" y="6003919"/>
                  <a:pt x="4628511" y="6101074"/>
                  <a:pt x="4628511" y="6200134"/>
                </a:cubicBezTo>
                <a:cubicBezTo>
                  <a:pt x="4628511" y="6255379"/>
                  <a:pt x="4635496" y="6858629"/>
                  <a:pt x="4599301" y="6858629"/>
                </a:cubicBezTo>
                <a:lnTo>
                  <a:pt x="2188004" y="6858629"/>
                </a:lnTo>
                <a:lnTo>
                  <a:pt x="2186839" y="6855742"/>
                </a:lnTo>
                <a:lnTo>
                  <a:pt x="2133537" y="6759963"/>
                </a:lnTo>
                <a:lnTo>
                  <a:pt x="2120212" y="6736018"/>
                </a:lnTo>
                <a:cubicBezTo>
                  <a:pt x="2048424" y="6618569"/>
                  <a:pt x="1960184" y="6509886"/>
                  <a:pt x="1846913" y="6427397"/>
                </a:cubicBezTo>
                <a:lnTo>
                  <a:pt x="1795313" y="6396843"/>
                </a:lnTo>
                <a:lnTo>
                  <a:pt x="1666184" y="6320384"/>
                </a:lnTo>
                <a:lnTo>
                  <a:pt x="1599605" y="6282446"/>
                </a:lnTo>
                <a:lnTo>
                  <a:pt x="1484390" y="6216794"/>
                </a:lnTo>
                <a:cubicBezTo>
                  <a:pt x="1448690" y="6196772"/>
                  <a:pt x="1414560" y="6174725"/>
                  <a:pt x="1382091" y="6150719"/>
                </a:cubicBezTo>
                <a:lnTo>
                  <a:pt x="1310477" y="6090345"/>
                </a:lnTo>
                <a:lnTo>
                  <a:pt x="1289779" y="6072895"/>
                </a:lnTo>
                <a:cubicBezTo>
                  <a:pt x="1231693" y="6017186"/>
                  <a:pt x="1180649" y="5953916"/>
                  <a:pt x="1137416" y="5883626"/>
                </a:cubicBezTo>
                <a:cubicBezTo>
                  <a:pt x="1056948" y="5739850"/>
                  <a:pt x="995894" y="5581919"/>
                  <a:pt x="876601" y="5466450"/>
                </a:cubicBezTo>
                <a:cubicBezTo>
                  <a:pt x="754664" y="5351439"/>
                  <a:pt x="583547" y="5271384"/>
                  <a:pt x="410986" y="5272303"/>
                </a:cubicBezTo>
                <a:lnTo>
                  <a:pt x="398143" y="5273256"/>
                </a:lnTo>
                <a:lnTo>
                  <a:pt x="396227" y="5268057"/>
                </a:lnTo>
                <a:cubicBezTo>
                  <a:pt x="393327" y="5265943"/>
                  <a:pt x="390405" y="5267571"/>
                  <a:pt x="385028" y="5268564"/>
                </a:cubicBezTo>
                <a:cubicBezTo>
                  <a:pt x="381070" y="5269304"/>
                  <a:pt x="378741" y="5269494"/>
                  <a:pt x="376285" y="5268522"/>
                </a:cubicBezTo>
                <a:cubicBezTo>
                  <a:pt x="373110" y="5267275"/>
                  <a:pt x="370612" y="5266936"/>
                  <a:pt x="367246" y="5268775"/>
                </a:cubicBezTo>
                <a:lnTo>
                  <a:pt x="362919" y="5275871"/>
                </a:lnTo>
                <a:lnTo>
                  <a:pt x="337933" y="5277725"/>
                </a:lnTo>
                <a:lnTo>
                  <a:pt x="337082" y="5277788"/>
                </a:lnTo>
                <a:lnTo>
                  <a:pt x="321469" y="5280761"/>
                </a:lnTo>
                <a:lnTo>
                  <a:pt x="184373" y="5306869"/>
                </a:lnTo>
                <a:lnTo>
                  <a:pt x="144676" y="5321326"/>
                </a:lnTo>
                <a:lnTo>
                  <a:pt x="143648" y="5319283"/>
                </a:lnTo>
                <a:cubicBezTo>
                  <a:pt x="141378" y="5317563"/>
                  <a:pt x="138181" y="5316432"/>
                  <a:pt x="135038" y="5316749"/>
                </a:cubicBezTo>
                <a:cubicBezTo>
                  <a:pt x="130889" y="5317172"/>
                  <a:pt x="126697" y="5317827"/>
                  <a:pt x="122675" y="5318334"/>
                </a:cubicBezTo>
                <a:cubicBezTo>
                  <a:pt x="118378" y="5318884"/>
                  <a:pt x="114546" y="5321779"/>
                  <a:pt x="110714" y="5322434"/>
                </a:cubicBezTo>
                <a:cubicBezTo>
                  <a:pt x="106121" y="5323237"/>
                  <a:pt x="101442" y="5321842"/>
                  <a:pt x="98034" y="5322836"/>
                </a:cubicBezTo>
                <a:cubicBezTo>
                  <a:pt x="91768" y="5324653"/>
                  <a:pt x="88381" y="5328246"/>
                  <a:pt x="88910" y="5330824"/>
                </a:cubicBezTo>
                <a:cubicBezTo>
                  <a:pt x="89355" y="5333022"/>
                  <a:pt x="93567" y="5336551"/>
                  <a:pt x="99473" y="5337207"/>
                </a:cubicBezTo>
                <a:cubicBezTo>
                  <a:pt x="103115" y="5337608"/>
                  <a:pt x="107539" y="5333297"/>
                  <a:pt x="111731" y="5333255"/>
                </a:cubicBezTo>
                <a:lnTo>
                  <a:pt x="111951" y="5333245"/>
                </a:lnTo>
                <a:lnTo>
                  <a:pt x="55108" y="5353946"/>
                </a:lnTo>
                <a:lnTo>
                  <a:pt x="31212" y="5367902"/>
                </a:lnTo>
                <a:lnTo>
                  <a:pt x="29171" y="5368104"/>
                </a:lnTo>
                <a:cubicBezTo>
                  <a:pt x="24832" y="5368167"/>
                  <a:pt x="20577" y="5364891"/>
                  <a:pt x="16681" y="5365124"/>
                </a:cubicBezTo>
                <a:cubicBezTo>
                  <a:pt x="12045" y="5365420"/>
                  <a:pt x="7981" y="5367132"/>
                  <a:pt x="4509" y="5367745"/>
                </a:cubicBezTo>
                <a:lnTo>
                  <a:pt x="0" y="5368819"/>
                </a:lnTo>
                <a:lnTo>
                  <a:pt x="0" y="5288339"/>
                </a:lnTo>
                <a:lnTo>
                  <a:pt x="3091" y="5288514"/>
                </a:lnTo>
                <a:cubicBezTo>
                  <a:pt x="6160" y="5288535"/>
                  <a:pt x="10055" y="5287859"/>
                  <a:pt x="14522" y="5288133"/>
                </a:cubicBezTo>
                <a:cubicBezTo>
                  <a:pt x="17930" y="5288345"/>
                  <a:pt x="21826" y="5289042"/>
                  <a:pt x="25932" y="5289909"/>
                </a:cubicBezTo>
                <a:cubicBezTo>
                  <a:pt x="26335" y="5289993"/>
                  <a:pt x="26716" y="5290078"/>
                  <a:pt x="27076" y="5290205"/>
                </a:cubicBezTo>
                <a:cubicBezTo>
                  <a:pt x="30209" y="5291050"/>
                  <a:pt x="32791" y="5292466"/>
                  <a:pt x="35395" y="5292931"/>
                </a:cubicBezTo>
                <a:cubicBezTo>
                  <a:pt x="38634" y="5293523"/>
                  <a:pt x="41344" y="5292487"/>
                  <a:pt x="44816" y="5291494"/>
                </a:cubicBezTo>
                <a:cubicBezTo>
                  <a:pt x="49134" y="5290289"/>
                  <a:pt x="57200" y="5288472"/>
                  <a:pt x="57263" y="5284900"/>
                </a:cubicBezTo>
                <a:cubicBezTo>
                  <a:pt x="57284" y="5283716"/>
                  <a:pt x="56332" y="5282364"/>
                  <a:pt x="54956" y="5281117"/>
                </a:cubicBezTo>
                <a:cubicBezTo>
                  <a:pt x="53368" y="5279638"/>
                  <a:pt x="51230" y="5278243"/>
                  <a:pt x="49473" y="5277313"/>
                </a:cubicBezTo>
                <a:cubicBezTo>
                  <a:pt x="46573" y="5275770"/>
                  <a:pt x="43037" y="5274122"/>
                  <a:pt x="40688" y="5273509"/>
                </a:cubicBezTo>
                <a:cubicBezTo>
                  <a:pt x="36559" y="5272431"/>
                  <a:pt x="31839" y="5274460"/>
                  <a:pt x="27668" y="5274164"/>
                </a:cubicBezTo>
                <a:cubicBezTo>
                  <a:pt x="23265" y="5273847"/>
                  <a:pt x="19264" y="5274798"/>
                  <a:pt x="15263" y="5275242"/>
                </a:cubicBezTo>
                <a:cubicBezTo>
                  <a:pt x="10564" y="5275770"/>
                  <a:pt x="5949" y="5274396"/>
                  <a:pt x="2540" y="5275770"/>
                </a:cubicBezTo>
                <a:lnTo>
                  <a:pt x="0" y="5277390"/>
                </a:lnTo>
                <a:lnTo>
                  <a:pt x="0" y="5193030"/>
                </a:lnTo>
                <a:lnTo>
                  <a:pt x="6287" y="5194890"/>
                </a:lnTo>
                <a:cubicBezTo>
                  <a:pt x="9865" y="5195693"/>
                  <a:pt x="14141" y="5194806"/>
                  <a:pt x="18311" y="5195228"/>
                </a:cubicBezTo>
                <a:cubicBezTo>
                  <a:pt x="22503" y="5195651"/>
                  <a:pt x="26504" y="5200871"/>
                  <a:pt x="30124" y="5200871"/>
                </a:cubicBezTo>
                <a:cubicBezTo>
                  <a:pt x="32304" y="5200871"/>
                  <a:pt x="38507" y="5199413"/>
                  <a:pt x="44223" y="5198694"/>
                </a:cubicBezTo>
                <a:cubicBezTo>
                  <a:pt x="49939" y="5197955"/>
                  <a:pt x="55040" y="5194848"/>
                  <a:pt x="56226" y="5191847"/>
                </a:cubicBezTo>
                <a:cubicBezTo>
                  <a:pt x="57792" y="5187937"/>
                  <a:pt x="49621" y="5182590"/>
                  <a:pt x="43291" y="5182527"/>
                </a:cubicBezTo>
                <a:cubicBezTo>
                  <a:pt x="39121" y="5182484"/>
                  <a:pt x="34951" y="5184112"/>
                  <a:pt x="30907" y="5184175"/>
                </a:cubicBezTo>
                <a:cubicBezTo>
                  <a:pt x="26568" y="5184239"/>
                  <a:pt x="22228" y="5181047"/>
                  <a:pt x="18354" y="5181280"/>
                </a:cubicBezTo>
                <a:cubicBezTo>
                  <a:pt x="13697" y="5181555"/>
                  <a:pt x="9505" y="5183203"/>
                  <a:pt x="6012" y="5183795"/>
                </a:cubicBezTo>
                <a:lnTo>
                  <a:pt x="0" y="5185855"/>
                </a:lnTo>
                <a:lnTo>
                  <a:pt x="0" y="5100949"/>
                </a:lnTo>
                <a:lnTo>
                  <a:pt x="4890" y="5103719"/>
                </a:lnTo>
                <a:cubicBezTo>
                  <a:pt x="9209" y="5104691"/>
                  <a:pt x="12003" y="5105790"/>
                  <a:pt x="15348" y="5105072"/>
                </a:cubicBezTo>
                <a:cubicBezTo>
                  <a:pt x="18439" y="5104395"/>
                  <a:pt x="21804" y="5102134"/>
                  <a:pt x="26292" y="5102578"/>
                </a:cubicBezTo>
                <a:cubicBezTo>
                  <a:pt x="34718" y="5103423"/>
                  <a:pt x="35882" y="5107882"/>
                  <a:pt x="43355" y="5107734"/>
                </a:cubicBezTo>
                <a:cubicBezTo>
                  <a:pt x="46361" y="5107671"/>
                  <a:pt x="49748" y="5107016"/>
                  <a:pt x="52204" y="5105325"/>
                </a:cubicBezTo>
                <a:cubicBezTo>
                  <a:pt x="55210" y="5103254"/>
                  <a:pt x="58089" y="5099873"/>
                  <a:pt x="57644" y="5097315"/>
                </a:cubicBezTo>
                <a:cubicBezTo>
                  <a:pt x="56903" y="5092920"/>
                  <a:pt x="47441" y="5092624"/>
                  <a:pt x="45345" y="5092011"/>
                </a:cubicBezTo>
                <a:cubicBezTo>
                  <a:pt x="41386" y="5090870"/>
                  <a:pt x="39481" y="5089707"/>
                  <a:pt x="36242" y="5090003"/>
                </a:cubicBezTo>
                <a:cubicBezTo>
                  <a:pt x="33765" y="5090236"/>
                  <a:pt x="30717" y="5091694"/>
                  <a:pt x="26335" y="5091461"/>
                </a:cubicBezTo>
                <a:cubicBezTo>
                  <a:pt x="21550" y="5091229"/>
                  <a:pt x="18820" y="5086579"/>
                  <a:pt x="16152" y="5085945"/>
                </a:cubicBezTo>
                <a:cubicBezTo>
                  <a:pt x="11812" y="5084910"/>
                  <a:pt x="7939" y="5083959"/>
                  <a:pt x="4065" y="5085269"/>
                </a:cubicBezTo>
                <a:lnTo>
                  <a:pt x="0" y="5089798"/>
                </a:lnTo>
                <a:lnTo>
                  <a:pt x="0" y="5001871"/>
                </a:lnTo>
                <a:lnTo>
                  <a:pt x="8169" y="5004411"/>
                </a:lnTo>
                <a:cubicBezTo>
                  <a:pt x="11980" y="5006123"/>
                  <a:pt x="15790" y="5006461"/>
                  <a:pt x="19199" y="5007221"/>
                </a:cubicBezTo>
                <a:cubicBezTo>
                  <a:pt x="23327" y="5008151"/>
                  <a:pt x="26925" y="5010370"/>
                  <a:pt x="30313" y="5010434"/>
                </a:cubicBezTo>
                <a:cubicBezTo>
                  <a:pt x="34970" y="5010518"/>
                  <a:pt x="38569" y="5006186"/>
                  <a:pt x="41448" y="5005890"/>
                </a:cubicBezTo>
                <a:cubicBezTo>
                  <a:pt x="46909" y="5005319"/>
                  <a:pt x="53472" y="5010687"/>
                  <a:pt x="55038" y="5004432"/>
                </a:cubicBezTo>
                <a:cubicBezTo>
                  <a:pt x="55652" y="5001959"/>
                  <a:pt x="50826" y="4999655"/>
                  <a:pt x="48179" y="4998134"/>
                </a:cubicBezTo>
                <a:cubicBezTo>
                  <a:pt x="44454" y="4995978"/>
                  <a:pt x="41469" y="4991667"/>
                  <a:pt x="37658" y="4990631"/>
                </a:cubicBezTo>
                <a:cubicBezTo>
                  <a:pt x="33340" y="4989427"/>
                  <a:pt x="28577" y="4990082"/>
                  <a:pt x="24893" y="4989807"/>
                </a:cubicBezTo>
                <a:cubicBezTo>
                  <a:pt x="18669" y="4989363"/>
                  <a:pt x="13822" y="4990969"/>
                  <a:pt x="12488" y="4991117"/>
                </a:cubicBezTo>
                <a:cubicBezTo>
                  <a:pt x="10943" y="4991286"/>
                  <a:pt x="6603" y="4989553"/>
                  <a:pt x="2877" y="4990272"/>
                </a:cubicBezTo>
                <a:lnTo>
                  <a:pt x="0" y="4992410"/>
                </a:lnTo>
                <a:lnTo>
                  <a:pt x="0" y="4918689"/>
                </a:lnTo>
                <a:lnTo>
                  <a:pt x="1735" y="4919009"/>
                </a:lnTo>
                <a:cubicBezTo>
                  <a:pt x="4782" y="4919706"/>
                  <a:pt x="8466" y="4919114"/>
                  <a:pt x="12551" y="4919474"/>
                </a:cubicBezTo>
                <a:cubicBezTo>
                  <a:pt x="16044" y="4919770"/>
                  <a:pt x="19623" y="4921038"/>
                  <a:pt x="23369" y="4921101"/>
                </a:cubicBezTo>
                <a:cubicBezTo>
                  <a:pt x="27095" y="4921143"/>
                  <a:pt x="30757" y="4920847"/>
                  <a:pt x="34292" y="4920636"/>
                </a:cubicBezTo>
                <a:cubicBezTo>
                  <a:pt x="38293" y="4920404"/>
                  <a:pt x="42337" y="4922496"/>
                  <a:pt x="45512" y="4921904"/>
                </a:cubicBezTo>
                <a:cubicBezTo>
                  <a:pt x="50933" y="4920911"/>
                  <a:pt x="55823" y="4918417"/>
                  <a:pt x="56183" y="4916346"/>
                </a:cubicBezTo>
                <a:cubicBezTo>
                  <a:pt x="56753" y="4913091"/>
                  <a:pt x="52032" y="4911739"/>
                  <a:pt x="47376" y="4909921"/>
                </a:cubicBezTo>
                <a:cubicBezTo>
                  <a:pt x="44412" y="4908780"/>
                  <a:pt x="41406" y="4905293"/>
                  <a:pt x="37298" y="4904701"/>
                </a:cubicBezTo>
                <a:cubicBezTo>
                  <a:pt x="33827" y="4904194"/>
                  <a:pt x="29826" y="4906497"/>
                  <a:pt x="25994" y="4906350"/>
                </a:cubicBezTo>
                <a:cubicBezTo>
                  <a:pt x="22289" y="4906223"/>
                  <a:pt x="18521" y="4904067"/>
                  <a:pt x="14902" y="4904278"/>
                </a:cubicBezTo>
                <a:cubicBezTo>
                  <a:pt x="10944" y="4904490"/>
                  <a:pt x="7577" y="4907596"/>
                  <a:pt x="4274" y="4908188"/>
                </a:cubicBezTo>
                <a:lnTo>
                  <a:pt x="0" y="4909922"/>
                </a:lnTo>
                <a:lnTo>
                  <a:pt x="0" y="4823669"/>
                </a:lnTo>
                <a:lnTo>
                  <a:pt x="5121" y="4824181"/>
                </a:lnTo>
                <a:cubicBezTo>
                  <a:pt x="8699" y="4824984"/>
                  <a:pt x="12213" y="4828302"/>
                  <a:pt x="16383" y="4828725"/>
                </a:cubicBezTo>
                <a:cubicBezTo>
                  <a:pt x="20575" y="4829168"/>
                  <a:pt x="24745" y="4832550"/>
                  <a:pt x="28386" y="4832571"/>
                </a:cubicBezTo>
                <a:cubicBezTo>
                  <a:pt x="30567" y="4832571"/>
                  <a:pt x="36198" y="4826907"/>
                  <a:pt x="41935" y="4826189"/>
                </a:cubicBezTo>
                <a:cubicBezTo>
                  <a:pt x="47650" y="4825449"/>
                  <a:pt x="52985" y="4826506"/>
                  <a:pt x="54170" y="4823526"/>
                </a:cubicBezTo>
                <a:cubicBezTo>
                  <a:pt x="55737" y="4819616"/>
                  <a:pt x="47883" y="4815262"/>
                  <a:pt x="41532" y="4815199"/>
                </a:cubicBezTo>
                <a:cubicBezTo>
                  <a:pt x="37362" y="4815157"/>
                  <a:pt x="33192" y="4815030"/>
                  <a:pt x="29148" y="4815093"/>
                </a:cubicBezTo>
                <a:cubicBezTo>
                  <a:pt x="24808" y="4815157"/>
                  <a:pt x="20638" y="4815136"/>
                  <a:pt x="16743" y="4815368"/>
                </a:cubicBezTo>
                <a:cubicBezTo>
                  <a:pt x="12107" y="4815643"/>
                  <a:pt x="7682" y="4814544"/>
                  <a:pt x="4190" y="4815157"/>
                </a:cubicBezTo>
                <a:lnTo>
                  <a:pt x="0" y="4816414"/>
                </a:lnTo>
                <a:lnTo>
                  <a:pt x="0" y="4736849"/>
                </a:lnTo>
                <a:lnTo>
                  <a:pt x="5629" y="4736644"/>
                </a:lnTo>
                <a:cubicBezTo>
                  <a:pt x="9524" y="4736665"/>
                  <a:pt x="14414" y="4737891"/>
                  <a:pt x="19961" y="4739433"/>
                </a:cubicBezTo>
                <a:cubicBezTo>
                  <a:pt x="26248" y="4741209"/>
                  <a:pt x="30418" y="4744210"/>
                  <a:pt x="35753" y="4742223"/>
                </a:cubicBezTo>
                <a:cubicBezTo>
                  <a:pt x="39288" y="4740913"/>
                  <a:pt x="43374" y="4737257"/>
                  <a:pt x="43416" y="4733410"/>
                </a:cubicBezTo>
                <a:cubicBezTo>
                  <a:pt x="43480" y="4728169"/>
                  <a:pt x="36049" y="4723308"/>
                  <a:pt x="32006" y="4721913"/>
                </a:cubicBezTo>
                <a:cubicBezTo>
                  <a:pt x="28492" y="4720709"/>
                  <a:pt x="24639" y="4720328"/>
                  <a:pt x="21125" y="4720032"/>
                </a:cubicBezTo>
                <a:cubicBezTo>
                  <a:pt x="17336" y="4719715"/>
                  <a:pt x="13250" y="4718384"/>
                  <a:pt x="9884" y="4718976"/>
                </a:cubicBezTo>
                <a:lnTo>
                  <a:pt x="0" y="4724425"/>
                </a:lnTo>
                <a:lnTo>
                  <a:pt x="0" y="635"/>
                </a:lnTo>
                <a:cubicBezTo>
                  <a:pt x="0" y="635"/>
                  <a:pt x="4437376" y="635"/>
                  <a:pt x="4437376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76F2D6EE-0E2C-4934-8CBA-891A382487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-430562" y="5145925"/>
            <a:ext cx="1261695" cy="406452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ED2960A-8A4F-03E3-3DBA-B8D4C613B4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398" y="559753"/>
            <a:ext cx="6118225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00E3BC0-5808-E4E9-D776-7321895246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5604" y="993550"/>
            <a:ext cx="6118225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B0EE265-7890-DD75-A767-8E4D6DCD7C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072B33D2-9BBE-E1ED-AE6C-72EF57EA8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79860AD-DA04-70EA-EA0F-907D82E53DB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B361DC05-E224-58D8-5937-5A7C599BD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5604" y="1693494"/>
            <a:ext cx="6120608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93275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6257AB5-89B8-A677-BE48-E6B03605B70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2940" y="4718303"/>
            <a:ext cx="2190047" cy="2139697"/>
            <a:chOff x="-2940" y="4718303"/>
            <a:chExt cx="2190047" cy="213969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8F448BF-0608-A3AF-8F54-19EE4031017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5266800"/>
              <a:ext cx="2187107" cy="1591200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47251CE-E58C-D176-BD38-BA60CC18B41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-430562" y="5145925"/>
              <a:ext cx="1261695" cy="406452"/>
            </a:xfrm>
            <a:prstGeom prst="rect">
              <a:avLst/>
            </a:prstGeom>
          </p:spPr>
        </p:pic>
      </p:grp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AE793F8C-29D6-C7B2-967E-DB3D8F36F6F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 rot="20172628">
            <a:off x="10413794" y="2842990"/>
            <a:ext cx="1596284" cy="798461"/>
            <a:chOff x="3121784" y="3028950"/>
            <a:chExt cx="1596284" cy="798461"/>
          </a:xfrm>
          <a:solidFill>
            <a:schemeClr val="accent1"/>
          </a:solidFill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47F8889-9851-B10A-8EBC-6260169480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0608" y="3748773"/>
              <a:ext cx="73298" cy="21221"/>
            </a:xfrm>
            <a:custGeom>
              <a:avLst/>
              <a:gdLst>
                <a:gd name="connsiteX0" fmla="*/ 64676 w 73298"/>
                <a:gd name="connsiteY0" fmla="*/ 3124 h 21221"/>
                <a:gd name="connsiteX1" fmla="*/ 73217 w 73298"/>
                <a:gd name="connsiteY1" fmla="*/ 7887 h 21221"/>
                <a:gd name="connsiteX2" fmla="*/ 61829 w 73298"/>
                <a:gd name="connsiteY2" fmla="*/ 19317 h 21221"/>
                <a:gd name="connsiteX3" fmla="*/ 44747 w 73298"/>
                <a:gd name="connsiteY3" fmla="*/ 21222 h 21221"/>
                <a:gd name="connsiteX4" fmla="*/ 27665 w 73298"/>
                <a:gd name="connsiteY4" fmla="*/ 20269 h 21221"/>
                <a:gd name="connsiteX5" fmla="*/ 10582 w 73298"/>
                <a:gd name="connsiteY5" fmla="*/ 19317 h 21221"/>
                <a:gd name="connsiteX6" fmla="*/ 143 w 73298"/>
                <a:gd name="connsiteY6" fmla="*/ 7887 h 21221"/>
                <a:gd name="connsiteX7" fmla="*/ 14378 w 73298"/>
                <a:gd name="connsiteY7" fmla="*/ 2172 h 21221"/>
                <a:gd name="connsiteX8" fmla="*/ 31461 w 73298"/>
                <a:gd name="connsiteY8" fmla="*/ 1219 h 21221"/>
                <a:gd name="connsiteX9" fmla="*/ 48543 w 73298"/>
                <a:gd name="connsiteY9" fmla="*/ 267 h 21221"/>
                <a:gd name="connsiteX10" fmla="*/ 64676 w 73298"/>
                <a:gd name="connsiteY10" fmla="*/ 3124 h 2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298" h="21221">
                  <a:moveTo>
                    <a:pt x="64676" y="3124"/>
                  </a:moveTo>
                  <a:cubicBezTo>
                    <a:pt x="69421" y="4077"/>
                    <a:pt x="72268" y="5982"/>
                    <a:pt x="73217" y="7887"/>
                  </a:cubicBezTo>
                  <a:cubicBezTo>
                    <a:pt x="74166" y="12649"/>
                    <a:pt x="66574" y="18364"/>
                    <a:pt x="61829" y="19317"/>
                  </a:cubicBezTo>
                  <a:cubicBezTo>
                    <a:pt x="57084" y="20269"/>
                    <a:pt x="50441" y="21222"/>
                    <a:pt x="44747" y="21222"/>
                  </a:cubicBezTo>
                  <a:cubicBezTo>
                    <a:pt x="39053" y="21222"/>
                    <a:pt x="33359" y="20269"/>
                    <a:pt x="27665" y="20269"/>
                  </a:cubicBezTo>
                  <a:cubicBezTo>
                    <a:pt x="21022" y="19317"/>
                    <a:pt x="15327" y="20269"/>
                    <a:pt x="10582" y="19317"/>
                  </a:cubicBezTo>
                  <a:cubicBezTo>
                    <a:pt x="2990" y="17412"/>
                    <a:pt x="-806" y="12649"/>
                    <a:pt x="143" y="7887"/>
                  </a:cubicBezTo>
                  <a:cubicBezTo>
                    <a:pt x="1092" y="5029"/>
                    <a:pt x="5837" y="4077"/>
                    <a:pt x="14378" y="2172"/>
                  </a:cubicBezTo>
                  <a:cubicBezTo>
                    <a:pt x="19124" y="1219"/>
                    <a:pt x="24818" y="1219"/>
                    <a:pt x="31461" y="1219"/>
                  </a:cubicBezTo>
                  <a:cubicBezTo>
                    <a:pt x="37155" y="1219"/>
                    <a:pt x="42849" y="-686"/>
                    <a:pt x="48543" y="267"/>
                  </a:cubicBezTo>
                  <a:cubicBezTo>
                    <a:pt x="54237" y="267"/>
                    <a:pt x="59931" y="1219"/>
                    <a:pt x="64676" y="312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A07726C-F4A3-65D8-1062-BEE801484E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746" y="3775710"/>
              <a:ext cx="73129" cy="20002"/>
            </a:xfrm>
            <a:custGeom>
              <a:avLst/>
              <a:gdLst>
                <a:gd name="connsiteX0" fmla="*/ 0 w 73129"/>
                <a:gd name="connsiteY0" fmla="*/ 9525 h 20002"/>
                <a:gd name="connsiteX1" fmla="*/ 15184 w 73129"/>
                <a:gd name="connsiteY1" fmla="*/ 1905 h 20002"/>
                <a:gd name="connsiteX2" fmla="*/ 29419 w 73129"/>
                <a:gd name="connsiteY2" fmla="*/ 0 h 20002"/>
                <a:gd name="connsiteX3" fmla="*/ 43654 w 73129"/>
                <a:gd name="connsiteY3" fmla="*/ 0 h 20002"/>
                <a:gd name="connsiteX4" fmla="*/ 57890 w 73129"/>
                <a:gd name="connsiteY4" fmla="*/ 952 h 20002"/>
                <a:gd name="connsiteX5" fmla="*/ 73074 w 73129"/>
                <a:gd name="connsiteY5" fmla="*/ 8573 h 20002"/>
                <a:gd name="connsiteX6" fmla="*/ 54094 w 73129"/>
                <a:gd name="connsiteY6" fmla="*/ 18098 h 20002"/>
                <a:gd name="connsiteX7" fmla="*/ 38909 w 73129"/>
                <a:gd name="connsiteY7" fmla="*/ 20002 h 20002"/>
                <a:gd name="connsiteX8" fmla="*/ 23725 w 73129"/>
                <a:gd name="connsiteY8" fmla="*/ 18098 h 20002"/>
                <a:gd name="connsiteX9" fmla="*/ 8541 w 73129"/>
                <a:gd name="connsiteY9" fmla="*/ 16192 h 20002"/>
                <a:gd name="connsiteX10" fmla="*/ 0 w 73129"/>
                <a:gd name="connsiteY10" fmla="*/ 9525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29" h="20002">
                  <a:moveTo>
                    <a:pt x="0" y="9525"/>
                  </a:moveTo>
                  <a:cubicBezTo>
                    <a:pt x="949" y="1905"/>
                    <a:pt x="8541" y="2857"/>
                    <a:pt x="15184" y="1905"/>
                  </a:cubicBezTo>
                  <a:cubicBezTo>
                    <a:pt x="18980" y="952"/>
                    <a:pt x="23725" y="952"/>
                    <a:pt x="29419" y="0"/>
                  </a:cubicBezTo>
                  <a:cubicBezTo>
                    <a:pt x="33215" y="0"/>
                    <a:pt x="37960" y="0"/>
                    <a:pt x="43654" y="0"/>
                  </a:cubicBezTo>
                  <a:cubicBezTo>
                    <a:pt x="48400" y="0"/>
                    <a:pt x="53145" y="0"/>
                    <a:pt x="57890" y="952"/>
                  </a:cubicBezTo>
                  <a:cubicBezTo>
                    <a:pt x="62635" y="2857"/>
                    <a:pt x="74023" y="952"/>
                    <a:pt x="73074" y="8573"/>
                  </a:cubicBezTo>
                  <a:cubicBezTo>
                    <a:pt x="72125" y="17145"/>
                    <a:pt x="57890" y="17145"/>
                    <a:pt x="54094" y="18098"/>
                  </a:cubicBezTo>
                  <a:cubicBezTo>
                    <a:pt x="52196" y="18098"/>
                    <a:pt x="46502" y="20002"/>
                    <a:pt x="38909" y="20002"/>
                  </a:cubicBezTo>
                  <a:cubicBezTo>
                    <a:pt x="34164" y="20002"/>
                    <a:pt x="29419" y="19050"/>
                    <a:pt x="23725" y="18098"/>
                  </a:cubicBezTo>
                  <a:cubicBezTo>
                    <a:pt x="18980" y="17145"/>
                    <a:pt x="13286" y="19050"/>
                    <a:pt x="8541" y="16192"/>
                  </a:cubicBezTo>
                  <a:cubicBezTo>
                    <a:pt x="4745" y="17145"/>
                    <a:pt x="0" y="13335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07D0310-4593-3167-D9FF-0FCA3A64B6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658" y="3750945"/>
              <a:ext cx="75020" cy="21907"/>
            </a:xfrm>
            <a:custGeom>
              <a:avLst/>
              <a:gdLst>
                <a:gd name="connsiteX0" fmla="*/ 0 w 75020"/>
                <a:gd name="connsiteY0" fmla="*/ 9525 h 21907"/>
                <a:gd name="connsiteX1" fmla="*/ 15184 w 75020"/>
                <a:gd name="connsiteY1" fmla="*/ 2857 h 21907"/>
                <a:gd name="connsiteX2" fmla="*/ 29419 w 75020"/>
                <a:gd name="connsiteY2" fmla="*/ 0 h 21907"/>
                <a:gd name="connsiteX3" fmla="*/ 43654 w 75020"/>
                <a:gd name="connsiteY3" fmla="*/ 952 h 21907"/>
                <a:gd name="connsiteX4" fmla="*/ 57890 w 75020"/>
                <a:gd name="connsiteY4" fmla="*/ 1905 h 21907"/>
                <a:gd name="connsiteX5" fmla="*/ 74972 w 75020"/>
                <a:gd name="connsiteY5" fmla="*/ 9525 h 21907"/>
                <a:gd name="connsiteX6" fmla="*/ 55043 w 75020"/>
                <a:gd name="connsiteY6" fmla="*/ 20002 h 21907"/>
                <a:gd name="connsiteX7" fmla="*/ 39858 w 75020"/>
                <a:gd name="connsiteY7" fmla="*/ 21907 h 21907"/>
                <a:gd name="connsiteX8" fmla="*/ 24674 w 75020"/>
                <a:gd name="connsiteY8" fmla="*/ 20002 h 21907"/>
                <a:gd name="connsiteX9" fmla="*/ 9490 w 75020"/>
                <a:gd name="connsiteY9" fmla="*/ 18097 h 21907"/>
                <a:gd name="connsiteX10" fmla="*/ 0 w 75020"/>
                <a:gd name="connsiteY10" fmla="*/ 9525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0" h="21907">
                  <a:moveTo>
                    <a:pt x="0" y="9525"/>
                  </a:moveTo>
                  <a:cubicBezTo>
                    <a:pt x="949" y="1905"/>
                    <a:pt x="8541" y="3810"/>
                    <a:pt x="15184" y="2857"/>
                  </a:cubicBezTo>
                  <a:cubicBezTo>
                    <a:pt x="18980" y="1905"/>
                    <a:pt x="23725" y="952"/>
                    <a:pt x="29419" y="0"/>
                  </a:cubicBezTo>
                  <a:cubicBezTo>
                    <a:pt x="33215" y="0"/>
                    <a:pt x="37960" y="0"/>
                    <a:pt x="43654" y="952"/>
                  </a:cubicBezTo>
                  <a:cubicBezTo>
                    <a:pt x="48400" y="952"/>
                    <a:pt x="53145" y="952"/>
                    <a:pt x="57890" y="1905"/>
                  </a:cubicBezTo>
                  <a:cubicBezTo>
                    <a:pt x="62635" y="3810"/>
                    <a:pt x="75921" y="1905"/>
                    <a:pt x="74972" y="9525"/>
                  </a:cubicBezTo>
                  <a:cubicBezTo>
                    <a:pt x="74023" y="18097"/>
                    <a:pt x="57890" y="19050"/>
                    <a:pt x="55043" y="20002"/>
                  </a:cubicBezTo>
                  <a:cubicBezTo>
                    <a:pt x="53145" y="20002"/>
                    <a:pt x="47451" y="21907"/>
                    <a:pt x="39858" y="21907"/>
                  </a:cubicBezTo>
                  <a:cubicBezTo>
                    <a:pt x="35113" y="21907"/>
                    <a:pt x="30368" y="20002"/>
                    <a:pt x="24674" y="20002"/>
                  </a:cubicBezTo>
                  <a:cubicBezTo>
                    <a:pt x="19929" y="19050"/>
                    <a:pt x="14235" y="20002"/>
                    <a:pt x="9490" y="18097"/>
                  </a:cubicBezTo>
                  <a:cubicBezTo>
                    <a:pt x="4745" y="15240"/>
                    <a:pt x="0" y="12382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642FC62-8982-CE96-6A9C-EAC974B18F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658" y="3801860"/>
              <a:ext cx="74971" cy="25550"/>
            </a:xfrm>
            <a:custGeom>
              <a:avLst/>
              <a:gdLst>
                <a:gd name="connsiteX0" fmla="*/ 11388 w 74971"/>
                <a:gd name="connsiteY0" fmla="*/ 519 h 25550"/>
                <a:gd name="connsiteX1" fmla="*/ 0 w 74971"/>
                <a:gd name="connsiteY1" fmla="*/ 10997 h 25550"/>
                <a:gd name="connsiteX2" fmla="*/ 17082 w 74971"/>
                <a:gd name="connsiteY2" fmla="*/ 24332 h 25550"/>
                <a:gd name="connsiteX3" fmla="*/ 33215 w 74971"/>
                <a:gd name="connsiteY3" fmla="*/ 24332 h 25550"/>
                <a:gd name="connsiteX4" fmla="*/ 49349 w 74971"/>
                <a:gd name="connsiteY4" fmla="*/ 25284 h 25550"/>
                <a:gd name="connsiteX5" fmla="*/ 64533 w 74971"/>
                <a:gd name="connsiteY5" fmla="*/ 21474 h 25550"/>
                <a:gd name="connsiteX6" fmla="*/ 74972 w 74971"/>
                <a:gd name="connsiteY6" fmla="*/ 10997 h 25550"/>
                <a:gd name="connsiteX7" fmla="*/ 64533 w 74971"/>
                <a:gd name="connsiteY7" fmla="*/ 6234 h 25550"/>
                <a:gd name="connsiteX8" fmla="*/ 50298 w 74971"/>
                <a:gd name="connsiteY8" fmla="*/ 6234 h 25550"/>
                <a:gd name="connsiteX9" fmla="*/ 36062 w 74971"/>
                <a:gd name="connsiteY9" fmla="*/ 4329 h 25550"/>
                <a:gd name="connsiteX10" fmla="*/ 11388 w 74971"/>
                <a:gd name="connsiteY10" fmla="*/ 519 h 2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550">
                  <a:moveTo>
                    <a:pt x="11388" y="519"/>
                  </a:moveTo>
                  <a:cubicBezTo>
                    <a:pt x="5694" y="2424"/>
                    <a:pt x="0" y="6234"/>
                    <a:pt x="0" y="10997"/>
                  </a:cubicBezTo>
                  <a:cubicBezTo>
                    <a:pt x="0" y="16712"/>
                    <a:pt x="11388" y="23379"/>
                    <a:pt x="17082" y="24332"/>
                  </a:cubicBezTo>
                  <a:cubicBezTo>
                    <a:pt x="21827" y="25284"/>
                    <a:pt x="27521" y="24332"/>
                    <a:pt x="33215" y="24332"/>
                  </a:cubicBezTo>
                  <a:cubicBezTo>
                    <a:pt x="38909" y="24332"/>
                    <a:pt x="43654" y="26237"/>
                    <a:pt x="49349" y="25284"/>
                  </a:cubicBezTo>
                  <a:cubicBezTo>
                    <a:pt x="55043" y="24332"/>
                    <a:pt x="60737" y="23379"/>
                    <a:pt x="64533" y="21474"/>
                  </a:cubicBezTo>
                  <a:cubicBezTo>
                    <a:pt x="71176" y="18617"/>
                    <a:pt x="74972" y="14807"/>
                    <a:pt x="74972" y="10997"/>
                  </a:cubicBezTo>
                  <a:cubicBezTo>
                    <a:pt x="74972" y="6234"/>
                    <a:pt x="71176" y="6234"/>
                    <a:pt x="64533" y="6234"/>
                  </a:cubicBezTo>
                  <a:cubicBezTo>
                    <a:pt x="60737" y="6234"/>
                    <a:pt x="55992" y="6234"/>
                    <a:pt x="50298" y="6234"/>
                  </a:cubicBezTo>
                  <a:cubicBezTo>
                    <a:pt x="46502" y="6234"/>
                    <a:pt x="40808" y="5282"/>
                    <a:pt x="36062" y="4329"/>
                  </a:cubicBezTo>
                  <a:cubicBezTo>
                    <a:pt x="25623" y="2424"/>
                    <a:pt x="18980" y="-1386"/>
                    <a:pt x="11388" y="519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16AFF59-7CD4-54AE-86CE-6D4517D448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4812" y="3775286"/>
              <a:ext cx="77107" cy="25980"/>
            </a:xfrm>
            <a:custGeom>
              <a:avLst/>
              <a:gdLst>
                <a:gd name="connsiteX0" fmla="*/ 146 w 77107"/>
                <a:gd name="connsiteY0" fmla="*/ 13758 h 25980"/>
                <a:gd name="connsiteX1" fmla="*/ 19127 w 77107"/>
                <a:gd name="connsiteY1" fmla="*/ 2328 h 25980"/>
                <a:gd name="connsiteX2" fmla="*/ 34311 w 77107"/>
                <a:gd name="connsiteY2" fmla="*/ 423 h 25980"/>
                <a:gd name="connsiteX3" fmla="*/ 49495 w 77107"/>
                <a:gd name="connsiteY3" fmla="*/ 423 h 25980"/>
                <a:gd name="connsiteX4" fmla="*/ 64679 w 77107"/>
                <a:gd name="connsiteY4" fmla="*/ 3281 h 25980"/>
                <a:gd name="connsiteX5" fmla="*/ 77016 w 77107"/>
                <a:gd name="connsiteY5" fmla="*/ 11853 h 25980"/>
                <a:gd name="connsiteX6" fmla="*/ 65628 w 77107"/>
                <a:gd name="connsiteY6" fmla="*/ 25188 h 25980"/>
                <a:gd name="connsiteX7" fmla="*/ 47597 w 77107"/>
                <a:gd name="connsiteY7" fmla="*/ 22331 h 25980"/>
                <a:gd name="connsiteX8" fmla="*/ 29566 w 77107"/>
                <a:gd name="connsiteY8" fmla="*/ 21378 h 25980"/>
                <a:gd name="connsiteX9" fmla="*/ 7739 w 77107"/>
                <a:gd name="connsiteY9" fmla="*/ 25188 h 25980"/>
                <a:gd name="connsiteX10" fmla="*/ 146 w 77107"/>
                <a:gd name="connsiteY10" fmla="*/ 13758 h 2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07" h="25980">
                  <a:moveTo>
                    <a:pt x="146" y="13758"/>
                  </a:moveTo>
                  <a:cubicBezTo>
                    <a:pt x="1095" y="7091"/>
                    <a:pt x="14382" y="4233"/>
                    <a:pt x="19127" y="2328"/>
                  </a:cubicBezTo>
                  <a:cubicBezTo>
                    <a:pt x="23872" y="1376"/>
                    <a:pt x="28617" y="423"/>
                    <a:pt x="34311" y="423"/>
                  </a:cubicBezTo>
                  <a:cubicBezTo>
                    <a:pt x="39056" y="423"/>
                    <a:pt x="44750" y="-529"/>
                    <a:pt x="49495" y="423"/>
                  </a:cubicBezTo>
                  <a:cubicBezTo>
                    <a:pt x="55189" y="1376"/>
                    <a:pt x="59934" y="1376"/>
                    <a:pt x="64679" y="3281"/>
                  </a:cubicBezTo>
                  <a:cubicBezTo>
                    <a:pt x="71322" y="5186"/>
                    <a:pt x="76067" y="8996"/>
                    <a:pt x="77016" y="11853"/>
                  </a:cubicBezTo>
                  <a:cubicBezTo>
                    <a:pt x="77965" y="16616"/>
                    <a:pt x="71322" y="23283"/>
                    <a:pt x="65628" y="25188"/>
                  </a:cubicBezTo>
                  <a:cubicBezTo>
                    <a:pt x="58985" y="27093"/>
                    <a:pt x="54240" y="24236"/>
                    <a:pt x="47597" y="22331"/>
                  </a:cubicBezTo>
                  <a:cubicBezTo>
                    <a:pt x="42852" y="21378"/>
                    <a:pt x="37158" y="20426"/>
                    <a:pt x="29566" y="21378"/>
                  </a:cubicBezTo>
                  <a:cubicBezTo>
                    <a:pt x="19127" y="22331"/>
                    <a:pt x="13433" y="28046"/>
                    <a:pt x="7739" y="25188"/>
                  </a:cubicBezTo>
                  <a:cubicBezTo>
                    <a:pt x="2993" y="22331"/>
                    <a:pt x="-803" y="17568"/>
                    <a:pt x="146" y="1375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48E0442-8B44-3FAC-3673-CCC475B05F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4782" y="3748087"/>
              <a:ext cx="75165" cy="21907"/>
            </a:xfrm>
            <a:custGeom>
              <a:avLst/>
              <a:gdLst>
                <a:gd name="connsiteX0" fmla="*/ 65602 w 75165"/>
                <a:gd name="connsiteY0" fmla="*/ 2858 h 21907"/>
                <a:gd name="connsiteX1" fmla="*/ 75092 w 75165"/>
                <a:gd name="connsiteY1" fmla="*/ 7620 h 21907"/>
                <a:gd name="connsiteX2" fmla="*/ 62755 w 75165"/>
                <a:gd name="connsiteY2" fmla="*/ 20002 h 21907"/>
                <a:gd name="connsiteX3" fmla="*/ 45673 w 75165"/>
                <a:gd name="connsiteY3" fmla="*/ 20955 h 21907"/>
                <a:gd name="connsiteX4" fmla="*/ 28591 w 75165"/>
                <a:gd name="connsiteY4" fmla="*/ 21908 h 21907"/>
                <a:gd name="connsiteX5" fmla="*/ 11508 w 75165"/>
                <a:gd name="connsiteY5" fmla="*/ 19050 h 21907"/>
                <a:gd name="connsiteX6" fmla="*/ 120 w 75165"/>
                <a:gd name="connsiteY6" fmla="*/ 7620 h 21907"/>
                <a:gd name="connsiteX7" fmla="*/ 15304 w 75165"/>
                <a:gd name="connsiteY7" fmla="*/ 952 h 21907"/>
                <a:gd name="connsiteX8" fmla="*/ 32387 w 75165"/>
                <a:gd name="connsiteY8" fmla="*/ 952 h 21907"/>
                <a:gd name="connsiteX9" fmla="*/ 49469 w 75165"/>
                <a:gd name="connsiteY9" fmla="*/ 0 h 21907"/>
                <a:gd name="connsiteX10" fmla="*/ 65602 w 75165"/>
                <a:gd name="connsiteY10" fmla="*/ 2858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1907">
                  <a:moveTo>
                    <a:pt x="65602" y="2858"/>
                  </a:moveTo>
                  <a:cubicBezTo>
                    <a:pt x="70347" y="3810"/>
                    <a:pt x="74143" y="4763"/>
                    <a:pt x="75092" y="7620"/>
                  </a:cubicBezTo>
                  <a:cubicBezTo>
                    <a:pt x="76041" y="12383"/>
                    <a:pt x="67500" y="19050"/>
                    <a:pt x="62755" y="20002"/>
                  </a:cubicBezTo>
                  <a:cubicBezTo>
                    <a:pt x="58010" y="20955"/>
                    <a:pt x="51367" y="20955"/>
                    <a:pt x="45673" y="20955"/>
                  </a:cubicBezTo>
                  <a:cubicBezTo>
                    <a:pt x="39979" y="20955"/>
                    <a:pt x="34285" y="21908"/>
                    <a:pt x="28591" y="21908"/>
                  </a:cubicBezTo>
                  <a:cubicBezTo>
                    <a:pt x="21948" y="20955"/>
                    <a:pt x="16253" y="20955"/>
                    <a:pt x="11508" y="19050"/>
                  </a:cubicBezTo>
                  <a:cubicBezTo>
                    <a:pt x="3916" y="17145"/>
                    <a:pt x="-829" y="12383"/>
                    <a:pt x="120" y="7620"/>
                  </a:cubicBezTo>
                  <a:cubicBezTo>
                    <a:pt x="1069" y="4763"/>
                    <a:pt x="6763" y="1905"/>
                    <a:pt x="15304" y="952"/>
                  </a:cubicBezTo>
                  <a:cubicBezTo>
                    <a:pt x="20050" y="0"/>
                    <a:pt x="26693" y="952"/>
                    <a:pt x="32387" y="952"/>
                  </a:cubicBezTo>
                  <a:cubicBezTo>
                    <a:pt x="38081" y="952"/>
                    <a:pt x="43775" y="0"/>
                    <a:pt x="49469" y="0"/>
                  </a:cubicBezTo>
                  <a:cubicBezTo>
                    <a:pt x="55163" y="1905"/>
                    <a:pt x="60857" y="1905"/>
                    <a:pt x="65602" y="285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C667AFF-9D60-80BF-EA93-5330F15C3C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621" y="3085676"/>
              <a:ext cx="74313" cy="25977"/>
            </a:xfrm>
            <a:custGeom>
              <a:avLst/>
              <a:gdLst>
                <a:gd name="connsiteX0" fmla="*/ 186 w 74313"/>
                <a:gd name="connsiteY0" fmla="*/ 13758 h 25977"/>
                <a:gd name="connsiteX1" fmla="*/ 18217 w 74313"/>
                <a:gd name="connsiteY1" fmla="*/ 1376 h 25977"/>
                <a:gd name="connsiteX2" fmla="*/ 33402 w 74313"/>
                <a:gd name="connsiteY2" fmla="*/ 423 h 25977"/>
                <a:gd name="connsiteX3" fmla="*/ 48586 w 74313"/>
                <a:gd name="connsiteY3" fmla="*/ 423 h 25977"/>
                <a:gd name="connsiteX4" fmla="*/ 63770 w 74313"/>
                <a:gd name="connsiteY4" fmla="*/ 3281 h 25977"/>
                <a:gd name="connsiteX5" fmla="*/ 74209 w 74313"/>
                <a:gd name="connsiteY5" fmla="*/ 11853 h 25977"/>
                <a:gd name="connsiteX6" fmla="*/ 63770 w 74313"/>
                <a:gd name="connsiteY6" fmla="*/ 25188 h 25977"/>
                <a:gd name="connsiteX7" fmla="*/ 44790 w 74313"/>
                <a:gd name="connsiteY7" fmla="*/ 23283 h 25977"/>
                <a:gd name="connsiteX8" fmla="*/ 26758 w 74313"/>
                <a:gd name="connsiteY8" fmla="*/ 20426 h 25977"/>
                <a:gd name="connsiteX9" fmla="*/ 4931 w 74313"/>
                <a:gd name="connsiteY9" fmla="*/ 24236 h 25977"/>
                <a:gd name="connsiteX10" fmla="*/ 186 w 74313"/>
                <a:gd name="connsiteY10" fmla="*/ 13758 h 25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13" h="25977">
                  <a:moveTo>
                    <a:pt x="186" y="13758"/>
                  </a:moveTo>
                  <a:cubicBezTo>
                    <a:pt x="1135" y="7091"/>
                    <a:pt x="13472" y="2328"/>
                    <a:pt x="18217" y="1376"/>
                  </a:cubicBezTo>
                  <a:cubicBezTo>
                    <a:pt x="22962" y="423"/>
                    <a:pt x="28656" y="1376"/>
                    <a:pt x="33402" y="423"/>
                  </a:cubicBezTo>
                  <a:cubicBezTo>
                    <a:pt x="38147" y="423"/>
                    <a:pt x="43841" y="-529"/>
                    <a:pt x="48586" y="423"/>
                  </a:cubicBezTo>
                  <a:cubicBezTo>
                    <a:pt x="54280" y="1376"/>
                    <a:pt x="59025" y="1376"/>
                    <a:pt x="63770" y="3281"/>
                  </a:cubicBezTo>
                  <a:cubicBezTo>
                    <a:pt x="70413" y="5186"/>
                    <a:pt x="74209" y="8996"/>
                    <a:pt x="74209" y="11853"/>
                  </a:cubicBezTo>
                  <a:cubicBezTo>
                    <a:pt x="75158" y="16616"/>
                    <a:pt x="69464" y="22331"/>
                    <a:pt x="63770" y="25188"/>
                  </a:cubicBezTo>
                  <a:cubicBezTo>
                    <a:pt x="57127" y="27093"/>
                    <a:pt x="51433" y="25188"/>
                    <a:pt x="44790" y="23283"/>
                  </a:cubicBezTo>
                  <a:cubicBezTo>
                    <a:pt x="40045" y="22331"/>
                    <a:pt x="34351" y="19473"/>
                    <a:pt x="26758" y="20426"/>
                  </a:cubicBezTo>
                  <a:cubicBezTo>
                    <a:pt x="16319" y="21378"/>
                    <a:pt x="10625" y="27093"/>
                    <a:pt x="4931" y="24236"/>
                  </a:cubicBezTo>
                  <a:cubicBezTo>
                    <a:pt x="2084" y="22331"/>
                    <a:pt x="-763" y="17568"/>
                    <a:pt x="186" y="1375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D0E6295D-0630-8A02-246D-8C950EAFEF6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4594" y="3457575"/>
              <a:ext cx="74268" cy="27622"/>
            </a:xfrm>
            <a:custGeom>
              <a:avLst/>
              <a:gdLst>
                <a:gd name="connsiteX0" fmla="*/ 14301 w 74268"/>
                <a:gd name="connsiteY0" fmla="*/ 22860 h 27622"/>
                <a:gd name="connsiteX1" fmla="*/ 66 w 74268"/>
                <a:gd name="connsiteY1" fmla="*/ 14288 h 27622"/>
                <a:gd name="connsiteX2" fmla="*/ 16199 w 74268"/>
                <a:gd name="connsiteY2" fmla="*/ 0 h 27622"/>
                <a:gd name="connsiteX3" fmla="*/ 38026 w 74268"/>
                <a:gd name="connsiteY3" fmla="*/ 1905 h 27622"/>
                <a:gd name="connsiteX4" fmla="*/ 51312 w 74268"/>
                <a:gd name="connsiteY4" fmla="*/ 1905 h 27622"/>
                <a:gd name="connsiteX5" fmla="*/ 64599 w 74268"/>
                <a:gd name="connsiteY5" fmla="*/ 2857 h 27622"/>
                <a:gd name="connsiteX6" fmla="*/ 74089 w 74268"/>
                <a:gd name="connsiteY6" fmla="*/ 12382 h 27622"/>
                <a:gd name="connsiteX7" fmla="*/ 66497 w 74268"/>
                <a:gd name="connsiteY7" fmla="*/ 24765 h 27622"/>
                <a:gd name="connsiteX8" fmla="*/ 52262 w 74268"/>
                <a:gd name="connsiteY8" fmla="*/ 27623 h 27622"/>
                <a:gd name="connsiteX9" fmla="*/ 38026 w 74268"/>
                <a:gd name="connsiteY9" fmla="*/ 26670 h 27622"/>
                <a:gd name="connsiteX10" fmla="*/ 25689 w 74268"/>
                <a:gd name="connsiteY10" fmla="*/ 24765 h 27622"/>
                <a:gd name="connsiteX11" fmla="*/ 14301 w 74268"/>
                <a:gd name="connsiteY11" fmla="*/ 22860 h 2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268" h="27622">
                  <a:moveTo>
                    <a:pt x="14301" y="22860"/>
                  </a:moveTo>
                  <a:cubicBezTo>
                    <a:pt x="11454" y="21907"/>
                    <a:pt x="1964" y="19050"/>
                    <a:pt x="66" y="14288"/>
                  </a:cubicBezTo>
                  <a:cubicBezTo>
                    <a:pt x="-883" y="8573"/>
                    <a:pt x="8607" y="0"/>
                    <a:pt x="16199" y="0"/>
                  </a:cubicBezTo>
                  <a:cubicBezTo>
                    <a:pt x="25689" y="0"/>
                    <a:pt x="27587" y="952"/>
                    <a:pt x="38026" y="1905"/>
                  </a:cubicBezTo>
                  <a:cubicBezTo>
                    <a:pt x="43720" y="1905"/>
                    <a:pt x="47516" y="1905"/>
                    <a:pt x="51312" y="1905"/>
                  </a:cubicBezTo>
                  <a:cubicBezTo>
                    <a:pt x="55109" y="1905"/>
                    <a:pt x="59854" y="952"/>
                    <a:pt x="64599" y="2857"/>
                  </a:cubicBezTo>
                  <a:cubicBezTo>
                    <a:pt x="69344" y="3810"/>
                    <a:pt x="73140" y="8573"/>
                    <a:pt x="74089" y="12382"/>
                  </a:cubicBezTo>
                  <a:cubicBezTo>
                    <a:pt x="75038" y="18098"/>
                    <a:pt x="72191" y="22860"/>
                    <a:pt x="66497" y="24765"/>
                  </a:cubicBezTo>
                  <a:cubicBezTo>
                    <a:pt x="61752" y="26670"/>
                    <a:pt x="57956" y="26670"/>
                    <a:pt x="52262" y="27623"/>
                  </a:cubicBezTo>
                  <a:cubicBezTo>
                    <a:pt x="48465" y="27623"/>
                    <a:pt x="43720" y="26670"/>
                    <a:pt x="38026" y="26670"/>
                  </a:cubicBezTo>
                  <a:cubicBezTo>
                    <a:pt x="32332" y="26670"/>
                    <a:pt x="29485" y="25718"/>
                    <a:pt x="25689" y="24765"/>
                  </a:cubicBezTo>
                  <a:cubicBezTo>
                    <a:pt x="22842" y="24765"/>
                    <a:pt x="19046" y="24765"/>
                    <a:pt x="14301" y="2286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3F2DDBD-3831-4230-87EF-457741B6F9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41117" y="3257550"/>
              <a:ext cx="73419" cy="25405"/>
            </a:xfrm>
            <a:custGeom>
              <a:avLst/>
              <a:gdLst>
                <a:gd name="connsiteX0" fmla="*/ 242 w 73419"/>
                <a:gd name="connsiteY0" fmla="*/ 16193 h 25405"/>
                <a:gd name="connsiteX1" fmla="*/ 17324 w 73419"/>
                <a:gd name="connsiteY1" fmla="*/ 2857 h 25405"/>
                <a:gd name="connsiteX2" fmla="*/ 32508 w 73419"/>
                <a:gd name="connsiteY2" fmla="*/ 0 h 25405"/>
                <a:gd name="connsiteX3" fmla="*/ 47692 w 73419"/>
                <a:gd name="connsiteY3" fmla="*/ 953 h 25405"/>
                <a:gd name="connsiteX4" fmla="*/ 62877 w 73419"/>
                <a:gd name="connsiteY4" fmla="*/ 3810 h 25405"/>
                <a:gd name="connsiteX5" fmla="*/ 73316 w 73419"/>
                <a:gd name="connsiteY5" fmla="*/ 13335 h 25405"/>
                <a:gd name="connsiteX6" fmla="*/ 61928 w 73419"/>
                <a:gd name="connsiteY6" fmla="*/ 23813 h 25405"/>
                <a:gd name="connsiteX7" fmla="*/ 43896 w 73419"/>
                <a:gd name="connsiteY7" fmla="*/ 23813 h 25405"/>
                <a:gd name="connsiteX8" fmla="*/ 25865 w 73419"/>
                <a:gd name="connsiteY8" fmla="*/ 22860 h 25405"/>
                <a:gd name="connsiteX9" fmla="*/ 4987 w 73419"/>
                <a:gd name="connsiteY9" fmla="*/ 24765 h 25405"/>
                <a:gd name="connsiteX10" fmla="*/ 242 w 73419"/>
                <a:gd name="connsiteY10" fmla="*/ 16193 h 25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419" h="25405">
                  <a:moveTo>
                    <a:pt x="242" y="16193"/>
                  </a:moveTo>
                  <a:cubicBezTo>
                    <a:pt x="1191" y="9525"/>
                    <a:pt x="12579" y="4763"/>
                    <a:pt x="17324" y="2857"/>
                  </a:cubicBezTo>
                  <a:cubicBezTo>
                    <a:pt x="22069" y="1905"/>
                    <a:pt x="27763" y="953"/>
                    <a:pt x="32508" y="0"/>
                  </a:cubicBezTo>
                  <a:cubicBezTo>
                    <a:pt x="37253" y="0"/>
                    <a:pt x="42947" y="953"/>
                    <a:pt x="47692" y="953"/>
                  </a:cubicBezTo>
                  <a:cubicBezTo>
                    <a:pt x="53386" y="1905"/>
                    <a:pt x="58132" y="1905"/>
                    <a:pt x="62877" y="3810"/>
                  </a:cubicBezTo>
                  <a:cubicBezTo>
                    <a:pt x="69520" y="5715"/>
                    <a:pt x="73316" y="9525"/>
                    <a:pt x="73316" y="13335"/>
                  </a:cubicBezTo>
                  <a:cubicBezTo>
                    <a:pt x="74265" y="18097"/>
                    <a:pt x="68571" y="21907"/>
                    <a:pt x="61928" y="23813"/>
                  </a:cubicBezTo>
                  <a:cubicBezTo>
                    <a:pt x="55284" y="25718"/>
                    <a:pt x="50539" y="25718"/>
                    <a:pt x="43896" y="23813"/>
                  </a:cubicBezTo>
                  <a:cubicBezTo>
                    <a:pt x="39151" y="22860"/>
                    <a:pt x="33457" y="21907"/>
                    <a:pt x="25865" y="22860"/>
                  </a:cubicBezTo>
                  <a:cubicBezTo>
                    <a:pt x="15426" y="23813"/>
                    <a:pt x="10681" y="26670"/>
                    <a:pt x="4987" y="24765"/>
                  </a:cubicBezTo>
                  <a:cubicBezTo>
                    <a:pt x="1191" y="23813"/>
                    <a:pt x="-707" y="20003"/>
                    <a:pt x="242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3E8A81C-873B-6C17-686B-0ABB913266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40410" y="3376189"/>
              <a:ext cx="73129" cy="23706"/>
            </a:xfrm>
            <a:custGeom>
              <a:avLst/>
              <a:gdLst>
                <a:gd name="connsiteX0" fmla="*/ 0 w 73129"/>
                <a:gd name="connsiteY0" fmla="*/ 10901 h 23706"/>
                <a:gd name="connsiteX1" fmla="*/ 16133 w 73129"/>
                <a:gd name="connsiteY1" fmla="*/ 3281 h 23706"/>
                <a:gd name="connsiteX2" fmla="*/ 30368 w 73129"/>
                <a:gd name="connsiteY2" fmla="*/ 423 h 23706"/>
                <a:gd name="connsiteX3" fmla="*/ 44604 w 73129"/>
                <a:gd name="connsiteY3" fmla="*/ 423 h 23706"/>
                <a:gd name="connsiteX4" fmla="*/ 57890 w 73129"/>
                <a:gd name="connsiteY4" fmla="*/ 4233 h 23706"/>
                <a:gd name="connsiteX5" fmla="*/ 73074 w 73129"/>
                <a:gd name="connsiteY5" fmla="*/ 10901 h 23706"/>
                <a:gd name="connsiteX6" fmla="*/ 54094 w 73129"/>
                <a:gd name="connsiteY6" fmla="*/ 19473 h 23706"/>
                <a:gd name="connsiteX7" fmla="*/ 38909 w 73129"/>
                <a:gd name="connsiteY7" fmla="*/ 23283 h 23706"/>
                <a:gd name="connsiteX8" fmla="*/ 23725 w 73129"/>
                <a:gd name="connsiteY8" fmla="*/ 23283 h 23706"/>
                <a:gd name="connsiteX9" fmla="*/ 8541 w 73129"/>
                <a:gd name="connsiteY9" fmla="*/ 18521 h 23706"/>
                <a:gd name="connsiteX10" fmla="*/ 0 w 73129"/>
                <a:gd name="connsiteY10" fmla="*/ 10901 h 23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29" h="23706">
                  <a:moveTo>
                    <a:pt x="0" y="10901"/>
                  </a:moveTo>
                  <a:cubicBezTo>
                    <a:pt x="949" y="3281"/>
                    <a:pt x="9490" y="4233"/>
                    <a:pt x="16133" y="3281"/>
                  </a:cubicBezTo>
                  <a:cubicBezTo>
                    <a:pt x="19929" y="2328"/>
                    <a:pt x="24674" y="1376"/>
                    <a:pt x="30368" y="423"/>
                  </a:cubicBezTo>
                  <a:cubicBezTo>
                    <a:pt x="34164" y="423"/>
                    <a:pt x="39858" y="-529"/>
                    <a:pt x="44604" y="423"/>
                  </a:cubicBezTo>
                  <a:cubicBezTo>
                    <a:pt x="49349" y="423"/>
                    <a:pt x="53145" y="3281"/>
                    <a:pt x="57890" y="4233"/>
                  </a:cubicBezTo>
                  <a:cubicBezTo>
                    <a:pt x="62635" y="6138"/>
                    <a:pt x="74023" y="2328"/>
                    <a:pt x="73074" y="10901"/>
                  </a:cubicBezTo>
                  <a:cubicBezTo>
                    <a:pt x="72125" y="19473"/>
                    <a:pt x="57890" y="18521"/>
                    <a:pt x="54094" y="19473"/>
                  </a:cubicBezTo>
                  <a:cubicBezTo>
                    <a:pt x="52196" y="19473"/>
                    <a:pt x="47451" y="23283"/>
                    <a:pt x="38909" y="23283"/>
                  </a:cubicBezTo>
                  <a:cubicBezTo>
                    <a:pt x="34164" y="23283"/>
                    <a:pt x="28470" y="24236"/>
                    <a:pt x="23725" y="23283"/>
                  </a:cubicBezTo>
                  <a:cubicBezTo>
                    <a:pt x="18980" y="22331"/>
                    <a:pt x="14235" y="20426"/>
                    <a:pt x="8541" y="18521"/>
                  </a:cubicBezTo>
                  <a:cubicBezTo>
                    <a:pt x="5694" y="16616"/>
                    <a:pt x="0" y="13758"/>
                    <a:pt x="0" y="1090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D1564F4B-A472-6611-9C7C-38F2E323FE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39461" y="3430276"/>
              <a:ext cx="76869" cy="25393"/>
            </a:xfrm>
            <a:custGeom>
              <a:avLst/>
              <a:gdLst>
                <a:gd name="connsiteX0" fmla="*/ 13286 w 76869"/>
                <a:gd name="connsiteY0" fmla="*/ 628 h 25393"/>
                <a:gd name="connsiteX1" fmla="*/ 0 w 76869"/>
                <a:gd name="connsiteY1" fmla="*/ 9201 h 25393"/>
                <a:gd name="connsiteX2" fmla="*/ 18980 w 76869"/>
                <a:gd name="connsiteY2" fmla="*/ 22536 h 25393"/>
                <a:gd name="connsiteX3" fmla="*/ 35113 w 76869"/>
                <a:gd name="connsiteY3" fmla="*/ 25393 h 25393"/>
                <a:gd name="connsiteX4" fmla="*/ 51247 w 76869"/>
                <a:gd name="connsiteY4" fmla="*/ 22536 h 25393"/>
                <a:gd name="connsiteX5" fmla="*/ 66431 w 76869"/>
                <a:gd name="connsiteY5" fmla="*/ 19678 h 25393"/>
                <a:gd name="connsiteX6" fmla="*/ 76870 w 76869"/>
                <a:gd name="connsiteY6" fmla="*/ 9201 h 25393"/>
                <a:gd name="connsiteX7" fmla="*/ 65482 w 76869"/>
                <a:gd name="connsiteY7" fmla="*/ 5391 h 25393"/>
                <a:gd name="connsiteX8" fmla="*/ 51247 w 76869"/>
                <a:gd name="connsiteY8" fmla="*/ 5391 h 25393"/>
                <a:gd name="connsiteX9" fmla="*/ 37011 w 76869"/>
                <a:gd name="connsiteY9" fmla="*/ 3486 h 25393"/>
                <a:gd name="connsiteX10" fmla="*/ 13286 w 76869"/>
                <a:gd name="connsiteY10" fmla="*/ 628 h 25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869" h="25393">
                  <a:moveTo>
                    <a:pt x="13286" y="628"/>
                  </a:moveTo>
                  <a:cubicBezTo>
                    <a:pt x="7592" y="2533"/>
                    <a:pt x="0" y="5391"/>
                    <a:pt x="0" y="9201"/>
                  </a:cubicBezTo>
                  <a:cubicBezTo>
                    <a:pt x="0" y="14916"/>
                    <a:pt x="12337" y="20631"/>
                    <a:pt x="18980" y="22536"/>
                  </a:cubicBezTo>
                  <a:cubicBezTo>
                    <a:pt x="23725" y="23488"/>
                    <a:pt x="29419" y="25393"/>
                    <a:pt x="35113" y="25393"/>
                  </a:cubicBezTo>
                  <a:cubicBezTo>
                    <a:pt x="40807" y="25393"/>
                    <a:pt x="45553" y="23488"/>
                    <a:pt x="51247" y="22536"/>
                  </a:cubicBezTo>
                  <a:cubicBezTo>
                    <a:pt x="56941" y="21583"/>
                    <a:pt x="62635" y="21583"/>
                    <a:pt x="66431" y="19678"/>
                  </a:cubicBezTo>
                  <a:cubicBezTo>
                    <a:pt x="73074" y="16821"/>
                    <a:pt x="76870" y="13963"/>
                    <a:pt x="76870" y="9201"/>
                  </a:cubicBezTo>
                  <a:cubicBezTo>
                    <a:pt x="76870" y="4438"/>
                    <a:pt x="73074" y="5391"/>
                    <a:pt x="65482" y="5391"/>
                  </a:cubicBezTo>
                  <a:cubicBezTo>
                    <a:pt x="61686" y="5391"/>
                    <a:pt x="56941" y="5391"/>
                    <a:pt x="51247" y="5391"/>
                  </a:cubicBezTo>
                  <a:cubicBezTo>
                    <a:pt x="47451" y="5391"/>
                    <a:pt x="41756" y="4438"/>
                    <a:pt x="37011" y="3486"/>
                  </a:cubicBezTo>
                  <a:cubicBezTo>
                    <a:pt x="27521" y="1581"/>
                    <a:pt x="21827" y="-1277"/>
                    <a:pt x="13286" y="62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9AA080E-C40C-032C-F02A-9380FE38056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41113" y="3319991"/>
              <a:ext cx="74268" cy="20425"/>
            </a:xfrm>
            <a:custGeom>
              <a:avLst/>
              <a:gdLst>
                <a:gd name="connsiteX0" fmla="*/ 246 w 74268"/>
                <a:gd name="connsiteY0" fmla="*/ 8043 h 20425"/>
                <a:gd name="connsiteX1" fmla="*/ 15430 w 74268"/>
                <a:gd name="connsiteY1" fmla="*/ 20426 h 20425"/>
                <a:gd name="connsiteX2" fmla="*/ 30614 w 74268"/>
                <a:gd name="connsiteY2" fmla="*/ 19473 h 20425"/>
                <a:gd name="connsiteX3" fmla="*/ 45798 w 74268"/>
                <a:gd name="connsiteY3" fmla="*/ 17568 h 20425"/>
                <a:gd name="connsiteX4" fmla="*/ 60982 w 74268"/>
                <a:gd name="connsiteY4" fmla="*/ 18521 h 20425"/>
                <a:gd name="connsiteX5" fmla="*/ 74268 w 74268"/>
                <a:gd name="connsiteY5" fmla="*/ 9948 h 20425"/>
                <a:gd name="connsiteX6" fmla="*/ 60982 w 74268"/>
                <a:gd name="connsiteY6" fmla="*/ 4233 h 20425"/>
                <a:gd name="connsiteX7" fmla="*/ 46747 w 74268"/>
                <a:gd name="connsiteY7" fmla="*/ 423 h 20425"/>
                <a:gd name="connsiteX8" fmla="*/ 31563 w 74268"/>
                <a:gd name="connsiteY8" fmla="*/ 423 h 20425"/>
                <a:gd name="connsiteX9" fmla="*/ 14481 w 74268"/>
                <a:gd name="connsiteY9" fmla="*/ 423 h 20425"/>
                <a:gd name="connsiteX10" fmla="*/ 246 w 74268"/>
                <a:gd name="connsiteY10" fmla="*/ 8043 h 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68" h="20425">
                  <a:moveTo>
                    <a:pt x="246" y="8043"/>
                  </a:moveTo>
                  <a:cubicBezTo>
                    <a:pt x="-1652" y="12806"/>
                    <a:pt x="7838" y="20426"/>
                    <a:pt x="15430" y="20426"/>
                  </a:cubicBezTo>
                  <a:cubicBezTo>
                    <a:pt x="20175" y="20426"/>
                    <a:pt x="25869" y="19473"/>
                    <a:pt x="30614" y="19473"/>
                  </a:cubicBezTo>
                  <a:cubicBezTo>
                    <a:pt x="36308" y="19473"/>
                    <a:pt x="41053" y="18521"/>
                    <a:pt x="45798" y="17568"/>
                  </a:cubicBezTo>
                  <a:cubicBezTo>
                    <a:pt x="51492" y="17568"/>
                    <a:pt x="57186" y="18521"/>
                    <a:pt x="60982" y="18521"/>
                  </a:cubicBezTo>
                  <a:cubicBezTo>
                    <a:pt x="68574" y="17568"/>
                    <a:pt x="74268" y="13758"/>
                    <a:pt x="74268" y="9948"/>
                  </a:cubicBezTo>
                  <a:cubicBezTo>
                    <a:pt x="74268" y="7091"/>
                    <a:pt x="67625" y="6138"/>
                    <a:pt x="60982" y="4233"/>
                  </a:cubicBezTo>
                  <a:cubicBezTo>
                    <a:pt x="56237" y="3281"/>
                    <a:pt x="51492" y="1376"/>
                    <a:pt x="46747" y="423"/>
                  </a:cubicBezTo>
                  <a:cubicBezTo>
                    <a:pt x="42002" y="-529"/>
                    <a:pt x="36308" y="423"/>
                    <a:pt x="31563" y="423"/>
                  </a:cubicBezTo>
                  <a:cubicBezTo>
                    <a:pt x="28716" y="423"/>
                    <a:pt x="21124" y="423"/>
                    <a:pt x="14481" y="423"/>
                  </a:cubicBezTo>
                  <a:cubicBezTo>
                    <a:pt x="7838" y="2328"/>
                    <a:pt x="2144" y="4233"/>
                    <a:pt x="246" y="804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C01B262A-7E3F-85C9-90C8-479C295D08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4513" y="3400425"/>
              <a:ext cx="76158" cy="26755"/>
            </a:xfrm>
            <a:custGeom>
              <a:avLst/>
              <a:gdLst>
                <a:gd name="connsiteX0" fmla="*/ 146 w 76158"/>
                <a:gd name="connsiteY0" fmla="*/ 16193 h 26755"/>
                <a:gd name="connsiteX1" fmla="*/ 19127 w 76158"/>
                <a:gd name="connsiteY1" fmla="*/ 2857 h 26755"/>
                <a:gd name="connsiteX2" fmla="*/ 34311 w 76158"/>
                <a:gd name="connsiteY2" fmla="*/ 0 h 26755"/>
                <a:gd name="connsiteX3" fmla="*/ 49495 w 76158"/>
                <a:gd name="connsiteY3" fmla="*/ 1905 h 26755"/>
                <a:gd name="connsiteX4" fmla="*/ 64679 w 76158"/>
                <a:gd name="connsiteY4" fmla="*/ 5715 h 26755"/>
                <a:gd name="connsiteX5" fmla="*/ 76067 w 76158"/>
                <a:gd name="connsiteY5" fmla="*/ 13335 h 26755"/>
                <a:gd name="connsiteX6" fmla="*/ 64679 w 76158"/>
                <a:gd name="connsiteY6" fmla="*/ 24765 h 26755"/>
                <a:gd name="connsiteX7" fmla="*/ 46648 w 76158"/>
                <a:gd name="connsiteY7" fmla="*/ 25718 h 26755"/>
                <a:gd name="connsiteX8" fmla="*/ 28617 w 76158"/>
                <a:gd name="connsiteY8" fmla="*/ 21907 h 26755"/>
                <a:gd name="connsiteX9" fmla="*/ 7738 w 76158"/>
                <a:gd name="connsiteY9" fmla="*/ 24765 h 26755"/>
                <a:gd name="connsiteX10" fmla="*/ 146 w 76158"/>
                <a:gd name="connsiteY10" fmla="*/ 16193 h 26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58" h="26755">
                  <a:moveTo>
                    <a:pt x="146" y="16193"/>
                  </a:moveTo>
                  <a:cubicBezTo>
                    <a:pt x="1095" y="9525"/>
                    <a:pt x="13433" y="4763"/>
                    <a:pt x="19127" y="2857"/>
                  </a:cubicBezTo>
                  <a:cubicBezTo>
                    <a:pt x="23872" y="1905"/>
                    <a:pt x="29566" y="952"/>
                    <a:pt x="34311" y="0"/>
                  </a:cubicBezTo>
                  <a:cubicBezTo>
                    <a:pt x="39056" y="0"/>
                    <a:pt x="44750" y="952"/>
                    <a:pt x="49495" y="1905"/>
                  </a:cubicBezTo>
                  <a:cubicBezTo>
                    <a:pt x="55189" y="2857"/>
                    <a:pt x="59934" y="3810"/>
                    <a:pt x="64679" y="5715"/>
                  </a:cubicBezTo>
                  <a:cubicBezTo>
                    <a:pt x="71322" y="7620"/>
                    <a:pt x="75118" y="10477"/>
                    <a:pt x="76067" y="13335"/>
                  </a:cubicBezTo>
                  <a:cubicBezTo>
                    <a:pt x="77016" y="18098"/>
                    <a:pt x="70373" y="22860"/>
                    <a:pt x="64679" y="24765"/>
                  </a:cubicBezTo>
                  <a:cubicBezTo>
                    <a:pt x="58036" y="26670"/>
                    <a:pt x="53291" y="27623"/>
                    <a:pt x="46648" y="25718"/>
                  </a:cubicBezTo>
                  <a:cubicBezTo>
                    <a:pt x="41903" y="24765"/>
                    <a:pt x="36209" y="20955"/>
                    <a:pt x="28617" y="21907"/>
                  </a:cubicBezTo>
                  <a:cubicBezTo>
                    <a:pt x="18178" y="22860"/>
                    <a:pt x="13433" y="27623"/>
                    <a:pt x="7738" y="24765"/>
                  </a:cubicBezTo>
                  <a:cubicBezTo>
                    <a:pt x="2993" y="22860"/>
                    <a:pt x="-803" y="19050"/>
                    <a:pt x="146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BBEEE00-EF83-DF66-7FB6-2F0FB38624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4594" y="3345180"/>
              <a:ext cx="76090" cy="24850"/>
            </a:xfrm>
            <a:custGeom>
              <a:avLst/>
              <a:gdLst>
                <a:gd name="connsiteX0" fmla="*/ 14301 w 76090"/>
                <a:gd name="connsiteY0" fmla="*/ 20955 h 24850"/>
                <a:gd name="connsiteX1" fmla="*/ 66 w 76090"/>
                <a:gd name="connsiteY1" fmla="*/ 13335 h 24850"/>
                <a:gd name="connsiteX2" fmla="*/ 17148 w 76090"/>
                <a:gd name="connsiteY2" fmla="*/ 0 h 24850"/>
                <a:gd name="connsiteX3" fmla="*/ 38975 w 76090"/>
                <a:gd name="connsiteY3" fmla="*/ 4763 h 24850"/>
                <a:gd name="connsiteX4" fmla="*/ 52261 w 76090"/>
                <a:gd name="connsiteY4" fmla="*/ 1905 h 24850"/>
                <a:gd name="connsiteX5" fmla="*/ 65548 w 76090"/>
                <a:gd name="connsiteY5" fmla="*/ 2857 h 24850"/>
                <a:gd name="connsiteX6" fmla="*/ 75987 w 76090"/>
                <a:gd name="connsiteY6" fmla="*/ 10477 h 24850"/>
                <a:gd name="connsiteX7" fmla="*/ 64599 w 76090"/>
                <a:gd name="connsiteY7" fmla="*/ 22860 h 24850"/>
                <a:gd name="connsiteX8" fmla="*/ 51312 w 76090"/>
                <a:gd name="connsiteY8" fmla="*/ 23813 h 24850"/>
                <a:gd name="connsiteX9" fmla="*/ 38026 w 76090"/>
                <a:gd name="connsiteY9" fmla="*/ 21907 h 24850"/>
                <a:gd name="connsiteX10" fmla="*/ 14301 w 76090"/>
                <a:gd name="connsiteY10" fmla="*/ 20955 h 2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0" h="24850">
                  <a:moveTo>
                    <a:pt x="14301" y="20955"/>
                  </a:moveTo>
                  <a:cubicBezTo>
                    <a:pt x="11454" y="20002"/>
                    <a:pt x="1015" y="18097"/>
                    <a:pt x="66" y="13335"/>
                  </a:cubicBezTo>
                  <a:cubicBezTo>
                    <a:pt x="-883" y="7620"/>
                    <a:pt x="8607" y="952"/>
                    <a:pt x="17148" y="0"/>
                  </a:cubicBezTo>
                  <a:cubicBezTo>
                    <a:pt x="26638" y="0"/>
                    <a:pt x="28536" y="3810"/>
                    <a:pt x="38975" y="4763"/>
                  </a:cubicBezTo>
                  <a:cubicBezTo>
                    <a:pt x="44669" y="4763"/>
                    <a:pt x="48465" y="2857"/>
                    <a:pt x="52261" y="1905"/>
                  </a:cubicBezTo>
                  <a:cubicBezTo>
                    <a:pt x="56057" y="952"/>
                    <a:pt x="59854" y="1905"/>
                    <a:pt x="65548" y="2857"/>
                  </a:cubicBezTo>
                  <a:cubicBezTo>
                    <a:pt x="70293" y="3810"/>
                    <a:pt x="75987" y="6668"/>
                    <a:pt x="75987" y="10477"/>
                  </a:cubicBezTo>
                  <a:cubicBezTo>
                    <a:pt x="76936" y="16193"/>
                    <a:pt x="71242" y="20002"/>
                    <a:pt x="64599" y="22860"/>
                  </a:cubicBezTo>
                  <a:cubicBezTo>
                    <a:pt x="59854" y="24765"/>
                    <a:pt x="57006" y="25718"/>
                    <a:pt x="51312" y="23813"/>
                  </a:cubicBezTo>
                  <a:cubicBezTo>
                    <a:pt x="47516" y="22860"/>
                    <a:pt x="43720" y="21907"/>
                    <a:pt x="38026" y="21907"/>
                  </a:cubicBezTo>
                  <a:cubicBezTo>
                    <a:pt x="25689" y="21907"/>
                    <a:pt x="22842" y="23813"/>
                    <a:pt x="14301" y="2095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3FF2B6A2-8144-506B-0D1C-A01149C199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6558" y="3170359"/>
              <a:ext cx="74022" cy="27606"/>
            </a:xfrm>
            <a:custGeom>
              <a:avLst/>
              <a:gdLst>
                <a:gd name="connsiteX0" fmla="*/ 10439 w 74022"/>
                <a:gd name="connsiteY0" fmla="*/ 513 h 27606"/>
                <a:gd name="connsiteX1" fmla="*/ 0 w 74022"/>
                <a:gd name="connsiteY1" fmla="*/ 11943 h 27606"/>
                <a:gd name="connsiteX2" fmla="*/ 17082 w 74022"/>
                <a:gd name="connsiteY2" fmla="*/ 23373 h 27606"/>
                <a:gd name="connsiteX3" fmla="*/ 32266 w 74022"/>
                <a:gd name="connsiteY3" fmla="*/ 27183 h 27606"/>
                <a:gd name="connsiteX4" fmla="*/ 48400 w 74022"/>
                <a:gd name="connsiteY4" fmla="*/ 27183 h 27606"/>
                <a:gd name="connsiteX5" fmla="*/ 63584 w 74022"/>
                <a:gd name="connsiteY5" fmla="*/ 23373 h 27606"/>
                <a:gd name="connsiteX6" fmla="*/ 74023 w 74022"/>
                <a:gd name="connsiteY6" fmla="*/ 12895 h 27606"/>
                <a:gd name="connsiteX7" fmla="*/ 62635 w 74022"/>
                <a:gd name="connsiteY7" fmla="*/ 8133 h 27606"/>
                <a:gd name="connsiteX8" fmla="*/ 48400 w 74022"/>
                <a:gd name="connsiteY8" fmla="*/ 8133 h 27606"/>
                <a:gd name="connsiteX9" fmla="*/ 34164 w 74022"/>
                <a:gd name="connsiteY9" fmla="*/ 5275 h 27606"/>
                <a:gd name="connsiteX10" fmla="*/ 10439 w 74022"/>
                <a:gd name="connsiteY10" fmla="*/ 513 h 27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022" h="27606">
                  <a:moveTo>
                    <a:pt x="10439" y="513"/>
                  </a:moveTo>
                  <a:cubicBezTo>
                    <a:pt x="4745" y="2418"/>
                    <a:pt x="0" y="7180"/>
                    <a:pt x="0" y="11943"/>
                  </a:cubicBezTo>
                  <a:cubicBezTo>
                    <a:pt x="0" y="17658"/>
                    <a:pt x="11388" y="21468"/>
                    <a:pt x="17082" y="23373"/>
                  </a:cubicBezTo>
                  <a:cubicBezTo>
                    <a:pt x="21827" y="24325"/>
                    <a:pt x="27521" y="27183"/>
                    <a:pt x="32266" y="27183"/>
                  </a:cubicBezTo>
                  <a:cubicBezTo>
                    <a:pt x="37960" y="27183"/>
                    <a:pt x="43655" y="28135"/>
                    <a:pt x="48400" y="27183"/>
                  </a:cubicBezTo>
                  <a:cubicBezTo>
                    <a:pt x="54094" y="26230"/>
                    <a:pt x="59788" y="25278"/>
                    <a:pt x="63584" y="23373"/>
                  </a:cubicBezTo>
                  <a:cubicBezTo>
                    <a:pt x="70227" y="20515"/>
                    <a:pt x="74023" y="16705"/>
                    <a:pt x="74023" y="12895"/>
                  </a:cubicBezTo>
                  <a:cubicBezTo>
                    <a:pt x="74023" y="8133"/>
                    <a:pt x="70227" y="8133"/>
                    <a:pt x="62635" y="8133"/>
                  </a:cubicBezTo>
                  <a:cubicBezTo>
                    <a:pt x="58839" y="8133"/>
                    <a:pt x="54094" y="9085"/>
                    <a:pt x="48400" y="8133"/>
                  </a:cubicBezTo>
                  <a:cubicBezTo>
                    <a:pt x="44604" y="8133"/>
                    <a:pt x="39858" y="6228"/>
                    <a:pt x="34164" y="5275"/>
                  </a:cubicBezTo>
                  <a:cubicBezTo>
                    <a:pt x="25623" y="2418"/>
                    <a:pt x="18980" y="-1392"/>
                    <a:pt x="10439" y="51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879DFE93-6A54-F6D1-9181-8674A8269F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6437" y="3284749"/>
              <a:ext cx="75165" cy="22330"/>
            </a:xfrm>
            <a:custGeom>
              <a:avLst/>
              <a:gdLst>
                <a:gd name="connsiteX0" fmla="*/ 65602 w 75165"/>
                <a:gd name="connsiteY0" fmla="*/ 1376 h 22330"/>
                <a:gd name="connsiteX1" fmla="*/ 75092 w 75165"/>
                <a:gd name="connsiteY1" fmla="*/ 7091 h 22330"/>
                <a:gd name="connsiteX2" fmla="*/ 62755 w 75165"/>
                <a:gd name="connsiteY2" fmla="*/ 20426 h 22330"/>
                <a:gd name="connsiteX3" fmla="*/ 45673 w 75165"/>
                <a:gd name="connsiteY3" fmla="*/ 22331 h 22330"/>
                <a:gd name="connsiteX4" fmla="*/ 28591 w 75165"/>
                <a:gd name="connsiteY4" fmla="*/ 21378 h 22330"/>
                <a:gd name="connsiteX5" fmla="*/ 11508 w 75165"/>
                <a:gd name="connsiteY5" fmla="*/ 17568 h 22330"/>
                <a:gd name="connsiteX6" fmla="*/ 120 w 75165"/>
                <a:gd name="connsiteY6" fmla="*/ 8043 h 22330"/>
                <a:gd name="connsiteX7" fmla="*/ 14355 w 75165"/>
                <a:gd name="connsiteY7" fmla="*/ 423 h 22330"/>
                <a:gd name="connsiteX8" fmla="*/ 31438 w 75165"/>
                <a:gd name="connsiteY8" fmla="*/ 423 h 22330"/>
                <a:gd name="connsiteX9" fmla="*/ 48520 w 75165"/>
                <a:gd name="connsiteY9" fmla="*/ 423 h 22330"/>
                <a:gd name="connsiteX10" fmla="*/ 65602 w 75165"/>
                <a:gd name="connsiteY10" fmla="*/ 1376 h 22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2330">
                  <a:moveTo>
                    <a:pt x="65602" y="1376"/>
                  </a:moveTo>
                  <a:cubicBezTo>
                    <a:pt x="70347" y="2328"/>
                    <a:pt x="74143" y="5186"/>
                    <a:pt x="75092" y="7091"/>
                  </a:cubicBezTo>
                  <a:cubicBezTo>
                    <a:pt x="76041" y="11853"/>
                    <a:pt x="67500" y="19473"/>
                    <a:pt x="62755" y="20426"/>
                  </a:cubicBezTo>
                  <a:cubicBezTo>
                    <a:pt x="58010" y="21378"/>
                    <a:pt x="51367" y="21378"/>
                    <a:pt x="45673" y="22331"/>
                  </a:cubicBezTo>
                  <a:cubicBezTo>
                    <a:pt x="39979" y="22331"/>
                    <a:pt x="34285" y="21378"/>
                    <a:pt x="28591" y="21378"/>
                  </a:cubicBezTo>
                  <a:cubicBezTo>
                    <a:pt x="21948" y="20426"/>
                    <a:pt x="16254" y="19473"/>
                    <a:pt x="11508" y="17568"/>
                  </a:cubicBezTo>
                  <a:cubicBezTo>
                    <a:pt x="3916" y="15663"/>
                    <a:pt x="-829" y="12806"/>
                    <a:pt x="120" y="8043"/>
                  </a:cubicBezTo>
                  <a:cubicBezTo>
                    <a:pt x="1069" y="5186"/>
                    <a:pt x="5814" y="1376"/>
                    <a:pt x="14355" y="423"/>
                  </a:cubicBezTo>
                  <a:cubicBezTo>
                    <a:pt x="19101" y="-529"/>
                    <a:pt x="25744" y="423"/>
                    <a:pt x="31438" y="423"/>
                  </a:cubicBezTo>
                  <a:cubicBezTo>
                    <a:pt x="37132" y="423"/>
                    <a:pt x="42826" y="423"/>
                    <a:pt x="48520" y="423"/>
                  </a:cubicBezTo>
                  <a:cubicBezTo>
                    <a:pt x="54214" y="1376"/>
                    <a:pt x="60857" y="423"/>
                    <a:pt x="65602" y="1376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DECA7C53-7384-A5F8-C62F-89FC83C929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5382" y="3229660"/>
              <a:ext cx="74249" cy="22174"/>
            </a:xfrm>
            <a:custGeom>
              <a:avLst/>
              <a:gdLst>
                <a:gd name="connsiteX0" fmla="*/ 226 w 74249"/>
                <a:gd name="connsiteY0" fmla="*/ 9792 h 22174"/>
                <a:gd name="connsiteX1" fmla="*/ 16360 w 74249"/>
                <a:gd name="connsiteY1" fmla="*/ 22174 h 22174"/>
                <a:gd name="connsiteX2" fmla="*/ 31544 w 74249"/>
                <a:gd name="connsiteY2" fmla="*/ 20269 h 22174"/>
                <a:gd name="connsiteX3" fmla="*/ 46728 w 74249"/>
                <a:gd name="connsiteY3" fmla="*/ 21222 h 22174"/>
                <a:gd name="connsiteX4" fmla="*/ 61912 w 74249"/>
                <a:gd name="connsiteY4" fmla="*/ 19317 h 22174"/>
                <a:gd name="connsiteX5" fmla="*/ 74249 w 74249"/>
                <a:gd name="connsiteY5" fmla="*/ 11697 h 22174"/>
                <a:gd name="connsiteX6" fmla="*/ 61912 w 74249"/>
                <a:gd name="connsiteY6" fmla="*/ 3124 h 22174"/>
                <a:gd name="connsiteX7" fmla="*/ 46728 w 74249"/>
                <a:gd name="connsiteY7" fmla="*/ 2172 h 22174"/>
                <a:gd name="connsiteX8" fmla="*/ 31544 w 74249"/>
                <a:gd name="connsiteY8" fmla="*/ 1219 h 22174"/>
                <a:gd name="connsiteX9" fmla="*/ 14462 w 74249"/>
                <a:gd name="connsiteY9" fmla="*/ 267 h 22174"/>
                <a:gd name="connsiteX10" fmla="*/ 226 w 74249"/>
                <a:gd name="connsiteY10" fmla="*/ 9792 h 22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49" h="22174">
                  <a:moveTo>
                    <a:pt x="226" y="9792"/>
                  </a:moveTo>
                  <a:cubicBezTo>
                    <a:pt x="-1672" y="14554"/>
                    <a:pt x="8768" y="22174"/>
                    <a:pt x="16360" y="22174"/>
                  </a:cubicBezTo>
                  <a:cubicBezTo>
                    <a:pt x="21105" y="22174"/>
                    <a:pt x="26799" y="20269"/>
                    <a:pt x="31544" y="20269"/>
                  </a:cubicBezTo>
                  <a:cubicBezTo>
                    <a:pt x="37238" y="20269"/>
                    <a:pt x="41983" y="21222"/>
                    <a:pt x="46728" y="21222"/>
                  </a:cubicBezTo>
                  <a:cubicBezTo>
                    <a:pt x="52422" y="21222"/>
                    <a:pt x="58116" y="20269"/>
                    <a:pt x="61912" y="19317"/>
                  </a:cubicBezTo>
                  <a:cubicBezTo>
                    <a:pt x="69504" y="18364"/>
                    <a:pt x="74249" y="15507"/>
                    <a:pt x="74249" y="11697"/>
                  </a:cubicBezTo>
                  <a:cubicBezTo>
                    <a:pt x="74249" y="8839"/>
                    <a:pt x="69504" y="5029"/>
                    <a:pt x="61912" y="3124"/>
                  </a:cubicBezTo>
                  <a:cubicBezTo>
                    <a:pt x="57167" y="2172"/>
                    <a:pt x="51473" y="3124"/>
                    <a:pt x="46728" y="2172"/>
                  </a:cubicBezTo>
                  <a:cubicBezTo>
                    <a:pt x="41983" y="1219"/>
                    <a:pt x="36289" y="1219"/>
                    <a:pt x="31544" y="1219"/>
                  </a:cubicBezTo>
                  <a:cubicBezTo>
                    <a:pt x="28697" y="1219"/>
                    <a:pt x="21105" y="-686"/>
                    <a:pt x="14462" y="267"/>
                  </a:cubicBezTo>
                  <a:cubicBezTo>
                    <a:pt x="7819" y="3124"/>
                    <a:pt x="2124" y="5982"/>
                    <a:pt x="226" y="979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6ECDFCA8-529C-5469-239F-C6ACA8AE70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807" y="3144888"/>
              <a:ext cx="75063" cy="26773"/>
            </a:xfrm>
            <a:custGeom>
              <a:avLst/>
              <a:gdLst>
                <a:gd name="connsiteX0" fmla="*/ 0 w 75063"/>
                <a:gd name="connsiteY0" fmla="*/ 15507 h 26773"/>
                <a:gd name="connsiteX1" fmla="*/ 18980 w 75063"/>
                <a:gd name="connsiteY1" fmla="*/ 4077 h 26773"/>
                <a:gd name="connsiteX2" fmla="*/ 34164 w 75063"/>
                <a:gd name="connsiteY2" fmla="*/ 1219 h 26773"/>
                <a:gd name="connsiteX3" fmla="*/ 49349 w 75063"/>
                <a:gd name="connsiteY3" fmla="*/ 267 h 26773"/>
                <a:gd name="connsiteX4" fmla="*/ 63584 w 75063"/>
                <a:gd name="connsiteY4" fmla="*/ 5982 h 26773"/>
                <a:gd name="connsiteX5" fmla="*/ 74972 w 75063"/>
                <a:gd name="connsiteY5" fmla="*/ 13602 h 26773"/>
                <a:gd name="connsiteX6" fmla="*/ 63584 w 75063"/>
                <a:gd name="connsiteY6" fmla="*/ 25984 h 26773"/>
                <a:gd name="connsiteX7" fmla="*/ 45553 w 75063"/>
                <a:gd name="connsiteY7" fmla="*/ 24079 h 26773"/>
                <a:gd name="connsiteX8" fmla="*/ 27521 w 75063"/>
                <a:gd name="connsiteY8" fmla="*/ 22174 h 26773"/>
                <a:gd name="connsiteX9" fmla="*/ 6643 w 75063"/>
                <a:gd name="connsiteY9" fmla="*/ 25984 h 26773"/>
                <a:gd name="connsiteX10" fmla="*/ 0 w 75063"/>
                <a:gd name="connsiteY10" fmla="*/ 15507 h 26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63" h="26773">
                  <a:moveTo>
                    <a:pt x="0" y="15507"/>
                  </a:moveTo>
                  <a:cubicBezTo>
                    <a:pt x="949" y="8839"/>
                    <a:pt x="14235" y="5029"/>
                    <a:pt x="18980" y="4077"/>
                  </a:cubicBezTo>
                  <a:cubicBezTo>
                    <a:pt x="23725" y="3124"/>
                    <a:pt x="28470" y="2172"/>
                    <a:pt x="34164" y="1219"/>
                  </a:cubicBezTo>
                  <a:cubicBezTo>
                    <a:pt x="38909" y="1219"/>
                    <a:pt x="44604" y="-686"/>
                    <a:pt x="49349" y="267"/>
                  </a:cubicBezTo>
                  <a:cubicBezTo>
                    <a:pt x="55043" y="1219"/>
                    <a:pt x="59788" y="4077"/>
                    <a:pt x="63584" y="5982"/>
                  </a:cubicBezTo>
                  <a:cubicBezTo>
                    <a:pt x="70227" y="7887"/>
                    <a:pt x="74972" y="10744"/>
                    <a:pt x="74972" y="13602"/>
                  </a:cubicBezTo>
                  <a:cubicBezTo>
                    <a:pt x="75921" y="18364"/>
                    <a:pt x="69278" y="24079"/>
                    <a:pt x="63584" y="25984"/>
                  </a:cubicBezTo>
                  <a:cubicBezTo>
                    <a:pt x="56941" y="27889"/>
                    <a:pt x="52196" y="25984"/>
                    <a:pt x="45553" y="24079"/>
                  </a:cubicBezTo>
                  <a:cubicBezTo>
                    <a:pt x="40808" y="23127"/>
                    <a:pt x="35113" y="21222"/>
                    <a:pt x="27521" y="22174"/>
                  </a:cubicBezTo>
                  <a:cubicBezTo>
                    <a:pt x="17082" y="23127"/>
                    <a:pt x="12337" y="27889"/>
                    <a:pt x="6643" y="25984"/>
                  </a:cubicBezTo>
                  <a:cubicBezTo>
                    <a:pt x="2847" y="23127"/>
                    <a:pt x="0" y="18364"/>
                    <a:pt x="0" y="155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74BBB9D9-D326-477E-C6E0-F77D7BE1B3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756" y="3203257"/>
              <a:ext cx="75969" cy="24765"/>
            </a:xfrm>
            <a:custGeom>
              <a:avLst/>
              <a:gdLst>
                <a:gd name="connsiteX0" fmla="*/ 0 w 75969"/>
                <a:gd name="connsiteY0" fmla="*/ 11430 h 24765"/>
                <a:gd name="connsiteX1" fmla="*/ 16133 w 75969"/>
                <a:gd name="connsiteY1" fmla="*/ 2858 h 24765"/>
                <a:gd name="connsiteX2" fmla="*/ 30368 w 75969"/>
                <a:gd name="connsiteY2" fmla="*/ 0 h 24765"/>
                <a:gd name="connsiteX3" fmla="*/ 44604 w 75969"/>
                <a:gd name="connsiteY3" fmla="*/ 953 h 24765"/>
                <a:gd name="connsiteX4" fmla="*/ 58839 w 75969"/>
                <a:gd name="connsiteY4" fmla="*/ 2858 h 24765"/>
                <a:gd name="connsiteX5" fmla="*/ 75921 w 75969"/>
                <a:gd name="connsiteY5" fmla="*/ 11430 h 24765"/>
                <a:gd name="connsiteX6" fmla="*/ 55992 w 75969"/>
                <a:gd name="connsiteY6" fmla="*/ 20955 h 24765"/>
                <a:gd name="connsiteX7" fmla="*/ 40807 w 75969"/>
                <a:gd name="connsiteY7" fmla="*/ 24765 h 24765"/>
                <a:gd name="connsiteX8" fmla="*/ 25623 w 75969"/>
                <a:gd name="connsiteY8" fmla="*/ 21908 h 24765"/>
                <a:gd name="connsiteX9" fmla="*/ 10439 w 75969"/>
                <a:gd name="connsiteY9" fmla="*/ 19050 h 24765"/>
                <a:gd name="connsiteX10" fmla="*/ 0 w 75969"/>
                <a:gd name="connsiteY10" fmla="*/ 11430 h 24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69" h="24765">
                  <a:moveTo>
                    <a:pt x="0" y="11430"/>
                  </a:moveTo>
                  <a:cubicBezTo>
                    <a:pt x="949" y="3810"/>
                    <a:pt x="9490" y="3810"/>
                    <a:pt x="16133" y="2858"/>
                  </a:cubicBezTo>
                  <a:cubicBezTo>
                    <a:pt x="19929" y="1905"/>
                    <a:pt x="24674" y="953"/>
                    <a:pt x="30368" y="0"/>
                  </a:cubicBezTo>
                  <a:cubicBezTo>
                    <a:pt x="34164" y="0"/>
                    <a:pt x="39858" y="953"/>
                    <a:pt x="44604" y="953"/>
                  </a:cubicBezTo>
                  <a:cubicBezTo>
                    <a:pt x="49349" y="953"/>
                    <a:pt x="54094" y="1905"/>
                    <a:pt x="58839" y="2858"/>
                  </a:cubicBezTo>
                  <a:cubicBezTo>
                    <a:pt x="63584" y="4763"/>
                    <a:pt x="76870" y="2858"/>
                    <a:pt x="75921" y="11430"/>
                  </a:cubicBezTo>
                  <a:cubicBezTo>
                    <a:pt x="74972" y="20003"/>
                    <a:pt x="58839" y="20003"/>
                    <a:pt x="55992" y="20955"/>
                  </a:cubicBezTo>
                  <a:cubicBezTo>
                    <a:pt x="54094" y="20955"/>
                    <a:pt x="48400" y="24765"/>
                    <a:pt x="40807" y="24765"/>
                  </a:cubicBezTo>
                  <a:cubicBezTo>
                    <a:pt x="36062" y="24765"/>
                    <a:pt x="31317" y="22860"/>
                    <a:pt x="25623" y="21908"/>
                  </a:cubicBezTo>
                  <a:cubicBezTo>
                    <a:pt x="20878" y="20955"/>
                    <a:pt x="15184" y="20955"/>
                    <a:pt x="10439" y="19050"/>
                  </a:cubicBezTo>
                  <a:cubicBezTo>
                    <a:pt x="5694" y="18098"/>
                    <a:pt x="0" y="14288"/>
                    <a:pt x="0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3D808F07-9FB1-764A-A47E-893AE96E80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684" y="3259455"/>
              <a:ext cx="75165" cy="26358"/>
            </a:xfrm>
            <a:custGeom>
              <a:avLst/>
              <a:gdLst>
                <a:gd name="connsiteX0" fmla="*/ 13359 w 75165"/>
                <a:gd name="connsiteY0" fmla="*/ 23813 h 26358"/>
                <a:gd name="connsiteX1" fmla="*/ 72 w 75165"/>
                <a:gd name="connsiteY1" fmla="*/ 14288 h 26358"/>
                <a:gd name="connsiteX2" fmla="*/ 16206 w 75165"/>
                <a:gd name="connsiteY2" fmla="*/ 0 h 26358"/>
                <a:gd name="connsiteX3" fmla="*/ 38033 w 75165"/>
                <a:gd name="connsiteY3" fmla="*/ 3810 h 26358"/>
                <a:gd name="connsiteX4" fmla="*/ 51319 w 75165"/>
                <a:gd name="connsiteY4" fmla="*/ 4763 h 26358"/>
                <a:gd name="connsiteX5" fmla="*/ 64605 w 75165"/>
                <a:gd name="connsiteY5" fmla="*/ 1905 h 26358"/>
                <a:gd name="connsiteX6" fmla="*/ 75044 w 75165"/>
                <a:gd name="connsiteY6" fmla="*/ 11430 h 26358"/>
                <a:gd name="connsiteX7" fmla="*/ 64605 w 75165"/>
                <a:gd name="connsiteY7" fmla="*/ 25717 h 26358"/>
                <a:gd name="connsiteX8" fmla="*/ 50370 w 75165"/>
                <a:gd name="connsiteY8" fmla="*/ 23813 h 26358"/>
                <a:gd name="connsiteX9" fmla="*/ 37084 w 75165"/>
                <a:gd name="connsiteY9" fmla="*/ 21907 h 26358"/>
                <a:gd name="connsiteX10" fmla="*/ 13359 w 75165"/>
                <a:gd name="connsiteY10" fmla="*/ 23813 h 26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6358">
                  <a:moveTo>
                    <a:pt x="13359" y="23813"/>
                  </a:moveTo>
                  <a:cubicBezTo>
                    <a:pt x="10512" y="22860"/>
                    <a:pt x="1021" y="20002"/>
                    <a:pt x="72" y="14288"/>
                  </a:cubicBezTo>
                  <a:cubicBezTo>
                    <a:pt x="-877" y="8572"/>
                    <a:pt x="7664" y="952"/>
                    <a:pt x="16206" y="0"/>
                  </a:cubicBezTo>
                  <a:cubicBezTo>
                    <a:pt x="25696" y="0"/>
                    <a:pt x="27594" y="2857"/>
                    <a:pt x="38033" y="3810"/>
                  </a:cubicBezTo>
                  <a:cubicBezTo>
                    <a:pt x="43727" y="3810"/>
                    <a:pt x="47523" y="5715"/>
                    <a:pt x="51319" y="4763"/>
                  </a:cubicBezTo>
                  <a:cubicBezTo>
                    <a:pt x="55115" y="3810"/>
                    <a:pt x="58911" y="952"/>
                    <a:pt x="64605" y="1905"/>
                  </a:cubicBezTo>
                  <a:cubicBezTo>
                    <a:pt x="69350" y="2857"/>
                    <a:pt x="74095" y="7620"/>
                    <a:pt x="75044" y="11430"/>
                  </a:cubicBezTo>
                  <a:cubicBezTo>
                    <a:pt x="75993" y="17145"/>
                    <a:pt x="71248" y="23813"/>
                    <a:pt x="64605" y="25717"/>
                  </a:cubicBezTo>
                  <a:cubicBezTo>
                    <a:pt x="59860" y="27622"/>
                    <a:pt x="56064" y="24765"/>
                    <a:pt x="50370" y="23813"/>
                  </a:cubicBezTo>
                  <a:cubicBezTo>
                    <a:pt x="46574" y="22860"/>
                    <a:pt x="42778" y="21907"/>
                    <a:pt x="37084" y="21907"/>
                  </a:cubicBezTo>
                  <a:cubicBezTo>
                    <a:pt x="25696" y="21907"/>
                    <a:pt x="21900" y="25717"/>
                    <a:pt x="13359" y="2381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48919536-3617-C057-D389-6DACC11141F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807" y="3317762"/>
              <a:ext cx="74971" cy="26888"/>
            </a:xfrm>
            <a:custGeom>
              <a:avLst/>
              <a:gdLst>
                <a:gd name="connsiteX0" fmla="*/ 13286 w 74971"/>
                <a:gd name="connsiteY0" fmla="*/ 747 h 26888"/>
                <a:gd name="connsiteX1" fmla="*/ 0 w 74971"/>
                <a:gd name="connsiteY1" fmla="*/ 10272 h 26888"/>
                <a:gd name="connsiteX2" fmla="*/ 18980 w 74971"/>
                <a:gd name="connsiteY2" fmla="*/ 21702 h 26888"/>
                <a:gd name="connsiteX3" fmla="*/ 34164 w 74971"/>
                <a:gd name="connsiteY3" fmla="*/ 26465 h 26888"/>
                <a:gd name="connsiteX4" fmla="*/ 50298 w 74971"/>
                <a:gd name="connsiteY4" fmla="*/ 26465 h 26888"/>
                <a:gd name="connsiteX5" fmla="*/ 65482 w 74971"/>
                <a:gd name="connsiteY5" fmla="*/ 21702 h 26888"/>
                <a:gd name="connsiteX6" fmla="*/ 74972 w 74971"/>
                <a:gd name="connsiteY6" fmla="*/ 11225 h 26888"/>
                <a:gd name="connsiteX7" fmla="*/ 65482 w 74971"/>
                <a:gd name="connsiteY7" fmla="*/ 7415 h 26888"/>
                <a:gd name="connsiteX8" fmla="*/ 51247 w 74971"/>
                <a:gd name="connsiteY8" fmla="*/ 4557 h 26888"/>
                <a:gd name="connsiteX9" fmla="*/ 37011 w 74971"/>
                <a:gd name="connsiteY9" fmla="*/ 4557 h 26888"/>
                <a:gd name="connsiteX10" fmla="*/ 13286 w 74971"/>
                <a:gd name="connsiteY10" fmla="*/ 747 h 2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6888">
                  <a:moveTo>
                    <a:pt x="13286" y="747"/>
                  </a:moveTo>
                  <a:cubicBezTo>
                    <a:pt x="7592" y="2652"/>
                    <a:pt x="0" y="5510"/>
                    <a:pt x="0" y="10272"/>
                  </a:cubicBezTo>
                  <a:cubicBezTo>
                    <a:pt x="0" y="15987"/>
                    <a:pt x="13286" y="19797"/>
                    <a:pt x="18980" y="21702"/>
                  </a:cubicBezTo>
                  <a:cubicBezTo>
                    <a:pt x="23725" y="22655"/>
                    <a:pt x="29419" y="25512"/>
                    <a:pt x="34164" y="26465"/>
                  </a:cubicBezTo>
                  <a:cubicBezTo>
                    <a:pt x="39858" y="26465"/>
                    <a:pt x="45553" y="27417"/>
                    <a:pt x="50298" y="26465"/>
                  </a:cubicBezTo>
                  <a:cubicBezTo>
                    <a:pt x="55992" y="25512"/>
                    <a:pt x="61686" y="22655"/>
                    <a:pt x="65482" y="21702"/>
                  </a:cubicBezTo>
                  <a:cubicBezTo>
                    <a:pt x="72125" y="18845"/>
                    <a:pt x="74972" y="15035"/>
                    <a:pt x="74972" y="11225"/>
                  </a:cubicBezTo>
                  <a:cubicBezTo>
                    <a:pt x="74972" y="6462"/>
                    <a:pt x="72125" y="7415"/>
                    <a:pt x="65482" y="7415"/>
                  </a:cubicBezTo>
                  <a:cubicBezTo>
                    <a:pt x="61686" y="7415"/>
                    <a:pt x="56941" y="4557"/>
                    <a:pt x="51247" y="4557"/>
                  </a:cubicBezTo>
                  <a:cubicBezTo>
                    <a:pt x="47451" y="4557"/>
                    <a:pt x="41756" y="5510"/>
                    <a:pt x="37011" y="4557"/>
                  </a:cubicBezTo>
                  <a:cubicBezTo>
                    <a:pt x="27521" y="747"/>
                    <a:pt x="21827" y="-1158"/>
                    <a:pt x="13286" y="74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88BDE1-2D59-FCC9-CBA0-090999E58A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704" y="3375660"/>
              <a:ext cx="77046" cy="23812"/>
            </a:xfrm>
            <a:custGeom>
              <a:avLst/>
              <a:gdLst>
                <a:gd name="connsiteX0" fmla="*/ 67483 w 77046"/>
                <a:gd name="connsiteY0" fmla="*/ 3810 h 23812"/>
                <a:gd name="connsiteX1" fmla="*/ 76973 w 77046"/>
                <a:gd name="connsiteY1" fmla="*/ 8572 h 23812"/>
                <a:gd name="connsiteX2" fmla="*/ 63687 w 77046"/>
                <a:gd name="connsiteY2" fmla="*/ 20002 h 23812"/>
                <a:gd name="connsiteX3" fmla="*/ 46605 w 77046"/>
                <a:gd name="connsiteY3" fmla="*/ 23813 h 23812"/>
                <a:gd name="connsiteX4" fmla="*/ 29523 w 77046"/>
                <a:gd name="connsiteY4" fmla="*/ 21907 h 23812"/>
                <a:gd name="connsiteX5" fmla="*/ 12441 w 77046"/>
                <a:gd name="connsiteY5" fmla="*/ 20002 h 23812"/>
                <a:gd name="connsiteX6" fmla="*/ 103 w 77046"/>
                <a:gd name="connsiteY6" fmla="*/ 8572 h 23812"/>
                <a:gd name="connsiteX7" fmla="*/ 16237 w 77046"/>
                <a:gd name="connsiteY7" fmla="*/ 2857 h 23812"/>
                <a:gd name="connsiteX8" fmla="*/ 33319 w 77046"/>
                <a:gd name="connsiteY8" fmla="*/ 0 h 23812"/>
                <a:gd name="connsiteX9" fmla="*/ 50401 w 77046"/>
                <a:gd name="connsiteY9" fmla="*/ 952 h 23812"/>
                <a:gd name="connsiteX10" fmla="*/ 67483 w 77046"/>
                <a:gd name="connsiteY10" fmla="*/ 3810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46" h="23812">
                  <a:moveTo>
                    <a:pt x="67483" y="3810"/>
                  </a:moveTo>
                  <a:cubicBezTo>
                    <a:pt x="72228" y="4763"/>
                    <a:pt x="76024" y="5715"/>
                    <a:pt x="76973" y="8572"/>
                  </a:cubicBezTo>
                  <a:cubicBezTo>
                    <a:pt x="77922" y="13335"/>
                    <a:pt x="69381" y="19050"/>
                    <a:pt x="63687" y="20002"/>
                  </a:cubicBezTo>
                  <a:cubicBezTo>
                    <a:pt x="58942" y="20955"/>
                    <a:pt x="53248" y="23813"/>
                    <a:pt x="46605" y="23813"/>
                  </a:cubicBezTo>
                  <a:cubicBezTo>
                    <a:pt x="40911" y="23813"/>
                    <a:pt x="35217" y="21907"/>
                    <a:pt x="29523" y="21907"/>
                  </a:cubicBezTo>
                  <a:cubicBezTo>
                    <a:pt x="22880" y="20955"/>
                    <a:pt x="17186" y="20955"/>
                    <a:pt x="12441" y="20002"/>
                  </a:cubicBezTo>
                  <a:cubicBezTo>
                    <a:pt x="4849" y="18097"/>
                    <a:pt x="-846" y="13335"/>
                    <a:pt x="103" y="8572"/>
                  </a:cubicBezTo>
                  <a:cubicBezTo>
                    <a:pt x="1053" y="5715"/>
                    <a:pt x="7696" y="3810"/>
                    <a:pt x="16237" y="2857"/>
                  </a:cubicBezTo>
                  <a:cubicBezTo>
                    <a:pt x="20982" y="1905"/>
                    <a:pt x="26676" y="0"/>
                    <a:pt x="33319" y="0"/>
                  </a:cubicBezTo>
                  <a:cubicBezTo>
                    <a:pt x="39013" y="0"/>
                    <a:pt x="44707" y="952"/>
                    <a:pt x="50401" y="952"/>
                  </a:cubicBezTo>
                  <a:cubicBezTo>
                    <a:pt x="57044" y="1905"/>
                    <a:pt x="62738" y="2857"/>
                    <a:pt x="67483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C3944F8-1B07-DC31-2320-F2D59BBE96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2460" y="3435244"/>
              <a:ext cx="75307" cy="19473"/>
            </a:xfrm>
            <a:custGeom>
              <a:avLst/>
              <a:gdLst>
                <a:gd name="connsiteX0" fmla="*/ 245 w 75307"/>
                <a:gd name="connsiteY0" fmla="*/ 8043 h 19473"/>
                <a:gd name="connsiteX1" fmla="*/ 16378 w 75307"/>
                <a:gd name="connsiteY1" fmla="*/ 19473 h 19473"/>
                <a:gd name="connsiteX2" fmla="*/ 31562 w 75307"/>
                <a:gd name="connsiteY2" fmla="*/ 17568 h 19473"/>
                <a:gd name="connsiteX3" fmla="*/ 46746 w 75307"/>
                <a:gd name="connsiteY3" fmla="*/ 19473 h 19473"/>
                <a:gd name="connsiteX4" fmla="*/ 61931 w 75307"/>
                <a:gd name="connsiteY4" fmla="*/ 15663 h 19473"/>
                <a:gd name="connsiteX5" fmla="*/ 75217 w 75307"/>
                <a:gd name="connsiteY5" fmla="*/ 9948 h 19473"/>
                <a:gd name="connsiteX6" fmla="*/ 61931 w 75307"/>
                <a:gd name="connsiteY6" fmla="*/ 3281 h 19473"/>
                <a:gd name="connsiteX7" fmla="*/ 46746 w 75307"/>
                <a:gd name="connsiteY7" fmla="*/ 423 h 19473"/>
                <a:gd name="connsiteX8" fmla="*/ 31562 w 75307"/>
                <a:gd name="connsiteY8" fmla="*/ 423 h 19473"/>
                <a:gd name="connsiteX9" fmla="*/ 14480 w 75307"/>
                <a:gd name="connsiteY9" fmla="*/ 2328 h 19473"/>
                <a:gd name="connsiteX10" fmla="*/ 245 w 75307"/>
                <a:gd name="connsiteY10" fmla="*/ 8043 h 19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307" h="19473">
                  <a:moveTo>
                    <a:pt x="245" y="8043"/>
                  </a:moveTo>
                  <a:cubicBezTo>
                    <a:pt x="-1653" y="12806"/>
                    <a:pt x="7837" y="19473"/>
                    <a:pt x="16378" y="19473"/>
                  </a:cubicBezTo>
                  <a:cubicBezTo>
                    <a:pt x="21123" y="19473"/>
                    <a:pt x="26817" y="17568"/>
                    <a:pt x="31562" y="17568"/>
                  </a:cubicBezTo>
                  <a:cubicBezTo>
                    <a:pt x="37256" y="17568"/>
                    <a:pt x="42001" y="19473"/>
                    <a:pt x="46746" y="19473"/>
                  </a:cubicBezTo>
                  <a:cubicBezTo>
                    <a:pt x="52441" y="19473"/>
                    <a:pt x="57186" y="16616"/>
                    <a:pt x="61931" y="15663"/>
                  </a:cubicBezTo>
                  <a:cubicBezTo>
                    <a:pt x="69523" y="14711"/>
                    <a:pt x="76166" y="12806"/>
                    <a:pt x="75217" y="9948"/>
                  </a:cubicBezTo>
                  <a:cubicBezTo>
                    <a:pt x="75217" y="7091"/>
                    <a:pt x="68574" y="5186"/>
                    <a:pt x="61931" y="3281"/>
                  </a:cubicBezTo>
                  <a:cubicBezTo>
                    <a:pt x="57186" y="2328"/>
                    <a:pt x="52441" y="423"/>
                    <a:pt x="46746" y="423"/>
                  </a:cubicBezTo>
                  <a:cubicBezTo>
                    <a:pt x="41052" y="-529"/>
                    <a:pt x="36307" y="423"/>
                    <a:pt x="31562" y="423"/>
                  </a:cubicBezTo>
                  <a:cubicBezTo>
                    <a:pt x="28715" y="423"/>
                    <a:pt x="21123" y="1376"/>
                    <a:pt x="14480" y="2328"/>
                  </a:cubicBezTo>
                  <a:cubicBezTo>
                    <a:pt x="7837" y="3281"/>
                    <a:pt x="1194" y="4233"/>
                    <a:pt x="245" y="804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C4175899-BF74-E199-DE41-F41C075B6E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0605" y="3286125"/>
              <a:ext cx="77120" cy="27196"/>
            </a:xfrm>
            <a:custGeom>
              <a:avLst/>
              <a:gdLst>
                <a:gd name="connsiteX0" fmla="*/ 146 w 77120"/>
                <a:gd name="connsiteY0" fmla="*/ 14288 h 27196"/>
                <a:gd name="connsiteX1" fmla="*/ 20076 w 77120"/>
                <a:gd name="connsiteY1" fmla="*/ 3810 h 27196"/>
                <a:gd name="connsiteX2" fmla="*/ 35260 w 77120"/>
                <a:gd name="connsiteY2" fmla="*/ 0 h 27196"/>
                <a:gd name="connsiteX3" fmla="*/ 50444 w 77120"/>
                <a:gd name="connsiteY3" fmla="*/ 953 h 27196"/>
                <a:gd name="connsiteX4" fmla="*/ 65628 w 77120"/>
                <a:gd name="connsiteY4" fmla="*/ 3810 h 27196"/>
                <a:gd name="connsiteX5" fmla="*/ 77016 w 77120"/>
                <a:gd name="connsiteY5" fmla="*/ 12382 h 27196"/>
                <a:gd name="connsiteX6" fmla="*/ 65628 w 77120"/>
                <a:gd name="connsiteY6" fmla="*/ 24765 h 27196"/>
                <a:gd name="connsiteX7" fmla="*/ 47597 w 77120"/>
                <a:gd name="connsiteY7" fmla="*/ 24765 h 27196"/>
                <a:gd name="connsiteX8" fmla="*/ 29566 w 77120"/>
                <a:gd name="connsiteY8" fmla="*/ 23813 h 27196"/>
                <a:gd name="connsiteX9" fmla="*/ 7738 w 77120"/>
                <a:gd name="connsiteY9" fmla="*/ 26670 h 27196"/>
                <a:gd name="connsiteX10" fmla="*/ 146 w 77120"/>
                <a:gd name="connsiteY10" fmla="*/ 14288 h 27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20" h="27196">
                  <a:moveTo>
                    <a:pt x="146" y="14288"/>
                  </a:moveTo>
                  <a:cubicBezTo>
                    <a:pt x="1095" y="7620"/>
                    <a:pt x="14382" y="4763"/>
                    <a:pt x="20076" y="3810"/>
                  </a:cubicBezTo>
                  <a:cubicBezTo>
                    <a:pt x="24821" y="2857"/>
                    <a:pt x="29566" y="953"/>
                    <a:pt x="35260" y="0"/>
                  </a:cubicBezTo>
                  <a:cubicBezTo>
                    <a:pt x="40005" y="0"/>
                    <a:pt x="45699" y="0"/>
                    <a:pt x="50444" y="953"/>
                  </a:cubicBezTo>
                  <a:cubicBezTo>
                    <a:pt x="56138" y="1905"/>
                    <a:pt x="60883" y="1905"/>
                    <a:pt x="65628" y="3810"/>
                  </a:cubicBezTo>
                  <a:cubicBezTo>
                    <a:pt x="72271" y="5715"/>
                    <a:pt x="76067" y="9525"/>
                    <a:pt x="77016" y="12382"/>
                  </a:cubicBezTo>
                  <a:cubicBezTo>
                    <a:pt x="77965" y="17145"/>
                    <a:pt x="72271" y="21907"/>
                    <a:pt x="65628" y="24765"/>
                  </a:cubicBezTo>
                  <a:cubicBezTo>
                    <a:pt x="58985" y="26670"/>
                    <a:pt x="53291" y="26670"/>
                    <a:pt x="47597" y="24765"/>
                  </a:cubicBezTo>
                  <a:cubicBezTo>
                    <a:pt x="42852" y="23813"/>
                    <a:pt x="37158" y="22860"/>
                    <a:pt x="29566" y="23813"/>
                  </a:cubicBezTo>
                  <a:cubicBezTo>
                    <a:pt x="19127" y="24765"/>
                    <a:pt x="13433" y="28575"/>
                    <a:pt x="7738" y="26670"/>
                  </a:cubicBezTo>
                  <a:cubicBezTo>
                    <a:pt x="2993" y="22860"/>
                    <a:pt x="-803" y="17145"/>
                    <a:pt x="146" y="1428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15DCF3F3-1DCE-D850-9E39-09656AA6E2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3493" y="3402330"/>
              <a:ext cx="72290" cy="20425"/>
            </a:xfrm>
            <a:custGeom>
              <a:avLst/>
              <a:gdLst>
                <a:gd name="connsiteX0" fmla="*/ 105 w 72290"/>
                <a:gd name="connsiteY0" fmla="*/ 11430 h 20425"/>
                <a:gd name="connsiteX1" fmla="*/ 15289 w 72290"/>
                <a:gd name="connsiteY1" fmla="*/ 3810 h 20425"/>
                <a:gd name="connsiteX2" fmla="*/ 29524 w 72290"/>
                <a:gd name="connsiteY2" fmla="*/ 0 h 20425"/>
                <a:gd name="connsiteX3" fmla="*/ 43760 w 72290"/>
                <a:gd name="connsiteY3" fmla="*/ 952 h 20425"/>
                <a:gd name="connsiteX4" fmla="*/ 57995 w 72290"/>
                <a:gd name="connsiteY4" fmla="*/ 952 h 20425"/>
                <a:gd name="connsiteX5" fmla="*/ 72230 w 72290"/>
                <a:gd name="connsiteY5" fmla="*/ 9525 h 20425"/>
                <a:gd name="connsiteX6" fmla="*/ 54199 w 72290"/>
                <a:gd name="connsiteY6" fmla="*/ 18097 h 20425"/>
                <a:gd name="connsiteX7" fmla="*/ 39014 w 72290"/>
                <a:gd name="connsiteY7" fmla="*/ 20002 h 20425"/>
                <a:gd name="connsiteX8" fmla="*/ 23830 w 72290"/>
                <a:gd name="connsiteY8" fmla="*/ 20002 h 20425"/>
                <a:gd name="connsiteX9" fmla="*/ 8646 w 72290"/>
                <a:gd name="connsiteY9" fmla="*/ 17145 h 20425"/>
                <a:gd name="connsiteX10" fmla="*/ 105 w 72290"/>
                <a:gd name="connsiteY10" fmla="*/ 11430 h 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290" h="20425">
                  <a:moveTo>
                    <a:pt x="105" y="11430"/>
                  </a:moveTo>
                  <a:cubicBezTo>
                    <a:pt x="1054" y="3810"/>
                    <a:pt x="8646" y="5715"/>
                    <a:pt x="15289" y="3810"/>
                  </a:cubicBezTo>
                  <a:cubicBezTo>
                    <a:pt x="19085" y="2857"/>
                    <a:pt x="23830" y="952"/>
                    <a:pt x="29524" y="0"/>
                  </a:cubicBezTo>
                  <a:cubicBezTo>
                    <a:pt x="33320" y="0"/>
                    <a:pt x="38065" y="952"/>
                    <a:pt x="43760" y="952"/>
                  </a:cubicBezTo>
                  <a:cubicBezTo>
                    <a:pt x="48505" y="952"/>
                    <a:pt x="53250" y="0"/>
                    <a:pt x="57995" y="952"/>
                  </a:cubicBezTo>
                  <a:cubicBezTo>
                    <a:pt x="62740" y="2857"/>
                    <a:pt x="73179" y="952"/>
                    <a:pt x="72230" y="9525"/>
                  </a:cubicBezTo>
                  <a:cubicBezTo>
                    <a:pt x="71281" y="18097"/>
                    <a:pt x="57995" y="18097"/>
                    <a:pt x="54199" y="18097"/>
                  </a:cubicBezTo>
                  <a:cubicBezTo>
                    <a:pt x="52301" y="18097"/>
                    <a:pt x="46607" y="19050"/>
                    <a:pt x="39014" y="20002"/>
                  </a:cubicBezTo>
                  <a:cubicBezTo>
                    <a:pt x="34269" y="20002"/>
                    <a:pt x="29524" y="20955"/>
                    <a:pt x="23830" y="20002"/>
                  </a:cubicBezTo>
                  <a:cubicBezTo>
                    <a:pt x="19085" y="19050"/>
                    <a:pt x="13391" y="19050"/>
                    <a:pt x="8646" y="17145"/>
                  </a:cubicBezTo>
                  <a:cubicBezTo>
                    <a:pt x="4850" y="17145"/>
                    <a:pt x="-844" y="14288"/>
                    <a:pt x="105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A46318FC-9764-9C72-F5EB-F3F6B9246B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0685" y="3173729"/>
              <a:ext cx="75158" cy="24627"/>
            </a:xfrm>
            <a:custGeom>
              <a:avLst/>
              <a:gdLst>
                <a:gd name="connsiteX0" fmla="*/ 14301 w 75158"/>
                <a:gd name="connsiteY0" fmla="*/ 21908 h 24627"/>
                <a:gd name="connsiteX1" fmla="*/ 66 w 75158"/>
                <a:gd name="connsiteY1" fmla="*/ 13335 h 24627"/>
                <a:gd name="connsiteX2" fmla="*/ 17148 w 75158"/>
                <a:gd name="connsiteY2" fmla="*/ 0 h 24627"/>
                <a:gd name="connsiteX3" fmla="*/ 38975 w 75158"/>
                <a:gd name="connsiteY3" fmla="*/ 3810 h 24627"/>
                <a:gd name="connsiteX4" fmla="*/ 52261 w 75158"/>
                <a:gd name="connsiteY4" fmla="*/ 2858 h 24627"/>
                <a:gd name="connsiteX5" fmla="*/ 65548 w 75158"/>
                <a:gd name="connsiteY5" fmla="*/ 953 h 24627"/>
                <a:gd name="connsiteX6" fmla="*/ 75038 w 75158"/>
                <a:gd name="connsiteY6" fmla="*/ 11430 h 24627"/>
                <a:gd name="connsiteX7" fmla="*/ 64599 w 75158"/>
                <a:gd name="connsiteY7" fmla="*/ 23813 h 24627"/>
                <a:gd name="connsiteX8" fmla="*/ 51312 w 75158"/>
                <a:gd name="connsiteY8" fmla="*/ 22860 h 24627"/>
                <a:gd name="connsiteX9" fmla="*/ 38026 w 75158"/>
                <a:gd name="connsiteY9" fmla="*/ 21908 h 24627"/>
                <a:gd name="connsiteX10" fmla="*/ 14301 w 75158"/>
                <a:gd name="connsiteY10" fmla="*/ 21908 h 24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58" h="24627">
                  <a:moveTo>
                    <a:pt x="14301" y="21908"/>
                  </a:moveTo>
                  <a:cubicBezTo>
                    <a:pt x="11454" y="20955"/>
                    <a:pt x="1015" y="19050"/>
                    <a:pt x="66" y="13335"/>
                  </a:cubicBezTo>
                  <a:cubicBezTo>
                    <a:pt x="-883" y="7620"/>
                    <a:pt x="8607" y="0"/>
                    <a:pt x="17148" y="0"/>
                  </a:cubicBezTo>
                  <a:cubicBezTo>
                    <a:pt x="26638" y="0"/>
                    <a:pt x="28536" y="3810"/>
                    <a:pt x="38975" y="3810"/>
                  </a:cubicBezTo>
                  <a:cubicBezTo>
                    <a:pt x="44669" y="3810"/>
                    <a:pt x="48465" y="3810"/>
                    <a:pt x="52261" y="2858"/>
                  </a:cubicBezTo>
                  <a:cubicBezTo>
                    <a:pt x="56057" y="1905"/>
                    <a:pt x="60803" y="0"/>
                    <a:pt x="65548" y="953"/>
                  </a:cubicBezTo>
                  <a:cubicBezTo>
                    <a:pt x="70293" y="1905"/>
                    <a:pt x="74089" y="6667"/>
                    <a:pt x="75038" y="11430"/>
                  </a:cubicBezTo>
                  <a:cubicBezTo>
                    <a:pt x="75987" y="17145"/>
                    <a:pt x="71242" y="21908"/>
                    <a:pt x="64599" y="23813"/>
                  </a:cubicBezTo>
                  <a:cubicBezTo>
                    <a:pt x="59853" y="25717"/>
                    <a:pt x="57006" y="23813"/>
                    <a:pt x="51312" y="22860"/>
                  </a:cubicBezTo>
                  <a:cubicBezTo>
                    <a:pt x="47516" y="21908"/>
                    <a:pt x="43720" y="21908"/>
                    <a:pt x="38026" y="21908"/>
                  </a:cubicBezTo>
                  <a:cubicBezTo>
                    <a:pt x="26638" y="20955"/>
                    <a:pt x="23791" y="23813"/>
                    <a:pt x="14301" y="2190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DB4AA30-CEDC-A4E9-358C-ABE86B11E6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2649" y="3456724"/>
              <a:ext cx="74971" cy="25615"/>
            </a:xfrm>
            <a:custGeom>
              <a:avLst/>
              <a:gdLst>
                <a:gd name="connsiteX0" fmla="*/ 11388 w 74971"/>
                <a:gd name="connsiteY0" fmla="*/ 1803 h 25615"/>
                <a:gd name="connsiteX1" fmla="*/ 0 w 74971"/>
                <a:gd name="connsiteY1" fmla="*/ 10376 h 25615"/>
                <a:gd name="connsiteX2" fmla="*/ 17082 w 74971"/>
                <a:gd name="connsiteY2" fmla="*/ 21806 h 25615"/>
                <a:gd name="connsiteX3" fmla="*/ 32266 w 74971"/>
                <a:gd name="connsiteY3" fmla="*/ 25616 h 25615"/>
                <a:gd name="connsiteX4" fmla="*/ 48400 w 74971"/>
                <a:gd name="connsiteY4" fmla="*/ 24663 h 25615"/>
                <a:gd name="connsiteX5" fmla="*/ 63584 w 74971"/>
                <a:gd name="connsiteY5" fmla="*/ 20853 h 25615"/>
                <a:gd name="connsiteX6" fmla="*/ 74972 w 74971"/>
                <a:gd name="connsiteY6" fmla="*/ 10376 h 25615"/>
                <a:gd name="connsiteX7" fmla="*/ 63584 w 74971"/>
                <a:gd name="connsiteY7" fmla="*/ 3708 h 25615"/>
                <a:gd name="connsiteX8" fmla="*/ 49349 w 74971"/>
                <a:gd name="connsiteY8" fmla="*/ 5613 h 25615"/>
                <a:gd name="connsiteX9" fmla="*/ 35113 w 74971"/>
                <a:gd name="connsiteY9" fmla="*/ 1803 h 25615"/>
                <a:gd name="connsiteX10" fmla="*/ 11388 w 74971"/>
                <a:gd name="connsiteY10" fmla="*/ 1803 h 25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615">
                  <a:moveTo>
                    <a:pt x="11388" y="1803"/>
                  </a:moveTo>
                  <a:cubicBezTo>
                    <a:pt x="5694" y="3708"/>
                    <a:pt x="0" y="5613"/>
                    <a:pt x="0" y="10376"/>
                  </a:cubicBezTo>
                  <a:cubicBezTo>
                    <a:pt x="0" y="16091"/>
                    <a:pt x="10439" y="20853"/>
                    <a:pt x="17082" y="21806"/>
                  </a:cubicBezTo>
                  <a:cubicBezTo>
                    <a:pt x="21827" y="22758"/>
                    <a:pt x="27521" y="25616"/>
                    <a:pt x="32266" y="25616"/>
                  </a:cubicBezTo>
                  <a:cubicBezTo>
                    <a:pt x="37960" y="25616"/>
                    <a:pt x="43655" y="25616"/>
                    <a:pt x="48400" y="24663"/>
                  </a:cubicBezTo>
                  <a:cubicBezTo>
                    <a:pt x="54094" y="23711"/>
                    <a:pt x="59788" y="21806"/>
                    <a:pt x="63584" y="20853"/>
                  </a:cubicBezTo>
                  <a:cubicBezTo>
                    <a:pt x="70227" y="17996"/>
                    <a:pt x="74972" y="15138"/>
                    <a:pt x="74972" y="10376"/>
                  </a:cubicBezTo>
                  <a:cubicBezTo>
                    <a:pt x="74972" y="5613"/>
                    <a:pt x="71176" y="3708"/>
                    <a:pt x="63584" y="3708"/>
                  </a:cubicBezTo>
                  <a:cubicBezTo>
                    <a:pt x="59788" y="3708"/>
                    <a:pt x="55043" y="5613"/>
                    <a:pt x="49349" y="5613"/>
                  </a:cubicBezTo>
                  <a:cubicBezTo>
                    <a:pt x="45553" y="5613"/>
                    <a:pt x="40808" y="3708"/>
                    <a:pt x="35113" y="1803"/>
                  </a:cubicBezTo>
                  <a:cubicBezTo>
                    <a:pt x="25623" y="-102"/>
                    <a:pt x="19929" y="-1054"/>
                    <a:pt x="11388" y="180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2F15A7A-E30A-4155-84BB-F50FDC9AA3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1580" y="3230880"/>
              <a:ext cx="77055" cy="22859"/>
            </a:xfrm>
            <a:custGeom>
              <a:avLst/>
              <a:gdLst>
                <a:gd name="connsiteX0" fmla="*/ 66551 w 77055"/>
                <a:gd name="connsiteY0" fmla="*/ 3810 h 22859"/>
                <a:gd name="connsiteX1" fmla="*/ 76990 w 77055"/>
                <a:gd name="connsiteY1" fmla="*/ 7620 h 22859"/>
                <a:gd name="connsiteX2" fmla="*/ 63703 w 77055"/>
                <a:gd name="connsiteY2" fmla="*/ 20002 h 22859"/>
                <a:gd name="connsiteX3" fmla="*/ 46621 w 77055"/>
                <a:gd name="connsiteY3" fmla="*/ 20955 h 22859"/>
                <a:gd name="connsiteX4" fmla="*/ 29539 w 77055"/>
                <a:gd name="connsiteY4" fmla="*/ 22860 h 22859"/>
                <a:gd name="connsiteX5" fmla="*/ 12457 w 77055"/>
                <a:gd name="connsiteY5" fmla="*/ 20002 h 22859"/>
                <a:gd name="connsiteX6" fmla="*/ 120 w 77055"/>
                <a:gd name="connsiteY6" fmla="*/ 7620 h 22859"/>
                <a:gd name="connsiteX7" fmla="*/ 15304 w 77055"/>
                <a:gd name="connsiteY7" fmla="*/ 952 h 22859"/>
                <a:gd name="connsiteX8" fmla="*/ 32386 w 77055"/>
                <a:gd name="connsiteY8" fmla="*/ 1905 h 22859"/>
                <a:gd name="connsiteX9" fmla="*/ 49468 w 77055"/>
                <a:gd name="connsiteY9" fmla="*/ 0 h 22859"/>
                <a:gd name="connsiteX10" fmla="*/ 66551 w 77055"/>
                <a:gd name="connsiteY10" fmla="*/ 3810 h 22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55" h="22859">
                  <a:moveTo>
                    <a:pt x="66551" y="3810"/>
                  </a:moveTo>
                  <a:cubicBezTo>
                    <a:pt x="71296" y="4763"/>
                    <a:pt x="76041" y="4763"/>
                    <a:pt x="76990" y="7620"/>
                  </a:cubicBezTo>
                  <a:cubicBezTo>
                    <a:pt x="77939" y="12382"/>
                    <a:pt x="68449" y="19050"/>
                    <a:pt x="63703" y="20002"/>
                  </a:cubicBezTo>
                  <a:cubicBezTo>
                    <a:pt x="58958" y="20955"/>
                    <a:pt x="52315" y="20955"/>
                    <a:pt x="46621" y="20955"/>
                  </a:cubicBezTo>
                  <a:cubicBezTo>
                    <a:pt x="40927" y="20955"/>
                    <a:pt x="35233" y="22860"/>
                    <a:pt x="29539" y="22860"/>
                  </a:cubicBezTo>
                  <a:cubicBezTo>
                    <a:pt x="22896" y="21907"/>
                    <a:pt x="17202" y="21907"/>
                    <a:pt x="12457" y="20002"/>
                  </a:cubicBezTo>
                  <a:cubicBezTo>
                    <a:pt x="3916" y="17145"/>
                    <a:pt x="-829" y="12382"/>
                    <a:pt x="120" y="7620"/>
                  </a:cubicBezTo>
                  <a:cubicBezTo>
                    <a:pt x="1069" y="4763"/>
                    <a:pt x="6763" y="1905"/>
                    <a:pt x="15304" y="952"/>
                  </a:cubicBezTo>
                  <a:cubicBezTo>
                    <a:pt x="20049" y="0"/>
                    <a:pt x="26692" y="1905"/>
                    <a:pt x="32386" y="1905"/>
                  </a:cubicBezTo>
                  <a:cubicBezTo>
                    <a:pt x="38080" y="1905"/>
                    <a:pt x="43774" y="0"/>
                    <a:pt x="49468" y="0"/>
                  </a:cubicBezTo>
                  <a:cubicBezTo>
                    <a:pt x="56111" y="0"/>
                    <a:pt x="61805" y="2857"/>
                    <a:pt x="66551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7C3D6CC4-6369-8156-2782-A8C39D5E09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1490" y="3344913"/>
              <a:ext cx="75181" cy="21221"/>
            </a:xfrm>
            <a:custGeom>
              <a:avLst/>
              <a:gdLst>
                <a:gd name="connsiteX0" fmla="*/ 210 w 75181"/>
                <a:gd name="connsiteY0" fmla="*/ 8839 h 21221"/>
                <a:gd name="connsiteX1" fmla="*/ 17292 w 75181"/>
                <a:gd name="connsiteY1" fmla="*/ 19317 h 21221"/>
                <a:gd name="connsiteX2" fmla="*/ 32476 w 75181"/>
                <a:gd name="connsiteY2" fmla="*/ 21222 h 21221"/>
                <a:gd name="connsiteX3" fmla="*/ 47661 w 75181"/>
                <a:gd name="connsiteY3" fmla="*/ 20269 h 21221"/>
                <a:gd name="connsiteX4" fmla="*/ 62845 w 75181"/>
                <a:gd name="connsiteY4" fmla="*/ 16459 h 21221"/>
                <a:gd name="connsiteX5" fmla="*/ 75182 w 75181"/>
                <a:gd name="connsiteY5" fmla="*/ 10744 h 21221"/>
                <a:gd name="connsiteX6" fmla="*/ 62845 w 75181"/>
                <a:gd name="connsiteY6" fmla="*/ 5029 h 21221"/>
                <a:gd name="connsiteX7" fmla="*/ 48610 w 75181"/>
                <a:gd name="connsiteY7" fmla="*/ 2172 h 21221"/>
                <a:gd name="connsiteX8" fmla="*/ 33425 w 75181"/>
                <a:gd name="connsiteY8" fmla="*/ 1219 h 21221"/>
                <a:gd name="connsiteX9" fmla="*/ 16343 w 75181"/>
                <a:gd name="connsiteY9" fmla="*/ 267 h 21221"/>
                <a:gd name="connsiteX10" fmla="*/ 210 w 75181"/>
                <a:gd name="connsiteY10" fmla="*/ 8839 h 2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81" h="21221">
                  <a:moveTo>
                    <a:pt x="210" y="8839"/>
                  </a:moveTo>
                  <a:cubicBezTo>
                    <a:pt x="-1688" y="13602"/>
                    <a:pt x="9700" y="19317"/>
                    <a:pt x="17292" y="19317"/>
                  </a:cubicBezTo>
                  <a:cubicBezTo>
                    <a:pt x="22037" y="19317"/>
                    <a:pt x="27731" y="21222"/>
                    <a:pt x="32476" y="21222"/>
                  </a:cubicBezTo>
                  <a:cubicBezTo>
                    <a:pt x="38171" y="21222"/>
                    <a:pt x="42916" y="21222"/>
                    <a:pt x="47661" y="20269"/>
                  </a:cubicBezTo>
                  <a:cubicBezTo>
                    <a:pt x="53355" y="20269"/>
                    <a:pt x="58100" y="17412"/>
                    <a:pt x="62845" y="16459"/>
                  </a:cubicBezTo>
                  <a:cubicBezTo>
                    <a:pt x="70437" y="15507"/>
                    <a:pt x="75182" y="14554"/>
                    <a:pt x="75182" y="10744"/>
                  </a:cubicBezTo>
                  <a:cubicBezTo>
                    <a:pt x="75182" y="7887"/>
                    <a:pt x="70437" y="6934"/>
                    <a:pt x="62845" y="5029"/>
                  </a:cubicBezTo>
                  <a:cubicBezTo>
                    <a:pt x="58100" y="4077"/>
                    <a:pt x="53355" y="2172"/>
                    <a:pt x="48610" y="2172"/>
                  </a:cubicBezTo>
                  <a:cubicBezTo>
                    <a:pt x="42916" y="1219"/>
                    <a:pt x="38171" y="1219"/>
                    <a:pt x="33425" y="1219"/>
                  </a:cubicBezTo>
                  <a:cubicBezTo>
                    <a:pt x="30578" y="1219"/>
                    <a:pt x="22986" y="-686"/>
                    <a:pt x="16343" y="267"/>
                  </a:cubicBezTo>
                  <a:cubicBezTo>
                    <a:pt x="8751" y="2172"/>
                    <a:pt x="1159" y="5029"/>
                    <a:pt x="210" y="8839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DFC9BA54-BD35-4118-AD67-4ACE11480B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7615" y="3426671"/>
              <a:ext cx="76234" cy="26933"/>
            </a:xfrm>
            <a:custGeom>
              <a:avLst/>
              <a:gdLst>
                <a:gd name="connsiteX0" fmla="*/ 233 w 76234"/>
                <a:gd name="connsiteY0" fmla="*/ 15663 h 26933"/>
                <a:gd name="connsiteX1" fmla="*/ 18264 w 76234"/>
                <a:gd name="connsiteY1" fmla="*/ 4233 h 26933"/>
                <a:gd name="connsiteX2" fmla="*/ 33448 w 76234"/>
                <a:gd name="connsiteY2" fmla="*/ 423 h 26933"/>
                <a:gd name="connsiteX3" fmla="*/ 48633 w 76234"/>
                <a:gd name="connsiteY3" fmla="*/ 423 h 26933"/>
                <a:gd name="connsiteX4" fmla="*/ 63817 w 76234"/>
                <a:gd name="connsiteY4" fmla="*/ 5186 h 26933"/>
                <a:gd name="connsiteX5" fmla="*/ 76154 w 76234"/>
                <a:gd name="connsiteY5" fmla="*/ 13758 h 26933"/>
                <a:gd name="connsiteX6" fmla="*/ 63817 w 76234"/>
                <a:gd name="connsiteY6" fmla="*/ 25188 h 26933"/>
                <a:gd name="connsiteX7" fmla="*/ 45786 w 76234"/>
                <a:gd name="connsiteY7" fmla="*/ 25188 h 26933"/>
                <a:gd name="connsiteX8" fmla="*/ 27754 w 76234"/>
                <a:gd name="connsiteY8" fmla="*/ 22331 h 26933"/>
                <a:gd name="connsiteX9" fmla="*/ 6876 w 76234"/>
                <a:gd name="connsiteY9" fmla="*/ 26141 h 26933"/>
                <a:gd name="connsiteX10" fmla="*/ 233 w 76234"/>
                <a:gd name="connsiteY10" fmla="*/ 15663 h 26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234" h="26933">
                  <a:moveTo>
                    <a:pt x="233" y="15663"/>
                  </a:moveTo>
                  <a:cubicBezTo>
                    <a:pt x="1182" y="8996"/>
                    <a:pt x="12570" y="6138"/>
                    <a:pt x="18264" y="4233"/>
                  </a:cubicBezTo>
                  <a:cubicBezTo>
                    <a:pt x="23009" y="3281"/>
                    <a:pt x="27754" y="423"/>
                    <a:pt x="33448" y="423"/>
                  </a:cubicBezTo>
                  <a:cubicBezTo>
                    <a:pt x="38193" y="423"/>
                    <a:pt x="43888" y="-529"/>
                    <a:pt x="48633" y="423"/>
                  </a:cubicBezTo>
                  <a:cubicBezTo>
                    <a:pt x="54327" y="1376"/>
                    <a:pt x="59072" y="3281"/>
                    <a:pt x="63817" y="5186"/>
                  </a:cubicBezTo>
                  <a:cubicBezTo>
                    <a:pt x="70460" y="7091"/>
                    <a:pt x="75205" y="9948"/>
                    <a:pt x="76154" y="13758"/>
                  </a:cubicBezTo>
                  <a:cubicBezTo>
                    <a:pt x="77103" y="18521"/>
                    <a:pt x="69511" y="22331"/>
                    <a:pt x="63817" y="25188"/>
                  </a:cubicBezTo>
                  <a:cubicBezTo>
                    <a:pt x="57174" y="27093"/>
                    <a:pt x="52429" y="27093"/>
                    <a:pt x="45786" y="25188"/>
                  </a:cubicBezTo>
                  <a:cubicBezTo>
                    <a:pt x="41040" y="24236"/>
                    <a:pt x="35346" y="21378"/>
                    <a:pt x="27754" y="22331"/>
                  </a:cubicBezTo>
                  <a:cubicBezTo>
                    <a:pt x="17315" y="23283"/>
                    <a:pt x="12570" y="28998"/>
                    <a:pt x="6876" y="26141"/>
                  </a:cubicBezTo>
                  <a:cubicBezTo>
                    <a:pt x="1182" y="24236"/>
                    <a:pt x="-716" y="19473"/>
                    <a:pt x="233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295D1792-CE50-2F43-C5A7-AB968AD07A5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5884" y="3371850"/>
              <a:ext cx="77975" cy="25864"/>
            </a:xfrm>
            <a:custGeom>
              <a:avLst/>
              <a:gdLst>
                <a:gd name="connsiteX0" fmla="*/ 14301 w 77975"/>
                <a:gd name="connsiteY0" fmla="*/ 21907 h 25864"/>
                <a:gd name="connsiteX1" fmla="*/ 66 w 77975"/>
                <a:gd name="connsiteY1" fmla="*/ 12382 h 25864"/>
                <a:gd name="connsiteX2" fmla="*/ 17148 w 77975"/>
                <a:gd name="connsiteY2" fmla="*/ 0 h 25864"/>
                <a:gd name="connsiteX3" fmla="*/ 38975 w 77975"/>
                <a:gd name="connsiteY3" fmla="*/ 3810 h 25864"/>
                <a:gd name="connsiteX4" fmla="*/ 52261 w 77975"/>
                <a:gd name="connsiteY4" fmla="*/ 2857 h 25864"/>
                <a:gd name="connsiteX5" fmla="*/ 65548 w 77975"/>
                <a:gd name="connsiteY5" fmla="*/ 1905 h 25864"/>
                <a:gd name="connsiteX6" fmla="*/ 77885 w 77975"/>
                <a:gd name="connsiteY6" fmla="*/ 10477 h 25864"/>
                <a:gd name="connsiteX7" fmla="*/ 65548 w 77975"/>
                <a:gd name="connsiteY7" fmla="*/ 24765 h 25864"/>
                <a:gd name="connsiteX8" fmla="*/ 51312 w 77975"/>
                <a:gd name="connsiteY8" fmla="*/ 24765 h 25864"/>
                <a:gd name="connsiteX9" fmla="*/ 38026 w 77975"/>
                <a:gd name="connsiteY9" fmla="*/ 22860 h 25864"/>
                <a:gd name="connsiteX10" fmla="*/ 14301 w 77975"/>
                <a:gd name="connsiteY10" fmla="*/ 21907 h 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975" h="25864">
                  <a:moveTo>
                    <a:pt x="14301" y="21907"/>
                  </a:moveTo>
                  <a:cubicBezTo>
                    <a:pt x="11454" y="20955"/>
                    <a:pt x="1015" y="18098"/>
                    <a:pt x="66" y="12382"/>
                  </a:cubicBezTo>
                  <a:cubicBezTo>
                    <a:pt x="-883" y="6668"/>
                    <a:pt x="8607" y="0"/>
                    <a:pt x="17148" y="0"/>
                  </a:cubicBezTo>
                  <a:cubicBezTo>
                    <a:pt x="26638" y="0"/>
                    <a:pt x="28536" y="2857"/>
                    <a:pt x="38975" y="3810"/>
                  </a:cubicBezTo>
                  <a:cubicBezTo>
                    <a:pt x="44669" y="3810"/>
                    <a:pt x="48465" y="3810"/>
                    <a:pt x="52261" y="2857"/>
                  </a:cubicBezTo>
                  <a:cubicBezTo>
                    <a:pt x="56057" y="1905"/>
                    <a:pt x="59854" y="952"/>
                    <a:pt x="65548" y="1905"/>
                  </a:cubicBezTo>
                  <a:cubicBezTo>
                    <a:pt x="70293" y="2857"/>
                    <a:pt x="76936" y="6668"/>
                    <a:pt x="77885" y="10477"/>
                  </a:cubicBezTo>
                  <a:cubicBezTo>
                    <a:pt x="78834" y="16193"/>
                    <a:pt x="72191" y="21907"/>
                    <a:pt x="65548" y="24765"/>
                  </a:cubicBezTo>
                  <a:cubicBezTo>
                    <a:pt x="60803" y="26670"/>
                    <a:pt x="57006" y="25718"/>
                    <a:pt x="51312" y="24765"/>
                  </a:cubicBezTo>
                  <a:cubicBezTo>
                    <a:pt x="47516" y="23813"/>
                    <a:pt x="43720" y="23813"/>
                    <a:pt x="38026" y="22860"/>
                  </a:cubicBezTo>
                  <a:cubicBezTo>
                    <a:pt x="25689" y="22860"/>
                    <a:pt x="22842" y="24765"/>
                    <a:pt x="14301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EBF3001C-61D3-3E53-243A-349005EF1C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5950" y="3198680"/>
              <a:ext cx="76869" cy="24579"/>
            </a:xfrm>
            <a:custGeom>
              <a:avLst/>
              <a:gdLst>
                <a:gd name="connsiteX0" fmla="*/ 13286 w 76869"/>
                <a:gd name="connsiteY0" fmla="*/ 767 h 24579"/>
                <a:gd name="connsiteX1" fmla="*/ 0 w 76869"/>
                <a:gd name="connsiteY1" fmla="*/ 9339 h 24579"/>
                <a:gd name="connsiteX2" fmla="*/ 18980 w 76869"/>
                <a:gd name="connsiteY2" fmla="*/ 22674 h 24579"/>
                <a:gd name="connsiteX3" fmla="*/ 35113 w 76869"/>
                <a:gd name="connsiteY3" fmla="*/ 24579 h 24579"/>
                <a:gd name="connsiteX4" fmla="*/ 51247 w 76869"/>
                <a:gd name="connsiteY4" fmla="*/ 24579 h 24579"/>
                <a:gd name="connsiteX5" fmla="*/ 66431 w 76869"/>
                <a:gd name="connsiteY5" fmla="*/ 20769 h 24579"/>
                <a:gd name="connsiteX6" fmla="*/ 76870 w 76869"/>
                <a:gd name="connsiteY6" fmla="*/ 10292 h 24579"/>
                <a:gd name="connsiteX7" fmla="*/ 66431 w 76869"/>
                <a:gd name="connsiteY7" fmla="*/ 6482 h 24579"/>
                <a:gd name="connsiteX8" fmla="*/ 52196 w 76869"/>
                <a:gd name="connsiteY8" fmla="*/ 5529 h 24579"/>
                <a:gd name="connsiteX9" fmla="*/ 37960 w 76869"/>
                <a:gd name="connsiteY9" fmla="*/ 3624 h 24579"/>
                <a:gd name="connsiteX10" fmla="*/ 13286 w 76869"/>
                <a:gd name="connsiteY10" fmla="*/ 767 h 24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869" h="24579">
                  <a:moveTo>
                    <a:pt x="13286" y="767"/>
                  </a:moveTo>
                  <a:cubicBezTo>
                    <a:pt x="7592" y="2672"/>
                    <a:pt x="0" y="4577"/>
                    <a:pt x="0" y="9339"/>
                  </a:cubicBezTo>
                  <a:cubicBezTo>
                    <a:pt x="0" y="15054"/>
                    <a:pt x="13286" y="20769"/>
                    <a:pt x="18980" y="22674"/>
                  </a:cubicBezTo>
                  <a:cubicBezTo>
                    <a:pt x="23725" y="23627"/>
                    <a:pt x="29419" y="24579"/>
                    <a:pt x="35113" y="24579"/>
                  </a:cubicBezTo>
                  <a:cubicBezTo>
                    <a:pt x="40808" y="24579"/>
                    <a:pt x="45553" y="24579"/>
                    <a:pt x="51247" y="24579"/>
                  </a:cubicBezTo>
                  <a:cubicBezTo>
                    <a:pt x="56941" y="23627"/>
                    <a:pt x="62635" y="22674"/>
                    <a:pt x="66431" y="20769"/>
                  </a:cubicBezTo>
                  <a:cubicBezTo>
                    <a:pt x="73074" y="17912"/>
                    <a:pt x="76870" y="15054"/>
                    <a:pt x="76870" y="10292"/>
                  </a:cubicBezTo>
                  <a:cubicBezTo>
                    <a:pt x="76870" y="5529"/>
                    <a:pt x="73074" y="6482"/>
                    <a:pt x="66431" y="6482"/>
                  </a:cubicBezTo>
                  <a:cubicBezTo>
                    <a:pt x="62635" y="6482"/>
                    <a:pt x="57890" y="5529"/>
                    <a:pt x="52196" y="5529"/>
                  </a:cubicBezTo>
                  <a:cubicBezTo>
                    <a:pt x="48400" y="5529"/>
                    <a:pt x="42705" y="4577"/>
                    <a:pt x="37960" y="3624"/>
                  </a:cubicBezTo>
                  <a:cubicBezTo>
                    <a:pt x="27521" y="767"/>
                    <a:pt x="20878" y="-1138"/>
                    <a:pt x="13286" y="76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65777E51-4CE6-A8D7-4F47-EFF92EC288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5859" y="3309937"/>
              <a:ext cx="77975" cy="23812"/>
            </a:xfrm>
            <a:custGeom>
              <a:avLst/>
              <a:gdLst>
                <a:gd name="connsiteX0" fmla="*/ 67471 w 77975"/>
                <a:gd name="connsiteY0" fmla="*/ 3810 h 23812"/>
                <a:gd name="connsiteX1" fmla="*/ 77910 w 77975"/>
                <a:gd name="connsiteY1" fmla="*/ 8572 h 23812"/>
                <a:gd name="connsiteX2" fmla="*/ 64623 w 77975"/>
                <a:gd name="connsiteY2" fmla="*/ 21907 h 23812"/>
                <a:gd name="connsiteX3" fmla="*/ 47541 w 77975"/>
                <a:gd name="connsiteY3" fmla="*/ 23813 h 23812"/>
                <a:gd name="connsiteX4" fmla="*/ 30459 w 77975"/>
                <a:gd name="connsiteY4" fmla="*/ 21907 h 23812"/>
                <a:gd name="connsiteX5" fmla="*/ 13377 w 77975"/>
                <a:gd name="connsiteY5" fmla="*/ 18097 h 23812"/>
                <a:gd name="connsiteX6" fmla="*/ 91 w 77975"/>
                <a:gd name="connsiteY6" fmla="*/ 8572 h 23812"/>
                <a:gd name="connsiteX7" fmla="*/ 16224 w 77975"/>
                <a:gd name="connsiteY7" fmla="*/ 1905 h 23812"/>
                <a:gd name="connsiteX8" fmla="*/ 33306 w 77975"/>
                <a:gd name="connsiteY8" fmla="*/ 0 h 23812"/>
                <a:gd name="connsiteX9" fmla="*/ 50388 w 77975"/>
                <a:gd name="connsiteY9" fmla="*/ 0 h 23812"/>
                <a:gd name="connsiteX10" fmla="*/ 67471 w 77975"/>
                <a:gd name="connsiteY10" fmla="*/ 3810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975" h="23812">
                  <a:moveTo>
                    <a:pt x="67471" y="3810"/>
                  </a:moveTo>
                  <a:cubicBezTo>
                    <a:pt x="72216" y="4763"/>
                    <a:pt x="76961" y="6668"/>
                    <a:pt x="77910" y="8572"/>
                  </a:cubicBezTo>
                  <a:cubicBezTo>
                    <a:pt x="78859" y="13335"/>
                    <a:pt x="69368" y="20955"/>
                    <a:pt x="64623" y="21907"/>
                  </a:cubicBezTo>
                  <a:cubicBezTo>
                    <a:pt x="59878" y="22860"/>
                    <a:pt x="53235" y="23813"/>
                    <a:pt x="47541" y="23813"/>
                  </a:cubicBezTo>
                  <a:cubicBezTo>
                    <a:pt x="41847" y="23813"/>
                    <a:pt x="36153" y="22860"/>
                    <a:pt x="30459" y="21907"/>
                  </a:cubicBezTo>
                  <a:cubicBezTo>
                    <a:pt x="23816" y="20955"/>
                    <a:pt x="19071" y="19050"/>
                    <a:pt x="13377" y="18097"/>
                  </a:cubicBezTo>
                  <a:cubicBezTo>
                    <a:pt x="5785" y="16193"/>
                    <a:pt x="-858" y="13335"/>
                    <a:pt x="91" y="8572"/>
                  </a:cubicBezTo>
                  <a:cubicBezTo>
                    <a:pt x="1040" y="5715"/>
                    <a:pt x="7683" y="3810"/>
                    <a:pt x="16224" y="1905"/>
                  </a:cubicBezTo>
                  <a:cubicBezTo>
                    <a:pt x="20969" y="953"/>
                    <a:pt x="27612" y="0"/>
                    <a:pt x="33306" y="0"/>
                  </a:cubicBezTo>
                  <a:cubicBezTo>
                    <a:pt x="39000" y="0"/>
                    <a:pt x="44694" y="0"/>
                    <a:pt x="50388" y="0"/>
                  </a:cubicBezTo>
                  <a:cubicBezTo>
                    <a:pt x="57031" y="1905"/>
                    <a:pt x="62725" y="2857"/>
                    <a:pt x="67471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1FD263B1-786B-3C7A-7C31-141CC8D348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7602" y="3257550"/>
              <a:ext cx="74268" cy="20955"/>
            </a:xfrm>
            <a:custGeom>
              <a:avLst/>
              <a:gdLst>
                <a:gd name="connsiteX0" fmla="*/ 246 w 74268"/>
                <a:gd name="connsiteY0" fmla="*/ 8572 h 20955"/>
                <a:gd name="connsiteX1" fmla="*/ 15430 w 74268"/>
                <a:gd name="connsiteY1" fmla="*/ 19050 h 20955"/>
                <a:gd name="connsiteX2" fmla="*/ 30614 w 74268"/>
                <a:gd name="connsiteY2" fmla="*/ 20955 h 20955"/>
                <a:gd name="connsiteX3" fmla="*/ 45798 w 74268"/>
                <a:gd name="connsiteY3" fmla="*/ 19050 h 20955"/>
                <a:gd name="connsiteX4" fmla="*/ 60982 w 74268"/>
                <a:gd name="connsiteY4" fmla="*/ 18097 h 20955"/>
                <a:gd name="connsiteX5" fmla="*/ 74268 w 74268"/>
                <a:gd name="connsiteY5" fmla="*/ 10478 h 20955"/>
                <a:gd name="connsiteX6" fmla="*/ 60982 w 74268"/>
                <a:gd name="connsiteY6" fmla="*/ 2857 h 20955"/>
                <a:gd name="connsiteX7" fmla="*/ 45798 w 74268"/>
                <a:gd name="connsiteY7" fmla="*/ 953 h 20955"/>
                <a:gd name="connsiteX8" fmla="*/ 32512 w 74268"/>
                <a:gd name="connsiteY8" fmla="*/ 0 h 20955"/>
                <a:gd name="connsiteX9" fmla="*/ 15430 w 74268"/>
                <a:gd name="connsiteY9" fmla="*/ 1905 h 20955"/>
                <a:gd name="connsiteX10" fmla="*/ 246 w 74268"/>
                <a:gd name="connsiteY10" fmla="*/ 8572 h 2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68" h="20955">
                  <a:moveTo>
                    <a:pt x="246" y="8572"/>
                  </a:moveTo>
                  <a:cubicBezTo>
                    <a:pt x="-1652" y="13335"/>
                    <a:pt x="7838" y="19050"/>
                    <a:pt x="15430" y="19050"/>
                  </a:cubicBezTo>
                  <a:cubicBezTo>
                    <a:pt x="20175" y="19050"/>
                    <a:pt x="25869" y="20955"/>
                    <a:pt x="30614" y="20955"/>
                  </a:cubicBezTo>
                  <a:cubicBezTo>
                    <a:pt x="36308" y="20955"/>
                    <a:pt x="41053" y="19050"/>
                    <a:pt x="45798" y="19050"/>
                  </a:cubicBezTo>
                  <a:cubicBezTo>
                    <a:pt x="51492" y="19050"/>
                    <a:pt x="57186" y="19050"/>
                    <a:pt x="60982" y="18097"/>
                  </a:cubicBezTo>
                  <a:cubicBezTo>
                    <a:pt x="68574" y="17145"/>
                    <a:pt x="74268" y="13335"/>
                    <a:pt x="74268" y="10478"/>
                  </a:cubicBezTo>
                  <a:cubicBezTo>
                    <a:pt x="74268" y="7620"/>
                    <a:pt x="68574" y="3810"/>
                    <a:pt x="60982" y="2857"/>
                  </a:cubicBezTo>
                  <a:cubicBezTo>
                    <a:pt x="56237" y="1905"/>
                    <a:pt x="51492" y="1905"/>
                    <a:pt x="45798" y="953"/>
                  </a:cubicBezTo>
                  <a:cubicBezTo>
                    <a:pt x="42002" y="0"/>
                    <a:pt x="36308" y="0"/>
                    <a:pt x="32512" y="0"/>
                  </a:cubicBezTo>
                  <a:cubicBezTo>
                    <a:pt x="29665" y="0"/>
                    <a:pt x="22073" y="953"/>
                    <a:pt x="15430" y="1905"/>
                  </a:cubicBezTo>
                  <a:cubicBezTo>
                    <a:pt x="7838" y="2857"/>
                    <a:pt x="1195" y="4763"/>
                    <a:pt x="246" y="857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3FB1949-D497-2705-338B-A5DF577179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9660" y="3059163"/>
              <a:ext cx="74246" cy="21221"/>
            </a:xfrm>
            <a:custGeom>
              <a:avLst/>
              <a:gdLst>
                <a:gd name="connsiteX0" fmla="*/ 65624 w 74246"/>
                <a:gd name="connsiteY0" fmla="*/ 3124 h 21221"/>
                <a:gd name="connsiteX1" fmla="*/ 74165 w 74246"/>
                <a:gd name="connsiteY1" fmla="*/ 7887 h 21221"/>
                <a:gd name="connsiteX2" fmla="*/ 62777 w 74246"/>
                <a:gd name="connsiteY2" fmla="*/ 19317 h 21221"/>
                <a:gd name="connsiteX3" fmla="*/ 45695 w 74246"/>
                <a:gd name="connsiteY3" fmla="*/ 21222 h 21221"/>
                <a:gd name="connsiteX4" fmla="*/ 28613 w 74246"/>
                <a:gd name="connsiteY4" fmla="*/ 20269 h 21221"/>
                <a:gd name="connsiteX5" fmla="*/ 11530 w 74246"/>
                <a:gd name="connsiteY5" fmla="*/ 19317 h 21221"/>
                <a:gd name="connsiteX6" fmla="*/ 142 w 74246"/>
                <a:gd name="connsiteY6" fmla="*/ 7887 h 21221"/>
                <a:gd name="connsiteX7" fmla="*/ 14378 w 74246"/>
                <a:gd name="connsiteY7" fmla="*/ 2172 h 21221"/>
                <a:gd name="connsiteX8" fmla="*/ 31460 w 74246"/>
                <a:gd name="connsiteY8" fmla="*/ 1219 h 21221"/>
                <a:gd name="connsiteX9" fmla="*/ 48542 w 74246"/>
                <a:gd name="connsiteY9" fmla="*/ 267 h 21221"/>
                <a:gd name="connsiteX10" fmla="*/ 65624 w 74246"/>
                <a:gd name="connsiteY10" fmla="*/ 3124 h 2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46" h="21221">
                  <a:moveTo>
                    <a:pt x="65624" y="3124"/>
                  </a:moveTo>
                  <a:cubicBezTo>
                    <a:pt x="70369" y="4077"/>
                    <a:pt x="73216" y="5982"/>
                    <a:pt x="74165" y="7887"/>
                  </a:cubicBezTo>
                  <a:cubicBezTo>
                    <a:pt x="75114" y="12649"/>
                    <a:pt x="67522" y="18364"/>
                    <a:pt x="62777" y="19317"/>
                  </a:cubicBezTo>
                  <a:cubicBezTo>
                    <a:pt x="58032" y="20269"/>
                    <a:pt x="51389" y="21222"/>
                    <a:pt x="45695" y="21222"/>
                  </a:cubicBezTo>
                  <a:cubicBezTo>
                    <a:pt x="40001" y="21222"/>
                    <a:pt x="34307" y="20269"/>
                    <a:pt x="28613" y="20269"/>
                  </a:cubicBezTo>
                  <a:cubicBezTo>
                    <a:pt x="21970" y="19317"/>
                    <a:pt x="16276" y="20269"/>
                    <a:pt x="11530" y="19317"/>
                  </a:cubicBezTo>
                  <a:cubicBezTo>
                    <a:pt x="2989" y="17412"/>
                    <a:pt x="-807" y="12649"/>
                    <a:pt x="142" y="7887"/>
                  </a:cubicBezTo>
                  <a:cubicBezTo>
                    <a:pt x="1091" y="5029"/>
                    <a:pt x="5836" y="4077"/>
                    <a:pt x="14378" y="2172"/>
                  </a:cubicBezTo>
                  <a:cubicBezTo>
                    <a:pt x="19123" y="1219"/>
                    <a:pt x="24817" y="1219"/>
                    <a:pt x="31460" y="1219"/>
                  </a:cubicBezTo>
                  <a:cubicBezTo>
                    <a:pt x="37154" y="1219"/>
                    <a:pt x="42848" y="-686"/>
                    <a:pt x="48542" y="267"/>
                  </a:cubicBezTo>
                  <a:cubicBezTo>
                    <a:pt x="55185" y="267"/>
                    <a:pt x="60879" y="2172"/>
                    <a:pt x="65624" y="312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2A3C8949-A30B-50EF-8D37-767BB4DC37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9557" y="3119170"/>
              <a:ext cx="75307" cy="19316"/>
            </a:xfrm>
            <a:custGeom>
              <a:avLst/>
              <a:gdLst>
                <a:gd name="connsiteX0" fmla="*/ 245 w 75307"/>
                <a:gd name="connsiteY0" fmla="*/ 6934 h 19316"/>
                <a:gd name="connsiteX1" fmla="*/ 16378 w 75307"/>
                <a:gd name="connsiteY1" fmla="*/ 19317 h 19316"/>
                <a:gd name="connsiteX2" fmla="*/ 31562 w 75307"/>
                <a:gd name="connsiteY2" fmla="*/ 18364 h 19316"/>
                <a:gd name="connsiteX3" fmla="*/ 46746 w 75307"/>
                <a:gd name="connsiteY3" fmla="*/ 19317 h 19316"/>
                <a:gd name="connsiteX4" fmla="*/ 61931 w 75307"/>
                <a:gd name="connsiteY4" fmla="*/ 16459 h 19316"/>
                <a:gd name="connsiteX5" fmla="*/ 75217 w 75307"/>
                <a:gd name="connsiteY5" fmla="*/ 8839 h 19316"/>
                <a:gd name="connsiteX6" fmla="*/ 61931 w 75307"/>
                <a:gd name="connsiteY6" fmla="*/ 1219 h 19316"/>
                <a:gd name="connsiteX7" fmla="*/ 46746 w 75307"/>
                <a:gd name="connsiteY7" fmla="*/ 267 h 19316"/>
                <a:gd name="connsiteX8" fmla="*/ 31562 w 75307"/>
                <a:gd name="connsiteY8" fmla="*/ 1219 h 19316"/>
                <a:gd name="connsiteX9" fmla="*/ 14480 w 75307"/>
                <a:gd name="connsiteY9" fmla="*/ 2172 h 19316"/>
                <a:gd name="connsiteX10" fmla="*/ 245 w 75307"/>
                <a:gd name="connsiteY10" fmla="*/ 6934 h 1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307" h="19316">
                  <a:moveTo>
                    <a:pt x="245" y="6934"/>
                  </a:moveTo>
                  <a:cubicBezTo>
                    <a:pt x="-1653" y="11697"/>
                    <a:pt x="7837" y="19317"/>
                    <a:pt x="16378" y="19317"/>
                  </a:cubicBezTo>
                  <a:cubicBezTo>
                    <a:pt x="21123" y="19317"/>
                    <a:pt x="26817" y="18364"/>
                    <a:pt x="31562" y="18364"/>
                  </a:cubicBezTo>
                  <a:cubicBezTo>
                    <a:pt x="37256" y="18364"/>
                    <a:pt x="42001" y="19317"/>
                    <a:pt x="46746" y="19317"/>
                  </a:cubicBezTo>
                  <a:cubicBezTo>
                    <a:pt x="52441" y="19317"/>
                    <a:pt x="58135" y="17412"/>
                    <a:pt x="61931" y="16459"/>
                  </a:cubicBezTo>
                  <a:cubicBezTo>
                    <a:pt x="69523" y="15507"/>
                    <a:pt x="76166" y="12649"/>
                    <a:pt x="75217" y="8839"/>
                  </a:cubicBezTo>
                  <a:cubicBezTo>
                    <a:pt x="75217" y="5982"/>
                    <a:pt x="69523" y="3124"/>
                    <a:pt x="61931" y="1219"/>
                  </a:cubicBezTo>
                  <a:cubicBezTo>
                    <a:pt x="57186" y="267"/>
                    <a:pt x="52441" y="267"/>
                    <a:pt x="46746" y="267"/>
                  </a:cubicBezTo>
                  <a:cubicBezTo>
                    <a:pt x="41052" y="-686"/>
                    <a:pt x="36307" y="1219"/>
                    <a:pt x="31562" y="1219"/>
                  </a:cubicBezTo>
                  <a:cubicBezTo>
                    <a:pt x="28715" y="1219"/>
                    <a:pt x="21123" y="1219"/>
                    <a:pt x="14480" y="2172"/>
                  </a:cubicBezTo>
                  <a:cubicBezTo>
                    <a:pt x="7837" y="1219"/>
                    <a:pt x="2143" y="3124"/>
                    <a:pt x="245" y="693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6B565039-4258-8C17-4F6A-B39DF84AB2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746" y="3087052"/>
              <a:ext cx="73129" cy="20002"/>
            </a:xfrm>
            <a:custGeom>
              <a:avLst/>
              <a:gdLst>
                <a:gd name="connsiteX0" fmla="*/ 0 w 73129"/>
                <a:gd name="connsiteY0" fmla="*/ 9525 h 20002"/>
                <a:gd name="connsiteX1" fmla="*/ 15184 w 73129"/>
                <a:gd name="connsiteY1" fmla="*/ 1905 h 20002"/>
                <a:gd name="connsiteX2" fmla="*/ 29419 w 73129"/>
                <a:gd name="connsiteY2" fmla="*/ 0 h 20002"/>
                <a:gd name="connsiteX3" fmla="*/ 43654 w 73129"/>
                <a:gd name="connsiteY3" fmla="*/ 0 h 20002"/>
                <a:gd name="connsiteX4" fmla="*/ 57890 w 73129"/>
                <a:gd name="connsiteY4" fmla="*/ 952 h 20002"/>
                <a:gd name="connsiteX5" fmla="*/ 73074 w 73129"/>
                <a:gd name="connsiteY5" fmla="*/ 8573 h 20002"/>
                <a:gd name="connsiteX6" fmla="*/ 54094 w 73129"/>
                <a:gd name="connsiteY6" fmla="*/ 18098 h 20002"/>
                <a:gd name="connsiteX7" fmla="*/ 38909 w 73129"/>
                <a:gd name="connsiteY7" fmla="*/ 20003 h 20002"/>
                <a:gd name="connsiteX8" fmla="*/ 23725 w 73129"/>
                <a:gd name="connsiteY8" fmla="*/ 18098 h 20002"/>
                <a:gd name="connsiteX9" fmla="*/ 8541 w 73129"/>
                <a:gd name="connsiteY9" fmla="*/ 18098 h 20002"/>
                <a:gd name="connsiteX10" fmla="*/ 0 w 73129"/>
                <a:gd name="connsiteY10" fmla="*/ 9525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29" h="20002">
                  <a:moveTo>
                    <a:pt x="0" y="9525"/>
                  </a:moveTo>
                  <a:cubicBezTo>
                    <a:pt x="949" y="1905"/>
                    <a:pt x="8541" y="2858"/>
                    <a:pt x="15184" y="1905"/>
                  </a:cubicBezTo>
                  <a:cubicBezTo>
                    <a:pt x="18980" y="952"/>
                    <a:pt x="23725" y="952"/>
                    <a:pt x="29419" y="0"/>
                  </a:cubicBezTo>
                  <a:cubicBezTo>
                    <a:pt x="33215" y="0"/>
                    <a:pt x="37960" y="0"/>
                    <a:pt x="43654" y="0"/>
                  </a:cubicBezTo>
                  <a:cubicBezTo>
                    <a:pt x="48400" y="0"/>
                    <a:pt x="53145" y="0"/>
                    <a:pt x="57890" y="952"/>
                  </a:cubicBezTo>
                  <a:cubicBezTo>
                    <a:pt x="62635" y="2858"/>
                    <a:pt x="74023" y="952"/>
                    <a:pt x="73074" y="8573"/>
                  </a:cubicBezTo>
                  <a:cubicBezTo>
                    <a:pt x="72125" y="17145"/>
                    <a:pt x="57890" y="17145"/>
                    <a:pt x="54094" y="18098"/>
                  </a:cubicBezTo>
                  <a:cubicBezTo>
                    <a:pt x="52196" y="18098"/>
                    <a:pt x="46502" y="20003"/>
                    <a:pt x="38909" y="20003"/>
                  </a:cubicBezTo>
                  <a:cubicBezTo>
                    <a:pt x="34164" y="20003"/>
                    <a:pt x="29419" y="19050"/>
                    <a:pt x="23725" y="18098"/>
                  </a:cubicBezTo>
                  <a:cubicBezTo>
                    <a:pt x="18980" y="18098"/>
                    <a:pt x="13286" y="20003"/>
                    <a:pt x="8541" y="18098"/>
                  </a:cubicBezTo>
                  <a:cubicBezTo>
                    <a:pt x="4745" y="16193"/>
                    <a:pt x="0" y="12383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F72BC9B7-62C1-EF14-177A-98992BC8EE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746" y="3137443"/>
              <a:ext cx="74971" cy="26761"/>
            </a:xfrm>
            <a:custGeom>
              <a:avLst/>
              <a:gdLst>
                <a:gd name="connsiteX0" fmla="*/ 11388 w 74971"/>
                <a:gd name="connsiteY0" fmla="*/ 1044 h 26761"/>
                <a:gd name="connsiteX1" fmla="*/ 0 w 74971"/>
                <a:gd name="connsiteY1" fmla="*/ 11522 h 26761"/>
                <a:gd name="connsiteX2" fmla="*/ 18031 w 74971"/>
                <a:gd name="connsiteY2" fmla="*/ 23904 h 26761"/>
                <a:gd name="connsiteX3" fmla="*/ 33215 w 74971"/>
                <a:gd name="connsiteY3" fmla="*/ 26762 h 26761"/>
                <a:gd name="connsiteX4" fmla="*/ 49349 w 74971"/>
                <a:gd name="connsiteY4" fmla="*/ 24857 h 26761"/>
                <a:gd name="connsiteX5" fmla="*/ 65482 w 74971"/>
                <a:gd name="connsiteY5" fmla="*/ 22952 h 26761"/>
                <a:gd name="connsiteX6" fmla="*/ 74972 w 74971"/>
                <a:gd name="connsiteY6" fmla="*/ 11522 h 26761"/>
                <a:gd name="connsiteX7" fmla="*/ 65482 w 74971"/>
                <a:gd name="connsiteY7" fmla="*/ 6759 h 26761"/>
                <a:gd name="connsiteX8" fmla="*/ 51247 w 74971"/>
                <a:gd name="connsiteY8" fmla="*/ 4854 h 26761"/>
                <a:gd name="connsiteX9" fmla="*/ 37011 w 74971"/>
                <a:gd name="connsiteY9" fmla="*/ 2949 h 26761"/>
                <a:gd name="connsiteX10" fmla="*/ 11388 w 74971"/>
                <a:gd name="connsiteY10" fmla="*/ 1044 h 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6761">
                  <a:moveTo>
                    <a:pt x="11388" y="1044"/>
                  </a:moveTo>
                  <a:cubicBezTo>
                    <a:pt x="5694" y="2949"/>
                    <a:pt x="0" y="7712"/>
                    <a:pt x="0" y="11522"/>
                  </a:cubicBezTo>
                  <a:cubicBezTo>
                    <a:pt x="0" y="17237"/>
                    <a:pt x="11388" y="21999"/>
                    <a:pt x="18031" y="23904"/>
                  </a:cubicBezTo>
                  <a:cubicBezTo>
                    <a:pt x="22776" y="24857"/>
                    <a:pt x="28470" y="26762"/>
                    <a:pt x="33215" y="26762"/>
                  </a:cubicBezTo>
                  <a:cubicBezTo>
                    <a:pt x="38909" y="26762"/>
                    <a:pt x="43654" y="25809"/>
                    <a:pt x="49349" y="24857"/>
                  </a:cubicBezTo>
                  <a:cubicBezTo>
                    <a:pt x="55043" y="23904"/>
                    <a:pt x="60737" y="23904"/>
                    <a:pt x="65482" y="22952"/>
                  </a:cubicBezTo>
                  <a:cubicBezTo>
                    <a:pt x="72125" y="20094"/>
                    <a:pt x="74972" y="16284"/>
                    <a:pt x="74972" y="11522"/>
                  </a:cubicBezTo>
                  <a:cubicBezTo>
                    <a:pt x="74972" y="6759"/>
                    <a:pt x="72125" y="6759"/>
                    <a:pt x="65482" y="6759"/>
                  </a:cubicBezTo>
                  <a:cubicBezTo>
                    <a:pt x="61686" y="6759"/>
                    <a:pt x="56941" y="5807"/>
                    <a:pt x="51247" y="4854"/>
                  </a:cubicBezTo>
                  <a:cubicBezTo>
                    <a:pt x="47451" y="4854"/>
                    <a:pt x="42705" y="3902"/>
                    <a:pt x="37011" y="2949"/>
                  </a:cubicBezTo>
                  <a:cubicBezTo>
                    <a:pt x="25623" y="1997"/>
                    <a:pt x="18980" y="-1813"/>
                    <a:pt x="11388" y="104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3413A773-4577-1E61-74E8-2AB6B1060C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501" y="3028950"/>
              <a:ext cx="76165" cy="20955"/>
            </a:xfrm>
            <a:custGeom>
              <a:avLst/>
              <a:gdLst>
                <a:gd name="connsiteX0" fmla="*/ 245 w 76165"/>
                <a:gd name="connsiteY0" fmla="*/ 8573 h 20955"/>
                <a:gd name="connsiteX1" fmla="*/ 16378 w 76165"/>
                <a:gd name="connsiteY1" fmla="*/ 19050 h 20955"/>
                <a:gd name="connsiteX2" fmla="*/ 31562 w 76165"/>
                <a:gd name="connsiteY2" fmla="*/ 20955 h 20955"/>
                <a:gd name="connsiteX3" fmla="*/ 46746 w 76165"/>
                <a:gd name="connsiteY3" fmla="*/ 20003 h 20955"/>
                <a:gd name="connsiteX4" fmla="*/ 61931 w 76165"/>
                <a:gd name="connsiteY4" fmla="*/ 18098 h 20955"/>
                <a:gd name="connsiteX5" fmla="*/ 76166 w 76165"/>
                <a:gd name="connsiteY5" fmla="*/ 10478 h 20955"/>
                <a:gd name="connsiteX6" fmla="*/ 61931 w 76165"/>
                <a:gd name="connsiteY6" fmla="*/ 4763 h 20955"/>
                <a:gd name="connsiteX7" fmla="*/ 47695 w 76165"/>
                <a:gd name="connsiteY7" fmla="*/ 1905 h 20955"/>
                <a:gd name="connsiteX8" fmla="*/ 32511 w 76165"/>
                <a:gd name="connsiteY8" fmla="*/ 0 h 20955"/>
                <a:gd name="connsiteX9" fmla="*/ 15429 w 76165"/>
                <a:gd name="connsiteY9" fmla="*/ 1905 h 20955"/>
                <a:gd name="connsiteX10" fmla="*/ 245 w 76165"/>
                <a:gd name="connsiteY10" fmla="*/ 8573 h 2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65" h="20955">
                  <a:moveTo>
                    <a:pt x="245" y="8573"/>
                  </a:moveTo>
                  <a:cubicBezTo>
                    <a:pt x="-1653" y="13335"/>
                    <a:pt x="7837" y="19050"/>
                    <a:pt x="16378" y="19050"/>
                  </a:cubicBezTo>
                  <a:cubicBezTo>
                    <a:pt x="21123" y="19050"/>
                    <a:pt x="26817" y="20955"/>
                    <a:pt x="31562" y="20955"/>
                  </a:cubicBezTo>
                  <a:cubicBezTo>
                    <a:pt x="37256" y="20955"/>
                    <a:pt x="42001" y="20003"/>
                    <a:pt x="46746" y="20003"/>
                  </a:cubicBezTo>
                  <a:cubicBezTo>
                    <a:pt x="52441" y="20003"/>
                    <a:pt x="58135" y="19050"/>
                    <a:pt x="61931" y="18098"/>
                  </a:cubicBezTo>
                  <a:cubicBezTo>
                    <a:pt x="69523" y="17145"/>
                    <a:pt x="76166" y="14288"/>
                    <a:pt x="76166" y="10478"/>
                  </a:cubicBezTo>
                  <a:cubicBezTo>
                    <a:pt x="76166" y="7620"/>
                    <a:pt x="69523" y="6668"/>
                    <a:pt x="61931" y="4763"/>
                  </a:cubicBezTo>
                  <a:cubicBezTo>
                    <a:pt x="57186" y="3810"/>
                    <a:pt x="52441" y="2858"/>
                    <a:pt x="47695" y="1905"/>
                  </a:cubicBezTo>
                  <a:cubicBezTo>
                    <a:pt x="42001" y="1905"/>
                    <a:pt x="37256" y="0"/>
                    <a:pt x="32511" y="0"/>
                  </a:cubicBezTo>
                  <a:cubicBezTo>
                    <a:pt x="29664" y="0"/>
                    <a:pt x="22072" y="953"/>
                    <a:pt x="15429" y="1905"/>
                  </a:cubicBezTo>
                  <a:cubicBezTo>
                    <a:pt x="7837" y="2858"/>
                    <a:pt x="1194" y="4763"/>
                    <a:pt x="245" y="857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40236323-14D0-7931-781C-612F99086D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658" y="3061335"/>
              <a:ext cx="75020" cy="21907"/>
            </a:xfrm>
            <a:custGeom>
              <a:avLst/>
              <a:gdLst>
                <a:gd name="connsiteX0" fmla="*/ 0 w 75020"/>
                <a:gd name="connsiteY0" fmla="*/ 9525 h 21907"/>
                <a:gd name="connsiteX1" fmla="*/ 15184 w 75020"/>
                <a:gd name="connsiteY1" fmla="*/ 2857 h 21907"/>
                <a:gd name="connsiteX2" fmla="*/ 29419 w 75020"/>
                <a:gd name="connsiteY2" fmla="*/ 0 h 21907"/>
                <a:gd name="connsiteX3" fmla="*/ 43654 w 75020"/>
                <a:gd name="connsiteY3" fmla="*/ 952 h 21907"/>
                <a:gd name="connsiteX4" fmla="*/ 57890 w 75020"/>
                <a:gd name="connsiteY4" fmla="*/ 1905 h 21907"/>
                <a:gd name="connsiteX5" fmla="*/ 74972 w 75020"/>
                <a:gd name="connsiteY5" fmla="*/ 9525 h 21907"/>
                <a:gd name="connsiteX6" fmla="*/ 55043 w 75020"/>
                <a:gd name="connsiteY6" fmla="*/ 20003 h 21907"/>
                <a:gd name="connsiteX7" fmla="*/ 39858 w 75020"/>
                <a:gd name="connsiteY7" fmla="*/ 21907 h 21907"/>
                <a:gd name="connsiteX8" fmla="*/ 24674 w 75020"/>
                <a:gd name="connsiteY8" fmla="*/ 20003 h 21907"/>
                <a:gd name="connsiteX9" fmla="*/ 9490 w 75020"/>
                <a:gd name="connsiteY9" fmla="*/ 18098 h 21907"/>
                <a:gd name="connsiteX10" fmla="*/ 0 w 75020"/>
                <a:gd name="connsiteY10" fmla="*/ 9525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0" h="21907">
                  <a:moveTo>
                    <a:pt x="0" y="9525"/>
                  </a:moveTo>
                  <a:cubicBezTo>
                    <a:pt x="949" y="1905"/>
                    <a:pt x="8541" y="3810"/>
                    <a:pt x="15184" y="2857"/>
                  </a:cubicBezTo>
                  <a:cubicBezTo>
                    <a:pt x="18980" y="1905"/>
                    <a:pt x="23725" y="952"/>
                    <a:pt x="29419" y="0"/>
                  </a:cubicBezTo>
                  <a:cubicBezTo>
                    <a:pt x="33215" y="0"/>
                    <a:pt x="37960" y="0"/>
                    <a:pt x="43654" y="952"/>
                  </a:cubicBezTo>
                  <a:cubicBezTo>
                    <a:pt x="48400" y="952"/>
                    <a:pt x="53145" y="952"/>
                    <a:pt x="57890" y="1905"/>
                  </a:cubicBezTo>
                  <a:cubicBezTo>
                    <a:pt x="62635" y="3810"/>
                    <a:pt x="75921" y="1905"/>
                    <a:pt x="74972" y="9525"/>
                  </a:cubicBezTo>
                  <a:cubicBezTo>
                    <a:pt x="74023" y="18098"/>
                    <a:pt x="57890" y="19050"/>
                    <a:pt x="55043" y="20003"/>
                  </a:cubicBezTo>
                  <a:cubicBezTo>
                    <a:pt x="53145" y="20003"/>
                    <a:pt x="47451" y="21907"/>
                    <a:pt x="39858" y="21907"/>
                  </a:cubicBezTo>
                  <a:cubicBezTo>
                    <a:pt x="35113" y="21907"/>
                    <a:pt x="30368" y="20003"/>
                    <a:pt x="24674" y="20003"/>
                  </a:cubicBezTo>
                  <a:cubicBezTo>
                    <a:pt x="19929" y="19050"/>
                    <a:pt x="14235" y="20003"/>
                    <a:pt x="9490" y="18098"/>
                  </a:cubicBezTo>
                  <a:cubicBezTo>
                    <a:pt x="4745" y="16192"/>
                    <a:pt x="0" y="12382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4614E59E-4D41-5ECF-3495-9F879A2AFB3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658" y="3112324"/>
              <a:ext cx="74971" cy="25477"/>
            </a:xfrm>
            <a:custGeom>
              <a:avLst/>
              <a:gdLst>
                <a:gd name="connsiteX0" fmla="*/ 11388 w 74971"/>
                <a:gd name="connsiteY0" fmla="*/ 445 h 25477"/>
                <a:gd name="connsiteX1" fmla="*/ 0 w 74971"/>
                <a:gd name="connsiteY1" fmla="*/ 10923 h 25477"/>
                <a:gd name="connsiteX2" fmla="*/ 17082 w 74971"/>
                <a:gd name="connsiteY2" fmla="*/ 24258 h 25477"/>
                <a:gd name="connsiteX3" fmla="*/ 33215 w 74971"/>
                <a:gd name="connsiteY3" fmla="*/ 24258 h 25477"/>
                <a:gd name="connsiteX4" fmla="*/ 49349 w 74971"/>
                <a:gd name="connsiteY4" fmla="*/ 25210 h 25477"/>
                <a:gd name="connsiteX5" fmla="*/ 64533 w 74971"/>
                <a:gd name="connsiteY5" fmla="*/ 21400 h 25477"/>
                <a:gd name="connsiteX6" fmla="*/ 74972 w 74971"/>
                <a:gd name="connsiteY6" fmla="*/ 10923 h 25477"/>
                <a:gd name="connsiteX7" fmla="*/ 64533 w 74971"/>
                <a:gd name="connsiteY7" fmla="*/ 6160 h 25477"/>
                <a:gd name="connsiteX8" fmla="*/ 50298 w 74971"/>
                <a:gd name="connsiteY8" fmla="*/ 6160 h 25477"/>
                <a:gd name="connsiteX9" fmla="*/ 36062 w 74971"/>
                <a:gd name="connsiteY9" fmla="*/ 4255 h 25477"/>
                <a:gd name="connsiteX10" fmla="*/ 11388 w 74971"/>
                <a:gd name="connsiteY10" fmla="*/ 445 h 25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477">
                  <a:moveTo>
                    <a:pt x="11388" y="445"/>
                  </a:moveTo>
                  <a:cubicBezTo>
                    <a:pt x="5694" y="2350"/>
                    <a:pt x="0" y="6160"/>
                    <a:pt x="0" y="10923"/>
                  </a:cubicBezTo>
                  <a:cubicBezTo>
                    <a:pt x="0" y="16638"/>
                    <a:pt x="11388" y="23305"/>
                    <a:pt x="17082" y="24258"/>
                  </a:cubicBezTo>
                  <a:cubicBezTo>
                    <a:pt x="21827" y="25210"/>
                    <a:pt x="27521" y="24258"/>
                    <a:pt x="33215" y="24258"/>
                  </a:cubicBezTo>
                  <a:cubicBezTo>
                    <a:pt x="38909" y="24258"/>
                    <a:pt x="43654" y="26163"/>
                    <a:pt x="49349" y="25210"/>
                  </a:cubicBezTo>
                  <a:cubicBezTo>
                    <a:pt x="55043" y="24258"/>
                    <a:pt x="60737" y="23305"/>
                    <a:pt x="64533" y="21400"/>
                  </a:cubicBezTo>
                  <a:cubicBezTo>
                    <a:pt x="71176" y="18543"/>
                    <a:pt x="74972" y="14733"/>
                    <a:pt x="74972" y="10923"/>
                  </a:cubicBezTo>
                  <a:cubicBezTo>
                    <a:pt x="74972" y="6160"/>
                    <a:pt x="71176" y="6160"/>
                    <a:pt x="64533" y="6160"/>
                  </a:cubicBezTo>
                  <a:cubicBezTo>
                    <a:pt x="60737" y="6160"/>
                    <a:pt x="55992" y="6160"/>
                    <a:pt x="50298" y="6160"/>
                  </a:cubicBezTo>
                  <a:cubicBezTo>
                    <a:pt x="46502" y="6160"/>
                    <a:pt x="40808" y="5208"/>
                    <a:pt x="36062" y="4255"/>
                  </a:cubicBezTo>
                  <a:cubicBezTo>
                    <a:pt x="25623" y="3303"/>
                    <a:pt x="18980" y="-1460"/>
                    <a:pt x="11388" y="44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0EFC6631-36CA-DF63-AEDF-9C79A979A77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4812" y="3085676"/>
              <a:ext cx="77107" cy="25980"/>
            </a:xfrm>
            <a:custGeom>
              <a:avLst/>
              <a:gdLst>
                <a:gd name="connsiteX0" fmla="*/ 146 w 77107"/>
                <a:gd name="connsiteY0" fmla="*/ 13758 h 25980"/>
                <a:gd name="connsiteX1" fmla="*/ 19127 w 77107"/>
                <a:gd name="connsiteY1" fmla="*/ 2328 h 25980"/>
                <a:gd name="connsiteX2" fmla="*/ 34311 w 77107"/>
                <a:gd name="connsiteY2" fmla="*/ 423 h 25980"/>
                <a:gd name="connsiteX3" fmla="*/ 49495 w 77107"/>
                <a:gd name="connsiteY3" fmla="*/ 423 h 25980"/>
                <a:gd name="connsiteX4" fmla="*/ 64679 w 77107"/>
                <a:gd name="connsiteY4" fmla="*/ 3281 h 25980"/>
                <a:gd name="connsiteX5" fmla="*/ 77016 w 77107"/>
                <a:gd name="connsiteY5" fmla="*/ 11853 h 25980"/>
                <a:gd name="connsiteX6" fmla="*/ 65628 w 77107"/>
                <a:gd name="connsiteY6" fmla="*/ 25188 h 25980"/>
                <a:gd name="connsiteX7" fmla="*/ 47597 w 77107"/>
                <a:gd name="connsiteY7" fmla="*/ 22331 h 25980"/>
                <a:gd name="connsiteX8" fmla="*/ 29566 w 77107"/>
                <a:gd name="connsiteY8" fmla="*/ 21378 h 25980"/>
                <a:gd name="connsiteX9" fmla="*/ 7739 w 77107"/>
                <a:gd name="connsiteY9" fmla="*/ 25188 h 25980"/>
                <a:gd name="connsiteX10" fmla="*/ 146 w 77107"/>
                <a:gd name="connsiteY10" fmla="*/ 13758 h 2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07" h="25980">
                  <a:moveTo>
                    <a:pt x="146" y="13758"/>
                  </a:moveTo>
                  <a:cubicBezTo>
                    <a:pt x="1095" y="7091"/>
                    <a:pt x="14382" y="4233"/>
                    <a:pt x="19127" y="2328"/>
                  </a:cubicBezTo>
                  <a:cubicBezTo>
                    <a:pt x="23872" y="1376"/>
                    <a:pt x="28617" y="423"/>
                    <a:pt x="34311" y="423"/>
                  </a:cubicBezTo>
                  <a:cubicBezTo>
                    <a:pt x="39056" y="423"/>
                    <a:pt x="44750" y="-529"/>
                    <a:pt x="49495" y="423"/>
                  </a:cubicBezTo>
                  <a:cubicBezTo>
                    <a:pt x="55189" y="1376"/>
                    <a:pt x="59934" y="1376"/>
                    <a:pt x="64679" y="3281"/>
                  </a:cubicBezTo>
                  <a:cubicBezTo>
                    <a:pt x="71322" y="5186"/>
                    <a:pt x="76067" y="8996"/>
                    <a:pt x="77016" y="11853"/>
                  </a:cubicBezTo>
                  <a:cubicBezTo>
                    <a:pt x="77965" y="16616"/>
                    <a:pt x="71322" y="23283"/>
                    <a:pt x="65628" y="25188"/>
                  </a:cubicBezTo>
                  <a:cubicBezTo>
                    <a:pt x="58985" y="27093"/>
                    <a:pt x="54240" y="24236"/>
                    <a:pt x="47597" y="22331"/>
                  </a:cubicBezTo>
                  <a:cubicBezTo>
                    <a:pt x="42852" y="21378"/>
                    <a:pt x="37158" y="20426"/>
                    <a:pt x="29566" y="21378"/>
                  </a:cubicBezTo>
                  <a:cubicBezTo>
                    <a:pt x="19127" y="22331"/>
                    <a:pt x="13433" y="28046"/>
                    <a:pt x="7739" y="25188"/>
                  </a:cubicBezTo>
                  <a:cubicBezTo>
                    <a:pt x="2993" y="22331"/>
                    <a:pt x="-803" y="17568"/>
                    <a:pt x="146" y="1375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72780D34-E764-1439-037D-4059E5EA11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784" y="3028950"/>
              <a:ext cx="74199" cy="25580"/>
            </a:xfrm>
            <a:custGeom>
              <a:avLst/>
              <a:gdLst>
                <a:gd name="connsiteX0" fmla="*/ 12410 w 74199"/>
                <a:gd name="connsiteY0" fmla="*/ 21908 h 25580"/>
                <a:gd name="connsiteX1" fmla="*/ 73 w 74199"/>
                <a:gd name="connsiteY1" fmla="*/ 12383 h 25580"/>
                <a:gd name="connsiteX2" fmla="*/ 15257 w 74199"/>
                <a:gd name="connsiteY2" fmla="*/ 0 h 25580"/>
                <a:gd name="connsiteX3" fmla="*/ 37084 w 74199"/>
                <a:gd name="connsiteY3" fmla="*/ 4763 h 25580"/>
                <a:gd name="connsiteX4" fmla="*/ 50370 w 74199"/>
                <a:gd name="connsiteY4" fmla="*/ 3810 h 25580"/>
                <a:gd name="connsiteX5" fmla="*/ 63656 w 74199"/>
                <a:gd name="connsiteY5" fmla="*/ 1905 h 25580"/>
                <a:gd name="connsiteX6" fmla="*/ 74095 w 74199"/>
                <a:gd name="connsiteY6" fmla="*/ 11430 h 25580"/>
                <a:gd name="connsiteX7" fmla="*/ 63656 w 74199"/>
                <a:gd name="connsiteY7" fmla="*/ 24765 h 25580"/>
                <a:gd name="connsiteX8" fmla="*/ 50370 w 74199"/>
                <a:gd name="connsiteY8" fmla="*/ 23813 h 25580"/>
                <a:gd name="connsiteX9" fmla="*/ 37084 w 74199"/>
                <a:gd name="connsiteY9" fmla="*/ 22860 h 25580"/>
                <a:gd name="connsiteX10" fmla="*/ 12410 w 74199"/>
                <a:gd name="connsiteY10" fmla="*/ 21908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199" h="25580">
                  <a:moveTo>
                    <a:pt x="12410" y="21908"/>
                  </a:moveTo>
                  <a:cubicBezTo>
                    <a:pt x="9563" y="20955"/>
                    <a:pt x="1022" y="18098"/>
                    <a:pt x="73" y="12383"/>
                  </a:cubicBezTo>
                  <a:cubicBezTo>
                    <a:pt x="-877" y="6668"/>
                    <a:pt x="7665" y="0"/>
                    <a:pt x="15257" y="0"/>
                  </a:cubicBezTo>
                  <a:cubicBezTo>
                    <a:pt x="24747" y="0"/>
                    <a:pt x="26645" y="3810"/>
                    <a:pt x="37084" y="4763"/>
                  </a:cubicBezTo>
                  <a:cubicBezTo>
                    <a:pt x="42778" y="4763"/>
                    <a:pt x="46574" y="3810"/>
                    <a:pt x="50370" y="3810"/>
                  </a:cubicBezTo>
                  <a:cubicBezTo>
                    <a:pt x="54166" y="2858"/>
                    <a:pt x="57962" y="953"/>
                    <a:pt x="63656" y="1905"/>
                  </a:cubicBezTo>
                  <a:cubicBezTo>
                    <a:pt x="68401" y="2858"/>
                    <a:pt x="73146" y="6668"/>
                    <a:pt x="74095" y="11430"/>
                  </a:cubicBezTo>
                  <a:cubicBezTo>
                    <a:pt x="75044" y="17145"/>
                    <a:pt x="69350" y="21908"/>
                    <a:pt x="63656" y="24765"/>
                  </a:cubicBezTo>
                  <a:cubicBezTo>
                    <a:pt x="58911" y="26670"/>
                    <a:pt x="56064" y="24765"/>
                    <a:pt x="50370" y="23813"/>
                  </a:cubicBezTo>
                  <a:cubicBezTo>
                    <a:pt x="46574" y="22860"/>
                    <a:pt x="42778" y="22860"/>
                    <a:pt x="37084" y="22860"/>
                  </a:cubicBezTo>
                  <a:cubicBezTo>
                    <a:pt x="23798" y="20955"/>
                    <a:pt x="20951" y="24765"/>
                    <a:pt x="12410" y="2190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F44DB35A-50ED-6524-9B4B-60842B5480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59688" y="3458104"/>
              <a:ext cx="75135" cy="22971"/>
            </a:xfrm>
            <a:custGeom>
              <a:avLst/>
              <a:gdLst>
                <a:gd name="connsiteX0" fmla="*/ 14308 w 75135"/>
                <a:gd name="connsiteY0" fmla="*/ 22331 h 22971"/>
                <a:gd name="connsiteX1" fmla="*/ 72 w 75135"/>
                <a:gd name="connsiteY1" fmla="*/ 13758 h 22971"/>
                <a:gd name="connsiteX2" fmla="*/ 16206 w 75135"/>
                <a:gd name="connsiteY2" fmla="*/ 423 h 22971"/>
                <a:gd name="connsiteX3" fmla="*/ 38033 w 75135"/>
                <a:gd name="connsiteY3" fmla="*/ 423 h 22971"/>
                <a:gd name="connsiteX4" fmla="*/ 51319 w 75135"/>
                <a:gd name="connsiteY4" fmla="*/ 423 h 22971"/>
                <a:gd name="connsiteX5" fmla="*/ 64605 w 75135"/>
                <a:gd name="connsiteY5" fmla="*/ 1376 h 22971"/>
                <a:gd name="connsiteX6" fmla="*/ 75044 w 75135"/>
                <a:gd name="connsiteY6" fmla="*/ 10901 h 22971"/>
                <a:gd name="connsiteX7" fmla="*/ 63656 w 75135"/>
                <a:gd name="connsiteY7" fmla="*/ 19473 h 22971"/>
                <a:gd name="connsiteX8" fmla="*/ 50370 w 75135"/>
                <a:gd name="connsiteY8" fmla="*/ 21378 h 22971"/>
                <a:gd name="connsiteX9" fmla="*/ 37084 w 75135"/>
                <a:gd name="connsiteY9" fmla="*/ 20426 h 22971"/>
                <a:gd name="connsiteX10" fmla="*/ 14308 w 75135"/>
                <a:gd name="connsiteY10" fmla="*/ 22331 h 22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35" h="22971">
                  <a:moveTo>
                    <a:pt x="14308" y="22331"/>
                  </a:moveTo>
                  <a:cubicBezTo>
                    <a:pt x="11461" y="21378"/>
                    <a:pt x="1970" y="19473"/>
                    <a:pt x="72" y="13758"/>
                  </a:cubicBezTo>
                  <a:cubicBezTo>
                    <a:pt x="-877" y="8043"/>
                    <a:pt x="7664" y="423"/>
                    <a:pt x="16206" y="423"/>
                  </a:cubicBezTo>
                  <a:cubicBezTo>
                    <a:pt x="25696" y="423"/>
                    <a:pt x="27594" y="-529"/>
                    <a:pt x="38033" y="423"/>
                  </a:cubicBezTo>
                  <a:cubicBezTo>
                    <a:pt x="43727" y="423"/>
                    <a:pt x="47523" y="423"/>
                    <a:pt x="51319" y="423"/>
                  </a:cubicBezTo>
                  <a:cubicBezTo>
                    <a:pt x="55115" y="423"/>
                    <a:pt x="59860" y="423"/>
                    <a:pt x="64605" y="1376"/>
                  </a:cubicBezTo>
                  <a:cubicBezTo>
                    <a:pt x="69350" y="2328"/>
                    <a:pt x="74095" y="7091"/>
                    <a:pt x="75044" y="10901"/>
                  </a:cubicBezTo>
                  <a:cubicBezTo>
                    <a:pt x="75993" y="16616"/>
                    <a:pt x="69350" y="16616"/>
                    <a:pt x="63656" y="19473"/>
                  </a:cubicBezTo>
                  <a:cubicBezTo>
                    <a:pt x="59860" y="21378"/>
                    <a:pt x="56064" y="21378"/>
                    <a:pt x="50370" y="21378"/>
                  </a:cubicBezTo>
                  <a:cubicBezTo>
                    <a:pt x="46574" y="21378"/>
                    <a:pt x="42778" y="21378"/>
                    <a:pt x="37084" y="20426"/>
                  </a:cubicBezTo>
                  <a:cubicBezTo>
                    <a:pt x="26645" y="21378"/>
                    <a:pt x="23798" y="24236"/>
                    <a:pt x="14308" y="2233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562CD8B5-91E9-0EC1-098B-16063E5429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7269" y="3361372"/>
              <a:ext cx="76918" cy="21907"/>
            </a:xfrm>
            <a:custGeom>
              <a:avLst/>
              <a:gdLst>
                <a:gd name="connsiteX0" fmla="*/ 0 w 76918"/>
                <a:gd name="connsiteY0" fmla="*/ 10477 h 21907"/>
                <a:gd name="connsiteX1" fmla="*/ 18031 w 76918"/>
                <a:gd name="connsiteY1" fmla="*/ 4763 h 21907"/>
                <a:gd name="connsiteX2" fmla="*/ 31317 w 76918"/>
                <a:gd name="connsiteY2" fmla="*/ 952 h 21907"/>
                <a:gd name="connsiteX3" fmla="*/ 45552 w 76918"/>
                <a:gd name="connsiteY3" fmla="*/ 0 h 21907"/>
                <a:gd name="connsiteX4" fmla="*/ 59788 w 76918"/>
                <a:gd name="connsiteY4" fmla="*/ 2857 h 21907"/>
                <a:gd name="connsiteX5" fmla="*/ 76870 w 76918"/>
                <a:gd name="connsiteY5" fmla="*/ 10477 h 21907"/>
                <a:gd name="connsiteX6" fmla="*/ 55992 w 76918"/>
                <a:gd name="connsiteY6" fmla="*/ 20955 h 21907"/>
                <a:gd name="connsiteX7" fmla="*/ 40807 w 76918"/>
                <a:gd name="connsiteY7" fmla="*/ 21907 h 21907"/>
                <a:gd name="connsiteX8" fmla="*/ 25623 w 76918"/>
                <a:gd name="connsiteY8" fmla="*/ 20955 h 21907"/>
                <a:gd name="connsiteX9" fmla="*/ 10439 w 76918"/>
                <a:gd name="connsiteY9" fmla="*/ 19050 h 21907"/>
                <a:gd name="connsiteX10" fmla="*/ 0 w 76918"/>
                <a:gd name="connsiteY10" fmla="*/ 10477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918" h="21907">
                  <a:moveTo>
                    <a:pt x="0" y="10477"/>
                  </a:moveTo>
                  <a:cubicBezTo>
                    <a:pt x="949" y="2857"/>
                    <a:pt x="11388" y="5715"/>
                    <a:pt x="18031" y="4763"/>
                  </a:cubicBezTo>
                  <a:cubicBezTo>
                    <a:pt x="21827" y="3810"/>
                    <a:pt x="25623" y="1905"/>
                    <a:pt x="31317" y="952"/>
                  </a:cubicBezTo>
                  <a:cubicBezTo>
                    <a:pt x="35113" y="952"/>
                    <a:pt x="39858" y="0"/>
                    <a:pt x="45552" y="0"/>
                  </a:cubicBezTo>
                  <a:cubicBezTo>
                    <a:pt x="50297" y="0"/>
                    <a:pt x="54094" y="952"/>
                    <a:pt x="59788" y="2857"/>
                  </a:cubicBezTo>
                  <a:cubicBezTo>
                    <a:pt x="64533" y="4763"/>
                    <a:pt x="77819" y="2857"/>
                    <a:pt x="76870" y="10477"/>
                  </a:cubicBezTo>
                  <a:cubicBezTo>
                    <a:pt x="75921" y="19050"/>
                    <a:pt x="59788" y="20002"/>
                    <a:pt x="55992" y="20955"/>
                  </a:cubicBezTo>
                  <a:cubicBezTo>
                    <a:pt x="54094" y="20955"/>
                    <a:pt x="48399" y="21907"/>
                    <a:pt x="40807" y="21907"/>
                  </a:cubicBezTo>
                  <a:cubicBezTo>
                    <a:pt x="36062" y="21907"/>
                    <a:pt x="31317" y="20955"/>
                    <a:pt x="25623" y="20955"/>
                  </a:cubicBezTo>
                  <a:cubicBezTo>
                    <a:pt x="20878" y="20002"/>
                    <a:pt x="15184" y="20955"/>
                    <a:pt x="10439" y="19050"/>
                  </a:cubicBezTo>
                  <a:cubicBezTo>
                    <a:pt x="7592" y="18097"/>
                    <a:pt x="0" y="14288"/>
                    <a:pt x="0" y="1047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FCDA15E9-58FB-8A59-6D86-5D4408C419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8218" y="3413684"/>
              <a:ext cx="75920" cy="25792"/>
            </a:xfrm>
            <a:custGeom>
              <a:avLst/>
              <a:gdLst>
                <a:gd name="connsiteX0" fmla="*/ 12337 w 75920"/>
                <a:gd name="connsiteY0" fmla="*/ 1028 h 25792"/>
                <a:gd name="connsiteX1" fmla="*/ 0 w 75920"/>
                <a:gd name="connsiteY1" fmla="*/ 11505 h 25792"/>
                <a:gd name="connsiteX2" fmla="*/ 18031 w 75920"/>
                <a:gd name="connsiteY2" fmla="*/ 23888 h 25792"/>
                <a:gd name="connsiteX3" fmla="*/ 34164 w 75920"/>
                <a:gd name="connsiteY3" fmla="*/ 25792 h 25792"/>
                <a:gd name="connsiteX4" fmla="*/ 50298 w 75920"/>
                <a:gd name="connsiteY4" fmla="*/ 24840 h 25792"/>
                <a:gd name="connsiteX5" fmla="*/ 66431 w 75920"/>
                <a:gd name="connsiteY5" fmla="*/ 21983 h 25792"/>
                <a:gd name="connsiteX6" fmla="*/ 75921 w 75920"/>
                <a:gd name="connsiteY6" fmla="*/ 10553 h 25792"/>
                <a:gd name="connsiteX7" fmla="*/ 65482 w 75920"/>
                <a:gd name="connsiteY7" fmla="*/ 5790 h 25792"/>
                <a:gd name="connsiteX8" fmla="*/ 51247 w 75920"/>
                <a:gd name="connsiteY8" fmla="*/ 4838 h 25792"/>
                <a:gd name="connsiteX9" fmla="*/ 37012 w 75920"/>
                <a:gd name="connsiteY9" fmla="*/ 3885 h 25792"/>
                <a:gd name="connsiteX10" fmla="*/ 12337 w 75920"/>
                <a:gd name="connsiteY10" fmla="*/ 1028 h 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20" h="25792">
                  <a:moveTo>
                    <a:pt x="12337" y="1028"/>
                  </a:moveTo>
                  <a:cubicBezTo>
                    <a:pt x="6643" y="2933"/>
                    <a:pt x="949" y="7695"/>
                    <a:pt x="0" y="11505"/>
                  </a:cubicBezTo>
                  <a:cubicBezTo>
                    <a:pt x="0" y="17220"/>
                    <a:pt x="12337" y="21983"/>
                    <a:pt x="18031" y="23888"/>
                  </a:cubicBezTo>
                  <a:cubicBezTo>
                    <a:pt x="22776" y="24840"/>
                    <a:pt x="28470" y="25792"/>
                    <a:pt x="34164" y="25792"/>
                  </a:cubicBezTo>
                  <a:cubicBezTo>
                    <a:pt x="39858" y="25792"/>
                    <a:pt x="44603" y="25792"/>
                    <a:pt x="50298" y="24840"/>
                  </a:cubicBezTo>
                  <a:cubicBezTo>
                    <a:pt x="55992" y="23888"/>
                    <a:pt x="61686" y="23888"/>
                    <a:pt x="66431" y="21983"/>
                  </a:cubicBezTo>
                  <a:cubicBezTo>
                    <a:pt x="73074" y="19125"/>
                    <a:pt x="75921" y="15315"/>
                    <a:pt x="75921" y="10553"/>
                  </a:cubicBezTo>
                  <a:cubicBezTo>
                    <a:pt x="75921" y="5790"/>
                    <a:pt x="73074" y="5790"/>
                    <a:pt x="65482" y="5790"/>
                  </a:cubicBezTo>
                  <a:cubicBezTo>
                    <a:pt x="61686" y="5790"/>
                    <a:pt x="56941" y="4838"/>
                    <a:pt x="51247" y="4838"/>
                  </a:cubicBezTo>
                  <a:cubicBezTo>
                    <a:pt x="47451" y="4838"/>
                    <a:pt x="41757" y="4838"/>
                    <a:pt x="37012" y="3885"/>
                  </a:cubicBezTo>
                  <a:cubicBezTo>
                    <a:pt x="27521" y="1980"/>
                    <a:pt x="20878" y="-1830"/>
                    <a:pt x="12337" y="102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9A86179C-A6C0-F2CD-F4B5-F12A1D29583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8922" y="3303799"/>
              <a:ext cx="75216" cy="21378"/>
            </a:xfrm>
            <a:custGeom>
              <a:avLst/>
              <a:gdLst>
                <a:gd name="connsiteX0" fmla="*/ 245 w 75216"/>
                <a:gd name="connsiteY0" fmla="*/ 8996 h 21378"/>
                <a:gd name="connsiteX1" fmla="*/ 16378 w 75216"/>
                <a:gd name="connsiteY1" fmla="*/ 20426 h 21378"/>
                <a:gd name="connsiteX2" fmla="*/ 31562 w 75216"/>
                <a:gd name="connsiteY2" fmla="*/ 21378 h 21378"/>
                <a:gd name="connsiteX3" fmla="*/ 46746 w 75216"/>
                <a:gd name="connsiteY3" fmla="*/ 18521 h 21378"/>
                <a:gd name="connsiteX4" fmla="*/ 61931 w 75216"/>
                <a:gd name="connsiteY4" fmla="*/ 16616 h 21378"/>
                <a:gd name="connsiteX5" fmla="*/ 75217 w 75216"/>
                <a:gd name="connsiteY5" fmla="*/ 10901 h 21378"/>
                <a:gd name="connsiteX6" fmla="*/ 61931 w 75216"/>
                <a:gd name="connsiteY6" fmla="*/ 3281 h 21378"/>
                <a:gd name="connsiteX7" fmla="*/ 46746 w 75216"/>
                <a:gd name="connsiteY7" fmla="*/ 423 h 21378"/>
                <a:gd name="connsiteX8" fmla="*/ 31562 w 75216"/>
                <a:gd name="connsiteY8" fmla="*/ 423 h 21378"/>
                <a:gd name="connsiteX9" fmla="*/ 14480 w 75216"/>
                <a:gd name="connsiteY9" fmla="*/ 3281 h 21378"/>
                <a:gd name="connsiteX10" fmla="*/ 245 w 75216"/>
                <a:gd name="connsiteY10" fmla="*/ 8996 h 21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216" h="21378">
                  <a:moveTo>
                    <a:pt x="245" y="8996"/>
                  </a:moveTo>
                  <a:cubicBezTo>
                    <a:pt x="-1653" y="13758"/>
                    <a:pt x="7837" y="20426"/>
                    <a:pt x="16378" y="20426"/>
                  </a:cubicBezTo>
                  <a:cubicBezTo>
                    <a:pt x="21123" y="20426"/>
                    <a:pt x="26817" y="21378"/>
                    <a:pt x="31562" y="21378"/>
                  </a:cubicBezTo>
                  <a:cubicBezTo>
                    <a:pt x="37256" y="21378"/>
                    <a:pt x="42001" y="18521"/>
                    <a:pt x="46746" y="18521"/>
                  </a:cubicBezTo>
                  <a:cubicBezTo>
                    <a:pt x="52441" y="18521"/>
                    <a:pt x="57186" y="17568"/>
                    <a:pt x="61931" y="16616"/>
                  </a:cubicBezTo>
                  <a:cubicBezTo>
                    <a:pt x="69523" y="15663"/>
                    <a:pt x="75217" y="14711"/>
                    <a:pt x="75217" y="10901"/>
                  </a:cubicBezTo>
                  <a:cubicBezTo>
                    <a:pt x="75217" y="8043"/>
                    <a:pt x="69523" y="5186"/>
                    <a:pt x="61931" y="3281"/>
                  </a:cubicBezTo>
                  <a:cubicBezTo>
                    <a:pt x="57186" y="2328"/>
                    <a:pt x="52441" y="1376"/>
                    <a:pt x="46746" y="423"/>
                  </a:cubicBezTo>
                  <a:cubicBezTo>
                    <a:pt x="42001" y="-529"/>
                    <a:pt x="36307" y="423"/>
                    <a:pt x="31562" y="423"/>
                  </a:cubicBezTo>
                  <a:cubicBezTo>
                    <a:pt x="28715" y="423"/>
                    <a:pt x="21123" y="2328"/>
                    <a:pt x="14480" y="3281"/>
                  </a:cubicBezTo>
                  <a:cubicBezTo>
                    <a:pt x="8786" y="5186"/>
                    <a:pt x="2143" y="5186"/>
                    <a:pt x="245" y="8996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F808C61D-C975-BBE7-2541-B7DD983F0A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59760" y="3400425"/>
              <a:ext cx="76001" cy="26506"/>
            </a:xfrm>
            <a:custGeom>
              <a:avLst/>
              <a:gdLst>
                <a:gd name="connsiteX0" fmla="*/ 0 w 76001"/>
                <a:gd name="connsiteY0" fmla="*/ 16193 h 26506"/>
                <a:gd name="connsiteX1" fmla="*/ 18031 w 76001"/>
                <a:gd name="connsiteY1" fmla="*/ 2857 h 26506"/>
                <a:gd name="connsiteX2" fmla="*/ 33215 w 76001"/>
                <a:gd name="connsiteY2" fmla="*/ 1905 h 26506"/>
                <a:gd name="connsiteX3" fmla="*/ 48400 w 76001"/>
                <a:gd name="connsiteY3" fmla="*/ 0 h 26506"/>
                <a:gd name="connsiteX4" fmla="*/ 62635 w 76001"/>
                <a:gd name="connsiteY4" fmla="*/ 5715 h 26506"/>
                <a:gd name="connsiteX5" fmla="*/ 75921 w 76001"/>
                <a:gd name="connsiteY5" fmla="*/ 13335 h 26506"/>
                <a:gd name="connsiteX6" fmla="*/ 62635 w 76001"/>
                <a:gd name="connsiteY6" fmla="*/ 25718 h 26506"/>
                <a:gd name="connsiteX7" fmla="*/ 44603 w 76001"/>
                <a:gd name="connsiteY7" fmla="*/ 23813 h 26506"/>
                <a:gd name="connsiteX8" fmla="*/ 26572 w 76001"/>
                <a:gd name="connsiteY8" fmla="*/ 21907 h 26506"/>
                <a:gd name="connsiteX9" fmla="*/ 5694 w 76001"/>
                <a:gd name="connsiteY9" fmla="*/ 23813 h 26506"/>
                <a:gd name="connsiteX10" fmla="*/ 0 w 76001"/>
                <a:gd name="connsiteY10" fmla="*/ 16193 h 26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01" h="26506">
                  <a:moveTo>
                    <a:pt x="0" y="16193"/>
                  </a:moveTo>
                  <a:cubicBezTo>
                    <a:pt x="949" y="9525"/>
                    <a:pt x="13286" y="4763"/>
                    <a:pt x="18031" y="2857"/>
                  </a:cubicBezTo>
                  <a:cubicBezTo>
                    <a:pt x="22776" y="1905"/>
                    <a:pt x="28470" y="1905"/>
                    <a:pt x="33215" y="1905"/>
                  </a:cubicBezTo>
                  <a:cubicBezTo>
                    <a:pt x="37960" y="1905"/>
                    <a:pt x="43654" y="0"/>
                    <a:pt x="48400" y="0"/>
                  </a:cubicBezTo>
                  <a:cubicBezTo>
                    <a:pt x="54094" y="952"/>
                    <a:pt x="58839" y="4763"/>
                    <a:pt x="62635" y="5715"/>
                  </a:cubicBezTo>
                  <a:cubicBezTo>
                    <a:pt x="69278" y="7620"/>
                    <a:pt x="74972" y="9525"/>
                    <a:pt x="75921" y="13335"/>
                  </a:cubicBezTo>
                  <a:cubicBezTo>
                    <a:pt x="76870" y="18098"/>
                    <a:pt x="69278" y="23813"/>
                    <a:pt x="62635" y="25718"/>
                  </a:cubicBezTo>
                  <a:cubicBezTo>
                    <a:pt x="55992" y="27623"/>
                    <a:pt x="51247" y="25718"/>
                    <a:pt x="44603" y="23813"/>
                  </a:cubicBezTo>
                  <a:cubicBezTo>
                    <a:pt x="39858" y="22860"/>
                    <a:pt x="34164" y="20955"/>
                    <a:pt x="26572" y="21907"/>
                  </a:cubicBezTo>
                  <a:cubicBezTo>
                    <a:pt x="16133" y="22860"/>
                    <a:pt x="11388" y="26670"/>
                    <a:pt x="5694" y="23813"/>
                  </a:cubicBezTo>
                  <a:cubicBezTo>
                    <a:pt x="2847" y="22860"/>
                    <a:pt x="0" y="19050"/>
                    <a:pt x="0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0A6B3D32-3128-F1D0-3BD5-510E98DE77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0643" y="3344227"/>
              <a:ext cx="74209" cy="24912"/>
            </a:xfrm>
            <a:custGeom>
              <a:avLst/>
              <a:gdLst>
                <a:gd name="connsiteX0" fmla="*/ 13352 w 74209"/>
                <a:gd name="connsiteY0" fmla="*/ 22860 h 24912"/>
                <a:gd name="connsiteX1" fmla="*/ 66 w 74209"/>
                <a:gd name="connsiteY1" fmla="*/ 14288 h 24912"/>
                <a:gd name="connsiteX2" fmla="*/ 16199 w 74209"/>
                <a:gd name="connsiteY2" fmla="*/ 0 h 24912"/>
                <a:gd name="connsiteX3" fmla="*/ 38026 w 74209"/>
                <a:gd name="connsiteY3" fmla="*/ 5715 h 24912"/>
                <a:gd name="connsiteX4" fmla="*/ 51313 w 74209"/>
                <a:gd name="connsiteY4" fmla="*/ 2858 h 24912"/>
                <a:gd name="connsiteX5" fmla="*/ 64599 w 74209"/>
                <a:gd name="connsiteY5" fmla="*/ 1905 h 24912"/>
                <a:gd name="connsiteX6" fmla="*/ 74089 w 74209"/>
                <a:gd name="connsiteY6" fmla="*/ 11430 h 24912"/>
                <a:gd name="connsiteX7" fmla="*/ 63650 w 74209"/>
                <a:gd name="connsiteY7" fmla="*/ 23813 h 24912"/>
                <a:gd name="connsiteX8" fmla="*/ 50363 w 74209"/>
                <a:gd name="connsiteY8" fmla="*/ 23813 h 24912"/>
                <a:gd name="connsiteX9" fmla="*/ 37077 w 74209"/>
                <a:gd name="connsiteY9" fmla="*/ 21908 h 24912"/>
                <a:gd name="connsiteX10" fmla="*/ 13352 w 74209"/>
                <a:gd name="connsiteY10" fmla="*/ 22860 h 24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09" h="24912">
                  <a:moveTo>
                    <a:pt x="13352" y="22860"/>
                  </a:moveTo>
                  <a:cubicBezTo>
                    <a:pt x="10505" y="21908"/>
                    <a:pt x="1015" y="19050"/>
                    <a:pt x="66" y="14288"/>
                  </a:cubicBezTo>
                  <a:cubicBezTo>
                    <a:pt x="-883" y="8573"/>
                    <a:pt x="8607" y="953"/>
                    <a:pt x="16199" y="0"/>
                  </a:cubicBezTo>
                  <a:cubicBezTo>
                    <a:pt x="25689" y="0"/>
                    <a:pt x="27587" y="4763"/>
                    <a:pt x="38026" y="5715"/>
                  </a:cubicBezTo>
                  <a:cubicBezTo>
                    <a:pt x="43720" y="5715"/>
                    <a:pt x="47516" y="3810"/>
                    <a:pt x="51313" y="2858"/>
                  </a:cubicBezTo>
                  <a:cubicBezTo>
                    <a:pt x="55109" y="1905"/>
                    <a:pt x="59854" y="953"/>
                    <a:pt x="64599" y="1905"/>
                  </a:cubicBezTo>
                  <a:cubicBezTo>
                    <a:pt x="69344" y="2858"/>
                    <a:pt x="73140" y="6668"/>
                    <a:pt x="74089" y="11430"/>
                  </a:cubicBezTo>
                  <a:cubicBezTo>
                    <a:pt x="75038" y="17145"/>
                    <a:pt x="70293" y="20955"/>
                    <a:pt x="63650" y="23813"/>
                  </a:cubicBezTo>
                  <a:cubicBezTo>
                    <a:pt x="58905" y="25718"/>
                    <a:pt x="56058" y="24765"/>
                    <a:pt x="50363" y="23813"/>
                  </a:cubicBezTo>
                  <a:cubicBezTo>
                    <a:pt x="46567" y="22860"/>
                    <a:pt x="42771" y="21908"/>
                    <a:pt x="37077" y="21908"/>
                  </a:cubicBezTo>
                  <a:cubicBezTo>
                    <a:pt x="24740" y="21908"/>
                    <a:pt x="21893" y="25718"/>
                    <a:pt x="13352" y="2286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7607AFFB-5758-F3DA-C1E8-3AEB3ABAF4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658" y="3170244"/>
              <a:ext cx="74971" cy="27298"/>
            </a:xfrm>
            <a:custGeom>
              <a:avLst/>
              <a:gdLst>
                <a:gd name="connsiteX0" fmla="*/ 10439 w 74971"/>
                <a:gd name="connsiteY0" fmla="*/ 628 h 27298"/>
                <a:gd name="connsiteX1" fmla="*/ 0 w 74971"/>
                <a:gd name="connsiteY1" fmla="*/ 11106 h 27298"/>
                <a:gd name="connsiteX2" fmla="*/ 17082 w 74971"/>
                <a:gd name="connsiteY2" fmla="*/ 22536 h 27298"/>
                <a:gd name="connsiteX3" fmla="*/ 32266 w 74971"/>
                <a:gd name="connsiteY3" fmla="*/ 25393 h 27298"/>
                <a:gd name="connsiteX4" fmla="*/ 48400 w 74971"/>
                <a:gd name="connsiteY4" fmla="*/ 27298 h 27298"/>
                <a:gd name="connsiteX5" fmla="*/ 63584 w 74971"/>
                <a:gd name="connsiteY5" fmla="*/ 22536 h 27298"/>
                <a:gd name="connsiteX6" fmla="*/ 74972 w 74971"/>
                <a:gd name="connsiteY6" fmla="*/ 12058 h 27298"/>
                <a:gd name="connsiteX7" fmla="*/ 63584 w 74971"/>
                <a:gd name="connsiteY7" fmla="*/ 6343 h 27298"/>
                <a:gd name="connsiteX8" fmla="*/ 49349 w 74971"/>
                <a:gd name="connsiteY8" fmla="*/ 5391 h 27298"/>
                <a:gd name="connsiteX9" fmla="*/ 35113 w 74971"/>
                <a:gd name="connsiteY9" fmla="*/ 3486 h 27298"/>
                <a:gd name="connsiteX10" fmla="*/ 10439 w 74971"/>
                <a:gd name="connsiteY10" fmla="*/ 628 h 27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7298">
                  <a:moveTo>
                    <a:pt x="10439" y="628"/>
                  </a:moveTo>
                  <a:cubicBezTo>
                    <a:pt x="4745" y="2533"/>
                    <a:pt x="0" y="7296"/>
                    <a:pt x="0" y="11106"/>
                  </a:cubicBezTo>
                  <a:cubicBezTo>
                    <a:pt x="0" y="16821"/>
                    <a:pt x="11388" y="20631"/>
                    <a:pt x="17082" y="22536"/>
                  </a:cubicBezTo>
                  <a:cubicBezTo>
                    <a:pt x="21827" y="23488"/>
                    <a:pt x="27521" y="24441"/>
                    <a:pt x="32266" y="25393"/>
                  </a:cubicBezTo>
                  <a:cubicBezTo>
                    <a:pt x="37960" y="25393"/>
                    <a:pt x="43654" y="27298"/>
                    <a:pt x="48400" y="27298"/>
                  </a:cubicBezTo>
                  <a:cubicBezTo>
                    <a:pt x="54094" y="26346"/>
                    <a:pt x="58839" y="23488"/>
                    <a:pt x="63584" y="22536"/>
                  </a:cubicBezTo>
                  <a:cubicBezTo>
                    <a:pt x="70227" y="19678"/>
                    <a:pt x="74972" y="16821"/>
                    <a:pt x="74972" y="12058"/>
                  </a:cubicBezTo>
                  <a:cubicBezTo>
                    <a:pt x="74972" y="7296"/>
                    <a:pt x="70227" y="6343"/>
                    <a:pt x="63584" y="6343"/>
                  </a:cubicBezTo>
                  <a:cubicBezTo>
                    <a:pt x="59788" y="6343"/>
                    <a:pt x="55043" y="5391"/>
                    <a:pt x="49349" y="5391"/>
                  </a:cubicBezTo>
                  <a:cubicBezTo>
                    <a:pt x="45553" y="5391"/>
                    <a:pt x="40808" y="4438"/>
                    <a:pt x="35113" y="3486"/>
                  </a:cubicBezTo>
                  <a:cubicBezTo>
                    <a:pt x="25623" y="1581"/>
                    <a:pt x="18980" y="-1277"/>
                    <a:pt x="10439" y="62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D7ABC6CD-4E1C-7A31-2F3B-56F83C91DA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515" y="3286262"/>
              <a:ext cx="73308" cy="22722"/>
            </a:xfrm>
            <a:custGeom>
              <a:avLst/>
              <a:gdLst>
                <a:gd name="connsiteX0" fmla="*/ 65625 w 73308"/>
                <a:gd name="connsiteY0" fmla="*/ 815 h 22722"/>
                <a:gd name="connsiteX1" fmla="*/ 73217 w 73308"/>
                <a:gd name="connsiteY1" fmla="*/ 7483 h 22722"/>
                <a:gd name="connsiteX2" fmla="*/ 61829 w 73308"/>
                <a:gd name="connsiteY2" fmla="*/ 19865 h 22722"/>
                <a:gd name="connsiteX3" fmla="*/ 44747 w 73308"/>
                <a:gd name="connsiteY3" fmla="*/ 21770 h 22722"/>
                <a:gd name="connsiteX4" fmla="*/ 27665 w 73308"/>
                <a:gd name="connsiteY4" fmla="*/ 22723 h 22722"/>
                <a:gd name="connsiteX5" fmla="*/ 10582 w 73308"/>
                <a:gd name="connsiteY5" fmla="*/ 18913 h 22722"/>
                <a:gd name="connsiteX6" fmla="*/ 143 w 73308"/>
                <a:gd name="connsiteY6" fmla="*/ 8435 h 22722"/>
                <a:gd name="connsiteX7" fmla="*/ 13429 w 73308"/>
                <a:gd name="connsiteY7" fmla="*/ 815 h 22722"/>
                <a:gd name="connsiteX8" fmla="*/ 30512 w 73308"/>
                <a:gd name="connsiteY8" fmla="*/ 1768 h 22722"/>
                <a:gd name="connsiteX9" fmla="*/ 47594 w 73308"/>
                <a:gd name="connsiteY9" fmla="*/ 1768 h 22722"/>
                <a:gd name="connsiteX10" fmla="*/ 65625 w 73308"/>
                <a:gd name="connsiteY10" fmla="*/ 815 h 2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308" h="22722">
                  <a:moveTo>
                    <a:pt x="65625" y="815"/>
                  </a:moveTo>
                  <a:cubicBezTo>
                    <a:pt x="70370" y="1768"/>
                    <a:pt x="72268" y="4625"/>
                    <a:pt x="73217" y="7483"/>
                  </a:cubicBezTo>
                  <a:cubicBezTo>
                    <a:pt x="74166" y="12245"/>
                    <a:pt x="67523" y="18913"/>
                    <a:pt x="61829" y="19865"/>
                  </a:cubicBezTo>
                  <a:cubicBezTo>
                    <a:pt x="57084" y="20818"/>
                    <a:pt x="50441" y="20818"/>
                    <a:pt x="44747" y="21770"/>
                  </a:cubicBezTo>
                  <a:cubicBezTo>
                    <a:pt x="39053" y="21770"/>
                    <a:pt x="33359" y="22723"/>
                    <a:pt x="27665" y="22723"/>
                  </a:cubicBezTo>
                  <a:cubicBezTo>
                    <a:pt x="21022" y="21770"/>
                    <a:pt x="15327" y="19865"/>
                    <a:pt x="10582" y="18913"/>
                  </a:cubicBezTo>
                  <a:cubicBezTo>
                    <a:pt x="2990" y="17008"/>
                    <a:pt x="-806" y="13198"/>
                    <a:pt x="143" y="8435"/>
                  </a:cubicBezTo>
                  <a:cubicBezTo>
                    <a:pt x="1092" y="5578"/>
                    <a:pt x="4888" y="1768"/>
                    <a:pt x="13429" y="815"/>
                  </a:cubicBezTo>
                  <a:cubicBezTo>
                    <a:pt x="18175" y="-137"/>
                    <a:pt x="24818" y="1768"/>
                    <a:pt x="30512" y="1768"/>
                  </a:cubicBezTo>
                  <a:cubicBezTo>
                    <a:pt x="36206" y="1768"/>
                    <a:pt x="41900" y="1768"/>
                    <a:pt x="47594" y="1768"/>
                  </a:cubicBezTo>
                  <a:cubicBezTo>
                    <a:pt x="54237" y="815"/>
                    <a:pt x="60880" y="-1090"/>
                    <a:pt x="65625" y="81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5923FC67-95C2-552B-FED0-5796BCEC64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59534" y="3230880"/>
              <a:ext cx="75197" cy="20954"/>
            </a:xfrm>
            <a:custGeom>
              <a:avLst/>
              <a:gdLst>
                <a:gd name="connsiteX0" fmla="*/ 226 w 75197"/>
                <a:gd name="connsiteY0" fmla="*/ 8572 h 20954"/>
                <a:gd name="connsiteX1" fmla="*/ 17308 w 75197"/>
                <a:gd name="connsiteY1" fmla="*/ 20955 h 20954"/>
                <a:gd name="connsiteX2" fmla="*/ 32492 w 75197"/>
                <a:gd name="connsiteY2" fmla="*/ 20955 h 20954"/>
                <a:gd name="connsiteX3" fmla="*/ 47677 w 75197"/>
                <a:gd name="connsiteY3" fmla="*/ 20002 h 20954"/>
                <a:gd name="connsiteX4" fmla="*/ 62861 w 75197"/>
                <a:gd name="connsiteY4" fmla="*/ 18097 h 20954"/>
                <a:gd name="connsiteX5" fmla="*/ 75198 w 75197"/>
                <a:gd name="connsiteY5" fmla="*/ 11430 h 20954"/>
                <a:gd name="connsiteX6" fmla="*/ 62861 w 75197"/>
                <a:gd name="connsiteY6" fmla="*/ 3810 h 20954"/>
                <a:gd name="connsiteX7" fmla="*/ 47677 w 75197"/>
                <a:gd name="connsiteY7" fmla="*/ 952 h 20954"/>
                <a:gd name="connsiteX8" fmla="*/ 32492 w 75197"/>
                <a:gd name="connsiteY8" fmla="*/ 0 h 20954"/>
                <a:gd name="connsiteX9" fmla="*/ 15410 w 75197"/>
                <a:gd name="connsiteY9" fmla="*/ 952 h 20954"/>
                <a:gd name="connsiteX10" fmla="*/ 226 w 75197"/>
                <a:gd name="connsiteY10" fmla="*/ 8572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97" h="20954">
                  <a:moveTo>
                    <a:pt x="226" y="8572"/>
                  </a:moveTo>
                  <a:cubicBezTo>
                    <a:pt x="-1672" y="13335"/>
                    <a:pt x="8767" y="20955"/>
                    <a:pt x="17308" y="20955"/>
                  </a:cubicBezTo>
                  <a:cubicBezTo>
                    <a:pt x="22053" y="20955"/>
                    <a:pt x="27747" y="20955"/>
                    <a:pt x="32492" y="20955"/>
                  </a:cubicBezTo>
                  <a:cubicBezTo>
                    <a:pt x="38186" y="20955"/>
                    <a:pt x="42931" y="20002"/>
                    <a:pt x="47677" y="20002"/>
                  </a:cubicBezTo>
                  <a:cubicBezTo>
                    <a:pt x="53371" y="20002"/>
                    <a:pt x="59065" y="19050"/>
                    <a:pt x="62861" y="18097"/>
                  </a:cubicBezTo>
                  <a:cubicBezTo>
                    <a:pt x="70453" y="17145"/>
                    <a:pt x="75198" y="15240"/>
                    <a:pt x="75198" y="11430"/>
                  </a:cubicBezTo>
                  <a:cubicBezTo>
                    <a:pt x="75198" y="8572"/>
                    <a:pt x="70453" y="5715"/>
                    <a:pt x="62861" y="3810"/>
                  </a:cubicBezTo>
                  <a:cubicBezTo>
                    <a:pt x="58116" y="2857"/>
                    <a:pt x="53371" y="1905"/>
                    <a:pt x="47677" y="952"/>
                  </a:cubicBezTo>
                  <a:cubicBezTo>
                    <a:pt x="41982" y="0"/>
                    <a:pt x="37237" y="0"/>
                    <a:pt x="32492" y="0"/>
                  </a:cubicBezTo>
                  <a:cubicBezTo>
                    <a:pt x="29645" y="0"/>
                    <a:pt x="22053" y="0"/>
                    <a:pt x="15410" y="952"/>
                  </a:cubicBezTo>
                  <a:cubicBezTo>
                    <a:pt x="8767" y="1905"/>
                    <a:pt x="2124" y="4763"/>
                    <a:pt x="226" y="857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9E696677-C690-9087-1862-4416E0F5AF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857" y="3144731"/>
              <a:ext cx="74113" cy="28571"/>
            </a:xfrm>
            <a:custGeom>
              <a:avLst/>
              <a:gdLst>
                <a:gd name="connsiteX0" fmla="*/ 0 w 74113"/>
                <a:gd name="connsiteY0" fmla="*/ 15663 h 28571"/>
                <a:gd name="connsiteX1" fmla="*/ 18031 w 74113"/>
                <a:gd name="connsiteY1" fmla="*/ 5186 h 28571"/>
                <a:gd name="connsiteX2" fmla="*/ 32266 w 74113"/>
                <a:gd name="connsiteY2" fmla="*/ 423 h 28571"/>
                <a:gd name="connsiteX3" fmla="*/ 47451 w 74113"/>
                <a:gd name="connsiteY3" fmla="*/ 423 h 28571"/>
                <a:gd name="connsiteX4" fmla="*/ 62635 w 74113"/>
                <a:gd name="connsiteY4" fmla="*/ 3281 h 28571"/>
                <a:gd name="connsiteX5" fmla="*/ 74023 w 74113"/>
                <a:gd name="connsiteY5" fmla="*/ 13758 h 28571"/>
                <a:gd name="connsiteX6" fmla="*/ 62635 w 74113"/>
                <a:gd name="connsiteY6" fmla="*/ 27093 h 28571"/>
                <a:gd name="connsiteX7" fmla="*/ 44603 w 74113"/>
                <a:gd name="connsiteY7" fmla="*/ 25188 h 28571"/>
                <a:gd name="connsiteX8" fmla="*/ 26572 w 74113"/>
                <a:gd name="connsiteY8" fmla="*/ 25188 h 28571"/>
                <a:gd name="connsiteX9" fmla="*/ 4745 w 74113"/>
                <a:gd name="connsiteY9" fmla="*/ 28046 h 28571"/>
                <a:gd name="connsiteX10" fmla="*/ 0 w 74113"/>
                <a:gd name="connsiteY10" fmla="*/ 15663 h 28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113" h="28571">
                  <a:moveTo>
                    <a:pt x="0" y="15663"/>
                  </a:moveTo>
                  <a:cubicBezTo>
                    <a:pt x="949" y="8996"/>
                    <a:pt x="13286" y="6138"/>
                    <a:pt x="18031" y="5186"/>
                  </a:cubicBezTo>
                  <a:cubicBezTo>
                    <a:pt x="22776" y="4233"/>
                    <a:pt x="27521" y="1376"/>
                    <a:pt x="32266" y="423"/>
                  </a:cubicBezTo>
                  <a:cubicBezTo>
                    <a:pt x="37011" y="423"/>
                    <a:pt x="42705" y="-529"/>
                    <a:pt x="47451" y="423"/>
                  </a:cubicBezTo>
                  <a:cubicBezTo>
                    <a:pt x="53145" y="1376"/>
                    <a:pt x="58839" y="2328"/>
                    <a:pt x="62635" y="3281"/>
                  </a:cubicBezTo>
                  <a:cubicBezTo>
                    <a:pt x="69278" y="5186"/>
                    <a:pt x="73074" y="9948"/>
                    <a:pt x="74023" y="13758"/>
                  </a:cubicBezTo>
                  <a:cubicBezTo>
                    <a:pt x="74972" y="18521"/>
                    <a:pt x="68329" y="24236"/>
                    <a:pt x="62635" y="27093"/>
                  </a:cubicBezTo>
                  <a:cubicBezTo>
                    <a:pt x="55992" y="28998"/>
                    <a:pt x="50298" y="26141"/>
                    <a:pt x="44603" y="25188"/>
                  </a:cubicBezTo>
                  <a:cubicBezTo>
                    <a:pt x="39858" y="24236"/>
                    <a:pt x="34164" y="24236"/>
                    <a:pt x="26572" y="25188"/>
                  </a:cubicBezTo>
                  <a:cubicBezTo>
                    <a:pt x="16133" y="26141"/>
                    <a:pt x="10439" y="29951"/>
                    <a:pt x="4745" y="28046"/>
                  </a:cubicBezTo>
                  <a:cubicBezTo>
                    <a:pt x="1898" y="24236"/>
                    <a:pt x="0" y="19473"/>
                    <a:pt x="0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211A2CCE-BF4F-4EB9-E74D-8930AF1BDA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857" y="3204209"/>
              <a:ext cx="75023" cy="23812"/>
            </a:xfrm>
            <a:custGeom>
              <a:avLst/>
              <a:gdLst>
                <a:gd name="connsiteX0" fmla="*/ 0 w 75023"/>
                <a:gd name="connsiteY0" fmla="*/ 10478 h 23812"/>
                <a:gd name="connsiteX1" fmla="*/ 16133 w 75023"/>
                <a:gd name="connsiteY1" fmla="*/ 2858 h 23812"/>
                <a:gd name="connsiteX2" fmla="*/ 30368 w 75023"/>
                <a:gd name="connsiteY2" fmla="*/ 0 h 23812"/>
                <a:gd name="connsiteX3" fmla="*/ 44603 w 75023"/>
                <a:gd name="connsiteY3" fmla="*/ 953 h 23812"/>
                <a:gd name="connsiteX4" fmla="*/ 58839 w 75023"/>
                <a:gd name="connsiteY4" fmla="*/ 1905 h 23812"/>
                <a:gd name="connsiteX5" fmla="*/ 74972 w 75023"/>
                <a:gd name="connsiteY5" fmla="*/ 10478 h 23812"/>
                <a:gd name="connsiteX6" fmla="*/ 55043 w 75023"/>
                <a:gd name="connsiteY6" fmla="*/ 20003 h 23812"/>
                <a:gd name="connsiteX7" fmla="*/ 39858 w 75023"/>
                <a:gd name="connsiteY7" fmla="*/ 23813 h 23812"/>
                <a:gd name="connsiteX8" fmla="*/ 24674 w 75023"/>
                <a:gd name="connsiteY8" fmla="*/ 21908 h 23812"/>
                <a:gd name="connsiteX9" fmla="*/ 9490 w 75023"/>
                <a:gd name="connsiteY9" fmla="*/ 19050 h 23812"/>
                <a:gd name="connsiteX10" fmla="*/ 0 w 75023"/>
                <a:gd name="connsiteY10" fmla="*/ 10478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3" h="23812">
                  <a:moveTo>
                    <a:pt x="0" y="10478"/>
                  </a:moveTo>
                  <a:cubicBezTo>
                    <a:pt x="949" y="2858"/>
                    <a:pt x="9490" y="4763"/>
                    <a:pt x="16133" y="2858"/>
                  </a:cubicBezTo>
                  <a:cubicBezTo>
                    <a:pt x="19929" y="1905"/>
                    <a:pt x="24674" y="953"/>
                    <a:pt x="30368" y="0"/>
                  </a:cubicBezTo>
                  <a:cubicBezTo>
                    <a:pt x="34164" y="0"/>
                    <a:pt x="38909" y="953"/>
                    <a:pt x="44603" y="953"/>
                  </a:cubicBezTo>
                  <a:cubicBezTo>
                    <a:pt x="49349" y="953"/>
                    <a:pt x="54094" y="0"/>
                    <a:pt x="58839" y="1905"/>
                  </a:cubicBezTo>
                  <a:cubicBezTo>
                    <a:pt x="63584" y="3810"/>
                    <a:pt x="75921" y="2858"/>
                    <a:pt x="74972" y="10478"/>
                  </a:cubicBezTo>
                  <a:cubicBezTo>
                    <a:pt x="74023" y="19050"/>
                    <a:pt x="58839" y="19050"/>
                    <a:pt x="55043" y="20003"/>
                  </a:cubicBezTo>
                  <a:cubicBezTo>
                    <a:pt x="53145" y="20003"/>
                    <a:pt x="47451" y="23813"/>
                    <a:pt x="39858" y="23813"/>
                  </a:cubicBezTo>
                  <a:cubicBezTo>
                    <a:pt x="35113" y="23813"/>
                    <a:pt x="30368" y="22860"/>
                    <a:pt x="24674" y="21908"/>
                  </a:cubicBezTo>
                  <a:cubicBezTo>
                    <a:pt x="19929" y="20955"/>
                    <a:pt x="14235" y="20955"/>
                    <a:pt x="9490" y="19050"/>
                  </a:cubicBezTo>
                  <a:cubicBezTo>
                    <a:pt x="5694" y="17145"/>
                    <a:pt x="0" y="13335"/>
                    <a:pt x="0" y="1047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C3F05DD5-4AE1-DD90-63C1-5DB063EC60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5842" y="3259455"/>
              <a:ext cx="75159" cy="25803"/>
            </a:xfrm>
            <a:custGeom>
              <a:avLst/>
              <a:gdLst>
                <a:gd name="connsiteX0" fmla="*/ 14301 w 75159"/>
                <a:gd name="connsiteY0" fmla="*/ 22860 h 25803"/>
                <a:gd name="connsiteX1" fmla="*/ 66 w 75159"/>
                <a:gd name="connsiteY1" fmla="*/ 14288 h 25803"/>
                <a:gd name="connsiteX2" fmla="*/ 17148 w 75159"/>
                <a:gd name="connsiteY2" fmla="*/ 0 h 25803"/>
                <a:gd name="connsiteX3" fmla="*/ 38975 w 75159"/>
                <a:gd name="connsiteY3" fmla="*/ 5715 h 25803"/>
                <a:gd name="connsiteX4" fmla="*/ 52261 w 75159"/>
                <a:gd name="connsiteY4" fmla="*/ 2857 h 25803"/>
                <a:gd name="connsiteX5" fmla="*/ 65548 w 75159"/>
                <a:gd name="connsiteY5" fmla="*/ 2857 h 25803"/>
                <a:gd name="connsiteX6" fmla="*/ 75038 w 75159"/>
                <a:gd name="connsiteY6" fmla="*/ 11430 h 25803"/>
                <a:gd name="connsiteX7" fmla="*/ 65548 w 75159"/>
                <a:gd name="connsiteY7" fmla="*/ 23813 h 25803"/>
                <a:gd name="connsiteX8" fmla="*/ 52261 w 75159"/>
                <a:gd name="connsiteY8" fmla="*/ 24765 h 25803"/>
                <a:gd name="connsiteX9" fmla="*/ 38975 w 75159"/>
                <a:gd name="connsiteY9" fmla="*/ 21907 h 25803"/>
                <a:gd name="connsiteX10" fmla="*/ 14301 w 75159"/>
                <a:gd name="connsiteY10" fmla="*/ 2286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59" h="25803">
                  <a:moveTo>
                    <a:pt x="14301" y="22860"/>
                  </a:moveTo>
                  <a:cubicBezTo>
                    <a:pt x="11454" y="21907"/>
                    <a:pt x="1015" y="20002"/>
                    <a:pt x="66" y="14288"/>
                  </a:cubicBezTo>
                  <a:cubicBezTo>
                    <a:pt x="-883" y="8572"/>
                    <a:pt x="8607" y="952"/>
                    <a:pt x="17148" y="0"/>
                  </a:cubicBezTo>
                  <a:cubicBezTo>
                    <a:pt x="26638" y="0"/>
                    <a:pt x="28536" y="4763"/>
                    <a:pt x="38975" y="5715"/>
                  </a:cubicBezTo>
                  <a:cubicBezTo>
                    <a:pt x="44669" y="5715"/>
                    <a:pt x="48465" y="3810"/>
                    <a:pt x="52261" y="2857"/>
                  </a:cubicBezTo>
                  <a:cubicBezTo>
                    <a:pt x="56057" y="1905"/>
                    <a:pt x="60803" y="1905"/>
                    <a:pt x="65548" y="2857"/>
                  </a:cubicBezTo>
                  <a:cubicBezTo>
                    <a:pt x="70293" y="3810"/>
                    <a:pt x="74089" y="7620"/>
                    <a:pt x="75038" y="11430"/>
                  </a:cubicBezTo>
                  <a:cubicBezTo>
                    <a:pt x="75987" y="17145"/>
                    <a:pt x="71242" y="21907"/>
                    <a:pt x="65548" y="23813"/>
                  </a:cubicBezTo>
                  <a:cubicBezTo>
                    <a:pt x="60803" y="25717"/>
                    <a:pt x="57006" y="26670"/>
                    <a:pt x="52261" y="24765"/>
                  </a:cubicBezTo>
                  <a:cubicBezTo>
                    <a:pt x="48465" y="23813"/>
                    <a:pt x="44669" y="21907"/>
                    <a:pt x="38975" y="21907"/>
                  </a:cubicBezTo>
                  <a:cubicBezTo>
                    <a:pt x="26638" y="22860"/>
                    <a:pt x="23791" y="24765"/>
                    <a:pt x="14301" y="2286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31ABD4E6-8D71-773A-4CAF-AF1B6F180D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857" y="3316742"/>
              <a:ext cx="75920" cy="25580"/>
            </a:xfrm>
            <a:custGeom>
              <a:avLst/>
              <a:gdLst>
                <a:gd name="connsiteX0" fmla="*/ 12337 w 75920"/>
                <a:gd name="connsiteY0" fmla="*/ 815 h 25580"/>
                <a:gd name="connsiteX1" fmla="*/ 0 w 75920"/>
                <a:gd name="connsiteY1" fmla="*/ 11293 h 25580"/>
                <a:gd name="connsiteX2" fmla="*/ 18031 w 75920"/>
                <a:gd name="connsiteY2" fmla="*/ 24628 h 25580"/>
                <a:gd name="connsiteX3" fmla="*/ 34164 w 75920"/>
                <a:gd name="connsiteY3" fmla="*/ 25580 h 25580"/>
                <a:gd name="connsiteX4" fmla="*/ 50298 w 75920"/>
                <a:gd name="connsiteY4" fmla="*/ 24628 h 25580"/>
                <a:gd name="connsiteX5" fmla="*/ 65482 w 75920"/>
                <a:gd name="connsiteY5" fmla="*/ 20818 h 25580"/>
                <a:gd name="connsiteX6" fmla="*/ 75921 w 75920"/>
                <a:gd name="connsiteY6" fmla="*/ 10340 h 25580"/>
                <a:gd name="connsiteX7" fmla="*/ 65482 w 75920"/>
                <a:gd name="connsiteY7" fmla="*/ 5578 h 25580"/>
                <a:gd name="connsiteX8" fmla="*/ 51247 w 75920"/>
                <a:gd name="connsiteY8" fmla="*/ 4625 h 25580"/>
                <a:gd name="connsiteX9" fmla="*/ 37011 w 75920"/>
                <a:gd name="connsiteY9" fmla="*/ 1768 h 25580"/>
                <a:gd name="connsiteX10" fmla="*/ 12337 w 75920"/>
                <a:gd name="connsiteY10" fmla="*/ 815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20" h="25580">
                  <a:moveTo>
                    <a:pt x="12337" y="815"/>
                  </a:moveTo>
                  <a:cubicBezTo>
                    <a:pt x="6643" y="2720"/>
                    <a:pt x="0" y="6530"/>
                    <a:pt x="0" y="11293"/>
                  </a:cubicBezTo>
                  <a:cubicBezTo>
                    <a:pt x="0" y="17008"/>
                    <a:pt x="12337" y="22723"/>
                    <a:pt x="18031" y="24628"/>
                  </a:cubicBezTo>
                  <a:cubicBezTo>
                    <a:pt x="22776" y="25580"/>
                    <a:pt x="28470" y="25580"/>
                    <a:pt x="34164" y="25580"/>
                  </a:cubicBezTo>
                  <a:cubicBezTo>
                    <a:pt x="39858" y="25580"/>
                    <a:pt x="44603" y="25580"/>
                    <a:pt x="50298" y="24628"/>
                  </a:cubicBezTo>
                  <a:cubicBezTo>
                    <a:pt x="55992" y="23675"/>
                    <a:pt x="61686" y="22723"/>
                    <a:pt x="65482" y="20818"/>
                  </a:cubicBezTo>
                  <a:cubicBezTo>
                    <a:pt x="72125" y="17960"/>
                    <a:pt x="75921" y="15103"/>
                    <a:pt x="75921" y="10340"/>
                  </a:cubicBezTo>
                  <a:cubicBezTo>
                    <a:pt x="75921" y="5578"/>
                    <a:pt x="72125" y="5578"/>
                    <a:pt x="65482" y="5578"/>
                  </a:cubicBezTo>
                  <a:cubicBezTo>
                    <a:pt x="61686" y="5578"/>
                    <a:pt x="56941" y="4625"/>
                    <a:pt x="51247" y="4625"/>
                  </a:cubicBezTo>
                  <a:cubicBezTo>
                    <a:pt x="47451" y="4625"/>
                    <a:pt x="42705" y="2720"/>
                    <a:pt x="37011" y="1768"/>
                  </a:cubicBezTo>
                  <a:cubicBezTo>
                    <a:pt x="26572" y="815"/>
                    <a:pt x="19929" y="-1090"/>
                    <a:pt x="12337" y="81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82E1E76E-66A3-408A-1E1B-B5C65A10E1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7806" y="3376612"/>
              <a:ext cx="75987" cy="22174"/>
            </a:xfrm>
            <a:custGeom>
              <a:avLst/>
              <a:gdLst>
                <a:gd name="connsiteX0" fmla="*/ 65482 w 75987"/>
                <a:gd name="connsiteY0" fmla="*/ 3810 h 22174"/>
                <a:gd name="connsiteX1" fmla="*/ 75921 w 75987"/>
                <a:gd name="connsiteY1" fmla="*/ 7620 h 22174"/>
                <a:gd name="connsiteX2" fmla="*/ 62635 w 75987"/>
                <a:gd name="connsiteY2" fmla="*/ 20002 h 22174"/>
                <a:gd name="connsiteX3" fmla="*/ 45552 w 75987"/>
                <a:gd name="connsiteY3" fmla="*/ 20955 h 22174"/>
                <a:gd name="connsiteX4" fmla="*/ 28470 w 75987"/>
                <a:gd name="connsiteY4" fmla="*/ 21907 h 22174"/>
                <a:gd name="connsiteX5" fmla="*/ 11388 w 75987"/>
                <a:gd name="connsiteY5" fmla="*/ 17145 h 22174"/>
                <a:gd name="connsiteX6" fmla="*/ 0 w 75987"/>
                <a:gd name="connsiteY6" fmla="*/ 7620 h 22174"/>
                <a:gd name="connsiteX7" fmla="*/ 14235 w 75987"/>
                <a:gd name="connsiteY7" fmla="*/ 1905 h 22174"/>
                <a:gd name="connsiteX8" fmla="*/ 31317 w 75987"/>
                <a:gd name="connsiteY8" fmla="*/ 0 h 22174"/>
                <a:gd name="connsiteX9" fmla="*/ 48400 w 75987"/>
                <a:gd name="connsiteY9" fmla="*/ 0 h 22174"/>
                <a:gd name="connsiteX10" fmla="*/ 65482 w 75987"/>
                <a:gd name="connsiteY10" fmla="*/ 3810 h 22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87" h="22174">
                  <a:moveTo>
                    <a:pt x="65482" y="3810"/>
                  </a:moveTo>
                  <a:cubicBezTo>
                    <a:pt x="70227" y="4763"/>
                    <a:pt x="74972" y="4763"/>
                    <a:pt x="75921" y="7620"/>
                  </a:cubicBezTo>
                  <a:cubicBezTo>
                    <a:pt x="76870" y="12382"/>
                    <a:pt x="67380" y="19050"/>
                    <a:pt x="62635" y="20002"/>
                  </a:cubicBezTo>
                  <a:cubicBezTo>
                    <a:pt x="57890" y="20955"/>
                    <a:pt x="51247" y="20955"/>
                    <a:pt x="45552" y="20955"/>
                  </a:cubicBezTo>
                  <a:cubicBezTo>
                    <a:pt x="39858" y="20955"/>
                    <a:pt x="34164" y="22860"/>
                    <a:pt x="28470" y="21907"/>
                  </a:cubicBezTo>
                  <a:cubicBezTo>
                    <a:pt x="21827" y="20955"/>
                    <a:pt x="16133" y="19050"/>
                    <a:pt x="11388" y="17145"/>
                  </a:cubicBezTo>
                  <a:cubicBezTo>
                    <a:pt x="3796" y="15240"/>
                    <a:pt x="0" y="12382"/>
                    <a:pt x="0" y="7620"/>
                  </a:cubicBezTo>
                  <a:cubicBezTo>
                    <a:pt x="949" y="4763"/>
                    <a:pt x="5694" y="2857"/>
                    <a:pt x="14235" y="1905"/>
                  </a:cubicBezTo>
                  <a:cubicBezTo>
                    <a:pt x="18980" y="952"/>
                    <a:pt x="24674" y="0"/>
                    <a:pt x="31317" y="0"/>
                  </a:cubicBezTo>
                  <a:cubicBezTo>
                    <a:pt x="37011" y="0"/>
                    <a:pt x="42705" y="0"/>
                    <a:pt x="48400" y="0"/>
                  </a:cubicBezTo>
                  <a:cubicBezTo>
                    <a:pt x="55043" y="952"/>
                    <a:pt x="60737" y="2857"/>
                    <a:pt x="65482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C3649DAF-0D98-CFF2-2C65-B9A7695607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630" y="3434291"/>
              <a:ext cx="73300" cy="20849"/>
            </a:xfrm>
            <a:custGeom>
              <a:avLst/>
              <a:gdLst>
                <a:gd name="connsiteX0" fmla="*/ 226 w 73300"/>
                <a:gd name="connsiteY0" fmla="*/ 8996 h 20849"/>
                <a:gd name="connsiteX1" fmla="*/ 16360 w 73300"/>
                <a:gd name="connsiteY1" fmla="*/ 20426 h 20849"/>
                <a:gd name="connsiteX2" fmla="*/ 31544 w 73300"/>
                <a:gd name="connsiteY2" fmla="*/ 20426 h 20849"/>
                <a:gd name="connsiteX3" fmla="*/ 46728 w 73300"/>
                <a:gd name="connsiteY3" fmla="*/ 18521 h 20849"/>
                <a:gd name="connsiteX4" fmla="*/ 61912 w 73300"/>
                <a:gd name="connsiteY4" fmla="*/ 19473 h 20849"/>
                <a:gd name="connsiteX5" fmla="*/ 73300 w 73300"/>
                <a:gd name="connsiteY5" fmla="*/ 11853 h 20849"/>
                <a:gd name="connsiteX6" fmla="*/ 61912 w 73300"/>
                <a:gd name="connsiteY6" fmla="*/ 4233 h 20849"/>
                <a:gd name="connsiteX7" fmla="*/ 46728 w 73300"/>
                <a:gd name="connsiteY7" fmla="*/ 423 h 20849"/>
                <a:gd name="connsiteX8" fmla="*/ 31544 w 73300"/>
                <a:gd name="connsiteY8" fmla="*/ 423 h 20849"/>
                <a:gd name="connsiteX9" fmla="*/ 14462 w 73300"/>
                <a:gd name="connsiteY9" fmla="*/ 1376 h 20849"/>
                <a:gd name="connsiteX10" fmla="*/ 226 w 73300"/>
                <a:gd name="connsiteY10" fmla="*/ 8996 h 20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300" h="20849">
                  <a:moveTo>
                    <a:pt x="226" y="8996"/>
                  </a:moveTo>
                  <a:cubicBezTo>
                    <a:pt x="-1672" y="13758"/>
                    <a:pt x="8768" y="20426"/>
                    <a:pt x="16360" y="20426"/>
                  </a:cubicBezTo>
                  <a:cubicBezTo>
                    <a:pt x="21105" y="20426"/>
                    <a:pt x="26799" y="21378"/>
                    <a:pt x="31544" y="20426"/>
                  </a:cubicBezTo>
                  <a:cubicBezTo>
                    <a:pt x="37238" y="20426"/>
                    <a:pt x="41983" y="18521"/>
                    <a:pt x="46728" y="18521"/>
                  </a:cubicBezTo>
                  <a:cubicBezTo>
                    <a:pt x="52422" y="18521"/>
                    <a:pt x="58116" y="19473"/>
                    <a:pt x="61912" y="19473"/>
                  </a:cubicBezTo>
                  <a:cubicBezTo>
                    <a:pt x="69504" y="18521"/>
                    <a:pt x="73300" y="14711"/>
                    <a:pt x="73300" y="11853"/>
                  </a:cubicBezTo>
                  <a:cubicBezTo>
                    <a:pt x="73300" y="8996"/>
                    <a:pt x="69504" y="6138"/>
                    <a:pt x="61912" y="4233"/>
                  </a:cubicBezTo>
                  <a:cubicBezTo>
                    <a:pt x="57167" y="3281"/>
                    <a:pt x="52422" y="1376"/>
                    <a:pt x="46728" y="423"/>
                  </a:cubicBezTo>
                  <a:cubicBezTo>
                    <a:pt x="41983" y="-529"/>
                    <a:pt x="36289" y="423"/>
                    <a:pt x="31544" y="423"/>
                  </a:cubicBezTo>
                  <a:cubicBezTo>
                    <a:pt x="28697" y="423"/>
                    <a:pt x="21105" y="423"/>
                    <a:pt x="14462" y="1376"/>
                  </a:cubicBezTo>
                  <a:cubicBezTo>
                    <a:pt x="8768" y="2328"/>
                    <a:pt x="2124" y="5186"/>
                    <a:pt x="226" y="8996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A2664FA-A980-3513-CB99-FF690EA4F5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7750" y="3284219"/>
              <a:ext cx="75052" cy="26243"/>
            </a:xfrm>
            <a:custGeom>
              <a:avLst/>
              <a:gdLst>
                <a:gd name="connsiteX0" fmla="*/ 0 w 75052"/>
                <a:gd name="connsiteY0" fmla="*/ 16193 h 26243"/>
                <a:gd name="connsiteX1" fmla="*/ 17082 w 75052"/>
                <a:gd name="connsiteY1" fmla="*/ 4763 h 26243"/>
                <a:gd name="connsiteX2" fmla="*/ 32266 w 75052"/>
                <a:gd name="connsiteY2" fmla="*/ 1905 h 26243"/>
                <a:gd name="connsiteX3" fmla="*/ 47451 w 75052"/>
                <a:gd name="connsiteY3" fmla="*/ 0 h 26243"/>
                <a:gd name="connsiteX4" fmla="*/ 62635 w 75052"/>
                <a:gd name="connsiteY4" fmla="*/ 3810 h 26243"/>
                <a:gd name="connsiteX5" fmla="*/ 74972 w 75052"/>
                <a:gd name="connsiteY5" fmla="*/ 12383 h 26243"/>
                <a:gd name="connsiteX6" fmla="*/ 61686 w 75052"/>
                <a:gd name="connsiteY6" fmla="*/ 25718 h 26243"/>
                <a:gd name="connsiteX7" fmla="*/ 43655 w 75052"/>
                <a:gd name="connsiteY7" fmla="*/ 22860 h 26243"/>
                <a:gd name="connsiteX8" fmla="*/ 25623 w 75052"/>
                <a:gd name="connsiteY8" fmla="*/ 23813 h 26243"/>
                <a:gd name="connsiteX9" fmla="*/ 4745 w 75052"/>
                <a:gd name="connsiteY9" fmla="*/ 24765 h 26243"/>
                <a:gd name="connsiteX10" fmla="*/ 0 w 75052"/>
                <a:gd name="connsiteY10" fmla="*/ 16193 h 2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52" h="26243">
                  <a:moveTo>
                    <a:pt x="0" y="16193"/>
                  </a:moveTo>
                  <a:cubicBezTo>
                    <a:pt x="949" y="9525"/>
                    <a:pt x="12337" y="6668"/>
                    <a:pt x="17082" y="4763"/>
                  </a:cubicBezTo>
                  <a:cubicBezTo>
                    <a:pt x="21827" y="3810"/>
                    <a:pt x="26572" y="2858"/>
                    <a:pt x="32266" y="1905"/>
                  </a:cubicBezTo>
                  <a:cubicBezTo>
                    <a:pt x="37011" y="1905"/>
                    <a:pt x="42705" y="0"/>
                    <a:pt x="47451" y="0"/>
                  </a:cubicBezTo>
                  <a:cubicBezTo>
                    <a:pt x="53145" y="953"/>
                    <a:pt x="57890" y="2858"/>
                    <a:pt x="62635" y="3810"/>
                  </a:cubicBezTo>
                  <a:cubicBezTo>
                    <a:pt x="69278" y="5715"/>
                    <a:pt x="74972" y="9525"/>
                    <a:pt x="74972" y="12383"/>
                  </a:cubicBezTo>
                  <a:cubicBezTo>
                    <a:pt x="75921" y="17145"/>
                    <a:pt x="68329" y="22860"/>
                    <a:pt x="61686" y="25718"/>
                  </a:cubicBezTo>
                  <a:cubicBezTo>
                    <a:pt x="55043" y="27623"/>
                    <a:pt x="50298" y="23813"/>
                    <a:pt x="43655" y="22860"/>
                  </a:cubicBezTo>
                  <a:cubicBezTo>
                    <a:pt x="38910" y="21908"/>
                    <a:pt x="33215" y="22860"/>
                    <a:pt x="25623" y="23813"/>
                  </a:cubicBezTo>
                  <a:cubicBezTo>
                    <a:pt x="15184" y="24765"/>
                    <a:pt x="10439" y="27623"/>
                    <a:pt x="4745" y="24765"/>
                  </a:cubicBezTo>
                  <a:cubicBezTo>
                    <a:pt x="949" y="23813"/>
                    <a:pt x="0" y="20003"/>
                    <a:pt x="0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21C7F51E-B728-7B9C-6B93-AD718E1FC73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5852" y="3402330"/>
              <a:ext cx="75023" cy="24079"/>
            </a:xfrm>
            <a:custGeom>
              <a:avLst/>
              <a:gdLst>
                <a:gd name="connsiteX0" fmla="*/ 0 w 75023"/>
                <a:gd name="connsiteY0" fmla="*/ 11430 h 24079"/>
                <a:gd name="connsiteX1" fmla="*/ 16133 w 75023"/>
                <a:gd name="connsiteY1" fmla="*/ 2857 h 24079"/>
                <a:gd name="connsiteX2" fmla="*/ 30368 w 75023"/>
                <a:gd name="connsiteY2" fmla="*/ 0 h 24079"/>
                <a:gd name="connsiteX3" fmla="*/ 44603 w 75023"/>
                <a:gd name="connsiteY3" fmla="*/ 952 h 24079"/>
                <a:gd name="connsiteX4" fmla="*/ 58839 w 75023"/>
                <a:gd name="connsiteY4" fmla="*/ 2857 h 24079"/>
                <a:gd name="connsiteX5" fmla="*/ 74972 w 75023"/>
                <a:gd name="connsiteY5" fmla="*/ 11430 h 24079"/>
                <a:gd name="connsiteX6" fmla="*/ 55043 w 75023"/>
                <a:gd name="connsiteY6" fmla="*/ 20002 h 24079"/>
                <a:gd name="connsiteX7" fmla="*/ 39858 w 75023"/>
                <a:gd name="connsiteY7" fmla="*/ 22860 h 24079"/>
                <a:gd name="connsiteX8" fmla="*/ 24674 w 75023"/>
                <a:gd name="connsiteY8" fmla="*/ 23813 h 24079"/>
                <a:gd name="connsiteX9" fmla="*/ 9490 w 75023"/>
                <a:gd name="connsiteY9" fmla="*/ 20002 h 24079"/>
                <a:gd name="connsiteX10" fmla="*/ 0 w 75023"/>
                <a:gd name="connsiteY10" fmla="*/ 11430 h 2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3" h="24079">
                  <a:moveTo>
                    <a:pt x="0" y="11430"/>
                  </a:moveTo>
                  <a:cubicBezTo>
                    <a:pt x="949" y="3810"/>
                    <a:pt x="9490" y="4763"/>
                    <a:pt x="16133" y="2857"/>
                  </a:cubicBezTo>
                  <a:cubicBezTo>
                    <a:pt x="19929" y="1905"/>
                    <a:pt x="24674" y="952"/>
                    <a:pt x="30368" y="0"/>
                  </a:cubicBezTo>
                  <a:cubicBezTo>
                    <a:pt x="34164" y="0"/>
                    <a:pt x="39858" y="952"/>
                    <a:pt x="44603" y="952"/>
                  </a:cubicBezTo>
                  <a:cubicBezTo>
                    <a:pt x="49349" y="952"/>
                    <a:pt x="54094" y="952"/>
                    <a:pt x="58839" y="2857"/>
                  </a:cubicBezTo>
                  <a:cubicBezTo>
                    <a:pt x="63584" y="4763"/>
                    <a:pt x="75921" y="3810"/>
                    <a:pt x="74972" y="11430"/>
                  </a:cubicBezTo>
                  <a:cubicBezTo>
                    <a:pt x="74023" y="20002"/>
                    <a:pt x="58839" y="19050"/>
                    <a:pt x="55043" y="20002"/>
                  </a:cubicBezTo>
                  <a:cubicBezTo>
                    <a:pt x="53145" y="20002"/>
                    <a:pt x="47451" y="21907"/>
                    <a:pt x="39858" y="22860"/>
                  </a:cubicBezTo>
                  <a:cubicBezTo>
                    <a:pt x="35113" y="22860"/>
                    <a:pt x="29419" y="24765"/>
                    <a:pt x="24674" y="23813"/>
                  </a:cubicBezTo>
                  <a:cubicBezTo>
                    <a:pt x="19929" y="22860"/>
                    <a:pt x="14235" y="21907"/>
                    <a:pt x="9490" y="20002"/>
                  </a:cubicBezTo>
                  <a:cubicBezTo>
                    <a:pt x="6643" y="18097"/>
                    <a:pt x="0" y="14288"/>
                    <a:pt x="0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38F558D9-6360-B421-2E76-9EAD863F1B4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5786" y="3172777"/>
              <a:ext cx="77026" cy="24912"/>
            </a:xfrm>
            <a:custGeom>
              <a:avLst/>
              <a:gdLst>
                <a:gd name="connsiteX0" fmla="*/ 14301 w 77026"/>
                <a:gd name="connsiteY0" fmla="*/ 23813 h 24912"/>
                <a:gd name="connsiteX1" fmla="*/ 66 w 77026"/>
                <a:gd name="connsiteY1" fmla="*/ 14288 h 24912"/>
                <a:gd name="connsiteX2" fmla="*/ 17148 w 77026"/>
                <a:gd name="connsiteY2" fmla="*/ 0 h 24912"/>
                <a:gd name="connsiteX3" fmla="*/ 38975 w 77026"/>
                <a:gd name="connsiteY3" fmla="*/ 3810 h 24912"/>
                <a:gd name="connsiteX4" fmla="*/ 52261 w 77026"/>
                <a:gd name="connsiteY4" fmla="*/ 3810 h 24912"/>
                <a:gd name="connsiteX5" fmla="*/ 65548 w 77026"/>
                <a:gd name="connsiteY5" fmla="*/ 2857 h 24912"/>
                <a:gd name="connsiteX6" fmla="*/ 76936 w 77026"/>
                <a:gd name="connsiteY6" fmla="*/ 11430 h 24912"/>
                <a:gd name="connsiteX7" fmla="*/ 65548 w 77026"/>
                <a:gd name="connsiteY7" fmla="*/ 23813 h 24912"/>
                <a:gd name="connsiteX8" fmla="*/ 52261 w 77026"/>
                <a:gd name="connsiteY8" fmla="*/ 23813 h 24912"/>
                <a:gd name="connsiteX9" fmla="*/ 38975 w 77026"/>
                <a:gd name="connsiteY9" fmla="*/ 22860 h 24912"/>
                <a:gd name="connsiteX10" fmla="*/ 14301 w 77026"/>
                <a:gd name="connsiteY10" fmla="*/ 23813 h 24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26" h="24912">
                  <a:moveTo>
                    <a:pt x="14301" y="23813"/>
                  </a:moveTo>
                  <a:cubicBezTo>
                    <a:pt x="11454" y="22860"/>
                    <a:pt x="1015" y="20003"/>
                    <a:pt x="66" y="14288"/>
                  </a:cubicBezTo>
                  <a:cubicBezTo>
                    <a:pt x="-883" y="8572"/>
                    <a:pt x="8607" y="0"/>
                    <a:pt x="17148" y="0"/>
                  </a:cubicBezTo>
                  <a:cubicBezTo>
                    <a:pt x="26638" y="0"/>
                    <a:pt x="28536" y="3810"/>
                    <a:pt x="38975" y="3810"/>
                  </a:cubicBezTo>
                  <a:cubicBezTo>
                    <a:pt x="44669" y="3810"/>
                    <a:pt x="48465" y="4763"/>
                    <a:pt x="52261" y="3810"/>
                  </a:cubicBezTo>
                  <a:cubicBezTo>
                    <a:pt x="56057" y="2857"/>
                    <a:pt x="59854" y="1905"/>
                    <a:pt x="65548" y="2857"/>
                  </a:cubicBezTo>
                  <a:cubicBezTo>
                    <a:pt x="70293" y="3810"/>
                    <a:pt x="75987" y="6667"/>
                    <a:pt x="76936" y="11430"/>
                  </a:cubicBezTo>
                  <a:cubicBezTo>
                    <a:pt x="77885" y="17145"/>
                    <a:pt x="71242" y="21907"/>
                    <a:pt x="65548" y="23813"/>
                  </a:cubicBezTo>
                  <a:cubicBezTo>
                    <a:pt x="60803" y="25717"/>
                    <a:pt x="57955" y="24765"/>
                    <a:pt x="52261" y="23813"/>
                  </a:cubicBezTo>
                  <a:cubicBezTo>
                    <a:pt x="48465" y="22860"/>
                    <a:pt x="44669" y="22860"/>
                    <a:pt x="38975" y="22860"/>
                  </a:cubicBezTo>
                  <a:cubicBezTo>
                    <a:pt x="26638" y="22860"/>
                    <a:pt x="22842" y="25717"/>
                    <a:pt x="14301" y="2381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DB8A3BA1-67A4-F788-F369-586310D28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6801" y="3455438"/>
              <a:ext cx="75920" cy="25948"/>
            </a:xfrm>
            <a:custGeom>
              <a:avLst/>
              <a:gdLst>
                <a:gd name="connsiteX0" fmla="*/ 12337 w 75920"/>
                <a:gd name="connsiteY0" fmla="*/ 1184 h 25948"/>
                <a:gd name="connsiteX1" fmla="*/ 0 w 75920"/>
                <a:gd name="connsiteY1" fmla="*/ 11661 h 25948"/>
                <a:gd name="connsiteX2" fmla="*/ 18980 w 75920"/>
                <a:gd name="connsiteY2" fmla="*/ 23091 h 25948"/>
                <a:gd name="connsiteX3" fmla="*/ 34164 w 75920"/>
                <a:gd name="connsiteY3" fmla="*/ 25949 h 25948"/>
                <a:gd name="connsiteX4" fmla="*/ 50298 w 75920"/>
                <a:gd name="connsiteY4" fmla="*/ 24996 h 25948"/>
                <a:gd name="connsiteX5" fmla="*/ 66431 w 75920"/>
                <a:gd name="connsiteY5" fmla="*/ 24044 h 25948"/>
                <a:gd name="connsiteX6" fmla="*/ 75921 w 75920"/>
                <a:gd name="connsiteY6" fmla="*/ 12614 h 25948"/>
                <a:gd name="connsiteX7" fmla="*/ 65482 w 75920"/>
                <a:gd name="connsiteY7" fmla="*/ 7851 h 25948"/>
                <a:gd name="connsiteX8" fmla="*/ 51247 w 75920"/>
                <a:gd name="connsiteY8" fmla="*/ 5946 h 25948"/>
                <a:gd name="connsiteX9" fmla="*/ 37011 w 75920"/>
                <a:gd name="connsiteY9" fmla="*/ 4041 h 25948"/>
                <a:gd name="connsiteX10" fmla="*/ 12337 w 75920"/>
                <a:gd name="connsiteY10" fmla="*/ 1184 h 25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20" h="25948">
                  <a:moveTo>
                    <a:pt x="12337" y="1184"/>
                  </a:moveTo>
                  <a:cubicBezTo>
                    <a:pt x="6643" y="3089"/>
                    <a:pt x="0" y="6899"/>
                    <a:pt x="0" y="11661"/>
                  </a:cubicBezTo>
                  <a:cubicBezTo>
                    <a:pt x="0" y="17376"/>
                    <a:pt x="12337" y="22139"/>
                    <a:pt x="18980" y="23091"/>
                  </a:cubicBezTo>
                  <a:cubicBezTo>
                    <a:pt x="23725" y="24044"/>
                    <a:pt x="29419" y="25949"/>
                    <a:pt x="34164" y="25949"/>
                  </a:cubicBezTo>
                  <a:cubicBezTo>
                    <a:pt x="39859" y="25949"/>
                    <a:pt x="44604" y="24996"/>
                    <a:pt x="50298" y="24996"/>
                  </a:cubicBezTo>
                  <a:cubicBezTo>
                    <a:pt x="55992" y="24044"/>
                    <a:pt x="61686" y="24996"/>
                    <a:pt x="66431" y="24044"/>
                  </a:cubicBezTo>
                  <a:cubicBezTo>
                    <a:pt x="73074" y="21186"/>
                    <a:pt x="75921" y="16424"/>
                    <a:pt x="75921" y="12614"/>
                  </a:cubicBezTo>
                  <a:cubicBezTo>
                    <a:pt x="75921" y="7851"/>
                    <a:pt x="73074" y="7851"/>
                    <a:pt x="65482" y="7851"/>
                  </a:cubicBezTo>
                  <a:cubicBezTo>
                    <a:pt x="61686" y="7851"/>
                    <a:pt x="56941" y="5946"/>
                    <a:pt x="51247" y="5946"/>
                  </a:cubicBezTo>
                  <a:cubicBezTo>
                    <a:pt x="47451" y="5946"/>
                    <a:pt x="42705" y="4994"/>
                    <a:pt x="37011" y="4041"/>
                  </a:cubicBezTo>
                  <a:cubicBezTo>
                    <a:pt x="26572" y="1184"/>
                    <a:pt x="19929" y="-1674"/>
                    <a:pt x="12337" y="118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C36708E2-9E9B-FB10-DD09-781B8BF20D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7629" y="3232784"/>
              <a:ext cx="76114" cy="21907"/>
            </a:xfrm>
            <a:custGeom>
              <a:avLst/>
              <a:gdLst>
                <a:gd name="connsiteX0" fmla="*/ 65602 w 76114"/>
                <a:gd name="connsiteY0" fmla="*/ 953 h 21907"/>
                <a:gd name="connsiteX1" fmla="*/ 76041 w 76114"/>
                <a:gd name="connsiteY1" fmla="*/ 5715 h 21907"/>
                <a:gd name="connsiteX2" fmla="*/ 62755 w 76114"/>
                <a:gd name="connsiteY2" fmla="*/ 19050 h 21907"/>
                <a:gd name="connsiteX3" fmla="*/ 45673 w 76114"/>
                <a:gd name="connsiteY3" fmla="*/ 21908 h 21907"/>
                <a:gd name="connsiteX4" fmla="*/ 28591 w 76114"/>
                <a:gd name="connsiteY4" fmla="*/ 20955 h 21907"/>
                <a:gd name="connsiteX5" fmla="*/ 11509 w 76114"/>
                <a:gd name="connsiteY5" fmla="*/ 19050 h 21907"/>
                <a:gd name="connsiteX6" fmla="*/ 120 w 76114"/>
                <a:gd name="connsiteY6" fmla="*/ 7620 h 21907"/>
                <a:gd name="connsiteX7" fmla="*/ 15305 w 76114"/>
                <a:gd name="connsiteY7" fmla="*/ 1905 h 21907"/>
                <a:gd name="connsiteX8" fmla="*/ 32387 w 76114"/>
                <a:gd name="connsiteY8" fmla="*/ 0 h 21907"/>
                <a:gd name="connsiteX9" fmla="*/ 49469 w 76114"/>
                <a:gd name="connsiteY9" fmla="*/ 1905 h 21907"/>
                <a:gd name="connsiteX10" fmla="*/ 65602 w 76114"/>
                <a:gd name="connsiteY10" fmla="*/ 953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14" h="21907">
                  <a:moveTo>
                    <a:pt x="65602" y="953"/>
                  </a:moveTo>
                  <a:cubicBezTo>
                    <a:pt x="70347" y="1905"/>
                    <a:pt x="75092" y="2858"/>
                    <a:pt x="76041" y="5715"/>
                  </a:cubicBezTo>
                  <a:cubicBezTo>
                    <a:pt x="76990" y="10478"/>
                    <a:pt x="68449" y="18097"/>
                    <a:pt x="62755" y="19050"/>
                  </a:cubicBezTo>
                  <a:cubicBezTo>
                    <a:pt x="58010" y="20003"/>
                    <a:pt x="51367" y="20955"/>
                    <a:pt x="45673" y="21908"/>
                  </a:cubicBezTo>
                  <a:cubicBezTo>
                    <a:pt x="39979" y="21908"/>
                    <a:pt x="34285" y="20955"/>
                    <a:pt x="28591" y="20955"/>
                  </a:cubicBezTo>
                  <a:cubicBezTo>
                    <a:pt x="21948" y="20003"/>
                    <a:pt x="16254" y="20003"/>
                    <a:pt x="11509" y="19050"/>
                  </a:cubicBezTo>
                  <a:cubicBezTo>
                    <a:pt x="3916" y="17145"/>
                    <a:pt x="-829" y="12383"/>
                    <a:pt x="120" y="7620"/>
                  </a:cubicBezTo>
                  <a:cubicBezTo>
                    <a:pt x="1069" y="4763"/>
                    <a:pt x="6763" y="2858"/>
                    <a:pt x="15305" y="1905"/>
                  </a:cubicBezTo>
                  <a:cubicBezTo>
                    <a:pt x="20050" y="953"/>
                    <a:pt x="25744" y="0"/>
                    <a:pt x="32387" y="0"/>
                  </a:cubicBezTo>
                  <a:cubicBezTo>
                    <a:pt x="38081" y="0"/>
                    <a:pt x="43775" y="1905"/>
                    <a:pt x="49469" y="1905"/>
                  </a:cubicBezTo>
                  <a:cubicBezTo>
                    <a:pt x="55163" y="0"/>
                    <a:pt x="60857" y="0"/>
                    <a:pt x="65602" y="95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A4F6409B-AE99-8534-6B13-219CF25705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7505" y="3346890"/>
              <a:ext cx="74267" cy="19244"/>
            </a:xfrm>
            <a:custGeom>
              <a:avLst/>
              <a:gdLst>
                <a:gd name="connsiteX0" fmla="*/ 245 w 74267"/>
                <a:gd name="connsiteY0" fmla="*/ 7814 h 19244"/>
                <a:gd name="connsiteX1" fmla="*/ 16378 w 74267"/>
                <a:gd name="connsiteY1" fmla="*/ 19244 h 19244"/>
                <a:gd name="connsiteX2" fmla="*/ 31562 w 74267"/>
                <a:gd name="connsiteY2" fmla="*/ 18292 h 19244"/>
                <a:gd name="connsiteX3" fmla="*/ 46746 w 74267"/>
                <a:gd name="connsiteY3" fmla="*/ 18292 h 19244"/>
                <a:gd name="connsiteX4" fmla="*/ 61931 w 74267"/>
                <a:gd name="connsiteY4" fmla="*/ 17339 h 19244"/>
                <a:gd name="connsiteX5" fmla="*/ 74268 w 74267"/>
                <a:gd name="connsiteY5" fmla="*/ 10672 h 19244"/>
                <a:gd name="connsiteX6" fmla="*/ 61931 w 74267"/>
                <a:gd name="connsiteY6" fmla="*/ 3052 h 19244"/>
                <a:gd name="connsiteX7" fmla="*/ 46746 w 74267"/>
                <a:gd name="connsiteY7" fmla="*/ 194 h 19244"/>
                <a:gd name="connsiteX8" fmla="*/ 31562 w 74267"/>
                <a:gd name="connsiteY8" fmla="*/ 2099 h 19244"/>
                <a:gd name="connsiteX9" fmla="*/ 14480 w 74267"/>
                <a:gd name="connsiteY9" fmla="*/ 3052 h 19244"/>
                <a:gd name="connsiteX10" fmla="*/ 245 w 74267"/>
                <a:gd name="connsiteY10" fmla="*/ 7814 h 19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67" h="19244">
                  <a:moveTo>
                    <a:pt x="245" y="7814"/>
                  </a:moveTo>
                  <a:cubicBezTo>
                    <a:pt x="-1653" y="12577"/>
                    <a:pt x="7837" y="19244"/>
                    <a:pt x="16378" y="19244"/>
                  </a:cubicBezTo>
                  <a:cubicBezTo>
                    <a:pt x="21123" y="19244"/>
                    <a:pt x="26817" y="18292"/>
                    <a:pt x="31562" y="18292"/>
                  </a:cubicBezTo>
                  <a:cubicBezTo>
                    <a:pt x="37256" y="18292"/>
                    <a:pt x="42001" y="18292"/>
                    <a:pt x="46746" y="18292"/>
                  </a:cubicBezTo>
                  <a:cubicBezTo>
                    <a:pt x="52441" y="18292"/>
                    <a:pt x="58135" y="17339"/>
                    <a:pt x="61931" y="17339"/>
                  </a:cubicBezTo>
                  <a:cubicBezTo>
                    <a:pt x="69523" y="16387"/>
                    <a:pt x="74268" y="13529"/>
                    <a:pt x="74268" y="10672"/>
                  </a:cubicBezTo>
                  <a:cubicBezTo>
                    <a:pt x="74268" y="7814"/>
                    <a:pt x="69523" y="4957"/>
                    <a:pt x="61931" y="3052"/>
                  </a:cubicBezTo>
                  <a:cubicBezTo>
                    <a:pt x="57186" y="2099"/>
                    <a:pt x="52441" y="194"/>
                    <a:pt x="46746" y="194"/>
                  </a:cubicBezTo>
                  <a:cubicBezTo>
                    <a:pt x="42001" y="-758"/>
                    <a:pt x="36307" y="2099"/>
                    <a:pt x="31562" y="2099"/>
                  </a:cubicBezTo>
                  <a:cubicBezTo>
                    <a:pt x="28715" y="2099"/>
                    <a:pt x="21123" y="2099"/>
                    <a:pt x="14480" y="3052"/>
                  </a:cubicBezTo>
                  <a:cubicBezTo>
                    <a:pt x="7837" y="3052"/>
                    <a:pt x="1194" y="4004"/>
                    <a:pt x="245" y="781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484E6D51-EC98-729C-EE12-99282100B3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1813" y="3427624"/>
              <a:ext cx="76187" cy="24864"/>
            </a:xfrm>
            <a:custGeom>
              <a:avLst/>
              <a:gdLst>
                <a:gd name="connsiteX0" fmla="*/ 186 w 76187"/>
                <a:gd name="connsiteY0" fmla="*/ 14711 h 24864"/>
                <a:gd name="connsiteX1" fmla="*/ 18217 w 76187"/>
                <a:gd name="connsiteY1" fmla="*/ 3281 h 24864"/>
                <a:gd name="connsiteX2" fmla="*/ 33402 w 76187"/>
                <a:gd name="connsiteY2" fmla="*/ 423 h 24864"/>
                <a:gd name="connsiteX3" fmla="*/ 48586 w 76187"/>
                <a:gd name="connsiteY3" fmla="*/ 423 h 24864"/>
                <a:gd name="connsiteX4" fmla="*/ 63770 w 76187"/>
                <a:gd name="connsiteY4" fmla="*/ 2328 h 24864"/>
                <a:gd name="connsiteX5" fmla="*/ 76107 w 76187"/>
                <a:gd name="connsiteY5" fmla="*/ 11853 h 24864"/>
                <a:gd name="connsiteX6" fmla="*/ 62821 w 76187"/>
                <a:gd name="connsiteY6" fmla="*/ 24236 h 24864"/>
                <a:gd name="connsiteX7" fmla="*/ 44790 w 76187"/>
                <a:gd name="connsiteY7" fmla="*/ 21378 h 24864"/>
                <a:gd name="connsiteX8" fmla="*/ 25810 w 76187"/>
                <a:gd name="connsiteY8" fmla="*/ 21378 h 24864"/>
                <a:gd name="connsiteX9" fmla="*/ 4931 w 76187"/>
                <a:gd name="connsiteY9" fmla="*/ 23283 h 24864"/>
                <a:gd name="connsiteX10" fmla="*/ 186 w 76187"/>
                <a:gd name="connsiteY10" fmla="*/ 14711 h 24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87" h="24864">
                  <a:moveTo>
                    <a:pt x="186" y="14711"/>
                  </a:moveTo>
                  <a:cubicBezTo>
                    <a:pt x="1135" y="8043"/>
                    <a:pt x="13472" y="4233"/>
                    <a:pt x="18217" y="3281"/>
                  </a:cubicBezTo>
                  <a:cubicBezTo>
                    <a:pt x="22962" y="2328"/>
                    <a:pt x="27708" y="1376"/>
                    <a:pt x="33402" y="423"/>
                  </a:cubicBezTo>
                  <a:cubicBezTo>
                    <a:pt x="38147" y="423"/>
                    <a:pt x="43841" y="-529"/>
                    <a:pt x="48586" y="423"/>
                  </a:cubicBezTo>
                  <a:cubicBezTo>
                    <a:pt x="54280" y="1376"/>
                    <a:pt x="59974" y="423"/>
                    <a:pt x="63770" y="2328"/>
                  </a:cubicBezTo>
                  <a:cubicBezTo>
                    <a:pt x="70413" y="4233"/>
                    <a:pt x="76107" y="8996"/>
                    <a:pt x="76107" y="11853"/>
                  </a:cubicBezTo>
                  <a:cubicBezTo>
                    <a:pt x="77056" y="16616"/>
                    <a:pt x="69464" y="22331"/>
                    <a:pt x="62821" y="24236"/>
                  </a:cubicBezTo>
                  <a:cubicBezTo>
                    <a:pt x="56178" y="26141"/>
                    <a:pt x="51433" y="23283"/>
                    <a:pt x="44790" y="21378"/>
                  </a:cubicBezTo>
                  <a:cubicBezTo>
                    <a:pt x="40045" y="20426"/>
                    <a:pt x="34351" y="20426"/>
                    <a:pt x="25810" y="21378"/>
                  </a:cubicBezTo>
                  <a:cubicBezTo>
                    <a:pt x="15370" y="22331"/>
                    <a:pt x="10625" y="26141"/>
                    <a:pt x="4931" y="23283"/>
                  </a:cubicBezTo>
                  <a:cubicBezTo>
                    <a:pt x="2084" y="22331"/>
                    <a:pt x="-763" y="18521"/>
                    <a:pt x="186" y="1471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70B259FC-3C3A-0003-C7AB-C657291D6B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1927" y="3372802"/>
              <a:ext cx="75165" cy="24338"/>
            </a:xfrm>
            <a:custGeom>
              <a:avLst/>
              <a:gdLst>
                <a:gd name="connsiteX0" fmla="*/ 13359 w 75165"/>
                <a:gd name="connsiteY0" fmla="*/ 21908 h 24338"/>
                <a:gd name="connsiteX1" fmla="*/ 72 w 75165"/>
                <a:gd name="connsiteY1" fmla="*/ 12383 h 24338"/>
                <a:gd name="connsiteX2" fmla="*/ 16206 w 75165"/>
                <a:gd name="connsiteY2" fmla="*/ 0 h 24338"/>
                <a:gd name="connsiteX3" fmla="*/ 38033 w 75165"/>
                <a:gd name="connsiteY3" fmla="*/ 4763 h 24338"/>
                <a:gd name="connsiteX4" fmla="*/ 51319 w 75165"/>
                <a:gd name="connsiteY4" fmla="*/ 953 h 24338"/>
                <a:gd name="connsiteX5" fmla="*/ 64605 w 75165"/>
                <a:gd name="connsiteY5" fmla="*/ 1905 h 24338"/>
                <a:gd name="connsiteX6" fmla="*/ 75044 w 75165"/>
                <a:gd name="connsiteY6" fmla="*/ 9525 h 24338"/>
                <a:gd name="connsiteX7" fmla="*/ 64605 w 75165"/>
                <a:gd name="connsiteY7" fmla="*/ 23813 h 24338"/>
                <a:gd name="connsiteX8" fmla="*/ 51319 w 75165"/>
                <a:gd name="connsiteY8" fmla="*/ 20955 h 24338"/>
                <a:gd name="connsiteX9" fmla="*/ 38033 w 75165"/>
                <a:gd name="connsiteY9" fmla="*/ 20003 h 24338"/>
                <a:gd name="connsiteX10" fmla="*/ 13359 w 75165"/>
                <a:gd name="connsiteY10" fmla="*/ 21908 h 2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4338">
                  <a:moveTo>
                    <a:pt x="13359" y="21908"/>
                  </a:moveTo>
                  <a:cubicBezTo>
                    <a:pt x="10512" y="20955"/>
                    <a:pt x="1971" y="17145"/>
                    <a:pt x="72" y="12383"/>
                  </a:cubicBezTo>
                  <a:cubicBezTo>
                    <a:pt x="-877" y="6668"/>
                    <a:pt x="7665" y="0"/>
                    <a:pt x="16206" y="0"/>
                  </a:cubicBezTo>
                  <a:cubicBezTo>
                    <a:pt x="25696" y="0"/>
                    <a:pt x="26645" y="3810"/>
                    <a:pt x="38033" y="4763"/>
                  </a:cubicBezTo>
                  <a:cubicBezTo>
                    <a:pt x="43727" y="4763"/>
                    <a:pt x="47523" y="1905"/>
                    <a:pt x="51319" y="953"/>
                  </a:cubicBezTo>
                  <a:cubicBezTo>
                    <a:pt x="55115" y="0"/>
                    <a:pt x="58911" y="953"/>
                    <a:pt x="64605" y="1905"/>
                  </a:cubicBezTo>
                  <a:cubicBezTo>
                    <a:pt x="69350" y="2858"/>
                    <a:pt x="74095" y="5715"/>
                    <a:pt x="75044" y="9525"/>
                  </a:cubicBezTo>
                  <a:cubicBezTo>
                    <a:pt x="75993" y="15240"/>
                    <a:pt x="71248" y="21908"/>
                    <a:pt x="64605" y="23813"/>
                  </a:cubicBezTo>
                  <a:cubicBezTo>
                    <a:pt x="59860" y="25718"/>
                    <a:pt x="56064" y="21908"/>
                    <a:pt x="51319" y="20955"/>
                  </a:cubicBezTo>
                  <a:cubicBezTo>
                    <a:pt x="47523" y="20003"/>
                    <a:pt x="43727" y="20003"/>
                    <a:pt x="38033" y="20003"/>
                  </a:cubicBezTo>
                  <a:cubicBezTo>
                    <a:pt x="24747" y="20003"/>
                    <a:pt x="21900" y="23813"/>
                    <a:pt x="13359" y="2190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F46E5D44-1EAA-BCF2-7170-352B40ACD2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2948" y="3198409"/>
              <a:ext cx="74022" cy="26070"/>
            </a:xfrm>
            <a:custGeom>
              <a:avLst/>
              <a:gdLst>
                <a:gd name="connsiteX0" fmla="*/ 11388 w 74022"/>
                <a:gd name="connsiteY0" fmla="*/ 1038 h 26070"/>
                <a:gd name="connsiteX1" fmla="*/ 0 w 74022"/>
                <a:gd name="connsiteY1" fmla="*/ 9611 h 26070"/>
                <a:gd name="connsiteX2" fmla="*/ 17082 w 74022"/>
                <a:gd name="connsiteY2" fmla="*/ 21041 h 26070"/>
                <a:gd name="connsiteX3" fmla="*/ 32266 w 74022"/>
                <a:gd name="connsiteY3" fmla="*/ 24851 h 26070"/>
                <a:gd name="connsiteX4" fmla="*/ 48400 w 74022"/>
                <a:gd name="connsiteY4" fmla="*/ 25803 h 26070"/>
                <a:gd name="connsiteX5" fmla="*/ 64533 w 74022"/>
                <a:gd name="connsiteY5" fmla="*/ 21993 h 26070"/>
                <a:gd name="connsiteX6" fmla="*/ 74023 w 74022"/>
                <a:gd name="connsiteY6" fmla="*/ 10563 h 26070"/>
                <a:gd name="connsiteX7" fmla="*/ 63584 w 74022"/>
                <a:gd name="connsiteY7" fmla="*/ 3896 h 26070"/>
                <a:gd name="connsiteX8" fmla="*/ 49349 w 74022"/>
                <a:gd name="connsiteY8" fmla="*/ 3896 h 26070"/>
                <a:gd name="connsiteX9" fmla="*/ 35113 w 74022"/>
                <a:gd name="connsiteY9" fmla="*/ 1991 h 26070"/>
                <a:gd name="connsiteX10" fmla="*/ 11388 w 74022"/>
                <a:gd name="connsiteY10" fmla="*/ 1038 h 2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022" h="26070">
                  <a:moveTo>
                    <a:pt x="11388" y="1038"/>
                  </a:moveTo>
                  <a:cubicBezTo>
                    <a:pt x="5694" y="2943"/>
                    <a:pt x="0" y="5801"/>
                    <a:pt x="0" y="9611"/>
                  </a:cubicBezTo>
                  <a:cubicBezTo>
                    <a:pt x="0" y="15326"/>
                    <a:pt x="11388" y="19136"/>
                    <a:pt x="17082" y="21041"/>
                  </a:cubicBezTo>
                  <a:cubicBezTo>
                    <a:pt x="21827" y="21993"/>
                    <a:pt x="27521" y="24851"/>
                    <a:pt x="32266" y="24851"/>
                  </a:cubicBezTo>
                  <a:cubicBezTo>
                    <a:pt x="37960" y="24851"/>
                    <a:pt x="43655" y="26756"/>
                    <a:pt x="48400" y="25803"/>
                  </a:cubicBezTo>
                  <a:cubicBezTo>
                    <a:pt x="54094" y="24851"/>
                    <a:pt x="59788" y="23898"/>
                    <a:pt x="64533" y="21993"/>
                  </a:cubicBezTo>
                  <a:cubicBezTo>
                    <a:pt x="71176" y="19136"/>
                    <a:pt x="74023" y="14373"/>
                    <a:pt x="74023" y="10563"/>
                  </a:cubicBezTo>
                  <a:cubicBezTo>
                    <a:pt x="74023" y="5801"/>
                    <a:pt x="70227" y="3896"/>
                    <a:pt x="63584" y="3896"/>
                  </a:cubicBezTo>
                  <a:cubicBezTo>
                    <a:pt x="59788" y="3896"/>
                    <a:pt x="55043" y="3896"/>
                    <a:pt x="49349" y="3896"/>
                  </a:cubicBezTo>
                  <a:cubicBezTo>
                    <a:pt x="45553" y="3896"/>
                    <a:pt x="40808" y="3896"/>
                    <a:pt x="35113" y="1991"/>
                  </a:cubicBezTo>
                  <a:cubicBezTo>
                    <a:pt x="25623" y="86"/>
                    <a:pt x="18980" y="-867"/>
                    <a:pt x="11388" y="103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FAE1B6DE-0471-726A-4505-5CBE32E05E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0947" y="3312371"/>
              <a:ext cx="76097" cy="21645"/>
            </a:xfrm>
            <a:custGeom>
              <a:avLst/>
              <a:gdLst>
                <a:gd name="connsiteX0" fmla="*/ 66534 w 76097"/>
                <a:gd name="connsiteY0" fmla="*/ 3281 h 21645"/>
                <a:gd name="connsiteX1" fmla="*/ 76024 w 76097"/>
                <a:gd name="connsiteY1" fmla="*/ 7091 h 21645"/>
                <a:gd name="connsiteX2" fmla="*/ 63687 w 76097"/>
                <a:gd name="connsiteY2" fmla="*/ 19473 h 21645"/>
                <a:gd name="connsiteX3" fmla="*/ 46605 w 76097"/>
                <a:gd name="connsiteY3" fmla="*/ 20426 h 21645"/>
                <a:gd name="connsiteX4" fmla="*/ 29523 w 76097"/>
                <a:gd name="connsiteY4" fmla="*/ 21378 h 21645"/>
                <a:gd name="connsiteX5" fmla="*/ 12441 w 76097"/>
                <a:gd name="connsiteY5" fmla="*/ 18521 h 21645"/>
                <a:gd name="connsiteX6" fmla="*/ 103 w 76097"/>
                <a:gd name="connsiteY6" fmla="*/ 7091 h 21645"/>
                <a:gd name="connsiteX7" fmla="*/ 16237 w 76097"/>
                <a:gd name="connsiteY7" fmla="*/ 423 h 21645"/>
                <a:gd name="connsiteX8" fmla="*/ 33319 w 76097"/>
                <a:gd name="connsiteY8" fmla="*/ 423 h 21645"/>
                <a:gd name="connsiteX9" fmla="*/ 50401 w 76097"/>
                <a:gd name="connsiteY9" fmla="*/ 423 h 21645"/>
                <a:gd name="connsiteX10" fmla="*/ 66534 w 76097"/>
                <a:gd name="connsiteY10" fmla="*/ 3281 h 21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7" h="21645">
                  <a:moveTo>
                    <a:pt x="66534" y="3281"/>
                  </a:moveTo>
                  <a:cubicBezTo>
                    <a:pt x="71279" y="4233"/>
                    <a:pt x="75075" y="4233"/>
                    <a:pt x="76024" y="7091"/>
                  </a:cubicBezTo>
                  <a:cubicBezTo>
                    <a:pt x="76973" y="11853"/>
                    <a:pt x="68432" y="18521"/>
                    <a:pt x="63687" y="19473"/>
                  </a:cubicBezTo>
                  <a:cubicBezTo>
                    <a:pt x="58942" y="20426"/>
                    <a:pt x="52299" y="20426"/>
                    <a:pt x="46605" y="20426"/>
                  </a:cubicBezTo>
                  <a:cubicBezTo>
                    <a:pt x="40911" y="20426"/>
                    <a:pt x="35217" y="22331"/>
                    <a:pt x="29523" y="21378"/>
                  </a:cubicBezTo>
                  <a:cubicBezTo>
                    <a:pt x="22880" y="20426"/>
                    <a:pt x="17186" y="20426"/>
                    <a:pt x="12441" y="18521"/>
                  </a:cubicBezTo>
                  <a:cubicBezTo>
                    <a:pt x="4849" y="16616"/>
                    <a:pt x="-846" y="11853"/>
                    <a:pt x="103" y="7091"/>
                  </a:cubicBezTo>
                  <a:cubicBezTo>
                    <a:pt x="1052" y="4233"/>
                    <a:pt x="7696" y="1376"/>
                    <a:pt x="16237" y="423"/>
                  </a:cubicBezTo>
                  <a:cubicBezTo>
                    <a:pt x="20982" y="-529"/>
                    <a:pt x="27625" y="423"/>
                    <a:pt x="33319" y="423"/>
                  </a:cubicBezTo>
                  <a:cubicBezTo>
                    <a:pt x="39013" y="423"/>
                    <a:pt x="44707" y="423"/>
                    <a:pt x="50401" y="423"/>
                  </a:cubicBezTo>
                  <a:cubicBezTo>
                    <a:pt x="57044" y="423"/>
                    <a:pt x="62738" y="2328"/>
                    <a:pt x="66534" y="328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D989FE65-4311-D226-7EFB-D259448C83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1773" y="3255644"/>
              <a:ext cx="74249" cy="21907"/>
            </a:xfrm>
            <a:custGeom>
              <a:avLst/>
              <a:gdLst>
                <a:gd name="connsiteX0" fmla="*/ 226 w 74249"/>
                <a:gd name="connsiteY0" fmla="*/ 10478 h 21907"/>
                <a:gd name="connsiteX1" fmla="*/ 16360 w 74249"/>
                <a:gd name="connsiteY1" fmla="*/ 20955 h 21907"/>
                <a:gd name="connsiteX2" fmla="*/ 31544 w 74249"/>
                <a:gd name="connsiteY2" fmla="*/ 21908 h 21907"/>
                <a:gd name="connsiteX3" fmla="*/ 46728 w 74249"/>
                <a:gd name="connsiteY3" fmla="*/ 20955 h 21907"/>
                <a:gd name="connsiteX4" fmla="*/ 61912 w 74249"/>
                <a:gd name="connsiteY4" fmla="*/ 18098 h 21907"/>
                <a:gd name="connsiteX5" fmla="*/ 74249 w 74249"/>
                <a:gd name="connsiteY5" fmla="*/ 12383 h 21907"/>
                <a:gd name="connsiteX6" fmla="*/ 61912 w 74249"/>
                <a:gd name="connsiteY6" fmla="*/ 6668 h 21907"/>
                <a:gd name="connsiteX7" fmla="*/ 47677 w 74249"/>
                <a:gd name="connsiteY7" fmla="*/ 2858 h 21907"/>
                <a:gd name="connsiteX8" fmla="*/ 32493 w 74249"/>
                <a:gd name="connsiteY8" fmla="*/ 0 h 21907"/>
                <a:gd name="connsiteX9" fmla="*/ 15411 w 74249"/>
                <a:gd name="connsiteY9" fmla="*/ 1905 h 21907"/>
                <a:gd name="connsiteX10" fmla="*/ 226 w 74249"/>
                <a:gd name="connsiteY10" fmla="*/ 10478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49" h="21907">
                  <a:moveTo>
                    <a:pt x="226" y="10478"/>
                  </a:moveTo>
                  <a:cubicBezTo>
                    <a:pt x="-1672" y="15240"/>
                    <a:pt x="8768" y="20955"/>
                    <a:pt x="16360" y="20955"/>
                  </a:cubicBezTo>
                  <a:cubicBezTo>
                    <a:pt x="21105" y="20955"/>
                    <a:pt x="26799" y="21908"/>
                    <a:pt x="31544" y="21908"/>
                  </a:cubicBezTo>
                  <a:cubicBezTo>
                    <a:pt x="37238" y="21908"/>
                    <a:pt x="41983" y="21908"/>
                    <a:pt x="46728" y="20955"/>
                  </a:cubicBezTo>
                  <a:cubicBezTo>
                    <a:pt x="52422" y="20955"/>
                    <a:pt x="57167" y="19050"/>
                    <a:pt x="61912" y="18098"/>
                  </a:cubicBezTo>
                  <a:cubicBezTo>
                    <a:pt x="69504" y="17145"/>
                    <a:pt x="74249" y="15240"/>
                    <a:pt x="74249" y="12383"/>
                  </a:cubicBezTo>
                  <a:cubicBezTo>
                    <a:pt x="74249" y="9525"/>
                    <a:pt x="69504" y="8573"/>
                    <a:pt x="61912" y="6668"/>
                  </a:cubicBezTo>
                  <a:cubicBezTo>
                    <a:pt x="57167" y="5715"/>
                    <a:pt x="52422" y="3810"/>
                    <a:pt x="47677" y="2858"/>
                  </a:cubicBezTo>
                  <a:cubicBezTo>
                    <a:pt x="41983" y="1905"/>
                    <a:pt x="37238" y="0"/>
                    <a:pt x="32493" y="0"/>
                  </a:cubicBezTo>
                  <a:cubicBezTo>
                    <a:pt x="29646" y="0"/>
                    <a:pt x="22054" y="953"/>
                    <a:pt x="15411" y="1905"/>
                  </a:cubicBezTo>
                  <a:cubicBezTo>
                    <a:pt x="8768" y="3810"/>
                    <a:pt x="2125" y="6668"/>
                    <a:pt x="226" y="1047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3E3980E8-82BC-0766-F8BC-A0494D1AE6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4782" y="3059430"/>
              <a:ext cx="75165" cy="21907"/>
            </a:xfrm>
            <a:custGeom>
              <a:avLst/>
              <a:gdLst>
                <a:gd name="connsiteX0" fmla="*/ 65602 w 75165"/>
                <a:gd name="connsiteY0" fmla="*/ 2857 h 21907"/>
                <a:gd name="connsiteX1" fmla="*/ 75092 w 75165"/>
                <a:gd name="connsiteY1" fmla="*/ 7620 h 21907"/>
                <a:gd name="connsiteX2" fmla="*/ 62755 w 75165"/>
                <a:gd name="connsiteY2" fmla="*/ 20003 h 21907"/>
                <a:gd name="connsiteX3" fmla="*/ 45673 w 75165"/>
                <a:gd name="connsiteY3" fmla="*/ 20955 h 21907"/>
                <a:gd name="connsiteX4" fmla="*/ 28591 w 75165"/>
                <a:gd name="connsiteY4" fmla="*/ 21908 h 21907"/>
                <a:gd name="connsiteX5" fmla="*/ 11508 w 75165"/>
                <a:gd name="connsiteY5" fmla="*/ 19050 h 21907"/>
                <a:gd name="connsiteX6" fmla="*/ 120 w 75165"/>
                <a:gd name="connsiteY6" fmla="*/ 7620 h 21907"/>
                <a:gd name="connsiteX7" fmla="*/ 15304 w 75165"/>
                <a:gd name="connsiteY7" fmla="*/ 952 h 21907"/>
                <a:gd name="connsiteX8" fmla="*/ 32387 w 75165"/>
                <a:gd name="connsiteY8" fmla="*/ 952 h 21907"/>
                <a:gd name="connsiteX9" fmla="*/ 49469 w 75165"/>
                <a:gd name="connsiteY9" fmla="*/ 0 h 21907"/>
                <a:gd name="connsiteX10" fmla="*/ 65602 w 75165"/>
                <a:gd name="connsiteY10" fmla="*/ 2857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1907">
                  <a:moveTo>
                    <a:pt x="65602" y="2857"/>
                  </a:moveTo>
                  <a:cubicBezTo>
                    <a:pt x="70347" y="3810"/>
                    <a:pt x="74143" y="4763"/>
                    <a:pt x="75092" y="7620"/>
                  </a:cubicBezTo>
                  <a:cubicBezTo>
                    <a:pt x="76041" y="12383"/>
                    <a:pt x="67500" y="19050"/>
                    <a:pt x="62755" y="20003"/>
                  </a:cubicBezTo>
                  <a:cubicBezTo>
                    <a:pt x="58010" y="20955"/>
                    <a:pt x="51367" y="20955"/>
                    <a:pt x="45673" y="20955"/>
                  </a:cubicBezTo>
                  <a:cubicBezTo>
                    <a:pt x="39979" y="20955"/>
                    <a:pt x="34285" y="21908"/>
                    <a:pt x="28591" y="21908"/>
                  </a:cubicBezTo>
                  <a:cubicBezTo>
                    <a:pt x="21948" y="20955"/>
                    <a:pt x="16253" y="20955"/>
                    <a:pt x="11508" y="19050"/>
                  </a:cubicBezTo>
                  <a:cubicBezTo>
                    <a:pt x="3916" y="17145"/>
                    <a:pt x="-829" y="12383"/>
                    <a:pt x="120" y="7620"/>
                  </a:cubicBezTo>
                  <a:cubicBezTo>
                    <a:pt x="1069" y="4763"/>
                    <a:pt x="6763" y="1905"/>
                    <a:pt x="15304" y="952"/>
                  </a:cubicBezTo>
                  <a:cubicBezTo>
                    <a:pt x="20050" y="0"/>
                    <a:pt x="26693" y="952"/>
                    <a:pt x="32387" y="952"/>
                  </a:cubicBezTo>
                  <a:cubicBezTo>
                    <a:pt x="38081" y="952"/>
                    <a:pt x="43775" y="0"/>
                    <a:pt x="49469" y="0"/>
                  </a:cubicBezTo>
                  <a:cubicBezTo>
                    <a:pt x="55163" y="952"/>
                    <a:pt x="60857" y="1905"/>
                    <a:pt x="65602" y="285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3B396FC5-62DC-22FC-8C9C-EACB7C6085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3728" y="3118484"/>
              <a:ext cx="76146" cy="20002"/>
            </a:xfrm>
            <a:custGeom>
              <a:avLst/>
              <a:gdLst>
                <a:gd name="connsiteX0" fmla="*/ 226 w 76146"/>
                <a:gd name="connsiteY0" fmla="*/ 6668 h 20002"/>
                <a:gd name="connsiteX1" fmla="*/ 17308 w 76146"/>
                <a:gd name="connsiteY1" fmla="*/ 20003 h 20002"/>
                <a:gd name="connsiteX2" fmla="*/ 32492 w 76146"/>
                <a:gd name="connsiteY2" fmla="*/ 19050 h 20002"/>
                <a:gd name="connsiteX3" fmla="*/ 47677 w 76146"/>
                <a:gd name="connsiteY3" fmla="*/ 19050 h 20002"/>
                <a:gd name="connsiteX4" fmla="*/ 62861 w 76146"/>
                <a:gd name="connsiteY4" fmla="*/ 17145 h 20002"/>
                <a:gd name="connsiteX5" fmla="*/ 76147 w 76146"/>
                <a:gd name="connsiteY5" fmla="*/ 10478 h 20002"/>
                <a:gd name="connsiteX6" fmla="*/ 62861 w 76146"/>
                <a:gd name="connsiteY6" fmla="*/ 3810 h 20002"/>
                <a:gd name="connsiteX7" fmla="*/ 47677 w 76146"/>
                <a:gd name="connsiteY7" fmla="*/ 953 h 20002"/>
                <a:gd name="connsiteX8" fmla="*/ 32492 w 76146"/>
                <a:gd name="connsiteY8" fmla="*/ 0 h 20002"/>
                <a:gd name="connsiteX9" fmla="*/ 15410 w 76146"/>
                <a:gd name="connsiteY9" fmla="*/ 2858 h 20002"/>
                <a:gd name="connsiteX10" fmla="*/ 226 w 76146"/>
                <a:gd name="connsiteY10" fmla="*/ 6668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46" h="20002">
                  <a:moveTo>
                    <a:pt x="226" y="6668"/>
                  </a:moveTo>
                  <a:cubicBezTo>
                    <a:pt x="-1672" y="11430"/>
                    <a:pt x="8767" y="20003"/>
                    <a:pt x="17308" y="20003"/>
                  </a:cubicBezTo>
                  <a:cubicBezTo>
                    <a:pt x="22053" y="20003"/>
                    <a:pt x="27747" y="19050"/>
                    <a:pt x="32492" y="19050"/>
                  </a:cubicBezTo>
                  <a:cubicBezTo>
                    <a:pt x="38186" y="19050"/>
                    <a:pt x="42931" y="19050"/>
                    <a:pt x="47677" y="19050"/>
                  </a:cubicBezTo>
                  <a:cubicBezTo>
                    <a:pt x="53371" y="19050"/>
                    <a:pt x="59065" y="18098"/>
                    <a:pt x="62861" y="17145"/>
                  </a:cubicBezTo>
                  <a:cubicBezTo>
                    <a:pt x="70453" y="16193"/>
                    <a:pt x="76147" y="13335"/>
                    <a:pt x="76147" y="10478"/>
                  </a:cubicBezTo>
                  <a:cubicBezTo>
                    <a:pt x="76147" y="7620"/>
                    <a:pt x="70453" y="5715"/>
                    <a:pt x="62861" y="3810"/>
                  </a:cubicBezTo>
                  <a:cubicBezTo>
                    <a:pt x="58116" y="2858"/>
                    <a:pt x="53371" y="1905"/>
                    <a:pt x="47677" y="953"/>
                  </a:cubicBezTo>
                  <a:cubicBezTo>
                    <a:pt x="41982" y="0"/>
                    <a:pt x="37237" y="0"/>
                    <a:pt x="32492" y="0"/>
                  </a:cubicBezTo>
                  <a:cubicBezTo>
                    <a:pt x="29645" y="0"/>
                    <a:pt x="22053" y="1905"/>
                    <a:pt x="15410" y="2858"/>
                  </a:cubicBezTo>
                  <a:cubicBezTo>
                    <a:pt x="8767" y="2858"/>
                    <a:pt x="1175" y="2858"/>
                    <a:pt x="226" y="666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F111C0E7-6C20-E016-59D0-D5FA1BE4DE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36372" y="3490912"/>
              <a:ext cx="75304" cy="26345"/>
            </a:xfrm>
            <a:custGeom>
              <a:avLst/>
              <a:gdLst>
                <a:gd name="connsiteX0" fmla="*/ 242 w 75304"/>
                <a:gd name="connsiteY0" fmla="*/ 16193 h 26345"/>
                <a:gd name="connsiteX1" fmla="*/ 18273 w 75304"/>
                <a:gd name="connsiteY1" fmla="*/ 4763 h 26345"/>
                <a:gd name="connsiteX2" fmla="*/ 33457 w 75304"/>
                <a:gd name="connsiteY2" fmla="*/ 952 h 26345"/>
                <a:gd name="connsiteX3" fmla="*/ 48641 w 75304"/>
                <a:gd name="connsiteY3" fmla="*/ 0 h 26345"/>
                <a:gd name="connsiteX4" fmla="*/ 62877 w 75304"/>
                <a:gd name="connsiteY4" fmla="*/ 4763 h 26345"/>
                <a:gd name="connsiteX5" fmla="*/ 75214 w 75304"/>
                <a:gd name="connsiteY5" fmla="*/ 13335 h 26345"/>
                <a:gd name="connsiteX6" fmla="*/ 62877 w 75304"/>
                <a:gd name="connsiteY6" fmla="*/ 25718 h 26345"/>
                <a:gd name="connsiteX7" fmla="*/ 44845 w 75304"/>
                <a:gd name="connsiteY7" fmla="*/ 22860 h 26345"/>
                <a:gd name="connsiteX8" fmla="*/ 25865 w 75304"/>
                <a:gd name="connsiteY8" fmla="*/ 21907 h 26345"/>
                <a:gd name="connsiteX9" fmla="*/ 4987 w 75304"/>
                <a:gd name="connsiteY9" fmla="*/ 24765 h 26345"/>
                <a:gd name="connsiteX10" fmla="*/ 242 w 75304"/>
                <a:gd name="connsiteY10" fmla="*/ 16193 h 2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304" h="26345">
                  <a:moveTo>
                    <a:pt x="242" y="16193"/>
                  </a:moveTo>
                  <a:cubicBezTo>
                    <a:pt x="1191" y="9525"/>
                    <a:pt x="13528" y="6668"/>
                    <a:pt x="18273" y="4763"/>
                  </a:cubicBezTo>
                  <a:cubicBezTo>
                    <a:pt x="23018" y="3810"/>
                    <a:pt x="27763" y="952"/>
                    <a:pt x="33457" y="952"/>
                  </a:cubicBezTo>
                  <a:cubicBezTo>
                    <a:pt x="38202" y="952"/>
                    <a:pt x="43896" y="0"/>
                    <a:pt x="48641" y="0"/>
                  </a:cubicBezTo>
                  <a:cubicBezTo>
                    <a:pt x="54335" y="952"/>
                    <a:pt x="59081" y="3810"/>
                    <a:pt x="62877" y="4763"/>
                  </a:cubicBezTo>
                  <a:cubicBezTo>
                    <a:pt x="69520" y="6668"/>
                    <a:pt x="74265" y="9525"/>
                    <a:pt x="75214" y="13335"/>
                  </a:cubicBezTo>
                  <a:cubicBezTo>
                    <a:pt x="76163" y="18098"/>
                    <a:pt x="69520" y="23813"/>
                    <a:pt x="62877" y="25718"/>
                  </a:cubicBezTo>
                  <a:cubicBezTo>
                    <a:pt x="56233" y="27623"/>
                    <a:pt x="51488" y="24765"/>
                    <a:pt x="44845" y="22860"/>
                  </a:cubicBezTo>
                  <a:cubicBezTo>
                    <a:pt x="40100" y="21907"/>
                    <a:pt x="34406" y="20955"/>
                    <a:pt x="25865" y="21907"/>
                  </a:cubicBezTo>
                  <a:cubicBezTo>
                    <a:pt x="15426" y="22860"/>
                    <a:pt x="10681" y="27623"/>
                    <a:pt x="4987" y="24765"/>
                  </a:cubicBezTo>
                  <a:cubicBezTo>
                    <a:pt x="1191" y="23813"/>
                    <a:pt x="-707" y="19050"/>
                    <a:pt x="242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1381611A-7187-4AE7-45EF-52E58F7BCC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6437" y="3376189"/>
              <a:ext cx="73221" cy="23706"/>
            </a:xfrm>
            <a:custGeom>
              <a:avLst/>
              <a:gdLst>
                <a:gd name="connsiteX0" fmla="*/ 92 w 73221"/>
                <a:gd name="connsiteY0" fmla="*/ 10901 h 23706"/>
                <a:gd name="connsiteX1" fmla="*/ 16225 w 73221"/>
                <a:gd name="connsiteY1" fmla="*/ 3281 h 23706"/>
                <a:gd name="connsiteX2" fmla="*/ 30460 w 73221"/>
                <a:gd name="connsiteY2" fmla="*/ 423 h 23706"/>
                <a:gd name="connsiteX3" fmla="*/ 44695 w 73221"/>
                <a:gd name="connsiteY3" fmla="*/ 423 h 23706"/>
                <a:gd name="connsiteX4" fmla="*/ 57982 w 73221"/>
                <a:gd name="connsiteY4" fmla="*/ 4233 h 23706"/>
                <a:gd name="connsiteX5" fmla="*/ 73166 w 73221"/>
                <a:gd name="connsiteY5" fmla="*/ 10901 h 23706"/>
                <a:gd name="connsiteX6" fmla="*/ 54186 w 73221"/>
                <a:gd name="connsiteY6" fmla="*/ 19473 h 23706"/>
                <a:gd name="connsiteX7" fmla="*/ 39001 w 73221"/>
                <a:gd name="connsiteY7" fmla="*/ 23283 h 23706"/>
                <a:gd name="connsiteX8" fmla="*/ 23817 w 73221"/>
                <a:gd name="connsiteY8" fmla="*/ 23283 h 23706"/>
                <a:gd name="connsiteX9" fmla="*/ 8633 w 73221"/>
                <a:gd name="connsiteY9" fmla="*/ 18521 h 23706"/>
                <a:gd name="connsiteX10" fmla="*/ 92 w 73221"/>
                <a:gd name="connsiteY10" fmla="*/ 10901 h 23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221" h="23706">
                  <a:moveTo>
                    <a:pt x="92" y="10901"/>
                  </a:moveTo>
                  <a:cubicBezTo>
                    <a:pt x="1041" y="3281"/>
                    <a:pt x="9582" y="4233"/>
                    <a:pt x="16225" y="3281"/>
                  </a:cubicBezTo>
                  <a:cubicBezTo>
                    <a:pt x="20021" y="2328"/>
                    <a:pt x="24766" y="1376"/>
                    <a:pt x="30460" y="423"/>
                  </a:cubicBezTo>
                  <a:cubicBezTo>
                    <a:pt x="34256" y="423"/>
                    <a:pt x="39950" y="-529"/>
                    <a:pt x="44695" y="423"/>
                  </a:cubicBezTo>
                  <a:cubicBezTo>
                    <a:pt x="49441" y="423"/>
                    <a:pt x="53237" y="3281"/>
                    <a:pt x="57982" y="4233"/>
                  </a:cubicBezTo>
                  <a:cubicBezTo>
                    <a:pt x="62727" y="6138"/>
                    <a:pt x="74115" y="2328"/>
                    <a:pt x="73166" y="10901"/>
                  </a:cubicBezTo>
                  <a:cubicBezTo>
                    <a:pt x="72217" y="19473"/>
                    <a:pt x="57982" y="18521"/>
                    <a:pt x="54186" y="19473"/>
                  </a:cubicBezTo>
                  <a:cubicBezTo>
                    <a:pt x="52288" y="19473"/>
                    <a:pt x="47543" y="23283"/>
                    <a:pt x="39001" y="23283"/>
                  </a:cubicBezTo>
                  <a:cubicBezTo>
                    <a:pt x="34256" y="23283"/>
                    <a:pt x="28562" y="24236"/>
                    <a:pt x="23817" y="23283"/>
                  </a:cubicBezTo>
                  <a:cubicBezTo>
                    <a:pt x="19072" y="22331"/>
                    <a:pt x="14327" y="20426"/>
                    <a:pt x="8633" y="18521"/>
                  </a:cubicBezTo>
                  <a:cubicBezTo>
                    <a:pt x="5786" y="16616"/>
                    <a:pt x="-857" y="13758"/>
                    <a:pt x="92" y="1090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D825E7CA-26B2-B796-62F7-1A60E7C3B9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4631" y="3430288"/>
              <a:ext cx="76869" cy="25381"/>
            </a:xfrm>
            <a:custGeom>
              <a:avLst/>
              <a:gdLst>
                <a:gd name="connsiteX0" fmla="*/ 13286 w 76869"/>
                <a:gd name="connsiteY0" fmla="*/ 617 h 25381"/>
                <a:gd name="connsiteX1" fmla="*/ 0 w 76869"/>
                <a:gd name="connsiteY1" fmla="*/ 9189 h 25381"/>
                <a:gd name="connsiteX2" fmla="*/ 18980 w 76869"/>
                <a:gd name="connsiteY2" fmla="*/ 22524 h 25381"/>
                <a:gd name="connsiteX3" fmla="*/ 35113 w 76869"/>
                <a:gd name="connsiteY3" fmla="*/ 25382 h 25381"/>
                <a:gd name="connsiteX4" fmla="*/ 51247 w 76869"/>
                <a:gd name="connsiteY4" fmla="*/ 22524 h 25381"/>
                <a:gd name="connsiteX5" fmla="*/ 66431 w 76869"/>
                <a:gd name="connsiteY5" fmla="*/ 19667 h 25381"/>
                <a:gd name="connsiteX6" fmla="*/ 76870 w 76869"/>
                <a:gd name="connsiteY6" fmla="*/ 10142 h 25381"/>
                <a:gd name="connsiteX7" fmla="*/ 65482 w 76869"/>
                <a:gd name="connsiteY7" fmla="*/ 6332 h 25381"/>
                <a:gd name="connsiteX8" fmla="*/ 51247 w 76869"/>
                <a:gd name="connsiteY8" fmla="*/ 6332 h 25381"/>
                <a:gd name="connsiteX9" fmla="*/ 37011 w 76869"/>
                <a:gd name="connsiteY9" fmla="*/ 4427 h 25381"/>
                <a:gd name="connsiteX10" fmla="*/ 13286 w 76869"/>
                <a:gd name="connsiteY10" fmla="*/ 617 h 25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869" h="25381">
                  <a:moveTo>
                    <a:pt x="13286" y="617"/>
                  </a:moveTo>
                  <a:cubicBezTo>
                    <a:pt x="7592" y="2522"/>
                    <a:pt x="0" y="5379"/>
                    <a:pt x="0" y="9189"/>
                  </a:cubicBezTo>
                  <a:cubicBezTo>
                    <a:pt x="0" y="14904"/>
                    <a:pt x="12337" y="20619"/>
                    <a:pt x="18980" y="22524"/>
                  </a:cubicBezTo>
                  <a:cubicBezTo>
                    <a:pt x="23725" y="23477"/>
                    <a:pt x="29419" y="25382"/>
                    <a:pt x="35113" y="25382"/>
                  </a:cubicBezTo>
                  <a:cubicBezTo>
                    <a:pt x="40807" y="25382"/>
                    <a:pt x="45553" y="23477"/>
                    <a:pt x="51247" y="22524"/>
                  </a:cubicBezTo>
                  <a:cubicBezTo>
                    <a:pt x="56941" y="21572"/>
                    <a:pt x="62635" y="21572"/>
                    <a:pt x="66431" y="19667"/>
                  </a:cubicBezTo>
                  <a:cubicBezTo>
                    <a:pt x="73074" y="17762"/>
                    <a:pt x="76870" y="14904"/>
                    <a:pt x="76870" y="10142"/>
                  </a:cubicBezTo>
                  <a:cubicBezTo>
                    <a:pt x="76870" y="5379"/>
                    <a:pt x="73074" y="6332"/>
                    <a:pt x="65482" y="6332"/>
                  </a:cubicBezTo>
                  <a:cubicBezTo>
                    <a:pt x="61686" y="6332"/>
                    <a:pt x="56941" y="6332"/>
                    <a:pt x="51247" y="6332"/>
                  </a:cubicBezTo>
                  <a:cubicBezTo>
                    <a:pt x="47451" y="6332"/>
                    <a:pt x="41756" y="5379"/>
                    <a:pt x="37011" y="4427"/>
                  </a:cubicBezTo>
                  <a:cubicBezTo>
                    <a:pt x="27521" y="1569"/>
                    <a:pt x="21827" y="-1288"/>
                    <a:pt x="13286" y="61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CEB186B2-45BF-525B-E49E-73C4E13917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6283" y="3319991"/>
              <a:ext cx="74268" cy="20425"/>
            </a:xfrm>
            <a:custGeom>
              <a:avLst/>
              <a:gdLst>
                <a:gd name="connsiteX0" fmla="*/ 246 w 74268"/>
                <a:gd name="connsiteY0" fmla="*/ 8043 h 20425"/>
                <a:gd name="connsiteX1" fmla="*/ 15430 w 74268"/>
                <a:gd name="connsiteY1" fmla="*/ 20426 h 20425"/>
                <a:gd name="connsiteX2" fmla="*/ 30614 w 74268"/>
                <a:gd name="connsiteY2" fmla="*/ 19473 h 20425"/>
                <a:gd name="connsiteX3" fmla="*/ 45798 w 74268"/>
                <a:gd name="connsiteY3" fmla="*/ 17568 h 20425"/>
                <a:gd name="connsiteX4" fmla="*/ 60982 w 74268"/>
                <a:gd name="connsiteY4" fmla="*/ 18521 h 20425"/>
                <a:gd name="connsiteX5" fmla="*/ 74268 w 74268"/>
                <a:gd name="connsiteY5" fmla="*/ 9948 h 20425"/>
                <a:gd name="connsiteX6" fmla="*/ 60982 w 74268"/>
                <a:gd name="connsiteY6" fmla="*/ 4233 h 20425"/>
                <a:gd name="connsiteX7" fmla="*/ 46747 w 74268"/>
                <a:gd name="connsiteY7" fmla="*/ 423 h 20425"/>
                <a:gd name="connsiteX8" fmla="*/ 31563 w 74268"/>
                <a:gd name="connsiteY8" fmla="*/ 423 h 20425"/>
                <a:gd name="connsiteX9" fmla="*/ 14481 w 74268"/>
                <a:gd name="connsiteY9" fmla="*/ 423 h 20425"/>
                <a:gd name="connsiteX10" fmla="*/ 246 w 74268"/>
                <a:gd name="connsiteY10" fmla="*/ 8043 h 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68" h="20425">
                  <a:moveTo>
                    <a:pt x="246" y="8043"/>
                  </a:moveTo>
                  <a:cubicBezTo>
                    <a:pt x="-1652" y="12806"/>
                    <a:pt x="7838" y="20426"/>
                    <a:pt x="15430" y="20426"/>
                  </a:cubicBezTo>
                  <a:cubicBezTo>
                    <a:pt x="20175" y="20426"/>
                    <a:pt x="25869" y="19473"/>
                    <a:pt x="30614" y="19473"/>
                  </a:cubicBezTo>
                  <a:cubicBezTo>
                    <a:pt x="36308" y="19473"/>
                    <a:pt x="41053" y="18521"/>
                    <a:pt x="45798" y="17568"/>
                  </a:cubicBezTo>
                  <a:cubicBezTo>
                    <a:pt x="51492" y="17568"/>
                    <a:pt x="57186" y="18521"/>
                    <a:pt x="60982" y="18521"/>
                  </a:cubicBezTo>
                  <a:cubicBezTo>
                    <a:pt x="68574" y="17568"/>
                    <a:pt x="74268" y="13758"/>
                    <a:pt x="74268" y="9948"/>
                  </a:cubicBezTo>
                  <a:cubicBezTo>
                    <a:pt x="74268" y="7091"/>
                    <a:pt x="67625" y="6138"/>
                    <a:pt x="60982" y="4233"/>
                  </a:cubicBezTo>
                  <a:cubicBezTo>
                    <a:pt x="56237" y="3281"/>
                    <a:pt x="51492" y="1376"/>
                    <a:pt x="46747" y="423"/>
                  </a:cubicBezTo>
                  <a:cubicBezTo>
                    <a:pt x="42002" y="-529"/>
                    <a:pt x="36308" y="423"/>
                    <a:pt x="31563" y="423"/>
                  </a:cubicBezTo>
                  <a:cubicBezTo>
                    <a:pt x="28716" y="423"/>
                    <a:pt x="21124" y="423"/>
                    <a:pt x="14481" y="423"/>
                  </a:cubicBezTo>
                  <a:cubicBezTo>
                    <a:pt x="7838" y="2328"/>
                    <a:pt x="2144" y="4233"/>
                    <a:pt x="246" y="804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03091E28-BB65-31CE-E5C6-CF96D2DBDAB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1784" y="3490912"/>
              <a:ext cx="75063" cy="26345"/>
            </a:xfrm>
            <a:custGeom>
              <a:avLst/>
              <a:gdLst>
                <a:gd name="connsiteX0" fmla="*/ 0 w 75063"/>
                <a:gd name="connsiteY0" fmla="*/ 16193 h 26345"/>
                <a:gd name="connsiteX1" fmla="*/ 18031 w 75063"/>
                <a:gd name="connsiteY1" fmla="*/ 4763 h 26345"/>
                <a:gd name="connsiteX2" fmla="*/ 33215 w 75063"/>
                <a:gd name="connsiteY2" fmla="*/ 952 h 26345"/>
                <a:gd name="connsiteX3" fmla="*/ 48400 w 75063"/>
                <a:gd name="connsiteY3" fmla="*/ 0 h 26345"/>
                <a:gd name="connsiteX4" fmla="*/ 62635 w 75063"/>
                <a:gd name="connsiteY4" fmla="*/ 4763 h 26345"/>
                <a:gd name="connsiteX5" fmla="*/ 74972 w 75063"/>
                <a:gd name="connsiteY5" fmla="*/ 13335 h 26345"/>
                <a:gd name="connsiteX6" fmla="*/ 63584 w 75063"/>
                <a:gd name="connsiteY6" fmla="*/ 25718 h 26345"/>
                <a:gd name="connsiteX7" fmla="*/ 45553 w 75063"/>
                <a:gd name="connsiteY7" fmla="*/ 22860 h 26345"/>
                <a:gd name="connsiteX8" fmla="*/ 26572 w 75063"/>
                <a:gd name="connsiteY8" fmla="*/ 21907 h 26345"/>
                <a:gd name="connsiteX9" fmla="*/ 5694 w 75063"/>
                <a:gd name="connsiteY9" fmla="*/ 24765 h 26345"/>
                <a:gd name="connsiteX10" fmla="*/ 0 w 75063"/>
                <a:gd name="connsiteY10" fmla="*/ 16193 h 2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63" h="26345">
                  <a:moveTo>
                    <a:pt x="0" y="16193"/>
                  </a:moveTo>
                  <a:cubicBezTo>
                    <a:pt x="949" y="9525"/>
                    <a:pt x="13286" y="6668"/>
                    <a:pt x="18031" y="4763"/>
                  </a:cubicBezTo>
                  <a:cubicBezTo>
                    <a:pt x="22776" y="3810"/>
                    <a:pt x="27521" y="952"/>
                    <a:pt x="33215" y="952"/>
                  </a:cubicBezTo>
                  <a:cubicBezTo>
                    <a:pt x="37960" y="952"/>
                    <a:pt x="43655" y="0"/>
                    <a:pt x="48400" y="0"/>
                  </a:cubicBezTo>
                  <a:cubicBezTo>
                    <a:pt x="54094" y="952"/>
                    <a:pt x="58839" y="3810"/>
                    <a:pt x="62635" y="4763"/>
                  </a:cubicBezTo>
                  <a:cubicBezTo>
                    <a:pt x="69278" y="6668"/>
                    <a:pt x="74023" y="9525"/>
                    <a:pt x="74972" y="13335"/>
                  </a:cubicBezTo>
                  <a:cubicBezTo>
                    <a:pt x="75921" y="18098"/>
                    <a:pt x="69278" y="23813"/>
                    <a:pt x="63584" y="25718"/>
                  </a:cubicBezTo>
                  <a:cubicBezTo>
                    <a:pt x="56941" y="27623"/>
                    <a:pt x="52196" y="24765"/>
                    <a:pt x="45553" y="22860"/>
                  </a:cubicBezTo>
                  <a:cubicBezTo>
                    <a:pt x="40807" y="21907"/>
                    <a:pt x="35113" y="20955"/>
                    <a:pt x="26572" y="21907"/>
                  </a:cubicBezTo>
                  <a:cubicBezTo>
                    <a:pt x="16133" y="22860"/>
                    <a:pt x="11388" y="27623"/>
                    <a:pt x="5694" y="24765"/>
                  </a:cubicBezTo>
                  <a:cubicBezTo>
                    <a:pt x="1898" y="23813"/>
                    <a:pt x="0" y="19050"/>
                    <a:pt x="0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060D6C2A-A300-D540-4AD0-8F7F9B7927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35665" y="3549967"/>
              <a:ext cx="75969" cy="23283"/>
            </a:xfrm>
            <a:custGeom>
              <a:avLst/>
              <a:gdLst>
                <a:gd name="connsiteX0" fmla="*/ 0 w 75969"/>
                <a:gd name="connsiteY0" fmla="*/ 11430 h 23283"/>
                <a:gd name="connsiteX1" fmla="*/ 16133 w 75969"/>
                <a:gd name="connsiteY1" fmla="*/ 4763 h 23283"/>
                <a:gd name="connsiteX2" fmla="*/ 30368 w 75969"/>
                <a:gd name="connsiteY2" fmla="*/ 1905 h 23283"/>
                <a:gd name="connsiteX3" fmla="*/ 44604 w 75969"/>
                <a:gd name="connsiteY3" fmla="*/ 0 h 23283"/>
                <a:gd name="connsiteX4" fmla="*/ 58839 w 75969"/>
                <a:gd name="connsiteY4" fmla="*/ 2857 h 23283"/>
                <a:gd name="connsiteX5" fmla="*/ 75921 w 75969"/>
                <a:gd name="connsiteY5" fmla="*/ 11430 h 23283"/>
                <a:gd name="connsiteX6" fmla="*/ 55992 w 75969"/>
                <a:gd name="connsiteY6" fmla="*/ 21907 h 23283"/>
                <a:gd name="connsiteX7" fmla="*/ 40807 w 75969"/>
                <a:gd name="connsiteY7" fmla="*/ 22860 h 23283"/>
                <a:gd name="connsiteX8" fmla="*/ 25623 w 75969"/>
                <a:gd name="connsiteY8" fmla="*/ 22860 h 23283"/>
                <a:gd name="connsiteX9" fmla="*/ 11388 w 75969"/>
                <a:gd name="connsiteY9" fmla="*/ 18097 h 23283"/>
                <a:gd name="connsiteX10" fmla="*/ 0 w 75969"/>
                <a:gd name="connsiteY10" fmla="*/ 11430 h 23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69" h="23283">
                  <a:moveTo>
                    <a:pt x="0" y="11430"/>
                  </a:moveTo>
                  <a:cubicBezTo>
                    <a:pt x="949" y="3810"/>
                    <a:pt x="9490" y="6668"/>
                    <a:pt x="16133" y="4763"/>
                  </a:cubicBezTo>
                  <a:cubicBezTo>
                    <a:pt x="19929" y="3810"/>
                    <a:pt x="24674" y="2857"/>
                    <a:pt x="30368" y="1905"/>
                  </a:cubicBezTo>
                  <a:cubicBezTo>
                    <a:pt x="34164" y="1905"/>
                    <a:pt x="38909" y="0"/>
                    <a:pt x="44604" y="0"/>
                  </a:cubicBezTo>
                  <a:cubicBezTo>
                    <a:pt x="49349" y="0"/>
                    <a:pt x="54094" y="952"/>
                    <a:pt x="58839" y="2857"/>
                  </a:cubicBezTo>
                  <a:cubicBezTo>
                    <a:pt x="63584" y="4763"/>
                    <a:pt x="76870" y="2857"/>
                    <a:pt x="75921" y="11430"/>
                  </a:cubicBezTo>
                  <a:cubicBezTo>
                    <a:pt x="74972" y="20002"/>
                    <a:pt x="59788" y="20955"/>
                    <a:pt x="55992" y="21907"/>
                  </a:cubicBezTo>
                  <a:cubicBezTo>
                    <a:pt x="54094" y="21907"/>
                    <a:pt x="48400" y="21907"/>
                    <a:pt x="40807" y="22860"/>
                  </a:cubicBezTo>
                  <a:cubicBezTo>
                    <a:pt x="36062" y="22860"/>
                    <a:pt x="31317" y="23813"/>
                    <a:pt x="25623" y="22860"/>
                  </a:cubicBezTo>
                  <a:cubicBezTo>
                    <a:pt x="20878" y="21907"/>
                    <a:pt x="16133" y="20002"/>
                    <a:pt x="11388" y="18097"/>
                  </a:cubicBezTo>
                  <a:cubicBezTo>
                    <a:pt x="6643" y="16193"/>
                    <a:pt x="0" y="14288"/>
                    <a:pt x="0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4F6390B7-ACB0-4B03-1A20-21BF2E0309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6316" y="3629977"/>
              <a:ext cx="75304" cy="26345"/>
            </a:xfrm>
            <a:custGeom>
              <a:avLst/>
              <a:gdLst>
                <a:gd name="connsiteX0" fmla="*/ 242 w 75304"/>
                <a:gd name="connsiteY0" fmla="*/ 16193 h 26345"/>
                <a:gd name="connsiteX1" fmla="*/ 18273 w 75304"/>
                <a:gd name="connsiteY1" fmla="*/ 4763 h 26345"/>
                <a:gd name="connsiteX2" fmla="*/ 33457 w 75304"/>
                <a:gd name="connsiteY2" fmla="*/ 953 h 26345"/>
                <a:gd name="connsiteX3" fmla="*/ 48641 w 75304"/>
                <a:gd name="connsiteY3" fmla="*/ 0 h 26345"/>
                <a:gd name="connsiteX4" fmla="*/ 62877 w 75304"/>
                <a:gd name="connsiteY4" fmla="*/ 4763 h 26345"/>
                <a:gd name="connsiteX5" fmla="*/ 75214 w 75304"/>
                <a:gd name="connsiteY5" fmla="*/ 13335 h 26345"/>
                <a:gd name="connsiteX6" fmla="*/ 62877 w 75304"/>
                <a:gd name="connsiteY6" fmla="*/ 25718 h 26345"/>
                <a:gd name="connsiteX7" fmla="*/ 44845 w 75304"/>
                <a:gd name="connsiteY7" fmla="*/ 22860 h 26345"/>
                <a:gd name="connsiteX8" fmla="*/ 25865 w 75304"/>
                <a:gd name="connsiteY8" fmla="*/ 21908 h 26345"/>
                <a:gd name="connsiteX9" fmla="*/ 4987 w 75304"/>
                <a:gd name="connsiteY9" fmla="*/ 24765 h 26345"/>
                <a:gd name="connsiteX10" fmla="*/ 242 w 75304"/>
                <a:gd name="connsiteY10" fmla="*/ 16193 h 2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304" h="26345">
                  <a:moveTo>
                    <a:pt x="242" y="16193"/>
                  </a:moveTo>
                  <a:cubicBezTo>
                    <a:pt x="1191" y="9525"/>
                    <a:pt x="13528" y="6668"/>
                    <a:pt x="18273" y="4763"/>
                  </a:cubicBezTo>
                  <a:cubicBezTo>
                    <a:pt x="23018" y="3810"/>
                    <a:pt x="27763" y="953"/>
                    <a:pt x="33457" y="953"/>
                  </a:cubicBezTo>
                  <a:cubicBezTo>
                    <a:pt x="38202" y="953"/>
                    <a:pt x="43896" y="0"/>
                    <a:pt x="48641" y="0"/>
                  </a:cubicBezTo>
                  <a:cubicBezTo>
                    <a:pt x="54335" y="953"/>
                    <a:pt x="59081" y="3810"/>
                    <a:pt x="62877" y="4763"/>
                  </a:cubicBezTo>
                  <a:cubicBezTo>
                    <a:pt x="69520" y="6668"/>
                    <a:pt x="74265" y="9525"/>
                    <a:pt x="75214" y="13335"/>
                  </a:cubicBezTo>
                  <a:cubicBezTo>
                    <a:pt x="76163" y="18098"/>
                    <a:pt x="69520" y="23813"/>
                    <a:pt x="62877" y="25718"/>
                  </a:cubicBezTo>
                  <a:cubicBezTo>
                    <a:pt x="56233" y="27623"/>
                    <a:pt x="51488" y="24765"/>
                    <a:pt x="44845" y="22860"/>
                  </a:cubicBezTo>
                  <a:cubicBezTo>
                    <a:pt x="40100" y="21908"/>
                    <a:pt x="34406" y="20955"/>
                    <a:pt x="25865" y="21908"/>
                  </a:cubicBezTo>
                  <a:cubicBezTo>
                    <a:pt x="15426" y="22860"/>
                    <a:pt x="10681" y="27623"/>
                    <a:pt x="4987" y="24765"/>
                  </a:cubicBezTo>
                  <a:cubicBezTo>
                    <a:pt x="1191" y="23813"/>
                    <a:pt x="-707" y="20002"/>
                    <a:pt x="242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D6AB0285-16AD-A8E5-F141-43195533448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5543" y="3519487"/>
              <a:ext cx="76107" cy="26532"/>
            </a:xfrm>
            <a:custGeom>
              <a:avLst/>
              <a:gdLst>
                <a:gd name="connsiteX0" fmla="*/ 14301 w 76107"/>
                <a:gd name="connsiteY0" fmla="*/ 22860 h 26532"/>
                <a:gd name="connsiteX1" fmla="*/ 66 w 76107"/>
                <a:gd name="connsiteY1" fmla="*/ 14288 h 26532"/>
                <a:gd name="connsiteX2" fmla="*/ 16199 w 76107"/>
                <a:gd name="connsiteY2" fmla="*/ 0 h 26532"/>
                <a:gd name="connsiteX3" fmla="*/ 38026 w 76107"/>
                <a:gd name="connsiteY3" fmla="*/ 6668 h 26532"/>
                <a:gd name="connsiteX4" fmla="*/ 52262 w 76107"/>
                <a:gd name="connsiteY4" fmla="*/ 5715 h 26532"/>
                <a:gd name="connsiteX5" fmla="*/ 65548 w 76107"/>
                <a:gd name="connsiteY5" fmla="*/ 1905 h 26532"/>
                <a:gd name="connsiteX6" fmla="*/ 75987 w 76107"/>
                <a:gd name="connsiteY6" fmla="*/ 12382 h 26532"/>
                <a:gd name="connsiteX7" fmla="*/ 65548 w 76107"/>
                <a:gd name="connsiteY7" fmla="*/ 25718 h 26532"/>
                <a:gd name="connsiteX8" fmla="*/ 52262 w 76107"/>
                <a:gd name="connsiteY8" fmla="*/ 24765 h 26532"/>
                <a:gd name="connsiteX9" fmla="*/ 38975 w 76107"/>
                <a:gd name="connsiteY9" fmla="*/ 21907 h 26532"/>
                <a:gd name="connsiteX10" fmla="*/ 14301 w 76107"/>
                <a:gd name="connsiteY10" fmla="*/ 22860 h 2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07" h="26532">
                  <a:moveTo>
                    <a:pt x="14301" y="22860"/>
                  </a:moveTo>
                  <a:cubicBezTo>
                    <a:pt x="11454" y="21907"/>
                    <a:pt x="1015" y="20002"/>
                    <a:pt x="66" y="14288"/>
                  </a:cubicBezTo>
                  <a:cubicBezTo>
                    <a:pt x="-883" y="8573"/>
                    <a:pt x="8607" y="0"/>
                    <a:pt x="16199" y="0"/>
                  </a:cubicBezTo>
                  <a:cubicBezTo>
                    <a:pt x="25689" y="0"/>
                    <a:pt x="27587" y="5715"/>
                    <a:pt x="38026" y="6668"/>
                  </a:cubicBezTo>
                  <a:cubicBezTo>
                    <a:pt x="43720" y="6668"/>
                    <a:pt x="48465" y="6668"/>
                    <a:pt x="52262" y="5715"/>
                  </a:cubicBezTo>
                  <a:cubicBezTo>
                    <a:pt x="56058" y="4763"/>
                    <a:pt x="59854" y="952"/>
                    <a:pt x="65548" y="1905"/>
                  </a:cubicBezTo>
                  <a:cubicBezTo>
                    <a:pt x="70293" y="2857"/>
                    <a:pt x="75038" y="7620"/>
                    <a:pt x="75987" y="12382"/>
                  </a:cubicBezTo>
                  <a:cubicBezTo>
                    <a:pt x="76936" y="18098"/>
                    <a:pt x="72191" y="23813"/>
                    <a:pt x="65548" y="25718"/>
                  </a:cubicBezTo>
                  <a:cubicBezTo>
                    <a:pt x="60803" y="27623"/>
                    <a:pt x="57007" y="25718"/>
                    <a:pt x="52262" y="24765"/>
                  </a:cubicBezTo>
                  <a:cubicBezTo>
                    <a:pt x="48465" y="23813"/>
                    <a:pt x="44669" y="21907"/>
                    <a:pt x="38975" y="21907"/>
                  </a:cubicBezTo>
                  <a:cubicBezTo>
                    <a:pt x="25689" y="20955"/>
                    <a:pt x="22842" y="24765"/>
                    <a:pt x="14301" y="2286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6D3DC64F-5FBC-EB44-0F20-0612CF2866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6454" y="3576637"/>
              <a:ext cx="76097" cy="20955"/>
            </a:xfrm>
            <a:custGeom>
              <a:avLst/>
              <a:gdLst>
                <a:gd name="connsiteX0" fmla="*/ 66534 w 76097"/>
                <a:gd name="connsiteY0" fmla="*/ 1905 h 20955"/>
                <a:gd name="connsiteX1" fmla="*/ 76024 w 76097"/>
                <a:gd name="connsiteY1" fmla="*/ 7620 h 20955"/>
                <a:gd name="connsiteX2" fmla="*/ 63687 w 76097"/>
                <a:gd name="connsiteY2" fmla="*/ 20002 h 20955"/>
                <a:gd name="connsiteX3" fmla="*/ 46605 w 76097"/>
                <a:gd name="connsiteY3" fmla="*/ 20955 h 20955"/>
                <a:gd name="connsiteX4" fmla="*/ 29523 w 76097"/>
                <a:gd name="connsiteY4" fmla="*/ 20002 h 20955"/>
                <a:gd name="connsiteX5" fmla="*/ 12441 w 76097"/>
                <a:gd name="connsiteY5" fmla="*/ 19050 h 20955"/>
                <a:gd name="connsiteX6" fmla="*/ 103 w 76097"/>
                <a:gd name="connsiteY6" fmla="*/ 7620 h 20955"/>
                <a:gd name="connsiteX7" fmla="*/ 16237 w 76097"/>
                <a:gd name="connsiteY7" fmla="*/ 2857 h 20955"/>
                <a:gd name="connsiteX8" fmla="*/ 33319 w 76097"/>
                <a:gd name="connsiteY8" fmla="*/ 952 h 20955"/>
                <a:gd name="connsiteX9" fmla="*/ 50401 w 76097"/>
                <a:gd name="connsiteY9" fmla="*/ 0 h 20955"/>
                <a:gd name="connsiteX10" fmla="*/ 66534 w 76097"/>
                <a:gd name="connsiteY10" fmla="*/ 1905 h 2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7" h="20955">
                  <a:moveTo>
                    <a:pt x="66534" y="1905"/>
                  </a:moveTo>
                  <a:cubicBezTo>
                    <a:pt x="71279" y="2857"/>
                    <a:pt x="75075" y="5715"/>
                    <a:pt x="76024" y="7620"/>
                  </a:cubicBezTo>
                  <a:cubicBezTo>
                    <a:pt x="76973" y="12382"/>
                    <a:pt x="68432" y="19050"/>
                    <a:pt x="63687" y="20002"/>
                  </a:cubicBezTo>
                  <a:cubicBezTo>
                    <a:pt x="58942" y="20955"/>
                    <a:pt x="52299" y="20955"/>
                    <a:pt x="46605" y="20955"/>
                  </a:cubicBezTo>
                  <a:cubicBezTo>
                    <a:pt x="40911" y="20955"/>
                    <a:pt x="35217" y="20002"/>
                    <a:pt x="29523" y="20002"/>
                  </a:cubicBezTo>
                  <a:cubicBezTo>
                    <a:pt x="22880" y="19050"/>
                    <a:pt x="17186" y="20955"/>
                    <a:pt x="12441" y="19050"/>
                  </a:cubicBezTo>
                  <a:cubicBezTo>
                    <a:pt x="4849" y="17145"/>
                    <a:pt x="-846" y="12382"/>
                    <a:pt x="103" y="7620"/>
                  </a:cubicBezTo>
                  <a:cubicBezTo>
                    <a:pt x="1052" y="4763"/>
                    <a:pt x="7696" y="3810"/>
                    <a:pt x="16237" y="2857"/>
                  </a:cubicBezTo>
                  <a:cubicBezTo>
                    <a:pt x="20982" y="1905"/>
                    <a:pt x="26676" y="952"/>
                    <a:pt x="33319" y="952"/>
                  </a:cubicBezTo>
                  <a:cubicBezTo>
                    <a:pt x="39013" y="952"/>
                    <a:pt x="44707" y="0"/>
                    <a:pt x="50401" y="0"/>
                  </a:cubicBezTo>
                  <a:cubicBezTo>
                    <a:pt x="55146" y="952"/>
                    <a:pt x="61789" y="952"/>
                    <a:pt x="66534" y="190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7C670EB-EC2C-4072-5B8F-EE4EBFF0334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807" y="3492817"/>
              <a:ext cx="75020" cy="22859"/>
            </a:xfrm>
            <a:custGeom>
              <a:avLst/>
              <a:gdLst>
                <a:gd name="connsiteX0" fmla="*/ 0 w 75020"/>
                <a:gd name="connsiteY0" fmla="*/ 9525 h 22859"/>
                <a:gd name="connsiteX1" fmla="*/ 15184 w 75020"/>
                <a:gd name="connsiteY1" fmla="*/ 1905 h 22859"/>
                <a:gd name="connsiteX2" fmla="*/ 29419 w 75020"/>
                <a:gd name="connsiteY2" fmla="*/ 0 h 22859"/>
                <a:gd name="connsiteX3" fmla="*/ 43655 w 75020"/>
                <a:gd name="connsiteY3" fmla="*/ 952 h 22859"/>
                <a:gd name="connsiteX4" fmla="*/ 57890 w 75020"/>
                <a:gd name="connsiteY4" fmla="*/ 3810 h 22859"/>
                <a:gd name="connsiteX5" fmla="*/ 74972 w 75020"/>
                <a:gd name="connsiteY5" fmla="*/ 10477 h 22859"/>
                <a:gd name="connsiteX6" fmla="*/ 55043 w 75020"/>
                <a:gd name="connsiteY6" fmla="*/ 20955 h 22859"/>
                <a:gd name="connsiteX7" fmla="*/ 39858 w 75020"/>
                <a:gd name="connsiteY7" fmla="*/ 22860 h 22859"/>
                <a:gd name="connsiteX8" fmla="*/ 24674 w 75020"/>
                <a:gd name="connsiteY8" fmla="*/ 21907 h 22859"/>
                <a:gd name="connsiteX9" fmla="*/ 10439 w 75020"/>
                <a:gd name="connsiteY9" fmla="*/ 16193 h 22859"/>
                <a:gd name="connsiteX10" fmla="*/ 0 w 75020"/>
                <a:gd name="connsiteY10" fmla="*/ 9525 h 22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0" h="22859">
                  <a:moveTo>
                    <a:pt x="0" y="9525"/>
                  </a:moveTo>
                  <a:cubicBezTo>
                    <a:pt x="949" y="1905"/>
                    <a:pt x="8541" y="2857"/>
                    <a:pt x="15184" y="1905"/>
                  </a:cubicBezTo>
                  <a:cubicBezTo>
                    <a:pt x="18980" y="952"/>
                    <a:pt x="23725" y="0"/>
                    <a:pt x="29419" y="0"/>
                  </a:cubicBezTo>
                  <a:cubicBezTo>
                    <a:pt x="33215" y="0"/>
                    <a:pt x="37960" y="952"/>
                    <a:pt x="43655" y="952"/>
                  </a:cubicBezTo>
                  <a:cubicBezTo>
                    <a:pt x="48400" y="952"/>
                    <a:pt x="52196" y="1905"/>
                    <a:pt x="57890" y="3810"/>
                  </a:cubicBezTo>
                  <a:cubicBezTo>
                    <a:pt x="62635" y="5715"/>
                    <a:pt x="75921" y="2857"/>
                    <a:pt x="74972" y="10477"/>
                  </a:cubicBezTo>
                  <a:cubicBezTo>
                    <a:pt x="74023" y="19050"/>
                    <a:pt x="58839" y="20002"/>
                    <a:pt x="55043" y="20955"/>
                  </a:cubicBezTo>
                  <a:cubicBezTo>
                    <a:pt x="53145" y="20955"/>
                    <a:pt x="47451" y="22860"/>
                    <a:pt x="39858" y="22860"/>
                  </a:cubicBezTo>
                  <a:cubicBezTo>
                    <a:pt x="35113" y="22860"/>
                    <a:pt x="29419" y="22860"/>
                    <a:pt x="24674" y="21907"/>
                  </a:cubicBezTo>
                  <a:cubicBezTo>
                    <a:pt x="19929" y="20955"/>
                    <a:pt x="15184" y="18097"/>
                    <a:pt x="10439" y="16193"/>
                  </a:cubicBezTo>
                  <a:cubicBezTo>
                    <a:pt x="6643" y="14288"/>
                    <a:pt x="0" y="12382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E8A95FC4-8F4E-7539-C3AC-6A464F7C8C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1784" y="3028950"/>
              <a:ext cx="9490" cy="9525"/>
            </a:xfrm>
            <a:custGeom>
              <a:avLst/>
              <a:gdLst/>
              <a:ahLst/>
              <a:cxnLst/>
              <a:rect l="l" t="t" r="r" b="b"/>
              <a:pathLst>
                <a:path w="9490" h="9525"/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C2A82BAC-EAED-E74A-ADD5-AAA63D70F6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684" y="3717607"/>
              <a:ext cx="76084" cy="26817"/>
            </a:xfrm>
            <a:custGeom>
              <a:avLst/>
              <a:gdLst>
                <a:gd name="connsiteX0" fmla="*/ 12410 w 76084"/>
                <a:gd name="connsiteY0" fmla="*/ 23813 h 26817"/>
                <a:gd name="connsiteX1" fmla="*/ 72 w 76084"/>
                <a:gd name="connsiteY1" fmla="*/ 13335 h 26817"/>
                <a:gd name="connsiteX2" fmla="*/ 16206 w 76084"/>
                <a:gd name="connsiteY2" fmla="*/ 0 h 26817"/>
                <a:gd name="connsiteX3" fmla="*/ 38033 w 76084"/>
                <a:gd name="connsiteY3" fmla="*/ 4763 h 26817"/>
                <a:gd name="connsiteX4" fmla="*/ 51319 w 76084"/>
                <a:gd name="connsiteY4" fmla="*/ 4763 h 26817"/>
                <a:gd name="connsiteX5" fmla="*/ 64605 w 76084"/>
                <a:gd name="connsiteY5" fmla="*/ 3810 h 26817"/>
                <a:gd name="connsiteX6" fmla="*/ 75993 w 76084"/>
                <a:gd name="connsiteY6" fmla="*/ 11430 h 26817"/>
                <a:gd name="connsiteX7" fmla="*/ 64605 w 76084"/>
                <a:gd name="connsiteY7" fmla="*/ 25717 h 26817"/>
                <a:gd name="connsiteX8" fmla="*/ 50370 w 76084"/>
                <a:gd name="connsiteY8" fmla="*/ 25717 h 26817"/>
                <a:gd name="connsiteX9" fmla="*/ 37084 w 76084"/>
                <a:gd name="connsiteY9" fmla="*/ 23813 h 26817"/>
                <a:gd name="connsiteX10" fmla="*/ 12410 w 76084"/>
                <a:gd name="connsiteY10" fmla="*/ 23813 h 26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84" h="26817">
                  <a:moveTo>
                    <a:pt x="12410" y="23813"/>
                  </a:moveTo>
                  <a:cubicBezTo>
                    <a:pt x="9563" y="22860"/>
                    <a:pt x="1021" y="19050"/>
                    <a:pt x="72" y="13335"/>
                  </a:cubicBezTo>
                  <a:cubicBezTo>
                    <a:pt x="-877" y="7620"/>
                    <a:pt x="7664" y="0"/>
                    <a:pt x="16206" y="0"/>
                  </a:cubicBezTo>
                  <a:cubicBezTo>
                    <a:pt x="25696" y="0"/>
                    <a:pt x="27594" y="3810"/>
                    <a:pt x="38033" y="4763"/>
                  </a:cubicBezTo>
                  <a:cubicBezTo>
                    <a:pt x="43727" y="4763"/>
                    <a:pt x="47523" y="5715"/>
                    <a:pt x="51319" y="4763"/>
                  </a:cubicBezTo>
                  <a:cubicBezTo>
                    <a:pt x="55115" y="3810"/>
                    <a:pt x="58911" y="2857"/>
                    <a:pt x="64605" y="3810"/>
                  </a:cubicBezTo>
                  <a:cubicBezTo>
                    <a:pt x="69350" y="4763"/>
                    <a:pt x="75044" y="7620"/>
                    <a:pt x="75993" y="11430"/>
                  </a:cubicBezTo>
                  <a:cubicBezTo>
                    <a:pt x="76942" y="17145"/>
                    <a:pt x="70299" y="23813"/>
                    <a:pt x="64605" y="25717"/>
                  </a:cubicBezTo>
                  <a:cubicBezTo>
                    <a:pt x="59860" y="27622"/>
                    <a:pt x="56064" y="26670"/>
                    <a:pt x="50370" y="25717"/>
                  </a:cubicBezTo>
                  <a:cubicBezTo>
                    <a:pt x="46574" y="24765"/>
                    <a:pt x="42778" y="23813"/>
                    <a:pt x="37084" y="23813"/>
                  </a:cubicBezTo>
                  <a:cubicBezTo>
                    <a:pt x="23798" y="22860"/>
                    <a:pt x="20951" y="25717"/>
                    <a:pt x="12410" y="2381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5CCC8341-5220-8BA9-50B5-A59972595E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756" y="3544160"/>
              <a:ext cx="74971" cy="25809"/>
            </a:xfrm>
            <a:custGeom>
              <a:avLst/>
              <a:gdLst>
                <a:gd name="connsiteX0" fmla="*/ 11388 w 74971"/>
                <a:gd name="connsiteY0" fmla="*/ 1044 h 25809"/>
                <a:gd name="connsiteX1" fmla="*/ 0 w 74971"/>
                <a:gd name="connsiteY1" fmla="*/ 10569 h 25809"/>
                <a:gd name="connsiteX2" fmla="*/ 17082 w 74971"/>
                <a:gd name="connsiteY2" fmla="*/ 22952 h 25809"/>
                <a:gd name="connsiteX3" fmla="*/ 33215 w 74971"/>
                <a:gd name="connsiteY3" fmla="*/ 25809 h 25809"/>
                <a:gd name="connsiteX4" fmla="*/ 49349 w 74971"/>
                <a:gd name="connsiteY4" fmla="*/ 24857 h 25809"/>
                <a:gd name="connsiteX5" fmla="*/ 64533 w 74971"/>
                <a:gd name="connsiteY5" fmla="*/ 20094 h 25809"/>
                <a:gd name="connsiteX6" fmla="*/ 74972 w 74971"/>
                <a:gd name="connsiteY6" fmla="*/ 10569 h 25809"/>
                <a:gd name="connsiteX7" fmla="*/ 63584 w 74971"/>
                <a:gd name="connsiteY7" fmla="*/ 5807 h 25809"/>
                <a:gd name="connsiteX8" fmla="*/ 49349 w 74971"/>
                <a:gd name="connsiteY8" fmla="*/ 4854 h 25809"/>
                <a:gd name="connsiteX9" fmla="*/ 35113 w 74971"/>
                <a:gd name="connsiteY9" fmla="*/ 2949 h 25809"/>
                <a:gd name="connsiteX10" fmla="*/ 11388 w 74971"/>
                <a:gd name="connsiteY10" fmla="*/ 1044 h 25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809">
                  <a:moveTo>
                    <a:pt x="11388" y="1044"/>
                  </a:moveTo>
                  <a:cubicBezTo>
                    <a:pt x="5694" y="2949"/>
                    <a:pt x="0" y="6759"/>
                    <a:pt x="0" y="10569"/>
                  </a:cubicBezTo>
                  <a:cubicBezTo>
                    <a:pt x="0" y="16284"/>
                    <a:pt x="11388" y="21999"/>
                    <a:pt x="17082" y="22952"/>
                  </a:cubicBezTo>
                  <a:cubicBezTo>
                    <a:pt x="21827" y="23904"/>
                    <a:pt x="27521" y="25809"/>
                    <a:pt x="33215" y="25809"/>
                  </a:cubicBezTo>
                  <a:cubicBezTo>
                    <a:pt x="38909" y="25809"/>
                    <a:pt x="44604" y="24857"/>
                    <a:pt x="49349" y="24857"/>
                  </a:cubicBezTo>
                  <a:cubicBezTo>
                    <a:pt x="55043" y="23904"/>
                    <a:pt x="59788" y="21999"/>
                    <a:pt x="64533" y="20094"/>
                  </a:cubicBezTo>
                  <a:cubicBezTo>
                    <a:pt x="71176" y="17237"/>
                    <a:pt x="74972" y="14379"/>
                    <a:pt x="74972" y="10569"/>
                  </a:cubicBezTo>
                  <a:cubicBezTo>
                    <a:pt x="74972" y="5807"/>
                    <a:pt x="71176" y="5807"/>
                    <a:pt x="63584" y="5807"/>
                  </a:cubicBezTo>
                  <a:cubicBezTo>
                    <a:pt x="59788" y="5807"/>
                    <a:pt x="55043" y="4854"/>
                    <a:pt x="49349" y="4854"/>
                  </a:cubicBezTo>
                  <a:cubicBezTo>
                    <a:pt x="45553" y="4854"/>
                    <a:pt x="39858" y="4854"/>
                    <a:pt x="35113" y="2949"/>
                  </a:cubicBezTo>
                  <a:cubicBezTo>
                    <a:pt x="25623" y="1997"/>
                    <a:pt x="18980" y="-1813"/>
                    <a:pt x="11388" y="104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41E5E973-EEB6-3DC1-0831-F18BCFC393C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704" y="3657600"/>
              <a:ext cx="76097" cy="20954"/>
            </a:xfrm>
            <a:custGeom>
              <a:avLst/>
              <a:gdLst>
                <a:gd name="connsiteX0" fmla="*/ 66534 w 76097"/>
                <a:gd name="connsiteY0" fmla="*/ 1905 h 20954"/>
                <a:gd name="connsiteX1" fmla="*/ 76024 w 76097"/>
                <a:gd name="connsiteY1" fmla="*/ 7620 h 20954"/>
                <a:gd name="connsiteX2" fmla="*/ 63687 w 76097"/>
                <a:gd name="connsiteY2" fmla="*/ 20002 h 20954"/>
                <a:gd name="connsiteX3" fmla="*/ 46605 w 76097"/>
                <a:gd name="connsiteY3" fmla="*/ 20955 h 20954"/>
                <a:gd name="connsiteX4" fmla="*/ 29523 w 76097"/>
                <a:gd name="connsiteY4" fmla="*/ 20002 h 20954"/>
                <a:gd name="connsiteX5" fmla="*/ 12441 w 76097"/>
                <a:gd name="connsiteY5" fmla="*/ 19050 h 20954"/>
                <a:gd name="connsiteX6" fmla="*/ 103 w 76097"/>
                <a:gd name="connsiteY6" fmla="*/ 7620 h 20954"/>
                <a:gd name="connsiteX7" fmla="*/ 16237 w 76097"/>
                <a:gd name="connsiteY7" fmla="*/ 2858 h 20954"/>
                <a:gd name="connsiteX8" fmla="*/ 33319 w 76097"/>
                <a:gd name="connsiteY8" fmla="*/ 952 h 20954"/>
                <a:gd name="connsiteX9" fmla="*/ 50401 w 76097"/>
                <a:gd name="connsiteY9" fmla="*/ 0 h 20954"/>
                <a:gd name="connsiteX10" fmla="*/ 66534 w 76097"/>
                <a:gd name="connsiteY10" fmla="*/ 1905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7" h="20954">
                  <a:moveTo>
                    <a:pt x="66534" y="1905"/>
                  </a:moveTo>
                  <a:cubicBezTo>
                    <a:pt x="71279" y="2858"/>
                    <a:pt x="75075" y="5715"/>
                    <a:pt x="76024" y="7620"/>
                  </a:cubicBezTo>
                  <a:cubicBezTo>
                    <a:pt x="76973" y="12383"/>
                    <a:pt x="68432" y="19050"/>
                    <a:pt x="63687" y="20002"/>
                  </a:cubicBezTo>
                  <a:cubicBezTo>
                    <a:pt x="58942" y="20955"/>
                    <a:pt x="52299" y="20955"/>
                    <a:pt x="46605" y="20955"/>
                  </a:cubicBezTo>
                  <a:cubicBezTo>
                    <a:pt x="40911" y="20955"/>
                    <a:pt x="35217" y="20002"/>
                    <a:pt x="29523" y="20002"/>
                  </a:cubicBezTo>
                  <a:cubicBezTo>
                    <a:pt x="22880" y="19050"/>
                    <a:pt x="17186" y="20955"/>
                    <a:pt x="12441" y="19050"/>
                  </a:cubicBezTo>
                  <a:cubicBezTo>
                    <a:pt x="4849" y="17145"/>
                    <a:pt x="-846" y="12383"/>
                    <a:pt x="103" y="7620"/>
                  </a:cubicBezTo>
                  <a:cubicBezTo>
                    <a:pt x="1053" y="4763"/>
                    <a:pt x="7696" y="3810"/>
                    <a:pt x="16237" y="2858"/>
                  </a:cubicBezTo>
                  <a:cubicBezTo>
                    <a:pt x="20982" y="1905"/>
                    <a:pt x="26676" y="952"/>
                    <a:pt x="33319" y="952"/>
                  </a:cubicBezTo>
                  <a:cubicBezTo>
                    <a:pt x="39013" y="952"/>
                    <a:pt x="44707" y="0"/>
                    <a:pt x="50401" y="0"/>
                  </a:cubicBezTo>
                  <a:cubicBezTo>
                    <a:pt x="56095" y="952"/>
                    <a:pt x="61789" y="952"/>
                    <a:pt x="66534" y="190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8946F8D8-E732-DC14-E5A0-09706F999F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511" y="3604789"/>
              <a:ext cx="73319" cy="18520"/>
            </a:xfrm>
            <a:custGeom>
              <a:avLst/>
              <a:gdLst>
                <a:gd name="connsiteX0" fmla="*/ 246 w 73319"/>
                <a:gd name="connsiteY0" fmla="*/ 7091 h 18520"/>
                <a:gd name="connsiteX1" fmla="*/ 15430 w 73319"/>
                <a:gd name="connsiteY1" fmla="*/ 17568 h 18520"/>
                <a:gd name="connsiteX2" fmla="*/ 30614 w 73319"/>
                <a:gd name="connsiteY2" fmla="*/ 18521 h 18520"/>
                <a:gd name="connsiteX3" fmla="*/ 45798 w 73319"/>
                <a:gd name="connsiteY3" fmla="*/ 18521 h 18520"/>
                <a:gd name="connsiteX4" fmla="*/ 60982 w 73319"/>
                <a:gd name="connsiteY4" fmla="*/ 16616 h 18520"/>
                <a:gd name="connsiteX5" fmla="*/ 73319 w 73319"/>
                <a:gd name="connsiteY5" fmla="*/ 8996 h 18520"/>
                <a:gd name="connsiteX6" fmla="*/ 60982 w 73319"/>
                <a:gd name="connsiteY6" fmla="*/ 2328 h 18520"/>
                <a:gd name="connsiteX7" fmla="*/ 45798 w 73319"/>
                <a:gd name="connsiteY7" fmla="*/ 423 h 18520"/>
                <a:gd name="connsiteX8" fmla="*/ 30614 w 73319"/>
                <a:gd name="connsiteY8" fmla="*/ 423 h 18520"/>
                <a:gd name="connsiteX9" fmla="*/ 13532 w 73319"/>
                <a:gd name="connsiteY9" fmla="*/ 423 h 18520"/>
                <a:gd name="connsiteX10" fmla="*/ 246 w 73319"/>
                <a:gd name="connsiteY10" fmla="*/ 7091 h 18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319" h="18520">
                  <a:moveTo>
                    <a:pt x="246" y="7091"/>
                  </a:moveTo>
                  <a:cubicBezTo>
                    <a:pt x="-1652" y="11853"/>
                    <a:pt x="7838" y="17568"/>
                    <a:pt x="15430" y="17568"/>
                  </a:cubicBezTo>
                  <a:cubicBezTo>
                    <a:pt x="20175" y="17568"/>
                    <a:pt x="25869" y="18521"/>
                    <a:pt x="30614" y="18521"/>
                  </a:cubicBezTo>
                  <a:cubicBezTo>
                    <a:pt x="36308" y="18521"/>
                    <a:pt x="41053" y="18521"/>
                    <a:pt x="45798" y="18521"/>
                  </a:cubicBezTo>
                  <a:cubicBezTo>
                    <a:pt x="51492" y="18521"/>
                    <a:pt x="57186" y="17568"/>
                    <a:pt x="60982" y="16616"/>
                  </a:cubicBezTo>
                  <a:cubicBezTo>
                    <a:pt x="68574" y="15663"/>
                    <a:pt x="73319" y="12806"/>
                    <a:pt x="73319" y="8996"/>
                  </a:cubicBezTo>
                  <a:cubicBezTo>
                    <a:pt x="73319" y="6138"/>
                    <a:pt x="67625" y="4233"/>
                    <a:pt x="60982" y="2328"/>
                  </a:cubicBezTo>
                  <a:cubicBezTo>
                    <a:pt x="56237" y="1376"/>
                    <a:pt x="51492" y="1376"/>
                    <a:pt x="45798" y="423"/>
                  </a:cubicBezTo>
                  <a:cubicBezTo>
                    <a:pt x="41053" y="-529"/>
                    <a:pt x="35359" y="423"/>
                    <a:pt x="30614" y="423"/>
                  </a:cubicBezTo>
                  <a:cubicBezTo>
                    <a:pt x="27767" y="423"/>
                    <a:pt x="20175" y="-529"/>
                    <a:pt x="13532" y="423"/>
                  </a:cubicBezTo>
                  <a:cubicBezTo>
                    <a:pt x="7838" y="2328"/>
                    <a:pt x="1195" y="3281"/>
                    <a:pt x="246" y="709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ACFA4B3F-48BF-D652-2AE3-EB9C443F15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7904" y="3515677"/>
              <a:ext cx="76001" cy="27146"/>
            </a:xfrm>
            <a:custGeom>
              <a:avLst/>
              <a:gdLst>
                <a:gd name="connsiteX0" fmla="*/ 0 w 76001"/>
                <a:gd name="connsiteY0" fmla="*/ 16193 h 27146"/>
                <a:gd name="connsiteX1" fmla="*/ 18980 w 76001"/>
                <a:gd name="connsiteY1" fmla="*/ 2858 h 27146"/>
                <a:gd name="connsiteX2" fmla="*/ 34164 w 76001"/>
                <a:gd name="connsiteY2" fmla="*/ 0 h 27146"/>
                <a:gd name="connsiteX3" fmla="*/ 49349 w 76001"/>
                <a:gd name="connsiteY3" fmla="*/ 2858 h 27146"/>
                <a:gd name="connsiteX4" fmla="*/ 64533 w 76001"/>
                <a:gd name="connsiteY4" fmla="*/ 4763 h 27146"/>
                <a:gd name="connsiteX5" fmla="*/ 75921 w 76001"/>
                <a:gd name="connsiteY5" fmla="*/ 14288 h 27146"/>
                <a:gd name="connsiteX6" fmla="*/ 63584 w 76001"/>
                <a:gd name="connsiteY6" fmla="*/ 25718 h 27146"/>
                <a:gd name="connsiteX7" fmla="*/ 45553 w 76001"/>
                <a:gd name="connsiteY7" fmla="*/ 25718 h 27146"/>
                <a:gd name="connsiteX8" fmla="*/ 27521 w 76001"/>
                <a:gd name="connsiteY8" fmla="*/ 22860 h 27146"/>
                <a:gd name="connsiteX9" fmla="*/ 6643 w 76001"/>
                <a:gd name="connsiteY9" fmla="*/ 26670 h 27146"/>
                <a:gd name="connsiteX10" fmla="*/ 0 w 76001"/>
                <a:gd name="connsiteY10" fmla="*/ 16193 h 27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01" h="27146">
                  <a:moveTo>
                    <a:pt x="0" y="16193"/>
                  </a:moveTo>
                  <a:cubicBezTo>
                    <a:pt x="949" y="9525"/>
                    <a:pt x="13286" y="4763"/>
                    <a:pt x="18980" y="2858"/>
                  </a:cubicBezTo>
                  <a:cubicBezTo>
                    <a:pt x="23725" y="1905"/>
                    <a:pt x="29419" y="953"/>
                    <a:pt x="34164" y="0"/>
                  </a:cubicBezTo>
                  <a:cubicBezTo>
                    <a:pt x="38909" y="0"/>
                    <a:pt x="44604" y="1905"/>
                    <a:pt x="49349" y="2858"/>
                  </a:cubicBezTo>
                  <a:cubicBezTo>
                    <a:pt x="55043" y="3810"/>
                    <a:pt x="60737" y="2858"/>
                    <a:pt x="64533" y="4763"/>
                  </a:cubicBezTo>
                  <a:cubicBezTo>
                    <a:pt x="71176" y="6668"/>
                    <a:pt x="75921" y="10478"/>
                    <a:pt x="75921" y="14288"/>
                  </a:cubicBezTo>
                  <a:cubicBezTo>
                    <a:pt x="76870" y="19050"/>
                    <a:pt x="69278" y="22860"/>
                    <a:pt x="63584" y="25718"/>
                  </a:cubicBezTo>
                  <a:cubicBezTo>
                    <a:pt x="56941" y="27623"/>
                    <a:pt x="52196" y="27623"/>
                    <a:pt x="45553" y="25718"/>
                  </a:cubicBezTo>
                  <a:cubicBezTo>
                    <a:pt x="40808" y="24765"/>
                    <a:pt x="35113" y="21908"/>
                    <a:pt x="27521" y="22860"/>
                  </a:cubicBezTo>
                  <a:cubicBezTo>
                    <a:pt x="17082" y="23813"/>
                    <a:pt x="12337" y="28575"/>
                    <a:pt x="6643" y="26670"/>
                  </a:cubicBezTo>
                  <a:cubicBezTo>
                    <a:pt x="2847" y="23813"/>
                    <a:pt x="0" y="20003"/>
                    <a:pt x="0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7642B5A2-5CBD-483E-327E-D43DEF4E97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7823" y="3574732"/>
              <a:ext cx="76054" cy="25031"/>
            </a:xfrm>
            <a:custGeom>
              <a:avLst/>
              <a:gdLst>
                <a:gd name="connsiteX0" fmla="*/ 81 w 76054"/>
                <a:gd name="connsiteY0" fmla="*/ 11430 h 25031"/>
                <a:gd name="connsiteX1" fmla="*/ 18113 w 76054"/>
                <a:gd name="connsiteY1" fmla="*/ 5715 h 25031"/>
                <a:gd name="connsiteX2" fmla="*/ 31399 w 76054"/>
                <a:gd name="connsiteY2" fmla="*/ 0 h 25031"/>
                <a:gd name="connsiteX3" fmla="*/ 45634 w 76054"/>
                <a:gd name="connsiteY3" fmla="*/ 1905 h 25031"/>
                <a:gd name="connsiteX4" fmla="*/ 59869 w 76054"/>
                <a:gd name="connsiteY4" fmla="*/ 3810 h 25031"/>
                <a:gd name="connsiteX5" fmla="*/ 76002 w 76054"/>
                <a:gd name="connsiteY5" fmla="*/ 12382 h 25031"/>
                <a:gd name="connsiteX6" fmla="*/ 56073 w 76054"/>
                <a:gd name="connsiteY6" fmla="*/ 21907 h 25031"/>
                <a:gd name="connsiteX7" fmla="*/ 40889 w 76054"/>
                <a:gd name="connsiteY7" fmla="*/ 23813 h 25031"/>
                <a:gd name="connsiteX8" fmla="*/ 25705 w 76054"/>
                <a:gd name="connsiteY8" fmla="*/ 24765 h 25031"/>
                <a:gd name="connsiteX9" fmla="*/ 10520 w 76054"/>
                <a:gd name="connsiteY9" fmla="*/ 21907 h 25031"/>
                <a:gd name="connsiteX10" fmla="*/ 81 w 76054"/>
                <a:gd name="connsiteY10" fmla="*/ 11430 h 2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54" h="25031">
                  <a:moveTo>
                    <a:pt x="81" y="11430"/>
                  </a:moveTo>
                  <a:cubicBezTo>
                    <a:pt x="1030" y="3810"/>
                    <a:pt x="11469" y="6668"/>
                    <a:pt x="18113" y="5715"/>
                  </a:cubicBezTo>
                  <a:cubicBezTo>
                    <a:pt x="21909" y="4763"/>
                    <a:pt x="25705" y="953"/>
                    <a:pt x="31399" y="0"/>
                  </a:cubicBezTo>
                  <a:cubicBezTo>
                    <a:pt x="35195" y="0"/>
                    <a:pt x="40889" y="953"/>
                    <a:pt x="45634" y="1905"/>
                  </a:cubicBezTo>
                  <a:cubicBezTo>
                    <a:pt x="50379" y="1905"/>
                    <a:pt x="55124" y="1905"/>
                    <a:pt x="59869" y="3810"/>
                  </a:cubicBezTo>
                  <a:cubicBezTo>
                    <a:pt x="64614" y="5715"/>
                    <a:pt x="76951" y="3810"/>
                    <a:pt x="76002" y="12382"/>
                  </a:cubicBezTo>
                  <a:cubicBezTo>
                    <a:pt x="75053" y="20955"/>
                    <a:pt x="59869" y="20955"/>
                    <a:pt x="56073" y="21907"/>
                  </a:cubicBezTo>
                  <a:cubicBezTo>
                    <a:pt x="54175" y="21907"/>
                    <a:pt x="48481" y="22860"/>
                    <a:pt x="40889" y="23813"/>
                  </a:cubicBezTo>
                  <a:cubicBezTo>
                    <a:pt x="36144" y="23813"/>
                    <a:pt x="31399" y="25718"/>
                    <a:pt x="25705" y="24765"/>
                  </a:cubicBezTo>
                  <a:cubicBezTo>
                    <a:pt x="20960" y="23813"/>
                    <a:pt x="15266" y="23813"/>
                    <a:pt x="10520" y="21907"/>
                  </a:cubicBezTo>
                  <a:cubicBezTo>
                    <a:pt x="6724" y="19050"/>
                    <a:pt x="-868" y="15240"/>
                    <a:pt x="81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F4BA8603-B6C1-59B0-E4D4-45E03F39BB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8787" y="3631882"/>
              <a:ext cx="77026" cy="28148"/>
            </a:xfrm>
            <a:custGeom>
              <a:avLst/>
              <a:gdLst>
                <a:gd name="connsiteX0" fmla="*/ 14301 w 77026"/>
                <a:gd name="connsiteY0" fmla="*/ 21907 h 28148"/>
                <a:gd name="connsiteX1" fmla="*/ 66 w 77026"/>
                <a:gd name="connsiteY1" fmla="*/ 14288 h 28148"/>
                <a:gd name="connsiteX2" fmla="*/ 16199 w 77026"/>
                <a:gd name="connsiteY2" fmla="*/ 0 h 28148"/>
                <a:gd name="connsiteX3" fmla="*/ 38026 w 77026"/>
                <a:gd name="connsiteY3" fmla="*/ 4763 h 28148"/>
                <a:gd name="connsiteX4" fmla="*/ 51312 w 77026"/>
                <a:gd name="connsiteY4" fmla="*/ 4763 h 28148"/>
                <a:gd name="connsiteX5" fmla="*/ 64599 w 77026"/>
                <a:gd name="connsiteY5" fmla="*/ 4763 h 28148"/>
                <a:gd name="connsiteX6" fmla="*/ 76936 w 77026"/>
                <a:gd name="connsiteY6" fmla="*/ 12382 h 28148"/>
                <a:gd name="connsiteX7" fmla="*/ 65548 w 77026"/>
                <a:gd name="connsiteY7" fmla="*/ 27622 h 28148"/>
                <a:gd name="connsiteX8" fmla="*/ 52261 w 77026"/>
                <a:gd name="connsiteY8" fmla="*/ 24765 h 28148"/>
                <a:gd name="connsiteX9" fmla="*/ 38026 w 77026"/>
                <a:gd name="connsiteY9" fmla="*/ 25718 h 28148"/>
                <a:gd name="connsiteX10" fmla="*/ 14301 w 77026"/>
                <a:gd name="connsiteY10" fmla="*/ 21907 h 28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26" h="28148">
                  <a:moveTo>
                    <a:pt x="14301" y="21907"/>
                  </a:moveTo>
                  <a:cubicBezTo>
                    <a:pt x="11454" y="20955"/>
                    <a:pt x="1015" y="20003"/>
                    <a:pt x="66" y="14288"/>
                  </a:cubicBezTo>
                  <a:cubicBezTo>
                    <a:pt x="-883" y="8572"/>
                    <a:pt x="8607" y="0"/>
                    <a:pt x="16199" y="0"/>
                  </a:cubicBezTo>
                  <a:cubicBezTo>
                    <a:pt x="25689" y="0"/>
                    <a:pt x="27587" y="3810"/>
                    <a:pt x="38026" y="4763"/>
                  </a:cubicBezTo>
                  <a:cubicBezTo>
                    <a:pt x="43720" y="4763"/>
                    <a:pt x="47516" y="5715"/>
                    <a:pt x="51312" y="4763"/>
                  </a:cubicBezTo>
                  <a:cubicBezTo>
                    <a:pt x="55109" y="3810"/>
                    <a:pt x="58905" y="3810"/>
                    <a:pt x="64599" y="4763"/>
                  </a:cubicBezTo>
                  <a:cubicBezTo>
                    <a:pt x="69344" y="5715"/>
                    <a:pt x="75987" y="8572"/>
                    <a:pt x="76936" y="12382"/>
                  </a:cubicBezTo>
                  <a:cubicBezTo>
                    <a:pt x="77885" y="18097"/>
                    <a:pt x="71242" y="24765"/>
                    <a:pt x="65548" y="27622"/>
                  </a:cubicBezTo>
                  <a:cubicBezTo>
                    <a:pt x="60803" y="29528"/>
                    <a:pt x="57007" y="25718"/>
                    <a:pt x="52261" y="24765"/>
                  </a:cubicBezTo>
                  <a:cubicBezTo>
                    <a:pt x="48465" y="23813"/>
                    <a:pt x="44669" y="25718"/>
                    <a:pt x="38026" y="25718"/>
                  </a:cubicBezTo>
                  <a:cubicBezTo>
                    <a:pt x="25689" y="23813"/>
                    <a:pt x="22842" y="23813"/>
                    <a:pt x="14301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A963B3F1-2974-3258-345D-05797E7543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9802" y="3689276"/>
              <a:ext cx="74971" cy="25473"/>
            </a:xfrm>
            <a:custGeom>
              <a:avLst/>
              <a:gdLst>
                <a:gd name="connsiteX0" fmla="*/ 11388 w 74971"/>
                <a:gd name="connsiteY0" fmla="*/ 1661 h 25473"/>
                <a:gd name="connsiteX1" fmla="*/ 0 w 74971"/>
                <a:gd name="connsiteY1" fmla="*/ 11186 h 25473"/>
                <a:gd name="connsiteX2" fmla="*/ 17082 w 74971"/>
                <a:gd name="connsiteY2" fmla="*/ 23569 h 25473"/>
                <a:gd name="connsiteX3" fmla="*/ 33215 w 74971"/>
                <a:gd name="connsiteY3" fmla="*/ 24521 h 25473"/>
                <a:gd name="connsiteX4" fmla="*/ 49349 w 74971"/>
                <a:gd name="connsiteY4" fmla="*/ 25474 h 25473"/>
                <a:gd name="connsiteX5" fmla="*/ 64533 w 74971"/>
                <a:gd name="connsiteY5" fmla="*/ 22616 h 25473"/>
                <a:gd name="connsiteX6" fmla="*/ 74972 w 74971"/>
                <a:gd name="connsiteY6" fmla="*/ 12139 h 25473"/>
                <a:gd name="connsiteX7" fmla="*/ 64533 w 74971"/>
                <a:gd name="connsiteY7" fmla="*/ 6424 h 25473"/>
                <a:gd name="connsiteX8" fmla="*/ 50298 w 74971"/>
                <a:gd name="connsiteY8" fmla="*/ 5471 h 25473"/>
                <a:gd name="connsiteX9" fmla="*/ 36062 w 74971"/>
                <a:gd name="connsiteY9" fmla="*/ 3566 h 25473"/>
                <a:gd name="connsiteX10" fmla="*/ 11388 w 74971"/>
                <a:gd name="connsiteY10" fmla="*/ 1661 h 25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473">
                  <a:moveTo>
                    <a:pt x="11388" y="1661"/>
                  </a:moveTo>
                  <a:cubicBezTo>
                    <a:pt x="5694" y="3566"/>
                    <a:pt x="0" y="6424"/>
                    <a:pt x="0" y="11186"/>
                  </a:cubicBezTo>
                  <a:cubicBezTo>
                    <a:pt x="0" y="16901"/>
                    <a:pt x="11388" y="21664"/>
                    <a:pt x="17082" y="23569"/>
                  </a:cubicBezTo>
                  <a:cubicBezTo>
                    <a:pt x="21827" y="24521"/>
                    <a:pt x="27521" y="24521"/>
                    <a:pt x="33215" y="24521"/>
                  </a:cubicBezTo>
                  <a:cubicBezTo>
                    <a:pt x="38909" y="24521"/>
                    <a:pt x="43655" y="25474"/>
                    <a:pt x="49349" y="25474"/>
                  </a:cubicBezTo>
                  <a:cubicBezTo>
                    <a:pt x="55043" y="24521"/>
                    <a:pt x="60737" y="23569"/>
                    <a:pt x="64533" y="22616"/>
                  </a:cubicBezTo>
                  <a:cubicBezTo>
                    <a:pt x="71176" y="19759"/>
                    <a:pt x="74972" y="15949"/>
                    <a:pt x="74972" y="12139"/>
                  </a:cubicBezTo>
                  <a:cubicBezTo>
                    <a:pt x="74972" y="7376"/>
                    <a:pt x="71176" y="6424"/>
                    <a:pt x="64533" y="6424"/>
                  </a:cubicBezTo>
                  <a:cubicBezTo>
                    <a:pt x="60737" y="6424"/>
                    <a:pt x="55992" y="5471"/>
                    <a:pt x="50298" y="5471"/>
                  </a:cubicBezTo>
                  <a:cubicBezTo>
                    <a:pt x="46502" y="5471"/>
                    <a:pt x="41756" y="4519"/>
                    <a:pt x="36062" y="3566"/>
                  </a:cubicBezTo>
                  <a:cubicBezTo>
                    <a:pt x="25623" y="-243"/>
                    <a:pt x="18980" y="-1196"/>
                    <a:pt x="11388" y="166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4E82E42F-D6BA-5B64-6925-0CD611D3F2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7702" y="3656224"/>
              <a:ext cx="77106" cy="26617"/>
            </a:xfrm>
            <a:custGeom>
              <a:avLst/>
              <a:gdLst>
                <a:gd name="connsiteX0" fmla="*/ 145 w 77106"/>
                <a:gd name="connsiteY0" fmla="*/ 15663 h 26617"/>
                <a:gd name="connsiteX1" fmla="*/ 20075 w 77106"/>
                <a:gd name="connsiteY1" fmla="*/ 5186 h 26617"/>
                <a:gd name="connsiteX2" fmla="*/ 35259 w 77106"/>
                <a:gd name="connsiteY2" fmla="*/ 423 h 26617"/>
                <a:gd name="connsiteX3" fmla="*/ 50443 w 77106"/>
                <a:gd name="connsiteY3" fmla="*/ 423 h 26617"/>
                <a:gd name="connsiteX4" fmla="*/ 65627 w 77106"/>
                <a:gd name="connsiteY4" fmla="*/ 4233 h 26617"/>
                <a:gd name="connsiteX5" fmla="*/ 77015 w 77106"/>
                <a:gd name="connsiteY5" fmla="*/ 13758 h 26617"/>
                <a:gd name="connsiteX6" fmla="*/ 65627 w 77106"/>
                <a:gd name="connsiteY6" fmla="*/ 25188 h 26617"/>
                <a:gd name="connsiteX7" fmla="*/ 47596 w 77106"/>
                <a:gd name="connsiteY7" fmla="*/ 25188 h 26617"/>
                <a:gd name="connsiteX8" fmla="*/ 29565 w 77106"/>
                <a:gd name="connsiteY8" fmla="*/ 22331 h 26617"/>
                <a:gd name="connsiteX9" fmla="*/ 8686 w 77106"/>
                <a:gd name="connsiteY9" fmla="*/ 25188 h 26617"/>
                <a:gd name="connsiteX10" fmla="*/ 145 w 77106"/>
                <a:gd name="connsiteY10" fmla="*/ 15663 h 2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06" h="26617">
                  <a:moveTo>
                    <a:pt x="145" y="15663"/>
                  </a:moveTo>
                  <a:cubicBezTo>
                    <a:pt x="1094" y="8996"/>
                    <a:pt x="15329" y="6138"/>
                    <a:pt x="20075" y="5186"/>
                  </a:cubicBezTo>
                  <a:cubicBezTo>
                    <a:pt x="24820" y="4233"/>
                    <a:pt x="29565" y="1376"/>
                    <a:pt x="35259" y="423"/>
                  </a:cubicBezTo>
                  <a:cubicBezTo>
                    <a:pt x="40004" y="423"/>
                    <a:pt x="45698" y="-529"/>
                    <a:pt x="50443" y="423"/>
                  </a:cubicBezTo>
                  <a:cubicBezTo>
                    <a:pt x="56137" y="1376"/>
                    <a:pt x="60882" y="2328"/>
                    <a:pt x="65627" y="4233"/>
                  </a:cubicBezTo>
                  <a:cubicBezTo>
                    <a:pt x="72270" y="6138"/>
                    <a:pt x="76066" y="10901"/>
                    <a:pt x="77015" y="13758"/>
                  </a:cubicBezTo>
                  <a:cubicBezTo>
                    <a:pt x="77964" y="18521"/>
                    <a:pt x="71321" y="23283"/>
                    <a:pt x="65627" y="25188"/>
                  </a:cubicBezTo>
                  <a:cubicBezTo>
                    <a:pt x="58984" y="27093"/>
                    <a:pt x="54239" y="27093"/>
                    <a:pt x="47596" y="25188"/>
                  </a:cubicBezTo>
                  <a:cubicBezTo>
                    <a:pt x="42851" y="24236"/>
                    <a:pt x="37157" y="21378"/>
                    <a:pt x="29565" y="22331"/>
                  </a:cubicBezTo>
                  <a:cubicBezTo>
                    <a:pt x="19126" y="23283"/>
                    <a:pt x="14380" y="28046"/>
                    <a:pt x="8686" y="25188"/>
                  </a:cubicBezTo>
                  <a:cubicBezTo>
                    <a:pt x="2992" y="23283"/>
                    <a:pt x="-804" y="19473"/>
                    <a:pt x="145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9A16BC32-9352-5EEE-B365-039CEF05EA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8731" y="3546157"/>
              <a:ext cx="74210" cy="23959"/>
            </a:xfrm>
            <a:custGeom>
              <a:avLst/>
              <a:gdLst>
                <a:gd name="connsiteX0" fmla="*/ 13352 w 74210"/>
                <a:gd name="connsiteY0" fmla="*/ 21907 h 23959"/>
                <a:gd name="connsiteX1" fmla="*/ 66 w 74210"/>
                <a:gd name="connsiteY1" fmla="*/ 12382 h 23959"/>
                <a:gd name="connsiteX2" fmla="*/ 16199 w 74210"/>
                <a:gd name="connsiteY2" fmla="*/ 0 h 23959"/>
                <a:gd name="connsiteX3" fmla="*/ 38026 w 74210"/>
                <a:gd name="connsiteY3" fmla="*/ 2857 h 23959"/>
                <a:gd name="connsiteX4" fmla="*/ 51313 w 74210"/>
                <a:gd name="connsiteY4" fmla="*/ 953 h 23959"/>
                <a:gd name="connsiteX5" fmla="*/ 64599 w 74210"/>
                <a:gd name="connsiteY5" fmla="*/ 2857 h 23959"/>
                <a:gd name="connsiteX6" fmla="*/ 74089 w 74210"/>
                <a:gd name="connsiteY6" fmla="*/ 10478 h 23959"/>
                <a:gd name="connsiteX7" fmla="*/ 64599 w 74210"/>
                <a:gd name="connsiteY7" fmla="*/ 22860 h 23959"/>
                <a:gd name="connsiteX8" fmla="*/ 51313 w 74210"/>
                <a:gd name="connsiteY8" fmla="*/ 22860 h 23959"/>
                <a:gd name="connsiteX9" fmla="*/ 38026 w 74210"/>
                <a:gd name="connsiteY9" fmla="*/ 20955 h 23959"/>
                <a:gd name="connsiteX10" fmla="*/ 13352 w 74210"/>
                <a:gd name="connsiteY10" fmla="*/ 21907 h 2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10" h="23959">
                  <a:moveTo>
                    <a:pt x="13352" y="21907"/>
                  </a:moveTo>
                  <a:cubicBezTo>
                    <a:pt x="10505" y="20955"/>
                    <a:pt x="1015" y="18098"/>
                    <a:pt x="66" y="12382"/>
                  </a:cubicBezTo>
                  <a:cubicBezTo>
                    <a:pt x="-883" y="6668"/>
                    <a:pt x="8607" y="0"/>
                    <a:pt x="16199" y="0"/>
                  </a:cubicBezTo>
                  <a:cubicBezTo>
                    <a:pt x="25689" y="0"/>
                    <a:pt x="27587" y="1905"/>
                    <a:pt x="38026" y="2857"/>
                  </a:cubicBezTo>
                  <a:cubicBezTo>
                    <a:pt x="43720" y="2857"/>
                    <a:pt x="47516" y="1905"/>
                    <a:pt x="51313" y="953"/>
                  </a:cubicBezTo>
                  <a:cubicBezTo>
                    <a:pt x="55109" y="0"/>
                    <a:pt x="59854" y="953"/>
                    <a:pt x="64599" y="2857"/>
                  </a:cubicBezTo>
                  <a:cubicBezTo>
                    <a:pt x="69344" y="3810"/>
                    <a:pt x="73140" y="6668"/>
                    <a:pt x="74089" y="10478"/>
                  </a:cubicBezTo>
                  <a:cubicBezTo>
                    <a:pt x="75038" y="16193"/>
                    <a:pt x="70293" y="20955"/>
                    <a:pt x="64599" y="22860"/>
                  </a:cubicBezTo>
                  <a:cubicBezTo>
                    <a:pt x="59854" y="24765"/>
                    <a:pt x="57007" y="23813"/>
                    <a:pt x="51313" y="22860"/>
                  </a:cubicBezTo>
                  <a:cubicBezTo>
                    <a:pt x="47516" y="21907"/>
                    <a:pt x="43720" y="21907"/>
                    <a:pt x="38026" y="20955"/>
                  </a:cubicBezTo>
                  <a:cubicBezTo>
                    <a:pt x="25689" y="20003"/>
                    <a:pt x="21893" y="23813"/>
                    <a:pt x="13352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F83798A3-B061-F507-6E09-C1C0591AB0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625" y="3601402"/>
              <a:ext cx="74224" cy="22330"/>
            </a:xfrm>
            <a:custGeom>
              <a:avLst/>
              <a:gdLst>
                <a:gd name="connsiteX0" fmla="*/ 65602 w 74224"/>
                <a:gd name="connsiteY0" fmla="*/ 5715 h 22330"/>
                <a:gd name="connsiteX1" fmla="*/ 74143 w 74224"/>
                <a:gd name="connsiteY1" fmla="*/ 9525 h 22330"/>
                <a:gd name="connsiteX2" fmla="*/ 62755 w 74224"/>
                <a:gd name="connsiteY2" fmla="*/ 21908 h 22330"/>
                <a:gd name="connsiteX3" fmla="*/ 45673 w 74224"/>
                <a:gd name="connsiteY3" fmla="*/ 21908 h 22330"/>
                <a:gd name="connsiteX4" fmla="*/ 28591 w 74224"/>
                <a:gd name="connsiteY4" fmla="*/ 20955 h 22330"/>
                <a:gd name="connsiteX5" fmla="*/ 11509 w 74224"/>
                <a:gd name="connsiteY5" fmla="*/ 18098 h 22330"/>
                <a:gd name="connsiteX6" fmla="*/ 120 w 74224"/>
                <a:gd name="connsiteY6" fmla="*/ 8573 h 22330"/>
                <a:gd name="connsiteX7" fmla="*/ 14355 w 74224"/>
                <a:gd name="connsiteY7" fmla="*/ 1905 h 22330"/>
                <a:gd name="connsiteX8" fmla="*/ 31438 w 74224"/>
                <a:gd name="connsiteY8" fmla="*/ 0 h 22330"/>
                <a:gd name="connsiteX9" fmla="*/ 48520 w 74224"/>
                <a:gd name="connsiteY9" fmla="*/ 953 h 22330"/>
                <a:gd name="connsiteX10" fmla="*/ 65602 w 74224"/>
                <a:gd name="connsiteY10" fmla="*/ 5715 h 22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24" h="22330">
                  <a:moveTo>
                    <a:pt x="65602" y="5715"/>
                  </a:moveTo>
                  <a:cubicBezTo>
                    <a:pt x="70347" y="6668"/>
                    <a:pt x="73194" y="7620"/>
                    <a:pt x="74143" y="9525"/>
                  </a:cubicBezTo>
                  <a:cubicBezTo>
                    <a:pt x="75092" y="14288"/>
                    <a:pt x="67500" y="20955"/>
                    <a:pt x="62755" y="21908"/>
                  </a:cubicBezTo>
                  <a:cubicBezTo>
                    <a:pt x="58010" y="22860"/>
                    <a:pt x="51367" y="21908"/>
                    <a:pt x="45673" y="21908"/>
                  </a:cubicBezTo>
                  <a:cubicBezTo>
                    <a:pt x="39979" y="21908"/>
                    <a:pt x="34285" y="21908"/>
                    <a:pt x="28591" y="20955"/>
                  </a:cubicBezTo>
                  <a:cubicBezTo>
                    <a:pt x="21948" y="20003"/>
                    <a:pt x="16254" y="20003"/>
                    <a:pt x="11509" y="18098"/>
                  </a:cubicBezTo>
                  <a:cubicBezTo>
                    <a:pt x="3916" y="16193"/>
                    <a:pt x="-829" y="13335"/>
                    <a:pt x="120" y="8573"/>
                  </a:cubicBezTo>
                  <a:cubicBezTo>
                    <a:pt x="1069" y="5715"/>
                    <a:pt x="5814" y="2858"/>
                    <a:pt x="14355" y="1905"/>
                  </a:cubicBezTo>
                  <a:cubicBezTo>
                    <a:pt x="19101" y="953"/>
                    <a:pt x="25744" y="0"/>
                    <a:pt x="31438" y="0"/>
                  </a:cubicBezTo>
                  <a:cubicBezTo>
                    <a:pt x="37132" y="0"/>
                    <a:pt x="42826" y="953"/>
                    <a:pt x="48520" y="953"/>
                  </a:cubicBezTo>
                  <a:cubicBezTo>
                    <a:pt x="55163" y="1905"/>
                    <a:pt x="60857" y="4763"/>
                    <a:pt x="65602" y="571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08AF72E7-684C-9E25-A69D-EF22BD5EDD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519" y="3717607"/>
              <a:ext cx="76147" cy="20954"/>
            </a:xfrm>
            <a:custGeom>
              <a:avLst/>
              <a:gdLst>
                <a:gd name="connsiteX0" fmla="*/ 226 w 76147"/>
                <a:gd name="connsiteY0" fmla="*/ 8572 h 20954"/>
                <a:gd name="connsiteX1" fmla="*/ 16360 w 76147"/>
                <a:gd name="connsiteY1" fmla="*/ 19050 h 20954"/>
                <a:gd name="connsiteX2" fmla="*/ 31544 w 76147"/>
                <a:gd name="connsiteY2" fmla="*/ 20955 h 20954"/>
                <a:gd name="connsiteX3" fmla="*/ 46728 w 76147"/>
                <a:gd name="connsiteY3" fmla="*/ 20002 h 20954"/>
                <a:gd name="connsiteX4" fmla="*/ 61912 w 76147"/>
                <a:gd name="connsiteY4" fmla="*/ 18097 h 20954"/>
                <a:gd name="connsiteX5" fmla="*/ 76147 w 76147"/>
                <a:gd name="connsiteY5" fmla="*/ 10477 h 20954"/>
                <a:gd name="connsiteX6" fmla="*/ 61912 w 76147"/>
                <a:gd name="connsiteY6" fmla="*/ 4763 h 20954"/>
                <a:gd name="connsiteX7" fmla="*/ 47677 w 76147"/>
                <a:gd name="connsiteY7" fmla="*/ 1905 h 20954"/>
                <a:gd name="connsiteX8" fmla="*/ 32493 w 76147"/>
                <a:gd name="connsiteY8" fmla="*/ 0 h 20954"/>
                <a:gd name="connsiteX9" fmla="*/ 15411 w 76147"/>
                <a:gd name="connsiteY9" fmla="*/ 1905 h 20954"/>
                <a:gd name="connsiteX10" fmla="*/ 226 w 76147"/>
                <a:gd name="connsiteY10" fmla="*/ 8572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47" h="20954">
                  <a:moveTo>
                    <a:pt x="226" y="8572"/>
                  </a:moveTo>
                  <a:cubicBezTo>
                    <a:pt x="-1672" y="13335"/>
                    <a:pt x="8768" y="19050"/>
                    <a:pt x="16360" y="19050"/>
                  </a:cubicBezTo>
                  <a:cubicBezTo>
                    <a:pt x="21105" y="19050"/>
                    <a:pt x="26799" y="20955"/>
                    <a:pt x="31544" y="20955"/>
                  </a:cubicBezTo>
                  <a:cubicBezTo>
                    <a:pt x="37238" y="20955"/>
                    <a:pt x="41983" y="20002"/>
                    <a:pt x="46728" y="20002"/>
                  </a:cubicBezTo>
                  <a:cubicBezTo>
                    <a:pt x="52422" y="20002"/>
                    <a:pt x="58116" y="19050"/>
                    <a:pt x="61912" y="18097"/>
                  </a:cubicBezTo>
                  <a:cubicBezTo>
                    <a:pt x="69504" y="17145"/>
                    <a:pt x="76147" y="14288"/>
                    <a:pt x="76147" y="10477"/>
                  </a:cubicBezTo>
                  <a:cubicBezTo>
                    <a:pt x="76147" y="7620"/>
                    <a:pt x="69504" y="6667"/>
                    <a:pt x="61912" y="4763"/>
                  </a:cubicBezTo>
                  <a:cubicBezTo>
                    <a:pt x="57167" y="3810"/>
                    <a:pt x="52422" y="2857"/>
                    <a:pt x="47677" y="1905"/>
                  </a:cubicBezTo>
                  <a:cubicBezTo>
                    <a:pt x="42932" y="952"/>
                    <a:pt x="37238" y="0"/>
                    <a:pt x="32493" y="0"/>
                  </a:cubicBezTo>
                  <a:cubicBezTo>
                    <a:pt x="29646" y="0"/>
                    <a:pt x="22054" y="952"/>
                    <a:pt x="15411" y="1905"/>
                  </a:cubicBezTo>
                  <a:cubicBezTo>
                    <a:pt x="7819" y="3810"/>
                    <a:pt x="1175" y="4763"/>
                    <a:pt x="226" y="857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AA66DA69-422F-7E26-8B01-0DD4FE61C31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7848" y="3494722"/>
              <a:ext cx="75020" cy="22859"/>
            </a:xfrm>
            <a:custGeom>
              <a:avLst/>
              <a:gdLst>
                <a:gd name="connsiteX0" fmla="*/ 0 w 75020"/>
                <a:gd name="connsiteY0" fmla="*/ 9525 h 22859"/>
                <a:gd name="connsiteX1" fmla="*/ 15184 w 75020"/>
                <a:gd name="connsiteY1" fmla="*/ 1905 h 22859"/>
                <a:gd name="connsiteX2" fmla="*/ 29419 w 75020"/>
                <a:gd name="connsiteY2" fmla="*/ 0 h 22859"/>
                <a:gd name="connsiteX3" fmla="*/ 43654 w 75020"/>
                <a:gd name="connsiteY3" fmla="*/ 952 h 22859"/>
                <a:gd name="connsiteX4" fmla="*/ 57890 w 75020"/>
                <a:gd name="connsiteY4" fmla="*/ 3810 h 22859"/>
                <a:gd name="connsiteX5" fmla="*/ 74972 w 75020"/>
                <a:gd name="connsiteY5" fmla="*/ 10477 h 22859"/>
                <a:gd name="connsiteX6" fmla="*/ 55043 w 75020"/>
                <a:gd name="connsiteY6" fmla="*/ 20955 h 22859"/>
                <a:gd name="connsiteX7" fmla="*/ 39858 w 75020"/>
                <a:gd name="connsiteY7" fmla="*/ 22860 h 22859"/>
                <a:gd name="connsiteX8" fmla="*/ 24674 w 75020"/>
                <a:gd name="connsiteY8" fmla="*/ 21907 h 22859"/>
                <a:gd name="connsiteX9" fmla="*/ 10439 w 75020"/>
                <a:gd name="connsiteY9" fmla="*/ 16192 h 22859"/>
                <a:gd name="connsiteX10" fmla="*/ 0 w 75020"/>
                <a:gd name="connsiteY10" fmla="*/ 9525 h 22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0" h="22859">
                  <a:moveTo>
                    <a:pt x="0" y="9525"/>
                  </a:moveTo>
                  <a:cubicBezTo>
                    <a:pt x="949" y="1905"/>
                    <a:pt x="8541" y="2857"/>
                    <a:pt x="15184" y="1905"/>
                  </a:cubicBezTo>
                  <a:cubicBezTo>
                    <a:pt x="18980" y="952"/>
                    <a:pt x="23725" y="0"/>
                    <a:pt x="29419" y="0"/>
                  </a:cubicBezTo>
                  <a:cubicBezTo>
                    <a:pt x="33215" y="0"/>
                    <a:pt x="37960" y="952"/>
                    <a:pt x="43654" y="952"/>
                  </a:cubicBezTo>
                  <a:cubicBezTo>
                    <a:pt x="48400" y="952"/>
                    <a:pt x="52196" y="1905"/>
                    <a:pt x="57890" y="3810"/>
                  </a:cubicBezTo>
                  <a:cubicBezTo>
                    <a:pt x="62635" y="5715"/>
                    <a:pt x="75921" y="2857"/>
                    <a:pt x="74972" y="10477"/>
                  </a:cubicBezTo>
                  <a:cubicBezTo>
                    <a:pt x="74023" y="19050"/>
                    <a:pt x="58839" y="20002"/>
                    <a:pt x="55043" y="20955"/>
                  </a:cubicBezTo>
                  <a:cubicBezTo>
                    <a:pt x="53145" y="20955"/>
                    <a:pt x="47451" y="22860"/>
                    <a:pt x="39858" y="22860"/>
                  </a:cubicBezTo>
                  <a:cubicBezTo>
                    <a:pt x="35113" y="22860"/>
                    <a:pt x="29419" y="22860"/>
                    <a:pt x="24674" y="21907"/>
                  </a:cubicBezTo>
                  <a:cubicBezTo>
                    <a:pt x="19929" y="20955"/>
                    <a:pt x="15184" y="18097"/>
                    <a:pt x="10439" y="16192"/>
                  </a:cubicBezTo>
                  <a:cubicBezTo>
                    <a:pt x="6643" y="15240"/>
                    <a:pt x="0" y="13335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0B0E2953-D9C3-BFCF-FEB0-DB0B1A4713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3473" y="3476201"/>
              <a:ext cx="76011" cy="27185"/>
            </a:xfrm>
            <a:custGeom>
              <a:avLst/>
              <a:gdLst>
                <a:gd name="connsiteX0" fmla="*/ 0 w 76011"/>
                <a:gd name="connsiteY0" fmla="*/ 15663 h 27185"/>
                <a:gd name="connsiteX1" fmla="*/ 18980 w 76011"/>
                <a:gd name="connsiteY1" fmla="*/ 2328 h 27185"/>
                <a:gd name="connsiteX2" fmla="*/ 34164 w 76011"/>
                <a:gd name="connsiteY2" fmla="*/ 423 h 27185"/>
                <a:gd name="connsiteX3" fmla="*/ 49349 w 76011"/>
                <a:gd name="connsiteY3" fmla="*/ 423 h 27185"/>
                <a:gd name="connsiteX4" fmla="*/ 63584 w 76011"/>
                <a:gd name="connsiteY4" fmla="*/ 5186 h 27185"/>
                <a:gd name="connsiteX5" fmla="*/ 75921 w 76011"/>
                <a:gd name="connsiteY5" fmla="*/ 12806 h 27185"/>
                <a:gd name="connsiteX6" fmla="*/ 63584 w 76011"/>
                <a:gd name="connsiteY6" fmla="*/ 24236 h 27185"/>
                <a:gd name="connsiteX7" fmla="*/ 45553 w 76011"/>
                <a:gd name="connsiteY7" fmla="*/ 25188 h 27185"/>
                <a:gd name="connsiteX8" fmla="*/ 27521 w 76011"/>
                <a:gd name="connsiteY8" fmla="*/ 24236 h 27185"/>
                <a:gd name="connsiteX9" fmla="*/ 5694 w 76011"/>
                <a:gd name="connsiteY9" fmla="*/ 26141 h 27185"/>
                <a:gd name="connsiteX10" fmla="*/ 0 w 76011"/>
                <a:gd name="connsiteY10" fmla="*/ 15663 h 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11" h="27185">
                  <a:moveTo>
                    <a:pt x="0" y="15663"/>
                  </a:moveTo>
                  <a:cubicBezTo>
                    <a:pt x="949" y="8996"/>
                    <a:pt x="14235" y="3281"/>
                    <a:pt x="18980" y="2328"/>
                  </a:cubicBezTo>
                  <a:cubicBezTo>
                    <a:pt x="23725" y="1376"/>
                    <a:pt x="29419" y="1376"/>
                    <a:pt x="34164" y="423"/>
                  </a:cubicBezTo>
                  <a:cubicBezTo>
                    <a:pt x="38910" y="423"/>
                    <a:pt x="44603" y="-529"/>
                    <a:pt x="49349" y="423"/>
                  </a:cubicBezTo>
                  <a:cubicBezTo>
                    <a:pt x="55043" y="1376"/>
                    <a:pt x="59788" y="3281"/>
                    <a:pt x="63584" y="5186"/>
                  </a:cubicBezTo>
                  <a:cubicBezTo>
                    <a:pt x="70227" y="7091"/>
                    <a:pt x="74972" y="9948"/>
                    <a:pt x="75921" y="12806"/>
                  </a:cubicBezTo>
                  <a:cubicBezTo>
                    <a:pt x="76870" y="17568"/>
                    <a:pt x="70227" y="21378"/>
                    <a:pt x="63584" y="24236"/>
                  </a:cubicBezTo>
                  <a:cubicBezTo>
                    <a:pt x="56941" y="26141"/>
                    <a:pt x="52196" y="27093"/>
                    <a:pt x="45553" y="25188"/>
                  </a:cubicBezTo>
                  <a:cubicBezTo>
                    <a:pt x="40808" y="24236"/>
                    <a:pt x="35113" y="23283"/>
                    <a:pt x="27521" y="24236"/>
                  </a:cubicBezTo>
                  <a:cubicBezTo>
                    <a:pt x="17082" y="25188"/>
                    <a:pt x="11388" y="28998"/>
                    <a:pt x="5694" y="26141"/>
                  </a:cubicBezTo>
                  <a:cubicBezTo>
                    <a:pt x="2847" y="24236"/>
                    <a:pt x="0" y="18521"/>
                    <a:pt x="0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CAA4488A-27C2-633A-9F9B-8D2728112F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3473" y="3536209"/>
              <a:ext cx="76918" cy="21378"/>
            </a:xfrm>
            <a:custGeom>
              <a:avLst/>
              <a:gdLst>
                <a:gd name="connsiteX0" fmla="*/ 0 w 76918"/>
                <a:gd name="connsiteY0" fmla="*/ 9948 h 21378"/>
                <a:gd name="connsiteX1" fmla="*/ 17082 w 76918"/>
                <a:gd name="connsiteY1" fmla="*/ 3281 h 21378"/>
                <a:gd name="connsiteX2" fmla="*/ 31317 w 76918"/>
                <a:gd name="connsiteY2" fmla="*/ 423 h 21378"/>
                <a:gd name="connsiteX3" fmla="*/ 45553 w 76918"/>
                <a:gd name="connsiteY3" fmla="*/ 423 h 21378"/>
                <a:gd name="connsiteX4" fmla="*/ 59788 w 76918"/>
                <a:gd name="connsiteY4" fmla="*/ 3281 h 21378"/>
                <a:gd name="connsiteX5" fmla="*/ 76870 w 76918"/>
                <a:gd name="connsiteY5" fmla="*/ 9948 h 21378"/>
                <a:gd name="connsiteX6" fmla="*/ 56941 w 76918"/>
                <a:gd name="connsiteY6" fmla="*/ 19473 h 21378"/>
                <a:gd name="connsiteX7" fmla="*/ 41757 w 76918"/>
                <a:gd name="connsiteY7" fmla="*/ 21378 h 21378"/>
                <a:gd name="connsiteX8" fmla="*/ 26572 w 76918"/>
                <a:gd name="connsiteY8" fmla="*/ 20426 h 21378"/>
                <a:gd name="connsiteX9" fmla="*/ 11388 w 76918"/>
                <a:gd name="connsiteY9" fmla="*/ 16616 h 21378"/>
                <a:gd name="connsiteX10" fmla="*/ 0 w 76918"/>
                <a:gd name="connsiteY10" fmla="*/ 9948 h 21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918" h="21378">
                  <a:moveTo>
                    <a:pt x="0" y="9948"/>
                  </a:moveTo>
                  <a:cubicBezTo>
                    <a:pt x="949" y="2328"/>
                    <a:pt x="10439" y="5186"/>
                    <a:pt x="17082" y="3281"/>
                  </a:cubicBezTo>
                  <a:cubicBezTo>
                    <a:pt x="20878" y="2328"/>
                    <a:pt x="25623" y="1376"/>
                    <a:pt x="31317" y="423"/>
                  </a:cubicBezTo>
                  <a:cubicBezTo>
                    <a:pt x="35113" y="423"/>
                    <a:pt x="39858" y="-529"/>
                    <a:pt x="45553" y="423"/>
                  </a:cubicBezTo>
                  <a:cubicBezTo>
                    <a:pt x="50298" y="423"/>
                    <a:pt x="54094" y="1376"/>
                    <a:pt x="59788" y="3281"/>
                  </a:cubicBezTo>
                  <a:cubicBezTo>
                    <a:pt x="64533" y="5186"/>
                    <a:pt x="77819" y="2328"/>
                    <a:pt x="76870" y="9948"/>
                  </a:cubicBezTo>
                  <a:cubicBezTo>
                    <a:pt x="75921" y="18521"/>
                    <a:pt x="60737" y="18521"/>
                    <a:pt x="56941" y="19473"/>
                  </a:cubicBezTo>
                  <a:cubicBezTo>
                    <a:pt x="55043" y="19473"/>
                    <a:pt x="49349" y="21378"/>
                    <a:pt x="41757" y="21378"/>
                  </a:cubicBezTo>
                  <a:cubicBezTo>
                    <a:pt x="37012" y="21378"/>
                    <a:pt x="32266" y="21378"/>
                    <a:pt x="26572" y="20426"/>
                  </a:cubicBezTo>
                  <a:cubicBezTo>
                    <a:pt x="21827" y="19473"/>
                    <a:pt x="16133" y="18521"/>
                    <a:pt x="11388" y="16616"/>
                  </a:cubicBezTo>
                  <a:cubicBezTo>
                    <a:pt x="7592" y="15663"/>
                    <a:pt x="0" y="12806"/>
                    <a:pt x="0" y="994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A1BD0E47-3553-3626-3414-ABE92A0778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41150" y="3361372"/>
              <a:ext cx="76918" cy="21907"/>
            </a:xfrm>
            <a:custGeom>
              <a:avLst/>
              <a:gdLst>
                <a:gd name="connsiteX0" fmla="*/ 0 w 76918"/>
                <a:gd name="connsiteY0" fmla="*/ 10477 h 21907"/>
                <a:gd name="connsiteX1" fmla="*/ 18031 w 76918"/>
                <a:gd name="connsiteY1" fmla="*/ 4763 h 21907"/>
                <a:gd name="connsiteX2" fmla="*/ 31317 w 76918"/>
                <a:gd name="connsiteY2" fmla="*/ 952 h 21907"/>
                <a:gd name="connsiteX3" fmla="*/ 45552 w 76918"/>
                <a:gd name="connsiteY3" fmla="*/ 0 h 21907"/>
                <a:gd name="connsiteX4" fmla="*/ 59788 w 76918"/>
                <a:gd name="connsiteY4" fmla="*/ 2857 h 21907"/>
                <a:gd name="connsiteX5" fmla="*/ 76870 w 76918"/>
                <a:gd name="connsiteY5" fmla="*/ 10477 h 21907"/>
                <a:gd name="connsiteX6" fmla="*/ 55992 w 76918"/>
                <a:gd name="connsiteY6" fmla="*/ 20955 h 21907"/>
                <a:gd name="connsiteX7" fmla="*/ 40807 w 76918"/>
                <a:gd name="connsiteY7" fmla="*/ 21907 h 21907"/>
                <a:gd name="connsiteX8" fmla="*/ 25623 w 76918"/>
                <a:gd name="connsiteY8" fmla="*/ 20955 h 21907"/>
                <a:gd name="connsiteX9" fmla="*/ 10439 w 76918"/>
                <a:gd name="connsiteY9" fmla="*/ 19050 h 21907"/>
                <a:gd name="connsiteX10" fmla="*/ 0 w 76918"/>
                <a:gd name="connsiteY10" fmla="*/ 10477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918" h="21907">
                  <a:moveTo>
                    <a:pt x="0" y="10477"/>
                  </a:moveTo>
                  <a:cubicBezTo>
                    <a:pt x="949" y="2857"/>
                    <a:pt x="11388" y="5715"/>
                    <a:pt x="18031" y="4763"/>
                  </a:cubicBezTo>
                  <a:cubicBezTo>
                    <a:pt x="21827" y="3810"/>
                    <a:pt x="25623" y="1905"/>
                    <a:pt x="31317" y="952"/>
                  </a:cubicBezTo>
                  <a:cubicBezTo>
                    <a:pt x="35113" y="952"/>
                    <a:pt x="39858" y="0"/>
                    <a:pt x="45552" y="0"/>
                  </a:cubicBezTo>
                  <a:cubicBezTo>
                    <a:pt x="50297" y="0"/>
                    <a:pt x="54094" y="952"/>
                    <a:pt x="59788" y="2857"/>
                  </a:cubicBezTo>
                  <a:cubicBezTo>
                    <a:pt x="64533" y="4763"/>
                    <a:pt x="77819" y="2857"/>
                    <a:pt x="76870" y="10477"/>
                  </a:cubicBezTo>
                  <a:cubicBezTo>
                    <a:pt x="75921" y="19050"/>
                    <a:pt x="59788" y="20002"/>
                    <a:pt x="55992" y="20955"/>
                  </a:cubicBezTo>
                  <a:cubicBezTo>
                    <a:pt x="54094" y="20955"/>
                    <a:pt x="48399" y="21907"/>
                    <a:pt x="40807" y="21907"/>
                  </a:cubicBezTo>
                  <a:cubicBezTo>
                    <a:pt x="36062" y="21907"/>
                    <a:pt x="31317" y="20955"/>
                    <a:pt x="25623" y="20955"/>
                  </a:cubicBezTo>
                  <a:cubicBezTo>
                    <a:pt x="20878" y="20002"/>
                    <a:pt x="15184" y="20955"/>
                    <a:pt x="10439" y="19050"/>
                  </a:cubicBezTo>
                  <a:cubicBezTo>
                    <a:pt x="6643" y="18097"/>
                    <a:pt x="0" y="14288"/>
                    <a:pt x="0" y="1047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3D367E8B-96BA-5E7B-4A05-7B5431FA86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42099" y="3413684"/>
              <a:ext cx="75920" cy="25792"/>
            </a:xfrm>
            <a:custGeom>
              <a:avLst/>
              <a:gdLst>
                <a:gd name="connsiteX0" fmla="*/ 12337 w 75920"/>
                <a:gd name="connsiteY0" fmla="*/ 1028 h 25792"/>
                <a:gd name="connsiteX1" fmla="*/ 0 w 75920"/>
                <a:gd name="connsiteY1" fmla="*/ 11505 h 25792"/>
                <a:gd name="connsiteX2" fmla="*/ 18031 w 75920"/>
                <a:gd name="connsiteY2" fmla="*/ 23888 h 25792"/>
                <a:gd name="connsiteX3" fmla="*/ 34164 w 75920"/>
                <a:gd name="connsiteY3" fmla="*/ 25792 h 25792"/>
                <a:gd name="connsiteX4" fmla="*/ 50298 w 75920"/>
                <a:gd name="connsiteY4" fmla="*/ 24840 h 25792"/>
                <a:gd name="connsiteX5" fmla="*/ 66431 w 75920"/>
                <a:gd name="connsiteY5" fmla="*/ 21983 h 25792"/>
                <a:gd name="connsiteX6" fmla="*/ 75921 w 75920"/>
                <a:gd name="connsiteY6" fmla="*/ 10553 h 25792"/>
                <a:gd name="connsiteX7" fmla="*/ 65482 w 75920"/>
                <a:gd name="connsiteY7" fmla="*/ 5790 h 25792"/>
                <a:gd name="connsiteX8" fmla="*/ 51247 w 75920"/>
                <a:gd name="connsiteY8" fmla="*/ 4838 h 25792"/>
                <a:gd name="connsiteX9" fmla="*/ 37012 w 75920"/>
                <a:gd name="connsiteY9" fmla="*/ 3885 h 25792"/>
                <a:gd name="connsiteX10" fmla="*/ 12337 w 75920"/>
                <a:gd name="connsiteY10" fmla="*/ 1028 h 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20" h="25792">
                  <a:moveTo>
                    <a:pt x="12337" y="1028"/>
                  </a:moveTo>
                  <a:cubicBezTo>
                    <a:pt x="6643" y="2933"/>
                    <a:pt x="949" y="7695"/>
                    <a:pt x="0" y="11505"/>
                  </a:cubicBezTo>
                  <a:cubicBezTo>
                    <a:pt x="0" y="17220"/>
                    <a:pt x="12337" y="21983"/>
                    <a:pt x="18031" y="23888"/>
                  </a:cubicBezTo>
                  <a:cubicBezTo>
                    <a:pt x="22776" y="24840"/>
                    <a:pt x="28470" y="25792"/>
                    <a:pt x="34164" y="25792"/>
                  </a:cubicBezTo>
                  <a:cubicBezTo>
                    <a:pt x="39858" y="25792"/>
                    <a:pt x="44603" y="25792"/>
                    <a:pt x="50298" y="24840"/>
                  </a:cubicBezTo>
                  <a:cubicBezTo>
                    <a:pt x="55992" y="23888"/>
                    <a:pt x="61686" y="23888"/>
                    <a:pt x="66431" y="21983"/>
                  </a:cubicBezTo>
                  <a:cubicBezTo>
                    <a:pt x="73074" y="19125"/>
                    <a:pt x="75921" y="15315"/>
                    <a:pt x="75921" y="10553"/>
                  </a:cubicBezTo>
                  <a:cubicBezTo>
                    <a:pt x="75921" y="5790"/>
                    <a:pt x="73074" y="5790"/>
                    <a:pt x="65482" y="5790"/>
                  </a:cubicBezTo>
                  <a:cubicBezTo>
                    <a:pt x="61686" y="5790"/>
                    <a:pt x="56941" y="4838"/>
                    <a:pt x="51247" y="4838"/>
                  </a:cubicBezTo>
                  <a:cubicBezTo>
                    <a:pt x="47451" y="4838"/>
                    <a:pt x="41757" y="4838"/>
                    <a:pt x="37012" y="3885"/>
                  </a:cubicBezTo>
                  <a:cubicBezTo>
                    <a:pt x="26572" y="1980"/>
                    <a:pt x="19929" y="-1830"/>
                    <a:pt x="12337" y="102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AAE3C0FB-42EE-390D-38EC-38ECE09100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37170" y="3476201"/>
              <a:ext cx="76195" cy="27185"/>
            </a:xfrm>
            <a:custGeom>
              <a:avLst/>
              <a:gdLst>
                <a:gd name="connsiteX0" fmla="*/ 184 w 76195"/>
                <a:gd name="connsiteY0" fmla="*/ 15663 h 27185"/>
                <a:gd name="connsiteX1" fmla="*/ 19164 w 76195"/>
                <a:gd name="connsiteY1" fmla="*/ 2328 h 27185"/>
                <a:gd name="connsiteX2" fmla="*/ 34348 w 76195"/>
                <a:gd name="connsiteY2" fmla="*/ 423 h 27185"/>
                <a:gd name="connsiteX3" fmla="*/ 49532 w 76195"/>
                <a:gd name="connsiteY3" fmla="*/ 423 h 27185"/>
                <a:gd name="connsiteX4" fmla="*/ 63768 w 76195"/>
                <a:gd name="connsiteY4" fmla="*/ 5186 h 27185"/>
                <a:gd name="connsiteX5" fmla="*/ 76105 w 76195"/>
                <a:gd name="connsiteY5" fmla="*/ 12806 h 27185"/>
                <a:gd name="connsiteX6" fmla="*/ 63768 w 76195"/>
                <a:gd name="connsiteY6" fmla="*/ 24236 h 27185"/>
                <a:gd name="connsiteX7" fmla="*/ 45736 w 76195"/>
                <a:gd name="connsiteY7" fmla="*/ 25188 h 27185"/>
                <a:gd name="connsiteX8" fmla="*/ 27705 w 76195"/>
                <a:gd name="connsiteY8" fmla="*/ 24236 h 27185"/>
                <a:gd name="connsiteX9" fmla="*/ 5878 w 76195"/>
                <a:gd name="connsiteY9" fmla="*/ 26141 h 27185"/>
                <a:gd name="connsiteX10" fmla="*/ 184 w 76195"/>
                <a:gd name="connsiteY10" fmla="*/ 15663 h 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95" h="27185">
                  <a:moveTo>
                    <a:pt x="184" y="15663"/>
                  </a:moveTo>
                  <a:cubicBezTo>
                    <a:pt x="1133" y="8996"/>
                    <a:pt x="14419" y="3281"/>
                    <a:pt x="19164" y="2328"/>
                  </a:cubicBezTo>
                  <a:cubicBezTo>
                    <a:pt x="23909" y="1376"/>
                    <a:pt x="29603" y="1376"/>
                    <a:pt x="34348" y="423"/>
                  </a:cubicBezTo>
                  <a:cubicBezTo>
                    <a:pt x="39093" y="423"/>
                    <a:pt x="44787" y="-529"/>
                    <a:pt x="49532" y="423"/>
                  </a:cubicBezTo>
                  <a:cubicBezTo>
                    <a:pt x="55227" y="1376"/>
                    <a:pt x="59972" y="3281"/>
                    <a:pt x="63768" y="5186"/>
                  </a:cubicBezTo>
                  <a:cubicBezTo>
                    <a:pt x="70411" y="7091"/>
                    <a:pt x="75156" y="9948"/>
                    <a:pt x="76105" y="12806"/>
                  </a:cubicBezTo>
                  <a:cubicBezTo>
                    <a:pt x="77054" y="17568"/>
                    <a:pt x="70411" y="21378"/>
                    <a:pt x="63768" y="24236"/>
                  </a:cubicBezTo>
                  <a:cubicBezTo>
                    <a:pt x="57125" y="26141"/>
                    <a:pt x="52380" y="27093"/>
                    <a:pt x="45736" y="25188"/>
                  </a:cubicBezTo>
                  <a:cubicBezTo>
                    <a:pt x="40991" y="24236"/>
                    <a:pt x="35297" y="23283"/>
                    <a:pt x="27705" y="24236"/>
                  </a:cubicBezTo>
                  <a:cubicBezTo>
                    <a:pt x="17266" y="25188"/>
                    <a:pt x="11572" y="28998"/>
                    <a:pt x="5878" y="26141"/>
                  </a:cubicBezTo>
                  <a:cubicBezTo>
                    <a:pt x="2082" y="24236"/>
                    <a:pt x="-765" y="18521"/>
                    <a:pt x="184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A9A3CE46-79F6-D5AE-F161-44A5ABDB04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37354" y="3536209"/>
              <a:ext cx="76918" cy="21378"/>
            </a:xfrm>
            <a:custGeom>
              <a:avLst/>
              <a:gdLst>
                <a:gd name="connsiteX0" fmla="*/ 0 w 76918"/>
                <a:gd name="connsiteY0" fmla="*/ 9948 h 21378"/>
                <a:gd name="connsiteX1" fmla="*/ 17082 w 76918"/>
                <a:gd name="connsiteY1" fmla="*/ 3281 h 21378"/>
                <a:gd name="connsiteX2" fmla="*/ 31317 w 76918"/>
                <a:gd name="connsiteY2" fmla="*/ 423 h 21378"/>
                <a:gd name="connsiteX3" fmla="*/ 45553 w 76918"/>
                <a:gd name="connsiteY3" fmla="*/ 423 h 21378"/>
                <a:gd name="connsiteX4" fmla="*/ 59788 w 76918"/>
                <a:gd name="connsiteY4" fmla="*/ 3281 h 21378"/>
                <a:gd name="connsiteX5" fmla="*/ 76870 w 76918"/>
                <a:gd name="connsiteY5" fmla="*/ 9948 h 21378"/>
                <a:gd name="connsiteX6" fmla="*/ 56941 w 76918"/>
                <a:gd name="connsiteY6" fmla="*/ 19473 h 21378"/>
                <a:gd name="connsiteX7" fmla="*/ 41757 w 76918"/>
                <a:gd name="connsiteY7" fmla="*/ 21378 h 21378"/>
                <a:gd name="connsiteX8" fmla="*/ 26572 w 76918"/>
                <a:gd name="connsiteY8" fmla="*/ 20426 h 21378"/>
                <a:gd name="connsiteX9" fmla="*/ 11388 w 76918"/>
                <a:gd name="connsiteY9" fmla="*/ 16616 h 21378"/>
                <a:gd name="connsiteX10" fmla="*/ 0 w 76918"/>
                <a:gd name="connsiteY10" fmla="*/ 9948 h 21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918" h="21378">
                  <a:moveTo>
                    <a:pt x="0" y="9948"/>
                  </a:moveTo>
                  <a:cubicBezTo>
                    <a:pt x="949" y="2328"/>
                    <a:pt x="10439" y="5186"/>
                    <a:pt x="17082" y="3281"/>
                  </a:cubicBezTo>
                  <a:cubicBezTo>
                    <a:pt x="20878" y="2328"/>
                    <a:pt x="25623" y="1376"/>
                    <a:pt x="31317" y="423"/>
                  </a:cubicBezTo>
                  <a:cubicBezTo>
                    <a:pt x="35113" y="423"/>
                    <a:pt x="39858" y="-529"/>
                    <a:pt x="45553" y="423"/>
                  </a:cubicBezTo>
                  <a:cubicBezTo>
                    <a:pt x="50298" y="423"/>
                    <a:pt x="54094" y="1376"/>
                    <a:pt x="59788" y="3281"/>
                  </a:cubicBezTo>
                  <a:cubicBezTo>
                    <a:pt x="64533" y="5186"/>
                    <a:pt x="77819" y="2328"/>
                    <a:pt x="76870" y="9948"/>
                  </a:cubicBezTo>
                  <a:cubicBezTo>
                    <a:pt x="75921" y="18521"/>
                    <a:pt x="60737" y="18521"/>
                    <a:pt x="56941" y="19473"/>
                  </a:cubicBezTo>
                  <a:cubicBezTo>
                    <a:pt x="55043" y="19473"/>
                    <a:pt x="49349" y="21378"/>
                    <a:pt x="41757" y="21378"/>
                  </a:cubicBezTo>
                  <a:cubicBezTo>
                    <a:pt x="37012" y="21378"/>
                    <a:pt x="32266" y="21378"/>
                    <a:pt x="26572" y="20426"/>
                  </a:cubicBezTo>
                  <a:cubicBezTo>
                    <a:pt x="21827" y="19473"/>
                    <a:pt x="16133" y="18521"/>
                    <a:pt x="11388" y="16616"/>
                  </a:cubicBezTo>
                  <a:cubicBezTo>
                    <a:pt x="6643" y="15663"/>
                    <a:pt x="0" y="12806"/>
                    <a:pt x="0" y="994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AB027F71-A8D7-8537-871F-B94E1415E8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4356" y="3591877"/>
              <a:ext cx="76090" cy="25138"/>
            </a:xfrm>
            <a:custGeom>
              <a:avLst/>
              <a:gdLst>
                <a:gd name="connsiteX0" fmla="*/ 14301 w 76090"/>
                <a:gd name="connsiteY0" fmla="*/ 20955 h 25138"/>
                <a:gd name="connsiteX1" fmla="*/ 66 w 76090"/>
                <a:gd name="connsiteY1" fmla="*/ 13335 h 25138"/>
                <a:gd name="connsiteX2" fmla="*/ 17148 w 76090"/>
                <a:gd name="connsiteY2" fmla="*/ 0 h 25138"/>
                <a:gd name="connsiteX3" fmla="*/ 38975 w 76090"/>
                <a:gd name="connsiteY3" fmla="*/ 3810 h 25138"/>
                <a:gd name="connsiteX4" fmla="*/ 52261 w 76090"/>
                <a:gd name="connsiteY4" fmla="*/ 3810 h 25138"/>
                <a:gd name="connsiteX5" fmla="*/ 65548 w 76090"/>
                <a:gd name="connsiteY5" fmla="*/ 953 h 25138"/>
                <a:gd name="connsiteX6" fmla="*/ 75987 w 76090"/>
                <a:gd name="connsiteY6" fmla="*/ 10478 h 25138"/>
                <a:gd name="connsiteX7" fmla="*/ 64599 w 76090"/>
                <a:gd name="connsiteY7" fmla="*/ 22860 h 25138"/>
                <a:gd name="connsiteX8" fmla="*/ 51312 w 76090"/>
                <a:gd name="connsiteY8" fmla="*/ 24765 h 25138"/>
                <a:gd name="connsiteX9" fmla="*/ 38026 w 76090"/>
                <a:gd name="connsiteY9" fmla="*/ 23813 h 25138"/>
                <a:gd name="connsiteX10" fmla="*/ 14301 w 76090"/>
                <a:gd name="connsiteY10" fmla="*/ 20955 h 25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0" h="25138">
                  <a:moveTo>
                    <a:pt x="14301" y="20955"/>
                  </a:moveTo>
                  <a:cubicBezTo>
                    <a:pt x="11454" y="20003"/>
                    <a:pt x="1015" y="19050"/>
                    <a:pt x="66" y="13335"/>
                  </a:cubicBezTo>
                  <a:cubicBezTo>
                    <a:pt x="-883" y="7620"/>
                    <a:pt x="8607" y="0"/>
                    <a:pt x="17148" y="0"/>
                  </a:cubicBezTo>
                  <a:cubicBezTo>
                    <a:pt x="26638" y="0"/>
                    <a:pt x="28536" y="3810"/>
                    <a:pt x="38975" y="3810"/>
                  </a:cubicBezTo>
                  <a:cubicBezTo>
                    <a:pt x="44669" y="3810"/>
                    <a:pt x="48465" y="4763"/>
                    <a:pt x="52261" y="3810"/>
                  </a:cubicBezTo>
                  <a:cubicBezTo>
                    <a:pt x="56057" y="2858"/>
                    <a:pt x="59854" y="0"/>
                    <a:pt x="65548" y="953"/>
                  </a:cubicBezTo>
                  <a:cubicBezTo>
                    <a:pt x="70293" y="1905"/>
                    <a:pt x="75038" y="6668"/>
                    <a:pt x="75987" y="10478"/>
                  </a:cubicBezTo>
                  <a:cubicBezTo>
                    <a:pt x="76936" y="16193"/>
                    <a:pt x="71242" y="20003"/>
                    <a:pt x="64599" y="22860"/>
                  </a:cubicBezTo>
                  <a:cubicBezTo>
                    <a:pt x="59854" y="24765"/>
                    <a:pt x="57006" y="25718"/>
                    <a:pt x="51312" y="24765"/>
                  </a:cubicBezTo>
                  <a:cubicBezTo>
                    <a:pt x="47516" y="23813"/>
                    <a:pt x="43720" y="23813"/>
                    <a:pt x="38026" y="23813"/>
                  </a:cubicBezTo>
                  <a:cubicBezTo>
                    <a:pt x="24740" y="22860"/>
                    <a:pt x="22842" y="23813"/>
                    <a:pt x="14301" y="2095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E24F603B-A94E-B9F3-1800-43BBD26979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59614" y="3631882"/>
              <a:ext cx="75222" cy="25405"/>
            </a:xfrm>
            <a:custGeom>
              <a:avLst/>
              <a:gdLst>
                <a:gd name="connsiteX0" fmla="*/ 146 w 75222"/>
                <a:gd name="connsiteY0" fmla="*/ 14288 h 25405"/>
                <a:gd name="connsiteX1" fmla="*/ 19127 w 75222"/>
                <a:gd name="connsiteY1" fmla="*/ 2857 h 25405"/>
                <a:gd name="connsiteX2" fmla="*/ 34311 w 75222"/>
                <a:gd name="connsiteY2" fmla="*/ 0 h 25405"/>
                <a:gd name="connsiteX3" fmla="*/ 49495 w 75222"/>
                <a:gd name="connsiteY3" fmla="*/ 953 h 25405"/>
                <a:gd name="connsiteX4" fmla="*/ 64679 w 75222"/>
                <a:gd name="connsiteY4" fmla="*/ 3810 h 25405"/>
                <a:gd name="connsiteX5" fmla="*/ 75118 w 75222"/>
                <a:gd name="connsiteY5" fmla="*/ 12382 h 25405"/>
                <a:gd name="connsiteX6" fmla="*/ 64679 w 75222"/>
                <a:gd name="connsiteY6" fmla="*/ 23813 h 25405"/>
                <a:gd name="connsiteX7" fmla="*/ 46648 w 75222"/>
                <a:gd name="connsiteY7" fmla="*/ 22860 h 25405"/>
                <a:gd name="connsiteX8" fmla="*/ 28617 w 75222"/>
                <a:gd name="connsiteY8" fmla="*/ 22860 h 25405"/>
                <a:gd name="connsiteX9" fmla="*/ 7738 w 75222"/>
                <a:gd name="connsiteY9" fmla="*/ 24765 h 25405"/>
                <a:gd name="connsiteX10" fmla="*/ 146 w 75222"/>
                <a:gd name="connsiteY10" fmla="*/ 14288 h 25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222" h="25405">
                  <a:moveTo>
                    <a:pt x="146" y="14288"/>
                  </a:moveTo>
                  <a:cubicBezTo>
                    <a:pt x="1095" y="7620"/>
                    <a:pt x="14382" y="3810"/>
                    <a:pt x="19127" y="2857"/>
                  </a:cubicBezTo>
                  <a:cubicBezTo>
                    <a:pt x="23872" y="1905"/>
                    <a:pt x="28617" y="953"/>
                    <a:pt x="34311" y="0"/>
                  </a:cubicBezTo>
                  <a:cubicBezTo>
                    <a:pt x="39056" y="0"/>
                    <a:pt x="44750" y="953"/>
                    <a:pt x="49495" y="953"/>
                  </a:cubicBezTo>
                  <a:cubicBezTo>
                    <a:pt x="55189" y="1905"/>
                    <a:pt x="59934" y="2857"/>
                    <a:pt x="64679" y="3810"/>
                  </a:cubicBezTo>
                  <a:cubicBezTo>
                    <a:pt x="71322" y="5715"/>
                    <a:pt x="75118" y="8572"/>
                    <a:pt x="75118" y="12382"/>
                  </a:cubicBezTo>
                  <a:cubicBezTo>
                    <a:pt x="76067" y="17145"/>
                    <a:pt x="70373" y="21907"/>
                    <a:pt x="64679" y="23813"/>
                  </a:cubicBezTo>
                  <a:cubicBezTo>
                    <a:pt x="58036" y="25718"/>
                    <a:pt x="53291" y="24765"/>
                    <a:pt x="46648" y="22860"/>
                  </a:cubicBezTo>
                  <a:cubicBezTo>
                    <a:pt x="41903" y="21907"/>
                    <a:pt x="36209" y="21907"/>
                    <a:pt x="28617" y="22860"/>
                  </a:cubicBezTo>
                  <a:cubicBezTo>
                    <a:pt x="18178" y="23813"/>
                    <a:pt x="13433" y="26670"/>
                    <a:pt x="7738" y="24765"/>
                  </a:cubicBezTo>
                  <a:cubicBezTo>
                    <a:pt x="2993" y="22860"/>
                    <a:pt x="-803" y="18097"/>
                    <a:pt x="146" y="1428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BF04DBCD-FE2A-A188-C8B1-7F2113B0DF2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0643" y="3521392"/>
              <a:ext cx="77039" cy="25580"/>
            </a:xfrm>
            <a:custGeom>
              <a:avLst/>
              <a:gdLst>
                <a:gd name="connsiteX0" fmla="*/ 14301 w 77039"/>
                <a:gd name="connsiteY0" fmla="*/ 20002 h 25580"/>
                <a:gd name="connsiteX1" fmla="*/ 66 w 77039"/>
                <a:gd name="connsiteY1" fmla="*/ 12382 h 25580"/>
                <a:gd name="connsiteX2" fmla="*/ 17148 w 77039"/>
                <a:gd name="connsiteY2" fmla="*/ 0 h 25580"/>
                <a:gd name="connsiteX3" fmla="*/ 38975 w 77039"/>
                <a:gd name="connsiteY3" fmla="*/ 2857 h 25580"/>
                <a:gd name="connsiteX4" fmla="*/ 52261 w 77039"/>
                <a:gd name="connsiteY4" fmla="*/ 2857 h 25580"/>
                <a:gd name="connsiteX5" fmla="*/ 65548 w 77039"/>
                <a:gd name="connsiteY5" fmla="*/ 952 h 25580"/>
                <a:gd name="connsiteX6" fmla="*/ 76936 w 77039"/>
                <a:gd name="connsiteY6" fmla="*/ 10477 h 25580"/>
                <a:gd name="connsiteX7" fmla="*/ 65548 w 77039"/>
                <a:gd name="connsiteY7" fmla="*/ 24765 h 25580"/>
                <a:gd name="connsiteX8" fmla="*/ 52261 w 77039"/>
                <a:gd name="connsiteY8" fmla="*/ 23813 h 25580"/>
                <a:gd name="connsiteX9" fmla="*/ 38975 w 77039"/>
                <a:gd name="connsiteY9" fmla="*/ 21907 h 25580"/>
                <a:gd name="connsiteX10" fmla="*/ 14301 w 77039"/>
                <a:gd name="connsiteY10" fmla="*/ 20002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39" h="25580">
                  <a:moveTo>
                    <a:pt x="14301" y="20002"/>
                  </a:moveTo>
                  <a:cubicBezTo>
                    <a:pt x="11454" y="19050"/>
                    <a:pt x="1015" y="17145"/>
                    <a:pt x="66" y="12382"/>
                  </a:cubicBezTo>
                  <a:cubicBezTo>
                    <a:pt x="-883" y="6668"/>
                    <a:pt x="8607" y="0"/>
                    <a:pt x="17148" y="0"/>
                  </a:cubicBezTo>
                  <a:cubicBezTo>
                    <a:pt x="26638" y="0"/>
                    <a:pt x="28536" y="1905"/>
                    <a:pt x="38975" y="2857"/>
                  </a:cubicBezTo>
                  <a:cubicBezTo>
                    <a:pt x="44669" y="2857"/>
                    <a:pt x="48465" y="3810"/>
                    <a:pt x="52261" y="2857"/>
                  </a:cubicBezTo>
                  <a:cubicBezTo>
                    <a:pt x="56057" y="1905"/>
                    <a:pt x="59853" y="0"/>
                    <a:pt x="65548" y="952"/>
                  </a:cubicBezTo>
                  <a:cubicBezTo>
                    <a:pt x="70293" y="1905"/>
                    <a:pt x="75987" y="5715"/>
                    <a:pt x="76936" y="10477"/>
                  </a:cubicBezTo>
                  <a:cubicBezTo>
                    <a:pt x="77885" y="16193"/>
                    <a:pt x="72191" y="21907"/>
                    <a:pt x="65548" y="24765"/>
                  </a:cubicBezTo>
                  <a:cubicBezTo>
                    <a:pt x="60803" y="26670"/>
                    <a:pt x="57006" y="24765"/>
                    <a:pt x="52261" y="23813"/>
                  </a:cubicBezTo>
                  <a:cubicBezTo>
                    <a:pt x="48465" y="22860"/>
                    <a:pt x="44669" y="21907"/>
                    <a:pt x="38975" y="21907"/>
                  </a:cubicBezTo>
                  <a:cubicBezTo>
                    <a:pt x="25689" y="20002"/>
                    <a:pt x="22842" y="21907"/>
                    <a:pt x="14301" y="2000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BF8AB0AC-A711-EE51-AE7A-8DD5450250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538" y="3577589"/>
              <a:ext cx="75165" cy="22860"/>
            </a:xfrm>
            <a:custGeom>
              <a:avLst/>
              <a:gdLst>
                <a:gd name="connsiteX0" fmla="*/ 65602 w 75165"/>
                <a:gd name="connsiteY0" fmla="*/ 3810 h 22860"/>
                <a:gd name="connsiteX1" fmla="*/ 75092 w 75165"/>
                <a:gd name="connsiteY1" fmla="*/ 7620 h 22860"/>
                <a:gd name="connsiteX2" fmla="*/ 62755 w 75165"/>
                <a:gd name="connsiteY2" fmla="*/ 20955 h 22860"/>
                <a:gd name="connsiteX3" fmla="*/ 45673 w 75165"/>
                <a:gd name="connsiteY3" fmla="*/ 22860 h 22860"/>
                <a:gd name="connsiteX4" fmla="*/ 28591 w 75165"/>
                <a:gd name="connsiteY4" fmla="*/ 21908 h 22860"/>
                <a:gd name="connsiteX5" fmla="*/ 11508 w 75165"/>
                <a:gd name="connsiteY5" fmla="*/ 19050 h 22860"/>
                <a:gd name="connsiteX6" fmla="*/ 120 w 75165"/>
                <a:gd name="connsiteY6" fmla="*/ 7620 h 22860"/>
                <a:gd name="connsiteX7" fmla="*/ 15304 w 75165"/>
                <a:gd name="connsiteY7" fmla="*/ 953 h 22860"/>
                <a:gd name="connsiteX8" fmla="*/ 32387 w 75165"/>
                <a:gd name="connsiteY8" fmla="*/ 0 h 22860"/>
                <a:gd name="connsiteX9" fmla="*/ 49469 w 75165"/>
                <a:gd name="connsiteY9" fmla="*/ 953 h 22860"/>
                <a:gd name="connsiteX10" fmla="*/ 65602 w 75165"/>
                <a:gd name="connsiteY10" fmla="*/ 3810 h 22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2860">
                  <a:moveTo>
                    <a:pt x="65602" y="3810"/>
                  </a:moveTo>
                  <a:cubicBezTo>
                    <a:pt x="70347" y="4763"/>
                    <a:pt x="74143" y="4763"/>
                    <a:pt x="75092" y="7620"/>
                  </a:cubicBezTo>
                  <a:cubicBezTo>
                    <a:pt x="76041" y="12383"/>
                    <a:pt x="67500" y="20003"/>
                    <a:pt x="62755" y="20955"/>
                  </a:cubicBezTo>
                  <a:cubicBezTo>
                    <a:pt x="58010" y="21908"/>
                    <a:pt x="51367" y="21908"/>
                    <a:pt x="45673" y="22860"/>
                  </a:cubicBezTo>
                  <a:cubicBezTo>
                    <a:pt x="39979" y="22860"/>
                    <a:pt x="34285" y="22860"/>
                    <a:pt x="28591" y="21908"/>
                  </a:cubicBezTo>
                  <a:cubicBezTo>
                    <a:pt x="21948" y="20955"/>
                    <a:pt x="16253" y="20955"/>
                    <a:pt x="11508" y="19050"/>
                  </a:cubicBezTo>
                  <a:cubicBezTo>
                    <a:pt x="3916" y="17145"/>
                    <a:pt x="-829" y="12383"/>
                    <a:pt x="120" y="7620"/>
                  </a:cubicBezTo>
                  <a:cubicBezTo>
                    <a:pt x="1069" y="4763"/>
                    <a:pt x="6763" y="2858"/>
                    <a:pt x="15304" y="953"/>
                  </a:cubicBezTo>
                  <a:cubicBezTo>
                    <a:pt x="20050" y="0"/>
                    <a:pt x="26693" y="0"/>
                    <a:pt x="32387" y="0"/>
                  </a:cubicBezTo>
                  <a:cubicBezTo>
                    <a:pt x="38081" y="0"/>
                    <a:pt x="43775" y="953"/>
                    <a:pt x="49469" y="953"/>
                  </a:cubicBezTo>
                  <a:cubicBezTo>
                    <a:pt x="55163" y="1905"/>
                    <a:pt x="60857" y="2858"/>
                    <a:pt x="65602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039AF2D9-5906-80D0-5809-578DBE5253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0483" y="3692842"/>
              <a:ext cx="75198" cy="20002"/>
            </a:xfrm>
            <a:custGeom>
              <a:avLst/>
              <a:gdLst>
                <a:gd name="connsiteX0" fmla="*/ 226 w 75198"/>
                <a:gd name="connsiteY0" fmla="*/ 7620 h 20002"/>
                <a:gd name="connsiteX1" fmla="*/ 16360 w 75198"/>
                <a:gd name="connsiteY1" fmla="*/ 20003 h 20002"/>
                <a:gd name="connsiteX2" fmla="*/ 31544 w 75198"/>
                <a:gd name="connsiteY2" fmla="*/ 18098 h 20002"/>
                <a:gd name="connsiteX3" fmla="*/ 46728 w 75198"/>
                <a:gd name="connsiteY3" fmla="*/ 18098 h 20002"/>
                <a:gd name="connsiteX4" fmla="*/ 61912 w 75198"/>
                <a:gd name="connsiteY4" fmla="*/ 17145 h 20002"/>
                <a:gd name="connsiteX5" fmla="*/ 75198 w 75198"/>
                <a:gd name="connsiteY5" fmla="*/ 10478 h 20002"/>
                <a:gd name="connsiteX6" fmla="*/ 61912 w 75198"/>
                <a:gd name="connsiteY6" fmla="*/ 4763 h 20002"/>
                <a:gd name="connsiteX7" fmla="*/ 46728 w 75198"/>
                <a:gd name="connsiteY7" fmla="*/ 2858 h 20002"/>
                <a:gd name="connsiteX8" fmla="*/ 31544 w 75198"/>
                <a:gd name="connsiteY8" fmla="*/ 0 h 20002"/>
                <a:gd name="connsiteX9" fmla="*/ 14462 w 75198"/>
                <a:gd name="connsiteY9" fmla="*/ 1905 h 20002"/>
                <a:gd name="connsiteX10" fmla="*/ 226 w 75198"/>
                <a:gd name="connsiteY10" fmla="*/ 7620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98" h="20002">
                  <a:moveTo>
                    <a:pt x="226" y="7620"/>
                  </a:moveTo>
                  <a:cubicBezTo>
                    <a:pt x="-1672" y="12383"/>
                    <a:pt x="8768" y="20003"/>
                    <a:pt x="16360" y="20003"/>
                  </a:cubicBezTo>
                  <a:cubicBezTo>
                    <a:pt x="21105" y="20003"/>
                    <a:pt x="26799" y="18098"/>
                    <a:pt x="31544" y="18098"/>
                  </a:cubicBezTo>
                  <a:cubicBezTo>
                    <a:pt x="37238" y="18098"/>
                    <a:pt x="41983" y="18098"/>
                    <a:pt x="46728" y="18098"/>
                  </a:cubicBezTo>
                  <a:cubicBezTo>
                    <a:pt x="52422" y="18098"/>
                    <a:pt x="58116" y="18098"/>
                    <a:pt x="61912" y="17145"/>
                  </a:cubicBezTo>
                  <a:cubicBezTo>
                    <a:pt x="69504" y="16193"/>
                    <a:pt x="75198" y="14288"/>
                    <a:pt x="75198" y="10478"/>
                  </a:cubicBezTo>
                  <a:cubicBezTo>
                    <a:pt x="75198" y="7620"/>
                    <a:pt x="68555" y="5715"/>
                    <a:pt x="61912" y="4763"/>
                  </a:cubicBezTo>
                  <a:cubicBezTo>
                    <a:pt x="57167" y="3810"/>
                    <a:pt x="52422" y="2858"/>
                    <a:pt x="46728" y="2858"/>
                  </a:cubicBezTo>
                  <a:cubicBezTo>
                    <a:pt x="41034" y="1905"/>
                    <a:pt x="36289" y="0"/>
                    <a:pt x="31544" y="0"/>
                  </a:cubicBezTo>
                  <a:cubicBezTo>
                    <a:pt x="28697" y="0"/>
                    <a:pt x="21105" y="953"/>
                    <a:pt x="14462" y="1905"/>
                  </a:cubicBezTo>
                  <a:cubicBezTo>
                    <a:pt x="8768" y="2858"/>
                    <a:pt x="2124" y="3810"/>
                    <a:pt x="226" y="762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4DAC581F-0C8B-9901-390B-3A4982C4B7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4877" y="3489960"/>
              <a:ext cx="75105" cy="23812"/>
            </a:xfrm>
            <a:custGeom>
              <a:avLst/>
              <a:gdLst>
                <a:gd name="connsiteX0" fmla="*/ 82 w 75105"/>
                <a:gd name="connsiteY0" fmla="*/ 11430 h 23812"/>
                <a:gd name="connsiteX1" fmla="*/ 17164 w 75105"/>
                <a:gd name="connsiteY1" fmla="*/ 2857 h 23812"/>
                <a:gd name="connsiteX2" fmla="*/ 31399 w 75105"/>
                <a:gd name="connsiteY2" fmla="*/ 952 h 23812"/>
                <a:gd name="connsiteX3" fmla="*/ 45634 w 75105"/>
                <a:gd name="connsiteY3" fmla="*/ 0 h 23812"/>
                <a:gd name="connsiteX4" fmla="*/ 58920 w 75105"/>
                <a:gd name="connsiteY4" fmla="*/ 4763 h 23812"/>
                <a:gd name="connsiteX5" fmla="*/ 75053 w 75105"/>
                <a:gd name="connsiteY5" fmla="*/ 11430 h 23812"/>
                <a:gd name="connsiteX6" fmla="*/ 55124 w 75105"/>
                <a:gd name="connsiteY6" fmla="*/ 20002 h 23812"/>
                <a:gd name="connsiteX7" fmla="*/ 39940 w 75105"/>
                <a:gd name="connsiteY7" fmla="*/ 23813 h 23812"/>
                <a:gd name="connsiteX8" fmla="*/ 24756 w 75105"/>
                <a:gd name="connsiteY8" fmla="*/ 22860 h 23812"/>
                <a:gd name="connsiteX9" fmla="*/ 9572 w 75105"/>
                <a:gd name="connsiteY9" fmla="*/ 19050 h 23812"/>
                <a:gd name="connsiteX10" fmla="*/ 82 w 75105"/>
                <a:gd name="connsiteY10" fmla="*/ 11430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05" h="23812">
                  <a:moveTo>
                    <a:pt x="82" y="11430"/>
                  </a:moveTo>
                  <a:cubicBezTo>
                    <a:pt x="1031" y="3810"/>
                    <a:pt x="10521" y="4763"/>
                    <a:pt x="17164" y="2857"/>
                  </a:cubicBezTo>
                  <a:cubicBezTo>
                    <a:pt x="20960" y="1905"/>
                    <a:pt x="25705" y="1905"/>
                    <a:pt x="31399" y="952"/>
                  </a:cubicBezTo>
                  <a:cubicBezTo>
                    <a:pt x="35195" y="952"/>
                    <a:pt x="40889" y="0"/>
                    <a:pt x="45634" y="0"/>
                  </a:cubicBezTo>
                  <a:cubicBezTo>
                    <a:pt x="50379" y="0"/>
                    <a:pt x="54175" y="2857"/>
                    <a:pt x="58920" y="4763"/>
                  </a:cubicBezTo>
                  <a:cubicBezTo>
                    <a:pt x="63665" y="6667"/>
                    <a:pt x="76002" y="3810"/>
                    <a:pt x="75053" y="11430"/>
                  </a:cubicBezTo>
                  <a:cubicBezTo>
                    <a:pt x="74104" y="20002"/>
                    <a:pt x="58920" y="19050"/>
                    <a:pt x="55124" y="20002"/>
                  </a:cubicBezTo>
                  <a:cubicBezTo>
                    <a:pt x="53226" y="20002"/>
                    <a:pt x="47532" y="23813"/>
                    <a:pt x="39940" y="23813"/>
                  </a:cubicBezTo>
                  <a:cubicBezTo>
                    <a:pt x="35195" y="23813"/>
                    <a:pt x="29501" y="23813"/>
                    <a:pt x="24756" y="22860"/>
                  </a:cubicBezTo>
                  <a:cubicBezTo>
                    <a:pt x="20011" y="21907"/>
                    <a:pt x="14317" y="20955"/>
                    <a:pt x="9572" y="19050"/>
                  </a:cubicBezTo>
                  <a:cubicBezTo>
                    <a:pt x="6725" y="19050"/>
                    <a:pt x="-867" y="15240"/>
                    <a:pt x="82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6F72329E-DCA8-E7A2-9FB1-0522EAED52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784" y="3718560"/>
              <a:ext cx="74199" cy="25580"/>
            </a:xfrm>
            <a:custGeom>
              <a:avLst/>
              <a:gdLst>
                <a:gd name="connsiteX0" fmla="*/ 12410 w 74199"/>
                <a:gd name="connsiteY0" fmla="*/ 21907 h 25580"/>
                <a:gd name="connsiteX1" fmla="*/ 73 w 74199"/>
                <a:gd name="connsiteY1" fmla="*/ 12382 h 25580"/>
                <a:gd name="connsiteX2" fmla="*/ 15257 w 74199"/>
                <a:gd name="connsiteY2" fmla="*/ 0 h 25580"/>
                <a:gd name="connsiteX3" fmla="*/ 37084 w 74199"/>
                <a:gd name="connsiteY3" fmla="*/ 4763 h 25580"/>
                <a:gd name="connsiteX4" fmla="*/ 50370 w 74199"/>
                <a:gd name="connsiteY4" fmla="*/ 3810 h 25580"/>
                <a:gd name="connsiteX5" fmla="*/ 63656 w 74199"/>
                <a:gd name="connsiteY5" fmla="*/ 1905 h 25580"/>
                <a:gd name="connsiteX6" fmla="*/ 74095 w 74199"/>
                <a:gd name="connsiteY6" fmla="*/ 11430 h 25580"/>
                <a:gd name="connsiteX7" fmla="*/ 63656 w 74199"/>
                <a:gd name="connsiteY7" fmla="*/ 24765 h 25580"/>
                <a:gd name="connsiteX8" fmla="*/ 50370 w 74199"/>
                <a:gd name="connsiteY8" fmla="*/ 23813 h 25580"/>
                <a:gd name="connsiteX9" fmla="*/ 37084 w 74199"/>
                <a:gd name="connsiteY9" fmla="*/ 22860 h 25580"/>
                <a:gd name="connsiteX10" fmla="*/ 12410 w 74199"/>
                <a:gd name="connsiteY10" fmla="*/ 21907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199" h="25580">
                  <a:moveTo>
                    <a:pt x="12410" y="21907"/>
                  </a:moveTo>
                  <a:cubicBezTo>
                    <a:pt x="9563" y="20955"/>
                    <a:pt x="1022" y="18098"/>
                    <a:pt x="73" y="12382"/>
                  </a:cubicBezTo>
                  <a:cubicBezTo>
                    <a:pt x="-877" y="6667"/>
                    <a:pt x="7665" y="0"/>
                    <a:pt x="15257" y="0"/>
                  </a:cubicBezTo>
                  <a:cubicBezTo>
                    <a:pt x="24747" y="0"/>
                    <a:pt x="26645" y="3810"/>
                    <a:pt x="37084" y="4763"/>
                  </a:cubicBezTo>
                  <a:cubicBezTo>
                    <a:pt x="42778" y="4763"/>
                    <a:pt x="46574" y="3810"/>
                    <a:pt x="50370" y="3810"/>
                  </a:cubicBezTo>
                  <a:cubicBezTo>
                    <a:pt x="54166" y="2857"/>
                    <a:pt x="57962" y="952"/>
                    <a:pt x="63656" y="1905"/>
                  </a:cubicBezTo>
                  <a:cubicBezTo>
                    <a:pt x="68401" y="2857"/>
                    <a:pt x="73146" y="6667"/>
                    <a:pt x="74095" y="11430"/>
                  </a:cubicBezTo>
                  <a:cubicBezTo>
                    <a:pt x="75044" y="17145"/>
                    <a:pt x="69350" y="21907"/>
                    <a:pt x="63656" y="24765"/>
                  </a:cubicBezTo>
                  <a:cubicBezTo>
                    <a:pt x="58911" y="26670"/>
                    <a:pt x="56064" y="24765"/>
                    <a:pt x="50370" y="23813"/>
                  </a:cubicBezTo>
                  <a:cubicBezTo>
                    <a:pt x="46574" y="22860"/>
                    <a:pt x="42778" y="22860"/>
                    <a:pt x="37084" y="22860"/>
                  </a:cubicBezTo>
                  <a:cubicBezTo>
                    <a:pt x="23798" y="20955"/>
                    <a:pt x="20951" y="23813"/>
                    <a:pt x="12410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E30ADA41-52CB-039D-20CC-715DCC47052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857" y="3543459"/>
              <a:ext cx="74971" cy="26776"/>
            </a:xfrm>
            <a:custGeom>
              <a:avLst/>
              <a:gdLst>
                <a:gd name="connsiteX0" fmla="*/ 10439 w 74971"/>
                <a:gd name="connsiteY0" fmla="*/ 793 h 26776"/>
                <a:gd name="connsiteX1" fmla="*/ 0 w 74971"/>
                <a:gd name="connsiteY1" fmla="*/ 11270 h 26776"/>
                <a:gd name="connsiteX2" fmla="*/ 17082 w 74971"/>
                <a:gd name="connsiteY2" fmla="*/ 23653 h 26776"/>
                <a:gd name="connsiteX3" fmla="*/ 32266 w 74971"/>
                <a:gd name="connsiteY3" fmla="*/ 25558 h 26776"/>
                <a:gd name="connsiteX4" fmla="*/ 48400 w 74971"/>
                <a:gd name="connsiteY4" fmla="*/ 26510 h 26776"/>
                <a:gd name="connsiteX5" fmla="*/ 63584 w 74971"/>
                <a:gd name="connsiteY5" fmla="*/ 20795 h 26776"/>
                <a:gd name="connsiteX6" fmla="*/ 74972 w 74971"/>
                <a:gd name="connsiteY6" fmla="*/ 10318 h 26776"/>
                <a:gd name="connsiteX7" fmla="*/ 63584 w 74971"/>
                <a:gd name="connsiteY7" fmla="*/ 3650 h 26776"/>
                <a:gd name="connsiteX8" fmla="*/ 49349 w 74971"/>
                <a:gd name="connsiteY8" fmla="*/ 5555 h 26776"/>
                <a:gd name="connsiteX9" fmla="*/ 35113 w 74971"/>
                <a:gd name="connsiteY9" fmla="*/ 4603 h 26776"/>
                <a:gd name="connsiteX10" fmla="*/ 10439 w 74971"/>
                <a:gd name="connsiteY10" fmla="*/ 793 h 2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6776">
                  <a:moveTo>
                    <a:pt x="10439" y="793"/>
                  </a:moveTo>
                  <a:cubicBezTo>
                    <a:pt x="4745" y="2698"/>
                    <a:pt x="0" y="7460"/>
                    <a:pt x="0" y="11270"/>
                  </a:cubicBezTo>
                  <a:cubicBezTo>
                    <a:pt x="0" y="16985"/>
                    <a:pt x="11388" y="21748"/>
                    <a:pt x="17082" y="23653"/>
                  </a:cubicBezTo>
                  <a:cubicBezTo>
                    <a:pt x="21827" y="24605"/>
                    <a:pt x="27521" y="25558"/>
                    <a:pt x="32266" y="25558"/>
                  </a:cubicBezTo>
                  <a:cubicBezTo>
                    <a:pt x="37960" y="25558"/>
                    <a:pt x="43654" y="27463"/>
                    <a:pt x="48400" y="26510"/>
                  </a:cubicBezTo>
                  <a:cubicBezTo>
                    <a:pt x="54094" y="25558"/>
                    <a:pt x="58839" y="22700"/>
                    <a:pt x="63584" y="20795"/>
                  </a:cubicBezTo>
                  <a:cubicBezTo>
                    <a:pt x="70227" y="17938"/>
                    <a:pt x="74972" y="15080"/>
                    <a:pt x="74972" y="10318"/>
                  </a:cubicBezTo>
                  <a:cubicBezTo>
                    <a:pt x="74972" y="5555"/>
                    <a:pt x="71176" y="3650"/>
                    <a:pt x="63584" y="3650"/>
                  </a:cubicBezTo>
                  <a:cubicBezTo>
                    <a:pt x="59788" y="3650"/>
                    <a:pt x="55043" y="5555"/>
                    <a:pt x="49349" y="5555"/>
                  </a:cubicBezTo>
                  <a:cubicBezTo>
                    <a:pt x="45552" y="5555"/>
                    <a:pt x="39858" y="5555"/>
                    <a:pt x="35113" y="4603"/>
                  </a:cubicBezTo>
                  <a:cubicBezTo>
                    <a:pt x="25623" y="3650"/>
                    <a:pt x="18980" y="-2065"/>
                    <a:pt x="10439" y="7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166CAF92-33F4-8696-972A-0FD0141E3A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7663" y="3659642"/>
              <a:ext cx="74239" cy="21770"/>
            </a:xfrm>
            <a:custGeom>
              <a:avLst/>
              <a:gdLst>
                <a:gd name="connsiteX0" fmla="*/ 64676 w 74239"/>
                <a:gd name="connsiteY0" fmla="*/ 1768 h 21770"/>
                <a:gd name="connsiteX1" fmla="*/ 74166 w 74239"/>
                <a:gd name="connsiteY1" fmla="*/ 6530 h 21770"/>
                <a:gd name="connsiteX2" fmla="*/ 61829 w 74239"/>
                <a:gd name="connsiteY2" fmla="*/ 20818 h 21770"/>
                <a:gd name="connsiteX3" fmla="*/ 44747 w 74239"/>
                <a:gd name="connsiteY3" fmla="*/ 21770 h 21770"/>
                <a:gd name="connsiteX4" fmla="*/ 27665 w 74239"/>
                <a:gd name="connsiteY4" fmla="*/ 20818 h 21770"/>
                <a:gd name="connsiteX5" fmla="*/ 10582 w 74239"/>
                <a:gd name="connsiteY5" fmla="*/ 18913 h 21770"/>
                <a:gd name="connsiteX6" fmla="*/ 143 w 74239"/>
                <a:gd name="connsiteY6" fmla="*/ 7483 h 21770"/>
                <a:gd name="connsiteX7" fmla="*/ 14378 w 74239"/>
                <a:gd name="connsiteY7" fmla="*/ 2720 h 21770"/>
                <a:gd name="connsiteX8" fmla="*/ 31461 w 74239"/>
                <a:gd name="connsiteY8" fmla="*/ 815 h 21770"/>
                <a:gd name="connsiteX9" fmla="*/ 48543 w 74239"/>
                <a:gd name="connsiteY9" fmla="*/ 815 h 21770"/>
                <a:gd name="connsiteX10" fmla="*/ 64676 w 74239"/>
                <a:gd name="connsiteY10" fmla="*/ 1768 h 2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39" h="21770">
                  <a:moveTo>
                    <a:pt x="64676" y="1768"/>
                  </a:moveTo>
                  <a:cubicBezTo>
                    <a:pt x="69421" y="2720"/>
                    <a:pt x="73217" y="3673"/>
                    <a:pt x="74166" y="6530"/>
                  </a:cubicBezTo>
                  <a:cubicBezTo>
                    <a:pt x="75115" y="11293"/>
                    <a:pt x="66574" y="19865"/>
                    <a:pt x="61829" y="20818"/>
                  </a:cubicBezTo>
                  <a:cubicBezTo>
                    <a:pt x="57084" y="21770"/>
                    <a:pt x="50441" y="21770"/>
                    <a:pt x="44747" y="21770"/>
                  </a:cubicBezTo>
                  <a:cubicBezTo>
                    <a:pt x="39053" y="21770"/>
                    <a:pt x="33359" y="20818"/>
                    <a:pt x="27665" y="20818"/>
                  </a:cubicBezTo>
                  <a:cubicBezTo>
                    <a:pt x="21022" y="19865"/>
                    <a:pt x="15327" y="19865"/>
                    <a:pt x="10582" y="18913"/>
                  </a:cubicBezTo>
                  <a:cubicBezTo>
                    <a:pt x="2990" y="17008"/>
                    <a:pt x="-806" y="12245"/>
                    <a:pt x="143" y="7483"/>
                  </a:cubicBezTo>
                  <a:cubicBezTo>
                    <a:pt x="1092" y="4625"/>
                    <a:pt x="5837" y="3673"/>
                    <a:pt x="14378" y="2720"/>
                  </a:cubicBezTo>
                  <a:cubicBezTo>
                    <a:pt x="19124" y="1768"/>
                    <a:pt x="24818" y="815"/>
                    <a:pt x="31461" y="815"/>
                  </a:cubicBezTo>
                  <a:cubicBezTo>
                    <a:pt x="37155" y="815"/>
                    <a:pt x="42849" y="-137"/>
                    <a:pt x="48543" y="815"/>
                  </a:cubicBezTo>
                  <a:cubicBezTo>
                    <a:pt x="54237" y="-1090"/>
                    <a:pt x="59931" y="815"/>
                    <a:pt x="64676" y="176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700E2B84-2C3D-AC03-040C-C90F9155C51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611" y="3604945"/>
              <a:ext cx="73319" cy="17411"/>
            </a:xfrm>
            <a:custGeom>
              <a:avLst/>
              <a:gdLst>
                <a:gd name="connsiteX0" fmla="*/ 246 w 73319"/>
                <a:gd name="connsiteY0" fmla="*/ 6934 h 17411"/>
                <a:gd name="connsiteX1" fmla="*/ 15430 w 73319"/>
                <a:gd name="connsiteY1" fmla="*/ 17412 h 17411"/>
                <a:gd name="connsiteX2" fmla="*/ 30614 w 73319"/>
                <a:gd name="connsiteY2" fmla="*/ 17412 h 17411"/>
                <a:gd name="connsiteX3" fmla="*/ 45798 w 73319"/>
                <a:gd name="connsiteY3" fmla="*/ 17412 h 17411"/>
                <a:gd name="connsiteX4" fmla="*/ 60982 w 73319"/>
                <a:gd name="connsiteY4" fmla="*/ 16459 h 17411"/>
                <a:gd name="connsiteX5" fmla="*/ 73319 w 73319"/>
                <a:gd name="connsiteY5" fmla="*/ 9792 h 17411"/>
                <a:gd name="connsiteX6" fmla="*/ 60982 w 73319"/>
                <a:gd name="connsiteY6" fmla="*/ 3124 h 17411"/>
                <a:gd name="connsiteX7" fmla="*/ 45798 w 73319"/>
                <a:gd name="connsiteY7" fmla="*/ 2172 h 17411"/>
                <a:gd name="connsiteX8" fmla="*/ 30614 w 73319"/>
                <a:gd name="connsiteY8" fmla="*/ 1219 h 17411"/>
                <a:gd name="connsiteX9" fmla="*/ 13532 w 73319"/>
                <a:gd name="connsiteY9" fmla="*/ 267 h 17411"/>
                <a:gd name="connsiteX10" fmla="*/ 246 w 73319"/>
                <a:gd name="connsiteY10" fmla="*/ 6934 h 17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319" h="17411">
                  <a:moveTo>
                    <a:pt x="246" y="6934"/>
                  </a:moveTo>
                  <a:cubicBezTo>
                    <a:pt x="-1652" y="11697"/>
                    <a:pt x="7838" y="17412"/>
                    <a:pt x="15430" y="17412"/>
                  </a:cubicBezTo>
                  <a:cubicBezTo>
                    <a:pt x="20175" y="17412"/>
                    <a:pt x="25869" y="17412"/>
                    <a:pt x="30614" y="17412"/>
                  </a:cubicBezTo>
                  <a:cubicBezTo>
                    <a:pt x="36308" y="17412"/>
                    <a:pt x="41053" y="17412"/>
                    <a:pt x="45798" y="17412"/>
                  </a:cubicBezTo>
                  <a:cubicBezTo>
                    <a:pt x="51492" y="17412"/>
                    <a:pt x="57186" y="17412"/>
                    <a:pt x="60982" y="16459"/>
                  </a:cubicBezTo>
                  <a:cubicBezTo>
                    <a:pt x="68574" y="15507"/>
                    <a:pt x="73319" y="12649"/>
                    <a:pt x="73319" y="9792"/>
                  </a:cubicBezTo>
                  <a:cubicBezTo>
                    <a:pt x="73319" y="6934"/>
                    <a:pt x="68574" y="5029"/>
                    <a:pt x="60982" y="3124"/>
                  </a:cubicBezTo>
                  <a:cubicBezTo>
                    <a:pt x="56237" y="2172"/>
                    <a:pt x="51492" y="2172"/>
                    <a:pt x="45798" y="2172"/>
                  </a:cubicBezTo>
                  <a:cubicBezTo>
                    <a:pt x="40104" y="1219"/>
                    <a:pt x="35359" y="1219"/>
                    <a:pt x="30614" y="1219"/>
                  </a:cubicBezTo>
                  <a:cubicBezTo>
                    <a:pt x="27767" y="1219"/>
                    <a:pt x="20175" y="-686"/>
                    <a:pt x="13532" y="267"/>
                  </a:cubicBezTo>
                  <a:cubicBezTo>
                    <a:pt x="7838" y="267"/>
                    <a:pt x="1195" y="4077"/>
                    <a:pt x="246" y="693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07B14998-B358-6341-0472-81D474C1EF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3772" y="3516630"/>
              <a:ext cx="77132" cy="26506"/>
            </a:xfrm>
            <a:custGeom>
              <a:avLst/>
              <a:gdLst>
                <a:gd name="connsiteX0" fmla="*/ 182 w 77132"/>
                <a:gd name="connsiteY0" fmla="*/ 15240 h 26506"/>
                <a:gd name="connsiteX1" fmla="*/ 18213 w 77132"/>
                <a:gd name="connsiteY1" fmla="*/ 3810 h 26506"/>
                <a:gd name="connsiteX2" fmla="*/ 33397 w 77132"/>
                <a:gd name="connsiteY2" fmla="*/ 0 h 26506"/>
                <a:gd name="connsiteX3" fmla="*/ 48581 w 77132"/>
                <a:gd name="connsiteY3" fmla="*/ 952 h 26506"/>
                <a:gd name="connsiteX4" fmla="*/ 63766 w 77132"/>
                <a:gd name="connsiteY4" fmla="*/ 4763 h 26506"/>
                <a:gd name="connsiteX5" fmla="*/ 77052 w 77132"/>
                <a:gd name="connsiteY5" fmla="*/ 13335 h 26506"/>
                <a:gd name="connsiteX6" fmla="*/ 63766 w 77132"/>
                <a:gd name="connsiteY6" fmla="*/ 25718 h 26506"/>
                <a:gd name="connsiteX7" fmla="*/ 45734 w 77132"/>
                <a:gd name="connsiteY7" fmla="*/ 23813 h 26506"/>
                <a:gd name="connsiteX8" fmla="*/ 27703 w 77132"/>
                <a:gd name="connsiteY8" fmla="*/ 23813 h 26506"/>
                <a:gd name="connsiteX9" fmla="*/ 6825 w 77132"/>
                <a:gd name="connsiteY9" fmla="*/ 24765 h 26506"/>
                <a:gd name="connsiteX10" fmla="*/ 182 w 77132"/>
                <a:gd name="connsiteY10" fmla="*/ 15240 h 26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32" h="26506">
                  <a:moveTo>
                    <a:pt x="182" y="15240"/>
                  </a:moveTo>
                  <a:cubicBezTo>
                    <a:pt x="1131" y="8572"/>
                    <a:pt x="13468" y="4763"/>
                    <a:pt x="18213" y="3810"/>
                  </a:cubicBezTo>
                  <a:cubicBezTo>
                    <a:pt x="22958" y="2857"/>
                    <a:pt x="27703" y="952"/>
                    <a:pt x="33397" y="0"/>
                  </a:cubicBezTo>
                  <a:cubicBezTo>
                    <a:pt x="38142" y="0"/>
                    <a:pt x="43836" y="0"/>
                    <a:pt x="48581" y="952"/>
                  </a:cubicBezTo>
                  <a:cubicBezTo>
                    <a:pt x="54275" y="1905"/>
                    <a:pt x="59021" y="2857"/>
                    <a:pt x="63766" y="4763"/>
                  </a:cubicBezTo>
                  <a:cubicBezTo>
                    <a:pt x="70409" y="6668"/>
                    <a:pt x="76103" y="9525"/>
                    <a:pt x="77052" y="13335"/>
                  </a:cubicBezTo>
                  <a:cubicBezTo>
                    <a:pt x="78001" y="18097"/>
                    <a:pt x="70409" y="23813"/>
                    <a:pt x="63766" y="25718"/>
                  </a:cubicBezTo>
                  <a:cubicBezTo>
                    <a:pt x="57123" y="27622"/>
                    <a:pt x="52377" y="25718"/>
                    <a:pt x="45734" y="23813"/>
                  </a:cubicBezTo>
                  <a:cubicBezTo>
                    <a:pt x="40989" y="22860"/>
                    <a:pt x="35295" y="22860"/>
                    <a:pt x="27703" y="23813"/>
                  </a:cubicBezTo>
                  <a:cubicBezTo>
                    <a:pt x="17264" y="24765"/>
                    <a:pt x="12519" y="27622"/>
                    <a:pt x="6825" y="24765"/>
                  </a:cubicBezTo>
                  <a:cubicBezTo>
                    <a:pt x="2080" y="23813"/>
                    <a:pt x="-767" y="19050"/>
                    <a:pt x="182" y="1524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8A35ADE2-B799-1526-F16D-251610C65E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4903" y="3577589"/>
              <a:ext cx="73129" cy="22860"/>
            </a:xfrm>
            <a:custGeom>
              <a:avLst/>
              <a:gdLst>
                <a:gd name="connsiteX0" fmla="*/ 0 w 73129"/>
                <a:gd name="connsiteY0" fmla="*/ 9525 h 22860"/>
                <a:gd name="connsiteX1" fmla="*/ 15184 w 73129"/>
                <a:gd name="connsiteY1" fmla="*/ 1905 h 22860"/>
                <a:gd name="connsiteX2" fmla="*/ 29419 w 73129"/>
                <a:gd name="connsiteY2" fmla="*/ 0 h 22860"/>
                <a:gd name="connsiteX3" fmla="*/ 43654 w 73129"/>
                <a:gd name="connsiteY3" fmla="*/ 953 h 22860"/>
                <a:gd name="connsiteX4" fmla="*/ 57890 w 73129"/>
                <a:gd name="connsiteY4" fmla="*/ 1905 h 22860"/>
                <a:gd name="connsiteX5" fmla="*/ 73074 w 73129"/>
                <a:gd name="connsiteY5" fmla="*/ 9525 h 22860"/>
                <a:gd name="connsiteX6" fmla="*/ 54094 w 73129"/>
                <a:gd name="connsiteY6" fmla="*/ 19050 h 22860"/>
                <a:gd name="connsiteX7" fmla="*/ 38909 w 73129"/>
                <a:gd name="connsiteY7" fmla="*/ 22860 h 22860"/>
                <a:gd name="connsiteX8" fmla="*/ 23725 w 73129"/>
                <a:gd name="connsiteY8" fmla="*/ 21908 h 22860"/>
                <a:gd name="connsiteX9" fmla="*/ 9490 w 73129"/>
                <a:gd name="connsiteY9" fmla="*/ 16193 h 22860"/>
                <a:gd name="connsiteX10" fmla="*/ 0 w 73129"/>
                <a:gd name="connsiteY10" fmla="*/ 9525 h 22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29" h="22860">
                  <a:moveTo>
                    <a:pt x="0" y="9525"/>
                  </a:moveTo>
                  <a:cubicBezTo>
                    <a:pt x="949" y="1905"/>
                    <a:pt x="8541" y="2858"/>
                    <a:pt x="15184" y="1905"/>
                  </a:cubicBezTo>
                  <a:cubicBezTo>
                    <a:pt x="18980" y="953"/>
                    <a:pt x="23725" y="0"/>
                    <a:pt x="29419" y="0"/>
                  </a:cubicBezTo>
                  <a:cubicBezTo>
                    <a:pt x="33215" y="0"/>
                    <a:pt x="37960" y="953"/>
                    <a:pt x="43654" y="953"/>
                  </a:cubicBezTo>
                  <a:cubicBezTo>
                    <a:pt x="48400" y="953"/>
                    <a:pt x="53145" y="0"/>
                    <a:pt x="57890" y="1905"/>
                  </a:cubicBezTo>
                  <a:cubicBezTo>
                    <a:pt x="62635" y="3810"/>
                    <a:pt x="74023" y="1905"/>
                    <a:pt x="73074" y="9525"/>
                  </a:cubicBezTo>
                  <a:cubicBezTo>
                    <a:pt x="72125" y="18098"/>
                    <a:pt x="57890" y="18098"/>
                    <a:pt x="54094" y="19050"/>
                  </a:cubicBezTo>
                  <a:cubicBezTo>
                    <a:pt x="52196" y="19050"/>
                    <a:pt x="46502" y="21908"/>
                    <a:pt x="38909" y="22860"/>
                  </a:cubicBezTo>
                  <a:cubicBezTo>
                    <a:pt x="34164" y="22860"/>
                    <a:pt x="28470" y="22860"/>
                    <a:pt x="23725" y="21908"/>
                  </a:cubicBezTo>
                  <a:cubicBezTo>
                    <a:pt x="18980" y="20955"/>
                    <a:pt x="14235" y="18098"/>
                    <a:pt x="9490" y="16193"/>
                  </a:cubicBezTo>
                  <a:cubicBezTo>
                    <a:pt x="5694" y="14288"/>
                    <a:pt x="0" y="12383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71BBDDD3-C5FF-A3A2-336D-BD7C7BD575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2939" y="3631882"/>
              <a:ext cx="75182" cy="24453"/>
            </a:xfrm>
            <a:custGeom>
              <a:avLst/>
              <a:gdLst>
                <a:gd name="connsiteX0" fmla="*/ 14301 w 75182"/>
                <a:gd name="connsiteY0" fmla="*/ 21907 h 24453"/>
                <a:gd name="connsiteX1" fmla="*/ 66 w 75182"/>
                <a:gd name="connsiteY1" fmla="*/ 13335 h 24453"/>
                <a:gd name="connsiteX2" fmla="*/ 17148 w 75182"/>
                <a:gd name="connsiteY2" fmla="*/ 0 h 24453"/>
                <a:gd name="connsiteX3" fmla="*/ 38975 w 75182"/>
                <a:gd name="connsiteY3" fmla="*/ 3810 h 24453"/>
                <a:gd name="connsiteX4" fmla="*/ 52261 w 75182"/>
                <a:gd name="connsiteY4" fmla="*/ 2857 h 24453"/>
                <a:gd name="connsiteX5" fmla="*/ 65548 w 75182"/>
                <a:gd name="connsiteY5" fmla="*/ 953 h 24453"/>
                <a:gd name="connsiteX6" fmla="*/ 75038 w 75182"/>
                <a:gd name="connsiteY6" fmla="*/ 10478 h 24453"/>
                <a:gd name="connsiteX7" fmla="*/ 65548 w 75182"/>
                <a:gd name="connsiteY7" fmla="*/ 23813 h 24453"/>
                <a:gd name="connsiteX8" fmla="*/ 52261 w 75182"/>
                <a:gd name="connsiteY8" fmla="*/ 21907 h 24453"/>
                <a:gd name="connsiteX9" fmla="*/ 38975 w 75182"/>
                <a:gd name="connsiteY9" fmla="*/ 21907 h 24453"/>
                <a:gd name="connsiteX10" fmla="*/ 14301 w 75182"/>
                <a:gd name="connsiteY10" fmla="*/ 21907 h 24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82" h="24453">
                  <a:moveTo>
                    <a:pt x="14301" y="21907"/>
                  </a:moveTo>
                  <a:cubicBezTo>
                    <a:pt x="11454" y="20955"/>
                    <a:pt x="1015" y="19050"/>
                    <a:pt x="66" y="13335"/>
                  </a:cubicBezTo>
                  <a:cubicBezTo>
                    <a:pt x="-883" y="7620"/>
                    <a:pt x="8607" y="0"/>
                    <a:pt x="17148" y="0"/>
                  </a:cubicBezTo>
                  <a:cubicBezTo>
                    <a:pt x="26638" y="0"/>
                    <a:pt x="28536" y="2857"/>
                    <a:pt x="38975" y="3810"/>
                  </a:cubicBezTo>
                  <a:cubicBezTo>
                    <a:pt x="44669" y="3810"/>
                    <a:pt x="48465" y="3810"/>
                    <a:pt x="52261" y="2857"/>
                  </a:cubicBezTo>
                  <a:cubicBezTo>
                    <a:pt x="56057" y="1905"/>
                    <a:pt x="60803" y="0"/>
                    <a:pt x="65548" y="953"/>
                  </a:cubicBezTo>
                  <a:cubicBezTo>
                    <a:pt x="70293" y="1905"/>
                    <a:pt x="74089" y="6668"/>
                    <a:pt x="75038" y="10478"/>
                  </a:cubicBezTo>
                  <a:cubicBezTo>
                    <a:pt x="75987" y="16193"/>
                    <a:pt x="72191" y="21907"/>
                    <a:pt x="65548" y="23813"/>
                  </a:cubicBezTo>
                  <a:cubicBezTo>
                    <a:pt x="60803" y="25718"/>
                    <a:pt x="57956" y="22860"/>
                    <a:pt x="52261" y="21907"/>
                  </a:cubicBezTo>
                  <a:cubicBezTo>
                    <a:pt x="48465" y="20955"/>
                    <a:pt x="44669" y="22860"/>
                    <a:pt x="38975" y="21907"/>
                  </a:cubicBezTo>
                  <a:cubicBezTo>
                    <a:pt x="25689" y="23813"/>
                    <a:pt x="23791" y="24765"/>
                    <a:pt x="14301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E06CCFD7-4DD7-A391-65B4-7A8A775706B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5852" y="3689103"/>
              <a:ext cx="74022" cy="26865"/>
            </a:xfrm>
            <a:custGeom>
              <a:avLst/>
              <a:gdLst>
                <a:gd name="connsiteX0" fmla="*/ 10439 w 74022"/>
                <a:gd name="connsiteY0" fmla="*/ 881 h 26865"/>
                <a:gd name="connsiteX1" fmla="*/ 0 w 74022"/>
                <a:gd name="connsiteY1" fmla="*/ 11359 h 26865"/>
                <a:gd name="connsiteX2" fmla="*/ 17082 w 74022"/>
                <a:gd name="connsiteY2" fmla="*/ 22789 h 26865"/>
                <a:gd name="connsiteX3" fmla="*/ 32266 w 74022"/>
                <a:gd name="connsiteY3" fmla="*/ 25646 h 26865"/>
                <a:gd name="connsiteX4" fmla="*/ 48400 w 74022"/>
                <a:gd name="connsiteY4" fmla="*/ 26599 h 26865"/>
                <a:gd name="connsiteX5" fmla="*/ 63584 w 74022"/>
                <a:gd name="connsiteY5" fmla="*/ 21836 h 26865"/>
                <a:gd name="connsiteX6" fmla="*/ 74023 w 74022"/>
                <a:gd name="connsiteY6" fmla="*/ 11359 h 26865"/>
                <a:gd name="connsiteX7" fmla="*/ 63584 w 74022"/>
                <a:gd name="connsiteY7" fmla="*/ 5644 h 26865"/>
                <a:gd name="connsiteX8" fmla="*/ 49349 w 74022"/>
                <a:gd name="connsiteY8" fmla="*/ 6596 h 26865"/>
                <a:gd name="connsiteX9" fmla="*/ 35113 w 74022"/>
                <a:gd name="connsiteY9" fmla="*/ 5644 h 26865"/>
                <a:gd name="connsiteX10" fmla="*/ 10439 w 74022"/>
                <a:gd name="connsiteY10" fmla="*/ 881 h 26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022" h="26865">
                  <a:moveTo>
                    <a:pt x="10439" y="881"/>
                  </a:moveTo>
                  <a:cubicBezTo>
                    <a:pt x="4745" y="2786"/>
                    <a:pt x="0" y="6596"/>
                    <a:pt x="0" y="11359"/>
                  </a:cubicBezTo>
                  <a:cubicBezTo>
                    <a:pt x="0" y="17074"/>
                    <a:pt x="10439" y="20884"/>
                    <a:pt x="17082" y="22789"/>
                  </a:cubicBezTo>
                  <a:cubicBezTo>
                    <a:pt x="21827" y="23741"/>
                    <a:pt x="27521" y="25646"/>
                    <a:pt x="32266" y="25646"/>
                  </a:cubicBezTo>
                  <a:cubicBezTo>
                    <a:pt x="37960" y="25646"/>
                    <a:pt x="42705" y="27551"/>
                    <a:pt x="48400" y="26599"/>
                  </a:cubicBezTo>
                  <a:cubicBezTo>
                    <a:pt x="54094" y="25646"/>
                    <a:pt x="58839" y="23741"/>
                    <a:pt x="63584" y="21836"/>
                  </a:cubicBezTo>
                  <a:cubicBezTo>
                    <a:pt x="70227" y="18979"/>
                    <a:pt x="74023" y="16121"/>
                    <a:pt x="74023" y="11359"/>
                  </a:cubicBezTo>
                  <a:cubicBezTo>
                    <a:pt x="74023" y="6596"/>
                    <a:pt x="70227" y="5644"/>
                    <a:pt x="63584" y="5644"/>
                  </a:cubicBezTo>
                  <a:cubicBezTo>
                    <a:pt x="59788" y="5644"/>
                    <a:pt x="55043" y="6596"/>
                    <a:pt x="49349" y="6596"/>
                  </a:cubicBezTo>
                  <a:cubicBezTo>
                    <a:pt x="45553" y="6596"/>
                    <a:pt x="39858" y="6596"/>
                    <a:pt x="35113" y="5644"/>
                  </a:cubicBezTo>
                  <a:cubicBezTo>
                    <a:pt x="24674" y="2786"/>
                    <a:pt x="18031" y="-1976"/>
                    <a:pt x="10439" y="88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0B59CE49-3B09-DF5F-AF67-92CFEA7329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2802" y="3657600"/>
              <a:ext cx="75222" cy="25405"/>
            </a:xfrm>
            <a:custGeom>
              <a:avLst/>
              <a:gdLst>
                <a:gd name="connsiteX0" fmla="*/ 146 w 75222"/>
                <a:gd name="connsiteY0" fmla="*/ 14288 h 25405"/>
                <a:gd name="connsiteX1" fmla="*/ 19127 w 75222"/>
                <a:gd name="connsiteY1" fmla="*/ 2858 h 25405"/>
                <a:gd name="connsiteX2" fmla="*/ 34311 w 75222"/>
                <a:gd name="connsiteY2" fmla="*/ 0 h 25405"/>
                <a:gd name="connsiteX3" fmla="*/ 49495 w 75222"/>
                <a:gd name="connsiteY3" fmla="*/ 952 h 25405"/>
                <a:gd name="connsiteX4" fmla="*/ 64679 w 75222"/>
                <a:gd name="connsiteY4" fmla="*/ 3810 h 25405"/>
                <a:gd name="connsiteX5" fmla="*/ 75118 w 75222"/>
                <a:gd name="connsiteY5" fmla="*/ 12383 h 25405"/>
                <a:gd name="connsiteX6" fmla="*/ 64679 w 75222"/>
                <a:gd name="connsiteY6" fmla="*/ 23813 h 25405"/>
                <a:gd name="connsiteX7" fmla="*/ 46648 w 75222"/>
                <a:gd name="connsiteY7" fmla="*/ 22860 h 25405"/>
                <a:gd name="connsiteX8" fmla="*/ 28617 w 75222"/>
                <a:gd name="connsiteY8" fmla="*/ 22860 h 25405"/>
                <a:gd name="connsiteX9" fmla="*/ 7739 w 75222"/>
                <a:gd name="connsiteY9" fmla="*/ 24765 h 25405"/>
                <a:gd name="connsiteX10" fmla="*/ 146 w 75222"/>
                <a:gd name="connsiteY10" fmla="*/ 14288 h 25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222" h="25405">
                  <a:moveTo>
                    <a:pt x="146" y="14288"/>
                  </a:moveTo>
                  <a:cubicBezTo>
                    <a:pt x="1095" y="7620"/>
                    <a:pt x="14382" y="3810"/>
                    <a:pt x="19127" y="2858"/>
                  </a:cubicBezTo>
                  <a:cubicBezTo>
                    <a:pt x="23872" y="1905"/>
                    <a:pt x="28617" y="952"/>
                    <a:pt x="34311" y="0"/>
                  </a:cubicBezTo>
                  <a:cubicBezTo>
                    <a:pt x="39056" y="0"/>
                    <a:pt x="44750" y="952"/>
                    <a:pt x="49495" y="952"/>
                  </a:cubicBezTo>
                  <a:cubicBezTo>
                    <a:pt x="55189" y="1905"/>
                    <a:pt x="59934" y="2858"/>
                    <a:pt x="64679" y="3810"/>
                  </a:cubicBezTo>
                  <a:cubicBezTo>
                    <a:pt x="71322" y="5715"/>
                    <a:pt x="75118" y="8573"/>
                    <a:pt x="75118" y="12383"/>
                  </a:cubicBezTo>
                  <a:cubicBezTo>
                    <a:pt x="76067" y="17145"/>
                    <a:pt x="70373" y="21908"/>
                    <a:pt x="64679" y="23813"/>
                  </a:cubicBezTo>
                  <a:cubicBezTo>
                    <a:pt x="58036" y="25717"/>
                    <a:pt x="53291" y="24765"/>
                    <a:pt x="46648" y="22860"/>
                  </a:cubicBezTo>
                  <a:cubicBezTo>
                    <a:pt x="41903" y="21908"/>
                    <a:pt x="36209" y="21908"/>
                    <a:pt x="28617" y="22860"/>
                  </a:cubicBezTo>
                  <a:cubicBezTo>
                    <a:pt x="18178" y="23813"/>
                    <a:pt x="13433" y="26670"/>
                    <a:pt x="7739" y="24765"/>
                  </a:cubicBezTo>
                  <a:cubicBezTo>
                    <a:pt x="2993" y="22860"/>
                    <a:pt x="-803" y="18098"/>
                    <a:pt x="146" y="1428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9BC26E8C-B187-BEB8-FCC6-7930974426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2883" y="3547110"/>
              <a:ext cx="77039" cy="25580"/>
            </a:xfrm>
            <a:custGeom>
              <a:avLst/>
              <a:gdLst>
                <a:gd name="connsiteX0" fmla="*/ 14301 w 77039"/>
                <a:gd name="connsiteY0" fmla="*/ 20002 h 25580"/>
                <a:gd name="connsiteX1" fmla="*/ 66 w 77039"/>
                <a:gd name="connsiteY1" fmla="*/ 12382 h 25580"/>
                <a:gd name="connsiteX2" fmla="*/ 17148 w 77039"/>
                <a:gd name="connsiteY2" fmla="*/ 0 h 25580"/>
                <a:gd name="connsiteX3" fmla="*/ 38975 w 77039"/>
                <a:gd name="connsiteY3" fmla="*/ 2857 h 25580"/>
                <a:gd name="connsiteX4" fmla="*/ 52261 w 77039"/>
                <a:gd name="connsiteY4" fmla="*/ 2857 h 25580"/>
                <a:gd name="connsiteX5" fmla="*/ 65548 w 77039"/>
                <a:gd name="connsiteY5" fmla="*/ 952 h 25580"/>
                <a:gd name="connsiteX6" fmla="*/ 76936 w 77039"/>
                <a:gd name="connsiteY6" fmla="*/ 10477 h 25580"/>
                <a:gd name="connsiteX7" fmla="*/ 65548 w 77039"/>
                <a:gd name="connsiteY7" fmla="*/ 24765 h 25580"/>
                <a:gd name="connsiteX8" fmla="*/ 52261 w 77039"/>
                <a:gd name="connsiteY8" fmla="*/ 23813 h 25580"/>
                <a:gd name="connsiteX9" fmla="*/ 38975 w 77039"/>
                <a:gd name="connsiteY9" fmla="*/ 21907 h 25580"/>
                <a:gd name="connsiteX10" fmla="*/ 14301 w 77039"/>
                <a:gd name="connsiteY10" fmla="*/ 20002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39" h="25580">
                  <a:moveTo>
                    <a:pt x="14301" y="20002"/>
                  </a:moveTo>
                  <a:cubicBezTo>
                    <a:pt x="11454" y="19050"/>
                    <a:pt x="1015" y="17145"/>
                    <a:pt x="66" y="12382"/>
                  </a:cubicBezTo>
                  <a:cubicBezTo>
                    <a:pt x="-883" y="6667"/>
                    <a:pt x="8607" y="0"/>
                    <a:pt x="17148" y="0"/>
                  </a:cubicBezTo>
                  <a:cubicBezTo>
                    <a:pt x="26638" y="0"/>
                    <a:pt x="28536" y="1905"/>
                    <a:pt x="38975" y="2857"/>
                  </a:cubicBezTo>
                  <a:cubicBezTo>
                    <a:pt x="44669" y="2857"/>
                    <a:pt x="48465" y="3810"/>
                    <a:pt x="52261" y="2857"/>
                  </a:cubicBezTo>
                  <a:cubicBezTo>
                    <a:pt x="56057" y="1905"/>
                    <a:pt x="59854" y="0"/>
                    <a:pt x="65548" y="952"/>
                  </a:cubicBezTo>
                  <a:cubicBezTo>
                    <a:pt x="70293" y="1905"/>
                    <a:pt x="75987" y="5715"/>
                    <a:pt x="76936" y="10477"/>
                  </a:cubicBezTo>
                  <a:cubicBezTo>
                    <a:pt x="77885" y="16192"/>
                    <a:pt x="72191" y="21907"/>
                    <a:pt x="65548" y="24765"/>
                  </a:cubicBezTo>
                  <a:cubicBezTo>
                    <a:pt x="60802" y="26670"/>
                    <a:pt x="57006" y="24765"/>
                    <a:pt x="52261" y="23813"/>
                  </a:cubicBezTo>
                  <a:cubicBezTo>
                    <a:pt x="48465" y="22860"/>
                    <a:pt x="44669" y="21907"/>
                    <a:pt x="38975" y="21907"/>
                  </a:cubicBezTo>
                  <a:cubicBezTo>
                    <a:pt x="26638" y="20002"/>
                    <a:pt x="23791" y="21907"/>
                    <a:pt x="14301" y="2000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1C762DFE-04F1-18E6-165E-A2B25D5992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4726" y="3603307"/>
              <a:ext cx="75165" cy="22860"/>
            </a:xfrm>
            <a:custGeom>
              <a:avLst/>
              <a:gdLst>
                <a:gd name="connsiteX0" fmla="*/ 65602 w 75165"/>
                <a:gd name="connsiteY0" fmla="*/ 3810 h 22860"/>
                <a:gd name="connsiteX1" fmla="*/ 75092 w 75165"/>
                <a:gd name="connsiteY1" fmla="*/ 7620 h 22860"/>
                <a:gd name="connsiteX2" fmla="*/ 62755 w 75165"/>
                <a:gd name="connsiteY2" fmla="*/ 20955 h 22860"/>
                <a:gd name="connsiteX3" fmla="*/ 45673 w 75165"/>
                <a:gd name="connsiteY3" fmla="*/ 22860 h 22860"/>
                <a:gd name="connsiteX4" fmla="*/ 28591 w 75165"/>
                <a:gd name="connsiteY4" fmla="*/ 21907 h 22860"/>
                <a:gd name="connsiteX5" fmla="*/ 11508 w 75165"/>
                <a:gd name="connsiteY5" fmla="*/ 19050 h 22860"/>
                <a:gd name="connsiteX6" fmla="*/ 120 w 75165"/>
                <a:gd name="connsiteY6" fmla="*/ 7620 h 22860"/>
                <a:gd name="connsiteX7" fmla="*/ 15305 w 75165"/>
                <a:gd name="connsiteY7" fmla="*/ 953 h 22860"/>
                <a:gd name="connsiteX8" fmla="*/ 32387 w 75165"/>
                <a:gd name="connsiteY8" fmla="*/ 0 h 22860"/>
                <a:gd name="connsiteX9" fmla="*/ 49469 w 75165"/>
                <a:gd name="connsiteY9" fmla="*/ 953 h 22860"/>
                <a:gd name="connsiteX10" fmla="*/ 65602 w 75165"/>
                <a:gd name="connsiteY10" fmla="*/ 3810 h 22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2860">
                  <a:moveTo>
                    <a:pt x="65602" y="3810"/>
                  </a:moveTo>
                  <a:cubicBezTo>
                    <a:pt x="70347" y="4763"/>
                    <a:pt x="74143" y="4763"/>
                    <a:pt x="75092" y="7620"/>
                  </a:cubicBezTo>
                  <a:cubicBezTo>
                    <a:pt x="76041" y="12382"/>
                    <a:pt x="67500" y="20003"/>
                    <a:pt x="62755" y="20955"/>
                  </a:cubicBezTo>
                  <a:cubicBezTo>
                    <a:pt x="58010" y="21907"/>
                    <a:pt x="51367" y="21907"/>
                    <a:pt x="45673" y="22860"/>
                  </a:cubicBezTo>
                  <a:cubicBezTo>
                    <a:pt x="39979" y="22860"/>
                    <a:pt x="34285" y="22860"/>
                    <a:pt x="28591" y="21907"/>
                  </a:cubicBezTo>
                  <a:cubicBezTo>
                    <a:pt x="21948" y="20955"/>
                    <a:pt x="16253" y="20955"/>
                    <a:pt x="11508" y="19050"/>
                  </a:cubicBezTo>
                  <a:cubicBezTo>
                    <a:pt x="3916" y="17145"/>
                    <a:pt x="-829" y="12382"/>
                    <a:pt x="120" y="7620"/>
                  </a:cubicBezTo>
                  <a:cubicBezTo>
                    <a:pt x="1069" y="4763"/>
                    <a:pt x="6763" y="2857"/>
                    <a:pt x="15305" y="953"/>
                  </a:cubicBezTo>
                  <a:cubicBezTo>
                    <a:pt x="20050" y="0"/>
                    <a:pt x="26693" y="0"/>
                    <a:pt x="32387" y="0"/>
                  </a:cubicBezTo>
                  <a:cubicBezTo>
                    <a:pt x="38081" y="0"/>
                    <a:pt x="43775" y="953"/>
                    <a:pt x="49469" y="953"/>
                  </a:cubicBezTo>
                  <a:cubicBezTo>
                    <a:pt x="55163" y="953"/>
                    <a:pt x="60857" y="2857"/>
                    <a:pt x="65602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AC8A0D02-A732-6ECD-A7D8-0173A0BF63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3671" y="3718560"/>
              <a:ext cx="75198" cy="20002"/>
            </a:xfrm>
            <a:custGeom>
              <a:avLst/>
              <a:gdLst>
                <a:gd name="connsiteX0" fmla="*/ 226 w 75198"/>
                <a:gd name="connsiteY0" fmla="*/ 7620 h 20002"/>
                <a:gd name="connsiteX1" fmla="*/ 16360 w 75198"/>
                <a:gd name="connsiteY1" fmla="*/ 20002 h 20002"/>
                <a:gd name="connsiteX2" fmla="*/ 31544 w 75198"/>
                <a:gd name="connsiteY2" fmla="*/ 18098 h 20002"/>
                <a:gd name="connsiteX3" fmla="*/ 46728 w 75198"/>
                <a:gd name="connsiteY3" fmla="*/ 18098 h 20002"/>
                <a:gd name="connsiteX4" fmla="*/ 61912 w 75198"/>
                <a:gd name="connsiteY4" fmla="*/ 17145 h 20002"/>
                <a:gd name="connsiteX5" fmla="*/ 75198 w 75198"/>
                <a:gd name="connsiteY5" fmla="*/ 10477 h 20002"/>
                <a:gd name="connsiteX6" fmla="*/ 61912 w 75198"/>
                <a:gd name="connsiteY6" fmla="*/ 4763 h 20002"/>
                <a:gd name="connsiteX7" fmla="*/ 46728 w 75198"/>
                <a:gd name="connsiteY7" fmla="*/ 2857 h 20002"/>
                <a:gd name="connsiteX8" fmla="*/ 31544 w 75198"/>
                <a:gd name="connsiteY8" fmla="*/ 0 h 20002"/>
                <a:gd name="connsiteX9" fmla="*/ 14462 w 75198"/>
                <a:gd name="connsiteY9" fmla="*/ 1905 h 20002"/>
                <a:gd name="connsiteX10" fmla="*/ 226 w 75198"/>
                <a:gd name="connsiteY10" fmla="*/ 7620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98" h="20002">
                  <a:moveTo>
                    <a:pt x="226" y="7620"/>
                  </a:moveTo>
                  <a:cubicBezTo>
                    <a:pt x="-1672" y="12382"/>
                    <a:pt x="8768" y="20002"/>
                    <a:pt x="16360" y="20002"/>
                  </a:cubicBezTo>
                  <a:cubicBezTo>
                    <a:pt x="21105" y="20002"/>
                    <a:pt x="26799" y="18098"/>
                    <a:pt x="31544" y="18098"/>
                  </a:cubicBezTo>
                  <a:cubicBezTo>
                    <a:pt x="37238" y="18098"/>
                    <a:pt x="41983" y="18098"/>
                    <a:pt x="46728" y="18098"/>
                  </a:cubicBezTo>
                  <a:cubicBezTo>
                    <a:pt x="52422" y="18098"/>
                    <a:pt x="58116" y="18098"/>
                    <a:pt x="61912" y="17145"/>
                  </a:cubicBezTo>
                  <a:cubicBezTo>
                    <a:pt x="69504" y="16192"/>
                    <a:pt x="75198" y="14288"/>
                    <a:pt x="75198" y="10477"/>
                  </a:cubicBezTo>
                  <a:cubicBezTo>
                    <a:pt x="75198" y="7620"/>
                    <a:pt x="68555" y="5715"/>
                    <a:pt x="61912" y="4763"/>
                  </a:cubicBezTo>
                  <a:cubicBezTo>
                    <a:pt x="57167" y="3810"/>
                    <a:pt x="52422" y="2857"/>
                    <a:pt x="46728" y="2857"/>
                  </a:cubicBezTo>
                  <a:cubicBezTo>
                    <a:pt x="41983" y="1905"/>
                    <a:pt x="36289" y="0"/>
                    <a:pt x="31544" y="0"/>
                  </a:cubicBezTo>
                  <a:cubicBezTo>
                    <a:pt x="28697" y="0"/>
                    <a:pt x="21105" y="952"/>
                    <a:pt x="14462" y="1905"/>
                  </a:cubicBezTo>
                  <a:cubicBezTo>
                    <a:pt x="8768" y="2857"/>
                    <a:pt x="2124" y="3810"/>
                    <a:pt x="226" y="762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A66B5BCD-D90C-4DCE-4BA3-1A3F45C20B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1918" y="3494722"/>
              <a:ext cx="76053" cy="20425"/>
            </a:xfrm>
            <a:custGeom>
              <a:avLst/>
              <a:gdLst>
                <a:gd name="connsiteX0" fmla="*/ 81 w 76053"/>
                <a:gd name="connsiteY0" fmla="*/ 9525 h 20425"/>
                <a:gd name="connsiteX1" fmla="*/ 17163 w 76053"/>
                <a:gd name="connsiteY1" fmla="*/ 2857 h 20425"/>
                <a:gd name="connsiteX2" fmla="*/ 31399 w 76053"/>
                <a:gd name="connsiteY2" fmla="*/ 952 h 20425"/>
                <a:gd name="connsiteX3" fmla="*/ 45634 w 76053"/>
                <a:gd name="connsiteY3" fmla="*/ 0 h 20425"/>
                <a:gd name="connsiteX4" fmla="*/ 59869 w 76053"/>
                <a:gd name="connsiteY4" fmla="*/ 1905 h 20425"/>
                <a:gd name="connsiteX5" fmla="*/ 76002 w 76053"/>
                <a:gd name="connsiteY5" fmla="*/ 9525 h 20425"/>
                <a:gd name="connsiteX6" fmla="*/ 57022 w 76053"/>
                <a:gd name="connsiteY6" fmla="*/ 20002 h 20425"/>
                <a:gd name="connsiteX7" fmla="*/ 41838 w 76053"/>
                <a:gd name="connsiteY7" fmla="*/ 20002 h 20425"/>
                <a:gd name="connsiteX8" fmla="*/ 26653 w 76053"/>
                <a:gd name="connsiteY8" fmla="*/ 20002 h 20425"/>
                <a:gd name="connsiteX9" fmla="*/ 11469 w 76053"/>
                <a:gd name="connsiteY9" fmla="*/ 17145 h 20425"/>
                <a:gd name="connsiteX10" fmla="*/ 81 w 76053"/>
                <a:gd name="connsiteY10" fmla="*/ 9525 h 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53" h="20425">
                  <a:moveTo>
                    <a:pt x="81" y="9525"/>
                  </a:moveTo>
                  <a:cubicBezTo>
                    <a:pt x="1030" y="1905"/>
                    <a:pt x="10520" y="4763"/>
                    <a:pt x="17163" y="2857"/>
                  </a:cubicBezTo>
                  <a:cubicBezTo>
                    <a:pt x="20959" y="1905"/>
                    <a:pt x="25705" y="952"/>
                    <a:pt x="31399" y="952"/>
                  </a:cubicBezTo>
                  <a:cubicBezTo>
                    <a:pt x="35195" y="952"/>
                    <a:pt x="39940" y="0"/>
                    <a:pt x="45634" y="0"/>
                  </a:cubicBezTo>
                  <a:cubicBezTo>
                    <a:pt x="50379" y="0"/>
                    <a:pt x="55124" y="952"/>
                    <a:pt x="59869" y="1905"/>
                  </a:cubicBezTo>
                  <a:cubicBezTo>
                    <a:pt x="64614" y="3810"/>
                    <a:pt x="76951" y="952"/>
                    <a:pt x="76002" y="9525"/>
                  </a:cubicBezTo>
                  <a:cubicBezTo>
                    <a:pt x="75053" y="18097"/>
                    <a:pt x="59869" y="20002"/>
                    <a:pt x="57022" y="20002"/>
                  </a:cubicBezTo>
                  <a:cubicBezTo>
                    <a:pt x="55124" y="20002"/>
                    <a:pt x="49430" y="20002"/>
                    <a:pt x="41838" y="20002"/>
                  </a:cubicBezTo>
                  <a:cubicBezTo>
                    <a:pt x="37093" y="20002"/>
                    <a:pt x="32348" y="20955"/>
                    <a:pt x="26653" y="20002"/>
                  </a:cubicBezTo>
                  <a:cubicBezTo>
                    <a:pt x="21908" y="19050"/>
                    <a:pt x="16214" y="19050"/>
                    <a:pt x="11469" y="17145"/>
                  </a:cubicBezTo>
                  <a:cubicBezTo>
                    <a:pt x="6724" y="17145"/>
                    <a:pt x="-868" y="13335"/>
                    <a:pt x="81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FCAE8F32-E03D-78B4-CCEC-D8B74D0845B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775889" y="411708"/>
            <a:ext cx="4057735" cy="2705157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0A978868-6227-23E1-EAA7-C2F5031C58B7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7241807" y="3367575"/>
            <a:ext cx="4057735" cy="2705157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8469DF3B-E3F4-9F64-0A58-8057E35BB3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913679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140" name="Text Placeholder 9">
            <a:extLst>
              <a:ext uri="{FF2B5EF4-FFF2-40B4-BE49-F238E27FC236}">
                <a16:creationId xmlns:a16="http://schemas.microsoft.com/office/drawing/2014/main" id="{7009B006-D1FD-AC9C-8200-A4459BF45D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581" y="993550"/>
            <a:ext cx="6913679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C614D9D2-1DA6-3A7A-0840-C6704562FA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6A340EC-BB99-D451-E569-FBB153E95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4057785-3942-923A-C715-CCBDB79B1F3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0FCA7865-FA56-DFED-C38E-35145584F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6" y="1693494"/>
            <a:ext cx="6270622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95129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9342CC5-6790-D3C2-ED9B-DC5B77D35D09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2940" y="4718303"/>
            <a:ext cx="2190047" cy="2139697"/>
            <a:chOff x="-2940" y="4718303"/>
            <a:chExt cx="2190047" cy="213969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220BF8E-229D-D1D3-CBB2-BBB9A53A24E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5266800"/>
              <a:ext cx="2187107" cy="15912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73F58FD-3E61-6133-2728-BFE069BA97D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-430562" y="5145925"/>
              <a:ext cx="1261695" cy="406452"/>
            </a:xfrm>
            <a:prstGeom prst="rect">
              <a:avLst/>
            </a:prstGeom>
          </p:spPr>
        </p:pic>
      </p:grp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31AECE7-5AE9-F11F-7B5F-BEF72BA3C1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50649" y="156286"/>
            <a:ext cx="2334776" cy="1864967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5E11AAF5-5C1D-829B-EDE0-631CC515A4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97247" y="4836747"/>
            <a:ext cx="2188177" cy="1864967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442F29B8-09F9-5A7C-C3B5-2BEF1686E03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02017" y="2286000"/>
            <a:ext cx="3283408" cy="2286000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CF2F7B99-FEDB-FCCC-8789-31E9E131B5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5714" y="156286"/>
            <a:ext cx="2334776" cy="3073529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1A142BC-BDB9-AAC5-935F-E06EC378895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705714" y="3429000"/>
            <a:ext cx="2334776" cy="3272714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31E17D05-1DDD-3E40-803A-9DB20A9C89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6" y="559753"/>
            <a:ext cx="5303838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04E6482B-0FD5-DD2D-9B18-CEA157F73A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6582" y="993550"/>
            <a:ext cx="5303838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189B5902-11C3-DCE2-D614-24FD8E46D2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ABFE57B-4C25-B9C0-5754-2EB6B8000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B245C5D1-61A4-067F-9AAD-56A5D7D9D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5303045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578186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6E83C0D-3D92-5AA2-EC42-688A3358666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95084" y="700008"/>
            <a:ext cx="6279792" cy="5489272"/>
            <a:chOff x="795084" y="700008"/>
            <a:chExt cx="6279792" cy="5489272"/>
          </a:xfrm>
        </p:grpSpPr>
        <p:sp>
          <p:nvSpPr>
            <p:cNvPr id="42" name="Graphic 24">
              <a:extLst>
                <a:ext uri="{FF2B5EF4-FFF2-40B4-BE49-F238E27FC236}">
                  <a16:creationId xmlns:a16="http://schemas.microsoft.com/office/drawing/2014/main" id="{78A1A4E8-7255-EC6A-6D6B-627FFCE308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95084" y="700008"/>
              <a:ext cx="6138210" cy="5489272"/>
            </a:xfrm>
            <a:custGeom>
              <a:avLst/>
              <a:gdLst>
                <a:gd name="connsiteX0" fmla="*/ 5250750 w 6138210"/>
                <a:gd name="connsiteY0" fmla="*/ 1951117 h 5489272"/>
                <a:gd name="connsiteX1" fmla="*/ 2868865 w 6138210"/>
                <a:gd name="connsiteY1" fmla="*/ 841772 h 5489272"/>
                <a:gd name="connsiteX2" fmla="*/ 346010 w 6138210"/>
                <a:gd name="connsiteY2" fmla="*/ 1575197 h 5489272"/>
                <a:gd name="connsiteX3" fmla="*/ 222820 w 6138210"/>
                <a:gd name="connsiteY3" fmla="*/ 3039507 h 5489272"/>
                <a:gd name="connsiteX4" fmla="*/ 1789365 w 6138210"/>
                <a:gd name="connsiteY4" fmla="*/ 4866402 h 5489272"/>
                <a:gd name="connsiteX5" fmla="*/ 3322890 w 6138210"/>
                <a:gd name="connsiteY5" fmla="*/ 4983877 h 5489272"/>
                <a:gd name="connsiteX6" fmla="*/ 5149150 w 6138210"/>
                <a:gd name="connsiteY6" fmla="*/ 3417332 h 5489272"/>
                <a:gd name="connsiteX7" fmla="*/ 5250750 w 6138210"/>
                <a:gd name="connsiteY7" fmla="*/ 1951117 h 5489272"/>
                <a:gd name="connsiteX8" fmla="*/ 2871405 w 6138210"/>
                <a:gd name="connsiteY8" fmla="*/ 238522 h 5489272"/>
                <a:gd name="connsiteX9" fmla="*/ 1762060 w 6138210"/>
                <a:gd name="connsiteY9" fmla="*/ 2620407 h 5489272"/>
                <a:gd name="connsiteX10" fmla="*/ 2495485 w 6138210"/>
                <a:gd name="connsiteY10" fmla="*/ 5143262 h 5489272"/>
                <a:gd name="connsiteX11" fmla="*/ 3959795 w 6138210"/>
                <a:gd name="connsiteY11" fmla="*/ 5266452 h 5489272"/>
                <a:gd name="connsiteX12" fmla="*/ 5786056 w 6138210"/>
                <a:gd name="connsiteY12" fmla="*/ 3699907 h 5489272"/>
                <a:gd name="connsiteX13" fmla="*/ 5903531 w 6138210"/>
                <a:gd name="connsiteY13" fmla="*/ 2166382 h 5489272"/>
                <a:gd name="connsiteX14" fmla="*/ 4336985 w 6138210"/>
                <a:gd name="connsiteY14" fmla="*/ 340122 h 5489272"/>
                <a:gd name="connsiteX15" fmla="*/ 2871405 w 6138210"/>
                <a:gd name="connsiteY15" fmla="*/ 238522 h 5489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138210" h="5489272">
                  <a:moveTo>
                    <a:pt x="5250750" y="1951117"/>
                  </a:moveTo>
                  <a:cubicBezTo>
                    <a:pt x="4687506" y="1269127"/>
                    <a:pt x="3818190" y="921147"/>
                    <a:pt x="2868865" y="841772"/>
                  </a:cubicBezTo>
                  <a:cubicBezTo>
                    <a:pt x="1918270" y="775732"/>
                    <a:pt x="1006410" y="987187"/>
                    <a:pt x="346010" y="1575197"/>
                  </a:cubicBezTo>
                  <a:cubicBezTo>
                    <a:pt x="11365" y="1873012"/>
                    <a:pt x="-170245" y="2388632"/>
                    <a:pt x="222820" y="3039507"/>
                  </a:cubicBezTo>
                  <a:cubicBezTo>
                    <a:pt x="533970" y="3554492"/>
                    <a:pt x="1311210" y="4445397"/>
                    <a:pt x="1789365" y="4866402"/>
                  </a:cubicBezTo>
                  <a:cubicBezTo>
                    <a:pt x="2274505" y="5293757"/>
                    <a:pt x="2776790" y="5331222"/>
                    <a:pt x="3322890" y="4983877"/>
                  </a:cubicBezTo>
                  <a:cubicBezTo>
                    <a:pt x="3860100" y="4642247"/>
                    <a:pt x="4763706" y="3878977"/>
                    <a:pt x="5149150" y="3417332"/>
                  </a:cubicBezTo>
                  <a:cubicBezTo>
                    <a:pt x="5636831" y="2833767"/>
                    <a:pt x="5535865" y="2296557"/>
                    <a:pt x="5250750" y="1951117"/>
                  </a:cubicBezTo>
                  <a:moveTo>
                    <a:pt x="2871405" y="238522"/>
                  </a:moveTo>
                  <a:cubicBezTo>
                    <a:pt x="2189415" y="801767"/>
                    <a:pt x="1841435" y="1671082"/>
                    <a:pt x="1762060" y="2620407"/>
                  </a:cubicBezTo>
                  <a:cubicBezTo>
                    <a:pt x="1696020" y="3571002"/>
                    <a:pt x="1907475" y="4482862"/>
                    <a:pt x="2495485" y="5143262"/>
                  </a:cubicBezTo>
                  <a:cubicBezTo>
                    <a:pt x="2793300" y="5477907"/>
                    <a:pt x="3308920" y="5659517"/>
                    <a:pt x="3959795" y="5266452"/>
                  </a:cubicBezTo>
                  <a:cubicBezTo>
                    <a:pt x="4474781" y="4955302"/>
                    <a:pt x="5365685" y="4178062"/>
                    <a:pt x="5786056" y="3699907"/>
                  </a:cubicBezTo>
                  <a:cubicBezTo>
                    <a:pt x="6213410" y="3214767"/>
                    <a:pt x="6250875" y="2712482"/>
                    <a:pt x="5903531" y="2166382"/>
                  </a:cubicBezTo>
                  <a:cubicBezTo>
                    <a:pt x="5561900" y="1629172"/>
                    <a:pt x="4798631" y="725567"/>
                    <a:pt x="4336985" y="340122"/>
                  </a:cubicBezTo>
                  <a:cubicBezTo>
                    <a:pt x="3754055" y="-146923"/>
                    <a:pt x="3216845" y="-45958"/>
                    <a:pt x="2871405" y="238522"/>
                  </a:cubicBezTo>
                </a:path>
              </a:pathLst>
            </a:custGeom>
            <a:noFill/>
            <a:ln w="16905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6E967E11-8F28-7042-57B9-4AD428AECAB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134913">
              <a:off x="4946600" y="952750"/>
              <a:ext cx="1780229" cy="1936823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90CC4A51-A273-8795-24A8-B7C008BAEDC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461912">
              <a:off x="1063185" y="3720369"/>
              <a:ext cx="1780229" cy="1936823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0210990-4237-9FDA-58DC-2314772B08E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409794" y="1020877"/>
              <a:ext cx="5665082" cy="4820400"/>
            </a:xfrm>
            <a:prstGeom prst="rect">
              <a:avLst/>
            </a:prstGeom>
          </p:spPr>
        </p:pic>
      </p:grp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8917F1-E0E2-31BF-F989-F89D9549A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71613" y="2593652"/>
            <a:ext cx="4851400" cy="9858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4D61D94-5664-84CA-D646-5D6A8E705F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1613" y="3611988"/>
            <a:ext cx="4851400" cy="993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IT" dirty="0"/>
              <a:t>Your name</a:t>
            </a:r>
          </a:p>
          <a:p>
            <a:pPr lvl="0"/>
            <a:r>
              <a:rPr lang="en-IT" dirty="0"/>
              <a:t>Your contact info.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1999BB1-AEC6-002F-53F1-8B0B40447661}"/>
              </a:ext>
            </a:extLst>
          </p:cNvPr>
          <p:cNvSpPr/>
          <p:nvPr userDrawn="1"/>
        </p:nvSpPr>
        <p:spPr>
          <a:xfrm>
            <a:off x="0" y="6071616"/>
            <a:ext cx="487680" cy="722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0A98F65-9FDA-4469-8BCA-5CED90E1DC78}"/>
              </a:ext>
            </a:extLst>
          </p:cNvPr>
          <p:cNvSpPr txBox="1">
            <a:spLocks/>
          </p:cNvSpPr>
          <p:nvPr userDrawn="1"/>
        </p:nvSpPr>
        <p:spPr>
          <a:xfrm>
            <a:off x="9274338" y="2603461"/>
            <a:ext cx="1584351" cy="18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2000" kern="1200">
                <a:solidFill>
                  <a:srgbClr val="5E5E5E"/>
                </a:solidFill>
                <a:latin typeface="Arial" charset="0"/>
                <a:ea typeface="Arial" charset="0"/>
                <a:cs typeface="Arial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3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@RelexSolutions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0DF95A43-B230-D8E4-1703-6DA5477B86FC}"/>
              </a:ext>
            </a:extLst>
          </p:cNvPr>
          <p:cNvSpPr txBox="1">
            <a:spLocks/>
          </p:cNvSpPr>
          <p:nvPr userDrawn="1"/>
        </p:nvSpPr>
        <p:spPr>
          <a:xfrm>
            <a:off x="9274338" y="3049734"/>
            <a:ext cx="1584351" cy="17917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2000">
                <a:solidFill>
                  <a:srgbClr val="5E5E5E"/>
                </a:solidFill>
                <a:latin typeface="Arial" charset="0"/>
                <a:ea typeface="Arial" charset="0"/>
                <a:cs typeface="Arial" charset="0"/>
              </a:defRPr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>
                <a:latin typeface="Arial" charset="0"/>
                <a:ea typeface="Arial" charset="0"/>
                <a:cs typeface="Arial" charset="0"/>
              </a:defRPr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latin typeface="Arial" charset="0"/>
                <a:ea typeface="Arial" charset="0"/>
                <a:cs typeface="Arial" charset="0"/>
              </a:defRPr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latin typeface="Arial" charset="0"/>
                <a:ea typeface="Arial" charset="0"/>
                <a:cs typeface="Arial" charset="0"/>
              </a:defRPr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/>
            </a:lvl9pPr>
          </a:lstStyle>
          <a:p>
            <a:pPr lvl="0" algn="l"/>
            <a:r>
              <a:rPr lang="en-US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RELEX Solutions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7898E2DD-B0D9-1074-B122-434787ADF99A}"/>
              </a:ext>
            </a:extLst>
          </p:cNvPr>
          <p:cNvSpPr txBox="1">
            <a:spLocks/>
          </p:cNvSpPr>
          <p:nvPr userDrawn="1"/>
        </p:nvSpPr>
        <p:spPr>
          <a:xfrm>
            <a:off x="8918054" y="2189293"/>
            <a:ext cx="2659521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2000" kern="1200">
                <a:solidFill>
                  <a:srgbClr val="5E5E5E"/>
                </a:solidFill>
                <a:latin typeface="Arial" charset="0"/>
                <a:ea typeface="Arial" charset="0"/>
                <a:cs typeface="Arial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300" b="1" u="none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www.relexsolutions.com</a:t>
            </a: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9F50B166-BBAF-D4A7-54D7-A8ED777312D3}"/>
              </a:ext>
            </a:extLst>
          </p:cNvPr>
          <p:cNvSpPr txBox="1">
            <a:spLocks/>
          </p:cNvSpPr>
          <p:nvPr userDrawn="1"/>
        </p:nvSpPr>
        <p:spPr>
          <a:xfrm>
            <a:off x="8918053" y="3459756"/>
            <a:ext cx="2659522" cy="1951092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lang="en-US" sz="240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marR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lang="en-US" sz="2000" kern="1200">
                <a:solidFill>
                  <a:srgbClr val="424242"/>
                </a:solidFill>
                <a:latin typeface="Arial" charset="0"/>
                <a:ea typeface="Arial" charset="0"/>
                <a:cs typeface="Arial" charset="0"/>
              </a:defRPr>
            </a:lvl2pPr>
            <a:lvl3pPr marL="914400" marR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.HelveticaNeueDeskInterface-Regular" charset="0"/>
              <a:buNone/>
              <a:tabLst/>
              <a:defRPr lang="en-US" sz="1800" kern="1200">
                <a:solidFill>
                  <a:srgbClr val="424242"/>
                </a:solidFill>
                <a:latin typeface="Arial" charset="0"/>
                <a:ea typeface="Arial" charset="0"/>
                <a:cs typeface="Arial" charset="0"/>
              </a:defRPr>
            </a:lvl3pPr>
            <a:lvl4pPr marL="1371600" marR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charset="0"/>
              <a:buNone/>
              <a:tabLst/>
              <a:defRPr lang="en-US" sz="1600" kern="1200">
                <a:solidFill>
                  <a:srgbClr val="424242"/>
                </a:solidFill>
                <a:latin typeface="Arial" charset="0"/>
                <a:ea typeface="Arial" charset="0"/>
                <a:cs typeface="Arial" charset="0"/>
              </a:defRPr>
            </a:lvl4pPr>
            <a:lvl5pPr marL="1828800" marR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Pct val="70000"/>
              <a:buFont typeface="Arial"/>
              <a:buNone/>
              <a:tabLst/>
              <a:defRPr lang="en-US" sz="1600" kern="1200">
                <a:solidFill>
                  <a:srgbClr val="424242"/>
                </a:solidFill>
                <a:latin typeface="Arial" charset="0"/>
                <a:ea typeface="Arial" charset="0"/>
                <a:cs typeface="Arial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000" i="0" kern="1200" dirty="0">
                <a:solidFill>
                  <a:schemeClr val="tx1"/>
                </a:solidFill>
                <a:effectLst/>
                <a:latin typeface="Arial" charset="0"/>
                <a:ea typeface="Arial" charset="0"/>
                <a:cs typeface="Arial" charset="0"/>
              </a:rPr>
              <a:t>© Retail Logistics Excellence - RELEX Oy. All rights reserved. RELEX and its logo are trademarks of RELEX. Other names of companies and products mentioned herein may be the trademarks of their respective owners.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1000" i="0" kern="1200" dirty="0">
                <a:solidFill>
                  <a:schemeClr val="tx1"/>
                </a:solidFill>
                <a:effectLst/>
                <a:latin typeface="Arial" charset="0"/>
                <a:ea typeface="Arial" charset="0"/>
                <a:cs typeface="Arial" charset="0"/>
              </a:rPr>
              <a:t>This document contains information of confidential and proprietary nature. All information contained herein must be kept in confidence and is provided for the original recipient’s use only.</a:t>
            </a:r>
            <a:endParaRPr lang="en-US" sz="1000" i="0" dirty="0">
              <a:solidFill>
                <a:schemeClr val="tx1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0988A39-1C25-0515-406F-B488BC87830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939587" y="2586245"/>
            <a:ext cx="216000" cy="215953"/>
            <a:chOff x="3051486" y="601867"/>
            <a:chExt cx="4483030" cy="4482044"/>
          </a:xfrm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08D46676-0DBD-5C94-D835-99104DBA3570}"/>
                </a:ext>
              </a:extLst>
            </p:cNvPr>
            <p:cNvSpPr/>
            <p:nvPr/>
          </p:nvSpPr>
          <p:spPr>
            <a:xfrm>
              <a:off x="3051486" y="601867"/>
              <a:ext cx="4483030" cy="4482044"/>
            </a:xfrm>
            <a:custGeom>
              <a:avLst/>
              <a:gdLst>
                <a:gd name="connsiteX0" fmla="*/ 4483031 w 4483030"/>
                <a:gd name="connsiteY0" fmla="*/ 2241022 h 4482044"/>
                <a:gd name="connsiteX1" fmla="*/ 2241515 w 4483030"/>
                <a:gd name="connsiteY1" fmla="*/ 4482044 h 4482044"/>
                <a:gd name="connsiteX2" fmla="*/ 0 w 4483030"/>
                <a:gd name="connsiteY2" fmla="*/ 2241022 h 4482044"/>
                <a:gd name="connsiteX3" fmla="*/ 2241515 w 4483030"/>
                <a:gd name="connsiteY3" fmla="*/ 0 h 4482044"/>
                <a:gd name="connsiteX4" fmla="*/ 4483031 w 4483030"/>
                <a:gd name="connsiteY4" fmla="*/ 2241022 h 44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83030" h="4482044">
                  <a:moveTo>
                    <a:pt x="4483031" y="2241022"/>
                  </a:moveTo>
                  <a:cubicBezTo>
                    <a:pt x="4483031" y="3478704"/>
                    <a:pt x="3479470" y="4482044"/>
                    <a:pt x="2241515" y="4482044"/>
                  </a:cubicBezTo>
                  <a:cubicBezTo>
                    <a:pt x="1003560" y="4482044"/>
                    <a:pt x="0" y="3478704"/>
                    <a:pt x="0" y="2241022"/>
                  </a:cubicBezTo>
                  <a:cubicBezTo>
                    <a:pt x="0" y="1003339"/>
                    <a:pt x="1003561" y="0"/>
                    <a:pt x="2241515" y="0"/>
                  </a:cubicBezTo>
                  <a:cubicBezTo>
                    <a:pt x="3479470" y="0"/>
                    <a:pt x="4483031" y="1003339"/>
                    <a:pt x="4483031" y="2241022"/>
                  </a:cubicBezTo>
                  <a:close/>
                </a:path>
              </a:pathLst>
            </a:custGeom>
            <a:solidFill>
              <a:schemeClr val="tx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IT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DEA7D4A-C7E0-1CB6-3CDF-1F9635C2A943}"/>
                </a:ext>
              </a:extLst>
            </p:cNvPr>
            <p:cNvSpPr/>
            <p:nvPr/>
          </p:nvSpPr>
          <p:spPr>
            <a:xfrm>
              <a:off x="3905472" y="1544506"/>
              <a:ext cx="2775058" cy="2596732"/>
            </a:xfrm>
            <a:custGeom>
              <a:avLst/>
              <a:gdLst>
                <a:gd name="connsiteX0" fmla="*/ 6805 w 2775058"/>
                <a:gd name="connsiteY0" fmla="*/ -25 h 2596732"/>
                <a:gd name="connsiteX1" fmla="*/ 1078223 w 2775058"/>
                <a:gd name="connsiteY1" fmla="*/ 1432221 h 2596732"/>
                <a:gd name="connsiteX2" fmla="*/ 52 w 2775058"/>
                <a:gd name="connsiteY2" fmla="*/ 2596708 h 2596732"/>
                <a:gd name="connsiteX3" fmla="*/ 242724 w 2775058"/>
                <a:gd name="connsiteY3" fmla="*/ 2596708 h 2596732"/>
                <a:gd name="connsiteX4" fmla="*/ 1186682 w 2775058"/>
                <a:gd name="connsiteY4" fmla="*/ 1577159 h 2596732"/>
                <a:gd name="connsiteX5" fmla="*/ 1949346 w 2775058"/>
                <a:gd name="connsiteY5" fmla="*/ 2596708 h 2596732"/>
                <a:gd name="connsiteX6" fmla="*/ 2775111 w 2775058"/>
                <a:gd name="connsiteY6" fmla="*/ 2596708 h 2596732"/>
                <a:gd name="connsiteX7" fmla="*/ 1643387 w 2775058"/>
                <a:gd name="connsiteY7" fmla="*/ 1083914 h 2596732"/>
                <a:gd name="connsiteX8" fmla="*/ 2646953 w 2775058"/>
                <a:gd name="connsiteY8" fmla="*/ -25 h 2596732"/>
                <a:gd name="connsiteX9" fmla="*/ 2404281 w 2775058"/>
                <a:gd name="connsiteY9" fmla="*/ -25 h 2596732"/>
                <a:gd name="connsiteX10" fmla="*/ 1534973 w 2775058"/>
                <a:gd name="connsiteY10" fmla="*/ 938929 h 2596732"/>
                <a:gd name="connsiteX11" fmla="*/ 832570 w 2775058"/>
                <a:gd name="connsiteY11" fmla="*/ -25 h 2596732"/>
                <a:gd name="connsiteX12" fmla="*/ 6805 w 2775058"/>
                <a:gd name="connsiteY12" fmla="*/ -25 h 2596732"/>
                <a:gd name="connsiteX13" fmla="*/ 363665 w 2775058"/>
                <a:gd name="connsiteY13" fmla="*/ 178668 h 2596732"/>
                <a:gd name="connsiteX14" fmla="*/ 743017 w 2775058"/>
                <a:gd name="connsiteY14" fmla="*/ 178668 h 2596732"/>
                <a:gd name="connsiteX15" fmla="*/ 2418205 w 2775058"/>
                <a:gd name="connsiteY15" fmla="*/ 2418014 h 2596732"/>
                <a:gd name="connsiteX16" fmla="*/ 2038852 w 2775058"/>
                <a:gd name="connsiteY16" fmla="*/ 2418014 h 2596732"/>
                <a:gd name="connsiteX17" fmla="*/ 363665 w 2775058"/>
                <a:gd name="connsiteY17" fmla="*/ 178668 h 259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75058" h="2596732">
                  <a:moveTo>
                    <a:pt x="6805" y="-25"/>
                  </a:moveTo>
                  <a:lnTo>
                    <a:pt x="1078223" y="1432221"/>
                  </a:lnTo>
                  <a:lnTo>
                    <a:pt x="52" y="2596708"/>
                  </a:lnTo>
                  <a:lnTo>
                    <a:pt x="242724" y="2596708"/>
                  </a:lnTo>
                  <a:lnTo>
                    <a:pt x="1186682" y="1577159"/>
                  </a:lnTo>
                  <a:lnTo>
                    <a:pt x="1949346" y="2596708"/>
                  </a:lnTo>
                  <a:lnTo>
                    <a:pt x="2775111" y="2596708"/>
                  </a:lnTo>
                  <a:lnTo>
                    <a:pt x="1643387" y="1083914"/>
                  </a:lnTo>
                  <a:lnTo>
                    <a:pt x="2646953" y="-25"/>
                  </a:lnTo>
                  <a:lnTo>
                    <a:pt x="2404281" y="-25"/>
                  </a:lnTo>
                  <a:lnTo>
                    <a:pt x="1534973" y="938929"/>
                  </a:lnTo>
                  <a:lnTo>
                    <a:pt x="832570" y="-25"/>
                  </a:lnTo>
                  <a:lnTo>
                    <a:pt x="6805" y="-25"/>
                  </a:lnTo>
                  <a:close/>
                  <a:moveTo>
                    <a:pt x="363665" y="178668"/>
                  </a:moveTo>
                  <a:lnTo>
                    <a:pt x="743017" y="178668"/>
                  </a:lnTo>
                  <a:lnTo>
                    <a:pt x="2418205" y="2418014"/>
                  </a:lnTo>
                  <a:lnTo>
                    <a:pt x="2038852" y="2418014"/>
                  </a:lnTo>
                  <a:lnTo>
                    <a:pt x="363665" y="178668"/>
                  </a:lnTo>
                  <a:close/>
                </a:path>
              </a:pathLst>
            </a:custGeom>
            <a:solidFill>
              <a:srgbClr val="FFFFFF"/>
            </a:solidFill>
            <a:ln w="4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</p:grpSp>
      <p:pic>
        <p:nvPicPr>
          <p:cNvPr id="38" name="Graphic 37">
            <a:extLst>
              <a:ext uri="{FF2B5EF4-FFF2-40B4-BE49-F238E27FC236}">
                <a16:creationId xmlns:a16="http://schemas.microsoft.com/office/drawing/2014/main" id="{B105B44D-D994-E468-E95A-48242BB5EC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1463" r="20425"/>
          <a:stretch/>
        </p:blipFill>
        <p:spPr>
          <a:xfrm>
            <a:off x="8918054" y="3005800"/>
            <a:ext cx="271038" cy="262356"/>
          </a:xfrm>
          <a:prstGeom prst="rect">
            <a:avLst/>
          </a:prstGeom>
        </p:spPr>
      </p:pic>
      <p:sp>
        <p:nvSpPr>
          <p:cNvPr id="39" name="Graphic 49">
            <a:extLst>
              <a:ext uri="{FF2B5EF4-FFF2-40B4-BE49-F238E27FC236}">
                <a16:creationId xmlns:a16="http://schemas.microsoft.com/office/drawing/2014/main" id="{BADCCF75-8DEC-63C8-9C78-F799C17DD091}"/>
              </a:ext>
            </a:extLst>
          </p:cNvPr>
          <p:cNvSpPr/>
          <p:nvPr userDrawn="1"/>
        </p:nvSpPr>
        <p:spPr>
          <a:xfrm>
            <a:off x="8918054" y="1600629"/>
            <a:ext cx="1032704" cy="311103"/>
          </a:xfrm>
          <a:custGeom>
            <a:avLst/>
            <a:gdLst>
              <a:gd name="connsiteX0" fmla="*/ 29919 w 1032704"/>
              <a:gd name="connsiteY0" fmla="*/ 32167 h 311103"/>
              <a:gd name="connsiteX1" fmla="*/ 36675 w 1032704"/>
              <a:gd name="connsiteY1" fmla="*/ 33607 h 311103"/>
              <a:gd name="connsiteX2" fmla="*/ 133431 w 1032704"/>
              <a:gd name="connsiteY2" fmla="*/ 168275 h 311103"/>
              <a:gd name="connsiteX3" fmla="*/ 1206 w 1032704"/>
              <a:gd name="connsiteY3" fmla="*/ 79936 h 311103"/>
              <a:gd name="connsiteX4" fmla="*/ 0 w 1032704"/>
              <a:gd name="connsiteY4" fmla="*/ 73935 h 311103"/>
              <a:gd name="connsiteX5" fmla="*/ 0 w 1032704"/>
              <a:gd name="connsiteY5" fmla="*/ 73215 h 311103"/>
              <a:gd name="connsiteX6" fmla="*/ 0 w 1032704"/>
              <a:gd name="connsiteY6" fmla="*/ 71775 h 311103"/>
              <a:gd name="connsiteX7" fmla="*/ 2654 w 1032704"/>
              <a:gd name="connsiteY7" fmla="*/ 64333 h 311103"/>
              <a:gd name="connsiteX8" fmla="*/ 20509 w 1032704"/>
              <a:gd name="connsiteY8" fmla="*/ 37448 h 311103"/>
              <a:gd name="connsiteX9" fmla="*/ 27265 w 1032704"/>
              <a:gd name="connsiteY9" fmla="*/ 32647 h 311103"/>
              <a:gd name="connsiteX10" fmla="*/ 29919 w 1032704"/>
              <a:gd name="connsiteY10" fmla="*/ 32167 h 311103"/>
              <a:gd name="connsiteX11" fmla="*/ 226085 w 1032704"/>
              <a:gd name="connsiteY11" fmla="*/ 307983 h 311103"/>
              <a:gd name="connsiteX12" fmla="*/ 236702 w 1032704"/>
              <a:gd name="connsiteY12" fmla="*/ 311104 h 311103"/>
              <a:gd name="connsiteX13" fmla="*/ 237425 w 1032704"/>
              <a:gd name="connsiteY13" fmla="*/ 311104 h 311103"/>
              <a:gd name="connsiteX14" fmla="*/ 237908 w 1032704"/>
              <a:gd name="connsiteY14" fmla="*/ 311104 h 311103"/>
              <a:gd name="connsiteX15" fmla="*/ 250455 w 1032704"/>
              <a:gd name="connsiteY15" fmla="*/ 307503 h 311103"/>
              <a:gd name="connsiteX16" fmla="*/ 271447 w 1032704"/>
              <a:gd name="connsiteY16" fmla="*/ 295021 h 311103"/>
              <a:gd name="connsiteX17" fmla="*/ 278685 w 1032704"/>
              <a:gd name="connsiteY17" fmla="*/ 283978 h 311103"/>
              <a:gd name="connsiteX18" fmla="*/ 277479 w 1032704"/>
              <a:gd name="connsiteY18" fmla="*/ 271016 h 311103"/>
              <a:gd name="connsiteX19" fmla="*/ 144048 w 1032704"/>
              <a:gd name="connsiteY19" fmla="*/ 179557 h 311103"/>
              <a:gd name="connsiteX20" fmla="*/ 226085 w 1032704"/>
              <a:gd name="connsiteY20" fmla="*/ 307983 h 311103"/>
              <a:gd name="connsiteX21" fmla="*/ 20268 w 1032704"/>
              <a:gd name="connsiteY21" fmla="*/ 234288 h 311103"/>
              <a:gd name="connsiteX22" fmla="*/ 14477 w 1032704"/>
              <a:gd name="connsiteY22" fmla="*/ 247971 h 311103"/>
              <a:gd name="connsiteX23" fmla="*/ 18096 w 1032704"/>
              <a:gd name="connsiteY23" fmla="*/ 260934 h 311103"/>
              <a:gd name="connsiteX24" fmla="*/ 51394 w 1032704"/>
              <a:gd name="connsiteY24" fmla="*/ 293820 h 311103"/>
              <a:gd name="connsiteX25" fmla="*/ 62976 w 1032704"/>
              <a:gd name="connsiteY25" fmla="*/ 297901 h 311103"/>
              <a:gd name="connsiteX26" fmla="*/ 74557 w 1032704"/>
              <a:gd name="connsiteY26" fmla="*/ 293580 h 311103"/>
              <a:gd name="connsiteX27" fmla="*/ 132466 w 1032704"/>
              <a:gd name="connsiteY27" fmla="*/ 179317 h 311103"/>
              <a:gd name="connsiteX28" fmla="*/ 20268 w 1032704"/>
              <a:gd name="connsiteY28" fmla="*/ 234288 h 311103"/>
              <a:gd name="connsiteX29" fmla="*/ 236702 w 1032704"/>
              <a:gd name="connsiteY29" fmla="*/ 5521 h 311103"/>
              <a:gd name="connsiteX30" fmla="*/ 144530 w 1032704"/>
              <a:gd name="connsiteY30" fmla="*/ 167794 h 311103"/>
              <a:gd name="connsiteX31" fmla="*/ 308846 w 1032704"/>
              <a:gd name="connsiteY31" fmla="*/ 74175 h 311103"/>
              <a:gd name="connsiteX32" fmla="*/ 313430 w 1032704"/>
              <a:gd name="connsiteY32" fmla="*/ 53771 h 311103"/>
              <a:gd name="connsiteX33" fmla="*/ 306433 w 1032704"/>
              <a:gd name="connsiteY33" fmla="*/ 38648 h 311103"/>
              <a:gd name="connsiteX34" fmla="*/ 271688 w 1032704"/>
              <a:gd name="connsiteY34" fmla="*/ 4561 h 311103"/>
              <a:gd name="connsiteX35" fmla="*/ 254557 w 1032704"/>
              <a:gd name="connsiteY35" fmla="*/ 0 h 311103"/>
              <a:gd name="connsiteX36" fmla="*/ 253592 w 1032704"/>
              <a:gd name="connsiteY36" fmla="*/ 0 h 311103"/>
              <a:gd name="connsiteX37" fmla="*/ 236702 w 1032704"/>
              <a:gd name="connsiteY37" fmla="*/ 5521 h 311103"/>
              <a:gd name="connsiteX38" fmla="*/ 467371 w 1032704"/>
              <a:gd name="connsiteY38" fmla="*/ 179557 h 311103"/>
              <a:gd name="connsiteX39" fmla="*/ 496567 w 1032704"/>
              <a:gd name="connsiteY39" fmla="*/ 265014 h 311103"/>
              <a:gd name="connsiteX40" fmla="*/ 465199 w 1032704"/>
              <a:gd name="connsiteY40" fmla="*/ 265014 h 311103"/>
              <a:gd name="connsiteX41" fmla="*/ 439141 w 1032704"/>
              <a:gd name="connsiteY41" fmla="*/ 186518 h 311103"/>
              <a:gd name="connsiteX42" fmla="*/ 435521 w 1032704"/>
              <a:gd name="connsiteY42" fmla="*/ 186758 h 311103"/>
              <a:gd name="connsiteX43" fmla="*/ 424422 w 1032704"/>
              <a:gd name="connsiteY43" fmla="*/ 186758 h 311103"/>
              <a:gd name="connsiteX44" fmla="*/ 424422 w 1032704"/>
              <a:gd name="connsiteY44" fmla="*/ 265014 h 311103"/>
              <a:gd name="connsiteX45" fmla="*/ 394261 w 1032704"/>
              <a:gd name="connsiteY45" fmla="*/ 265014 h 311103"/>
              <a:gd name="connsiteX46" fmla="*/ 394261 w 1032704"/>
              <a:gd name="connsiteY46" fmla="*/ 77296 h 311103"/>
              <a:gd name="connsiteX47" fmla="*/ 436728 w 1032704"/>
              <a:gd name="connsiteY47" fmla="*/ 77296 h 311103"/>
              <a:gd name="connsiteX48" fmla="*/ 480400 w 1032704"/>
              <a:gd name="connsiteY48" fmla="*/ 90499 h 311103"/>
              <a:gd name="connsiteX49" fmla="*/ 494395 w 1032704"/>
              <a:gd name="connsiteY49" fmla="*/ 128906 h 311103"/>
              <a:gd name="connsiteX50" fmla="*/ 469543 w 1032704"/>
              <a:gd name="connsiteY50" fmla="*/ 178357 h 311103"/>
              <a:gd name="connsiteX51" fmla="*/ 467371 w 1032704"/>
              <a:gd name="connsiteY51" fmla="*/ 179557 h 311103"/>
              <a:gd name="connsiteX52" fmla="*/ 438175 w 1032704"/>
              <a:gd name="connsiteY52" fmla="*/ 102501 h 311103"/>
              <a:gd name="connsiteX53" fmla="*/ 424422 w 1032704"/>
              <a:gd name="connsiteY53" fmla="*/ 102261 h 311103"/>
              <a:gd name="connsiteX54" fmla="*/ 424422 w 1032704"/>
              <a:gd name="connsiteY54" fmla="*/ 162033 h 311103"/>
              <a:gd name="connsiteX55" fmla="*/ 436004 w 1032704"/>
              <a:gd name="connsiteY55" fmla="*/ 162033 h 311103"/>
              <a:gd name="connsiteX56" fmla="*/ 438658 w 1032704"/>
              <a:gd name="connsiteY56" fmla="*/ 162033 h 311103"/>
              <a:gd name="connsiteX57" fmla="*/ 456031 w 1032704"/>
              <a:gd name="connsiteY57" fmla="*/ 155312 h 311103"/>
              <a:gd name="connsiteX58" fmla="*/ 463752 w 1032704"/>
              <a:gd name="connsiteY58" fmla="*/ 131067 h 311103"/>
              <a:gd name="connsiteX59" fmla="*/ 438175 w 1032704"/>
              <a:gd name="connsiteY59" fmla="*/ 102501 h 311103"/>
              <a:gd name="connsiteX60" fmla="*/ 568470 w 1032704"/>
              <a:gd name="connsiteY60" fmla="*/ 182918 h 311103"/>
              <a:gd name="connsiteX61" fmla="*/ 616003 w 1032704"/>
              <a:gd name="connsiteY61" fmla="*/ 182918 h 311103"/>
              <a:gd name="connsiteX62" fmla="*/ 616003 w 1032704"/>
              <a:gd name="connsiteY62" fmla="*/ 156032 h 311103"/>
              <a:gd name="connsiteX63" fmla="*/ 568470 w 1032704"/>
              <a:gd name="connsiteY63" fmla="*/ 156032 h 311103"/>
              <a:gd name="connsiteX64" fmla="*/ 568470 w 1032704"/>
              <a:gd name="connsiteY64" fmla="*/ 104661 h 311103"/>
              <a:gd name="connsiteX65" fmla="*/ 627826 w 1032704"/>
              <a:gd name="connsiteY65" fmla="*/ 104661 h 311103"/>
              <a:gd name="connsiteX66" fmla="*/ 627826 w 1032704"/>
              <a:gd name="connsiteY66" fmla="*/ 77296 h 311103"/>
              <a:gd name="connsiteX67" fmla="*/ 538309 w 1032704"/>
              <a:gd name="connsiteY67" fmla="*/ 77296 h 311103"/>
              <a:gd name="connsiteX68" fmla="*/ 538309 w 1032704"/>
              <a:gd name="connsiteY68" fmla="*/ 265014 h 311103"/>
              <a:gd name="connsiteX69" fmla="*/ 631204 w 1032704"/>
              <a:gd name="connsiteY69" fmla="*/ 265014 h 311103"/>
              <a:gd name="connsiteX70" fmla="*/ 631204 w 1032704"/>
              <a:gd name="connsiteY70" fmla="*/ 237649 h 311103"/>
              <a:gd name="connsiteX71" fmla="*/ 568470 w 1032704"/>
              <a:gd name="connsiteY71" fmla="*/ 237649 h 311103"/>
              <a:gd name="connsiteX72" fmla="*/ 568470 w 1032704"/>
              <a:gd name="connsiteY72" fmla="*/ 182918 h 311103"/>
              <a:gd name="connsiteX73" fmla="*/ 824474 w 1032704"/>
              <a:gd name="connsiteY73" fmla="*/ 182918 h 311103"/>
              <a:gd name="connsiteX74" fmla="*/ 872008 w 1032704"/>
              <a:gd name="connsiteY74" fmla="*/ 182918 h 311103"/>
              <a:gd name="connsiteX75" fmla="*/ 872008 w 1032704"/>
              <a:gd name="connsiteY75" fmla="*/ 156032 h 311103"/>
              <a:gd name="connsiteX76" fmla="*/ 824474 w 1032704"/>
              <a:gd name="connsiteY76" fmla="*/ 156032 h 311103"/>
              <a:gd name="connsiteX77" fmla="*/ 824474 w 1032704"/>
              <a:gd name="connsiteY77" fmla="*/ 104661 h 311103"/>
              <a:gd name="connsiteX78" fmla="*/ 884072 w 1032704"/>
              <a:gd name="connsiteY78" fmla="*/ 104661 h 311103"/>
              <a:gd name="connsiteX79" fmla="*/ 884072 w 1032704"/>
              <a:gd name="connsiteY79" fmla="*/ 77296 h 311103"/>
              <a:gd name="connsiteX80" fmla="*/ 794555 w 1032704"/>
              <a:gd name="connsiteY80" fmla="*/ 77296 h 311103"/>
              <a:gd name="connsiteX81" fmla="*/ 794555 w 1032704"/>
              <a:gd name="connsiteY81" fmla="*/ 265014 h 311103"/>
              <a:gd name="connsiteX82" fmla="*/ 887450 w 1032704"/>
              <a:gd name="connsiteY82" fmla="*/ 265014 h 311103"/>
              <a:gd name="connsiteX83" fmla="*/ 887450 w 1032704"/>
              <a:gd name="connsiteY83" fmla="*/ 237649 h 311103"/>
              <a:gd name="connsiteX84" fmla="*/ 824715 w 1032704"/>
              <a:gd name="connsiteY84" fmla="*/ 237649 h 311103"/>
              <a:gd name="connsiteX85" fmla="*/ 824715 w 1032704"/>
              <a:gd name="connsiteY85" fmla="*/ 182918 h 311103"/>
              <a:gd name="connsiteX86" fmla="*/ 700212 w 1032704"/>
              <a:gd name="connsiteY86" fmla="*/ 77296 h 311103"/>
              <a:gd name="connsiteX87" fmla="*/ 670051 w 1032704"/>
              <a:gd name="connsiteY87" fmla="*/ 77296 h 311103"/>
              <a:gd name="connsiteX88" fmla="*/ 670051 w 1032704"/>
              <a:gd name="connsiteY88" fmla="*/ 265014 h 311103"/>
              <a:gd name="connsiteX89" fmla="*/ 761499 w 1032704"/>
              <a:gd name="connsiteY89" fmla="*/ 265014 h 311103"/>
              <a:gd name="connsiteX90" fmla="*/ 761499 w 1032704"/>
              <a:gd name="connsiteY90" fmla="*/ 238129 h 311103"/>
              <a:gd name="connsiteX91" fmla="*/ 700212 w 1032704"/>
              <a:gd name="connsiteY91" fmla="*/ 238129 h 311103"/>
              <a:gd name="connsiteX92" fmla="*/ 700212 w 1032704"/>
              <a:gd name="connsiteY92" fmla="*/ 77296 h 311103"/>
              <a:gd name="connsiteX93" fmla="*/ 989273 w 1032704"/>
              <a:gd name="connsiteY93" fmla="*/ 168755 h 311103"/>
              <a:gd name="connsiteX94" fmla="*/ 1028843 w 1032704"/>
              <a:gd name="connsiteY94" fmla="*/ 77296 h 311103"/>
              <a:gd name="connsiteX95" fmla="*/ 998683 w 1032704"/>
              <a:gd name="connsiteY95" fmla="*/ 77296 h 311103"/>
              <a:gd name="connsiteX96" fmla="*/ 980345 w 1032704"/>
              <a:gd name="connsiteY96" fmla="*/ 120985 h 311103"/>
              <a:gd name="connsiteX97" fmla="*/ 973589 w 1032704"/>
              <a:gd name="connsiteY97" fmla="*/ 138268 h 311103"/>
              <a:gd name="connsiteX98" fmla="*/ 966109 w 1032704"/>
              <a:gd name="connsiteY98" fmla="*/ 121705 h 311103"/>
              <a:gd name="connsiteX99" fmla="*/ 947771 w 1032704"/>
              <a:gd name="connsiteY99" fmla="*/ 78496 h 311103"/>
              <a:gd name="connsiteX100" fmla="*/ 947289 w 1032704"/>
              <a:gd name="connsiteY100" fmla="*/ 77536 h 311103"/>
              <a:gd name="connsiteX101" fmla="*/ 916404 w 1032704"/>
              <a:gd name="connsiteY101" fmla="*/ 77536 h 311103"/>
              <a:gd name="connsiteX102" fmla="*/ 954769 w 1032704"/>
              <a:gd name="connsiteY102" fmla="*/ 169475 h 311103"/>
              <a:gd name="connsiteX103" fmla="*/ 913267 w 1032704"/>
              <a:gd name="connsiteY103" fmla="*/ 262854 h 311103"/>
              <a:gd name="connsiteX104" fmla="*/ 912061 w 1032704"/>
              <a:gd name="connsiteY104" fmla="*/ 265254 h 311103"/>
              <a:gd name="connsiteX105" fmla="*/ 944152 w 1032704"/>
              <a:gd name="connsiteY105" fmla="*/ 265254 h 311103"/>
              <a:gd name="connsiteX106" fmla="*/ 963455 w 1032704"/>
              <a:gd name="connsiteY106" fmla="*/ 219885 h 311103"/>
              <a:gd name="connsiteX107" fmla="*/ 971659 w 1032704"/>
              <a:gd name="connsiteY107" fmla="*/ 199721 h 311103"/>
              <a:gd name="connsiteX108" fmla="*/ 979862 w 1032704"/>
              <a:gd name="connsiteY108" fmla="*/ 219405 h 311103"/>
              <a:gd name="connsiteX109" fmla="*/ 999648 w 1032704"/>
              <a:gd name="connsiteY109" fmla="*/ 264294 h 311103"/>
              <a:gd name="connsiteX110" fmla="*/ 1000130 w 1032704"/>
              <a:gd name="connsiteY110" fmla="*/ 265254 h 311103"/>
              <a:gd name="connsiteX111" fmla="*/ 1032704 w 1032704"/>
              <a:gd name="connsiteY111" fmla="*/ 265254 h 311103"/>
              <a:gd name="connsiteX112" fmla="*/ 989273 w 1032704"/>
              <a:gd name="connsiteY112" fmla="*/ 168755 h 311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032704" h="311103">
                <a:moveTo>
                  <a:pt x="29919" y="32167"/>
                </a:moveTo>
                <a:cubicBezTo>
                  <a:pt x="32091" y="32167"/>
                  <a:pt x="34263" y="32647"/>
                  <a:pt x="36675" y="33607"/>
                </a:cubicBezTo>
                <a:cubicBezTo>
                  <a:pt x="93136" y="52811"/>
                  <a:pt x="133431" y="105622"/>
                  <a:pt x="133431" y="168275"/>
                </a:cubicBezTo>
                <a:cubicBezTo>
                  <a:pt x="73592" y="168275"/>
                  <a:pt x="22440" y="131787"/>
                  <a:pt x="1206" y="79936"/>
                </a:cubicBezTo>
                <a:cubicBezTo>
                  <a:pt x="483" y="78016"/>
                  <a:pt x="0" y="76096"/>
                  <a:pt x="0" y="73935"/>
                </a:cubicBezTo>
                <a:lnTo>
                  <a:pt x="0" y="73215"/>
                </a:lnTo>
                <a:cubicBezTo>
                  <a:pt x="0" y="72735"/>
                  <a:pt x="0" y="72255"/>
                  <a:pt x="0" y="71775"/>
                </a:cubicBezTo>
                <a:cubicBezTo>
                  <a:pt x="241" y="69134"/>
                  <a:pt x="1206" y="66974"/>
                  <a:pt x="2654" y="64333"/>
                </a:cubicBezTo>
                <a:cubicBezTo>
                  <a:pt x="7721" y="54731"/>
                  <a:pt x="13753" y="45849"/>
                  <a:pt x="20509" y="37448"/>
                </a:cubicBezTo>
                <a:cubicBezTo>
                  <a:pt x="22440" y="35047"/>
                  <a:pt x="24370" y="33367"/>
                  <a:pt x="27265" y="32647"/>
                </a:cubicBezTo>
                <a:cubicBezTo>
                  <a:pt x="28230" y="32407"/>
                  <a:pt x="28954" y="32167"/>
                  <a:pt x="29919" y="32167"/>
                </a:cubicBezTo>
                <a:moveTo>
                  <a:pt x="226085" y="307983"/>
                </a:moveTo>
                <a:cubicBezTo>
                  <a:pt x="229704" y="309664"/>
                  <a:pt x="233324" y="310864"/>
                  <a:pt x="236702" y="311104"/>
                </a:cubicBezTo>
                <a:lnTo>
                  <a:pt x="237425" y="311104"/>
                </a:lnTo>
                <a:cubicBezTo>
                  <a:pt x="237667" y="311104"/>
                  <a:pt x="237667" y="311104"/>
                  <a:pt x="237908" y="311104"/>
                </a:cubicBezTo>
                <a:cubicBezTo>
                  <a:pt x="241527" y="310864"/>
                  <a:pt x="246594" y="309664"/>
                  <a:pt x="250455" y="307503"/>
                </a:cubicBezTo>
                <a:cubicBezTo>
                  <a:pt x="258176" y="303182"/>
                  <a:pt x="264449" y="300302"/>
                  <a:pt x="271447" y="295021"/>
                </a:cubicBezTo>
                <a:cubicBezTo>
                  <a:pt x="274583" y="292620"/>
                  <a:pt x="277479" y="289259"/>
                  <a:pt x="278685" y="283978"/>
                </a:cubicBezTo>
                <a:cubicBezTo>
                  <a:pt x="279409" y="279897"/>
                  <a:pt x="279168" y="275336"/>
                  <a:pt x="277479" y="271016"/>
                </a:cubicBezTo>
                <a:cubicBezTo>
                  <a:pt x="257452" y="216524"/>
                  <a:pt x="205817" y="179557"/>
                  <a:pt x="144048" y="179557"/>
                </a:cubicBezTo>
                <a:cubicBezTo>
                  <a:pt x="143806" y="237169"/>
                  <a:pt x="176863" y="285419"/>
                  <a:pt x="226085" y="307983"/>
                </a:cubicBezTo>
                <a:moveTo>
                  <a:pt x="20268" y="234288"/>
                </a:moveTo>
                <a:cubicBezTo>
                  <a:pt x="16407" y="239089"/>
                  <a:pt x="14718" y="243170"/>
                  <a:pt x="14477" y="247971"/>
                </a:cubicBezTo>
                <a:cubicBezTo>
                  <a:pt x="14236" y="252772"/>
                  <a:pt x="15201" y="257333"/>
                  <a:pt x="18096" y="260934"/>
                </a:cubicBezTo>
                <a:cubicBezTo>
                  <a:pt x="27748" y="273416"/>
                  <a:pt x="38847" y="284458"/>
                  <a:pt x="51394" y="293820"/>
                </a:cubicBezTo>
                <a:cubicBezTo>
                  <a:pt x="55013" y="296461"/>
                  <a:pt x="58874" y="297901"/>
                  <a:pt x="62976" y="297901"/>
                </a:cubicBezTo>
                <a:cubicBezTo>
                  <a:pt x="67078" y="298141"/>
                  <a:pt x="70697" y="296461"/>
                  <a:pt x="74557" y="293580"/>
                </a:cubicBezTo>
                <a:cubicBezTo>
                  <a:pt x="109785" y="267655"/>
                  <a:pt x="132466" y="226126"/>
                  <a:pt x="132466" y="179317"/>
                </a:cubicBezTo>
                <a:cubicBezTo>
                  <a:pt x="87104" y="179557"/>
                  <a:pt x="46327" y="201161"/>
                  <a:pt x="20268" y="234288"/>
                </a:cubicBezTo>
                <a:moveTo>
                  <a:pt x="236702" y="5521"/>
                </a:moveTo>
                <a:cubicBezTo>
                  <a:pt x="181447" y="38888"/>
                  <a:pt x="144530" y="98900"/>
                  <a:pt x="144530" y="167794"/>
                </a:cubicBezTo>
                <a:cubicBezTo>
                  <a:pt x="214503" y="167794"/>
                  <a:pt x="275790" y="130107"/>
                  <a:pt x="308846" y="74175"/>
                </a:cubicBezTo>
                <a:cubicBezTo>
                  <a:pt x="312224" y="68414"/>
                  <a:pt x="314637" y="61213"/>
                  <a:pt x="313430" y="53771"/>
                </a:cubicBezTo>
                <a:cubicBezTo>
                  <a:pt x="312224" y="46570"/>
                  <a:pt x="310776" y="44169"/>
                  <a:pt x="306433" y="38648"/>
                </a:cubicBezTo>
                <a:cubicBezTo>
                  <a:pt x="296540" y="25685"/>
                  <a:pt x="284717" y="14403"/>
                  <a:pt x="271688" y="4561"/>
                </a:cubicBezTo>
                <a:cubicBezTo>
                  <a:pt x="267345" y="1200"/>
                  <a:pt x="259865" y="0"/>
                  <a:pt x="254557" y="0"/>
                </a:cubicBezTo>
                <a:lnTo>
                  <a:pt x="253592" y="0"/>
                </a:lnTo>
                <a:cubicBezTo>
                  <a:pt x="248283" y="480"/>
                  <a:pt x="243216" y="1680"/>
                  <a:pt x="236702" y="5521"/>
                </a:cubicBezTo>
                <a:moveTo>
                  <a:pt x="467371" y="179557"/>
                </a:moveTo>
                <a:lnTo>
                  <a:pt x="496567" y="265014"/>
                </a:lnTo>
                <a:lnTo>
                  <a:pt x="465199" y="265014"/>
                </a:lnTo>
                <a:lnTo>
                  <a:pt x="439141" y="186518"/>
                </a:lnTo>
                <a:cubicBezTo>
                  <a:pt x="437934" y="186518"/>
                  <a:pt x="436969" y="186758"/>
                  <a:pt x="435521" y="186758"/>
                </a:cubicBezTo>
                <a:lnTo>
                  <a:pt x="424422" y="186758"/>
                </a:lnTo>
                <a:lnTo>
                  <a:pt x="424422" y="265014"/>
                </a:lnTo>
                <a:lnTo>
                  <a:pt x="394261" y="265014"/>
                </a:lnTo>
                <a:lnTo>
                  <a:pt x="394261" y="77296"/>
                </a:lnTo>
                <a:lnTo>
                  <a:pt x="436728" y="77296"/>
                </a:lnTo>
                <a:cubicBezTo>
                  <a:pt x="457478" y="77296"/>
                  <a:pt x="470990" y="81377"/>
                  <a:pt x="480400" y="90499"/>
                </a:cubicBezTo>
                <a:cubicBezTo>
                  <a:pt x="489569" y="100101"/>
                  <a:pt x="494395" y="112823"/>
                  <a:pt x="494395" y="128906"/>
                </a:cubicBezTo>
                <a:cubicBezTo>
                  <a:pt x="494395" y="151951"/>
                  <a:pt x="485709" y="169235"/>
                  <a:pt x="469543" y="178357"/>
                </a:cubicBezTo>
                <a:cubicBezTo>
                  <a:pt x="468819" y="178837"/>
                  <a:pt x="468095" y="179077"/>
                  <a:pt x="467371" y="179557"/>
                </a:cubicBezTo>
                <a:moveTo>
                  <a:pt x="438175" y="102501"/>
                </a:moveTo>
                <a:cubicBezTo>
                  <a:pt x="435521" y="102501"/>
                  <a:pt x="428041" y="102501"/>
                  <a:pt x="424422" y="102261"/>
                </a:cubicBezTo>
                <a:lnTo>
                  <a:pt x="424422" y="162033"/>
                </a:lnTo>
                <a:lnTo>
                  <a:pt x="436004" y="162033"/>
                </a:lnTo>
                <a:cubicBezTo>
                  <a:pt x="436969" y="162033"/>
                  <a:pt x="437934" y="162033"/>
                  <a:pt x="438658" y="162033"/>
                </a:cubicBezTo>
                <a:cubicBezTo>
                  <a:pt x="445655" y="162033"/>
                  <a:pt x="451687" y="159633"/>
                  <a:pt x="456031" y="155312"/>
                </a:cubicBezTo>
                <a:cubicBezTo>
                  <a:pt x="461339" y="149791"/>
                  <a:pt x="463993" y="141389"/>
                  <a:pt x="463752" y="131067"/>
                </a:cubicBezTo>
                <a:cubicBezTo>
                  <a:pt x="463510" y="111383"/>
                  <a:pt x="455789" y="102741"/>
                  <a:pt x="438175" y="102501"/>
                </a:cubicBezTo>
                <a:moveTo>
                  <a:pt x="568470" y="182918"/>
                </a:moveTo>
                <a:lnTo>
                  <a:pt x="616003" y="182918"/>
                </a:lnTo>
                <a:lnTo>
                  <a:pt x="616003" y="156032"/>
                </a:lnTo>
                <a:lnTo>
                  <a:pt x="568470" y="156032"/>
                </a:lnTo>
                <a:lnTo>
                  <a:pt x="568470" y="104661"/>
                </a:lnTo>
                <a:lnTo>
                  <a:pt x="627826" y="104661"/>
                </a:lnTo>
                <a:lnTo>
                  <a:pt x="627826" y="77296"/>
                </a:lnTo>
                <a:lnTo>
                  <a:pt x="538309" y="77296"/>
                </a:lnTo>
                <a:lnTo>
                  <a:pt x="538309" y="265014"/>
                </a:lnTo>
                <a:lnTo>
                  <a:pt x="631204" y="265014"/>
                </a:lnTo>
                <a:lnTo>
                  <a:pt x="631204" y="237649"/>
                </a:lnTo>
                <a:lnTo>
                  <a:pt x="568470" y="237649"/>
                </a:lnTo>
                <a:lnTo>
                  <a:pt x="568470" y="182918"/>
                </a:lnTo>
                <a:close/>
                <a:moveTo>
                  <a:pt x="824474" y="182918"/>
                </a:moveTo>
                <a:lnTo>
                  <a:pt x="872008" y="182918"/>
                </a:lnTo>
                <a:lnTo>
                  <a:pt x="872008" y="156032"/>
                </a:lnTo>
                <a:lnTo>
                  <a:pt x="824474" y="156032"/>
                </a:lnTo>
                <a:lnTo>
                  <a:pt x="824474" y="104661"/>
                </a:lnTo>
                <a:lnTo>
                  <a:pt x="884072" y="104661"/>
                </a:lnTo>
                <a:lnTo>
                  <a:pt x="884072" y="77296"/>
                </a:lnTo>
                <a:lnTo>
                  <a:pt x="794555" y="77296"/>
                </a:lnTo>
                <a:lnTo>
                  <a:pt x="794555" y="265014"/>
                </a:lnTo>
                <a:lnTo>
                  <a:pt x="887450" y="265014"/>
                </a:lnTo>
                <a:lnTo>
                  <a:pt x="887450" y="237649"/>
                </a:lnTo>
                <a:lnTo>
                  <a:pt x="824715" y="237649"/>
                </a:lnTo>
                <a:lnTo>
                  <a:pt x="824715" y="182918"/>
                </a:lnTo>
                <a:close/>
                <a:moveTo>
                  <a:pt x="700212" y="77296"/>
                </a:moveTo>
                <a:lnTo>
                  <a:pt x="670051" y="77296"/>
                </a:lnTo>
                <a:lnTo>
                  <a:pt x="670051" y="265014"/>
                </a:lnTo>
                <a:lnTo>
                  <a:pt x="761499" y="265014"/>
                </a:lnTo>
                <a:lnTo>
                  <a:pt x="761499" y="238129"/>
                </a:lnTo>
                <a:lnTo>
                  <a:pt x="700212" y="238129"/>
                </a:lnTo>
                <a:lnTo>
                  <a:pt x="700212" y="77296"/>
                </a:lnTo>
                <a:close/>
                <a:moveTo>
                  <a:pt x="989273" y="168755"/>
                </a:moveTo>
                <a:lnTo>
                  <a:pt x="1028843" y="77296"/>
                </a:lnTo>
                <a:lnTo>
                  <a:pt x="998683" y="77296"/>
                </a:lnTo>
                <a:lnTo>
                  <a:pt x="980345" y="120985"/>
                </a:lnTo>
                <a:cubicBezTo>
                  <a:pt x="978173" y="126506"/>
                  <a:pt x="976002" y="131787"/>
                  <a:pt x="973589" y="138268"/>
                </a:cubicBezTo>
                <a:cubicBezTo>
                  <a:pt x="970935" y="132027"/>
                  <a:pt x="968763" y="126746"/>
                  <a:pt x="966109" y="121705"/>
                </a:cubicBezTo>
                <a:lnTo>
                  <a:pt x="947771" y="78496"/>
                </a:lnTo>
                <a:lnTo>
                  <a:pt x="947289" y="77536"/>
                </a:lnTo>
                <a:lnTo>
                  <a:pt x="916404" y="77536"/>
                </a:lnTo>
                <a:lnTo>
                  <a:pt x="954769" y="169475"/>
                </a:lnTo>
                <a:lnTo>
                  <a:pt x="913267" y="262854"/>
                </a:lnTo>
                <a:lnTo>
                  <a:pt x="912061" y="265254"/>
                </a:lnTo>
                <a:lnTo>
                  <a:pt x="944152" y="265254"/>
                </a:lnTo>
                <a:lnTo>
                  <a:pt x="963455" y="219885"/>
                </a:lnTo>
                <a:cubicBezTo>
                  <a:pt x="966350" y="213404"/>
                  <a:pt x="969005" y="206442"/>
                  <a:pt x="971659" y="199721"/>
                </a:cubicBezTo>
                <a:cubicBezTo>
                  <a:pt x="974554" y="206922"/>
                  <a:pt x="976967" y="212924"/>
                  <a:pt x="979862" y="219405"/>
                </a:cubicBezTo>
                <a:lnTo>
                  <a:pt x="999648" y="264294"/>
                </a:lnTo>
                <a:lnTo>
                  <a:pt x="1000130" y="265254"/>
                </a:lnTo>
                <a:lnTo>
                  <a:pt x="1032704" y="265254"/>
                </a:lnTo>
                <a:lnTo>
                  <a:pt x="989273" y="168755"/>
                </a:lnTo>
                <a:close/>
              </a:path>
            </a:pathLst>
          </a:custGeom>
          <a:solidFill>
            <a:schemeClr val="tx1"/>
          </a:solidFill>
          <a:ln w="2404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989869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tags" Target="../tags/tag2.xml"/><Relationship Id="rId27" Type="http://schemas.openxmlformats.org/officeDocument/2006/relationships/tags" Target="../tags/tag3.xml"/><Relationship Id="rId28" Type="http://schemas.openxmlformats.org/officeDocument/2006/relationships/oleObject" Target="../embeddings/oleObject1.bin"/><Relationship Id="rId2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EFB901F-DADC-4AB9-B6EA-2FB3CBA9A687}"/>
              </a:ext>
            </a:extLst>
          </p:cNvPr>
          <p:cNvGraphicFramePr>
            <a:graphicFrameLocks noChangeAspect="1"/>
          </p:cNvGraphicFramePr>
          <p:nvPr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6650902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7772400" imgH="10058400" progId="TCLayout.ActiveDocument.1">
                  <p:embed/>
                </p:oleObj>
              </mc:Choice>
              <mc:Fallback>
                <p:oleObj name="think-cell Slide" r:id="rId28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FB901F-DADC-4AB9-B6EA-2FB3CBA9A6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344FC-5B11-C642-AE6F-564547088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59753"/>
            <a:ext cx="11018837" cy="43379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IT" dirty="0"/>
              <a:t>Header 28pt</a:t>
            </a:r>
            <a:endParaRPr lang="fi-FI" dirty="0"/>
          </a:p>
        </p:txBody>
      </p:sp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11572A4-0C6D-68B8-00DE-A757029D16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36650902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7772400" imgH="10058400" progId="TCLayout.ActiveDocument.1">
                  <p:embed/>
                </p:oleObj>
              </mc:Choice>
              <mc:Fallback>
                <p:oleObj name="think-cell Slide" r:id="rId28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11572A4-0C6D-68B8-00DE-A757029D16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1F47D3A-6CCB-041C-58AD-03345F79B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ABA669E5-C1BC-174E-A0FC-1AEF1F261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693494"/>
            <a:ext cx="11018837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9234A7-FFC8-245E-8CD8-EC6A55CE703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16575" y="6611620"/>
            <a:ext cx="9906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 dirty="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RELEX internal</a:t>
            </a:r>
          </a:p>
        </p:txBody>
      </p:sp>
    </p:spTree>
    <p:extLst>
      <p:ext uri="{BB962C8B-B14F-4D97-AF65-F5344CB8AC3E}">
        <p14:creationId xmlns:p14="http://schemas.microsoft.com/office/powerpoint/2010/main" val="3978480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4254" r:id="rId2"/>
    <p:sldLayoutId id="2147484256" r:id="rId3"/>
    <p:sldLayoutId id="2147484257" r:id="rId4"/>
    <p:sldLayoutId id="2147484221" r:id="rId5"/>
    <p:sldLayoutId id="2147484258" r:id="rId6"/>
    <p:sldLayoutId id="2147484223" r:id="rId7"/>
    <p:sldLayoutId id="2147484224" r:id="rId8"/>
    <p:sldLayoutId id="2147484248" r:id="rId9"/>
    <p:sldLayoutId id="2147484227" r:id="rId10"/>
    <p:sldLayoutId id="2147484228" r:id="rId11"/>
    <p:sldLayoutId id="2147484229" r:id="rId12"/>
    <p:sldLayoutId id="2147484230" r:id="rId13"/>
    <p:sldLayoutId id="2147484231" r:id="rId14"/>
    <p:sldLayoutId id="2147484232" r:id="rId15"/>
    <p:sldLayoutId id="2147484233" r:id="rId16"/>
    <p:sldLayoutId id="2147484234" r:id="rId17"/>
    <p:sldLayoutId id="2147484235" r:id="rId18"/>
    <p:sldLayoutId id="2147484236" r:id="rId19"/>
    <p:sldLayoutId id="2147484237" r:id="rId20"/>
    <p:sldLayoutId id="2147484238" r:id="rId21"/>
    <p:sldLayoutId id="2147484239" r:id="rId22"/>
    <p:sldLayoutId id="2147484240" r:id="rId23"/>
    <p:sldLayoutId id="2147484241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spc="-20" baseline="0">
          <a:solidFill>
            <a:srgbClr val="00335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marR="0" indent="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600" kern="1200">
          <a:solidFill>
            <a:srgbClr val="003359"/>
          </a:solidFill>
          <a:latin typeface="+mn-lt"/>
          <a:ea typeface="+mn-ea"/>
          <a:cs typeface="+mn-cs"/>
        </a:defRPr>
      </a:lvl1pPr>
      <a:lvl2pPr marL="360000" marR="0" indent="-180000" algn="l" defTabSz="914400" rtl="0" eaLnBrk="1" fontAlgn="auto" latinLnBrk="0" hangingPunct="1">
        <a:lnSpc>
          <a:spcPct val="12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−"/>
        <a:tabLst/>
        <a:defRPr lang="en-GB" sz="1600" kern="1200" noProof="0" dirty="0" smtClean="0">
          <a:solidFill>
            <a:srgbClr val="003359"/>
          </a:solidFill>
          <a:latin typeface="+mn-lt"/>
          <a:ea typeface="+mn-ea"/>
          <a:cs typeface="+mn-cs"/>
        </a:defRPr>
      </a:lvl2pPr>
      <a:lvl3pPr marL="540000" marR="0" indent="-180000" algn="l" defTabSz="914400" rtl="0" eaLnBrk="1" fontAlgn="auto" latinLnBrk="0" hangingPunct="1">
        <a:lnSpc>
          <a:spcPct val="120000"/>
        </a:lnSpc>
        <a:spcBef>
          <a:spcPts val="500"/>
        </a:spcBef>
        <a:spcAft>
          <a:spcPts val="0"/>
        </a:spcAft>
        <a:buClrTx/>
        <a:buSzTx/>
        <a:buFont typeface="Courier New" panose="02070309020205020404" pitchFamily="49" charset="0"/>
        <a:buChar char="o"/>
        <a:tabLst/>
        <a:defRPr sz="1400" kern="1200">
          <a:solidFill>
            <a:srgbClr val="003359"/>
          </a:solidFill>
          <a:latin typeface="+mn-lt"/>
          <a:ea typeface="+mn-ea"/>
          <a:cs typeface="+mn-cs"/>
        </a:defRPr>
      </a:lvl3pPr>
      <a:lvl4pPr marL="720000" marR="0" indent="-180000" algn="l" defTabSz="914400" rtl="0" eaLnBrk="1" fontAlgn="auto" latinLnBrk="0" hangingPunct="1">
        <a:lnSpc>
          <a:spcPct val="12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∙"/>
        <a:tabLst/>
        <a:defRPr sz="1200" kern="1200">
          <a:solidFill>
            <a:srgbClr val="003359"/>
          </a:solidFill>
          <a:latin typeface="+mn-lt"/>
          <a:ea typeface="+mn-ea"/>
          <a:cs typeface="+mn-cs"/>
        </a:defRPr>
      </a:lvl4pPr>
      <a:lvl5pPr marL="540000" marR="0" indent="0" algn="l" defTabSz="914400" rtl="0" eaLnBrk="1" fontAlgn="auto" latinLnBrk="0" hangingPunct="1">
        <a:lnSpc>
          <a:spcPct val="120000"/>
        </a:lnSpc>
        <a:spcBef>
          <a:spcPts val="500"/>
        </a:spcBef>
        <a:spcAft>
          <a:spcPts val="0"/>
        </a:spcAft>
        <a:buClrTx/>
        <a:buSzPct val="70000"/>
        <a:buFont typeface="Arial" panose="020B0604020202020204" pitchFamily="34" charset="0"/>
        <a:buNone/>
        <a:tabLst/>
        <a:defRPr sz="1600" kern="1200">
          <a:solidFill>
            <a:srgbClr val="0033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10">
          <p15:clr>
            <a:srgbClr val="F26B43"/>
          </p15:clr>
        </p15:guide>
        <p15:guide id="3" pos="370">
          <p15:clr>
            <a:srgbClr val="F26B43"/>
          </p15:clr>
        </p15:guide>
        <p15:guide id="5" pos="7310">
          <p15:clr>
            <a:srgbClr val="F26B43"/>
          </p15:clr>
        </p15:guide>
        <p15:guide id="10" pos="7514">
          <p15:clr>
            <a:srgbClr val="F26B43"/>
          </p15:clr>
        </p15:guide>
        <p15:guide id="11" orient="horz" pos="346">
          <p15:clr>
            <a:srgbClr val="F26B43"/>
          </p15:clr>
        </p15:guide>
        <p15:guide id="12" orient="horz" pos="390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367C8-58EF-2210-3C62-675F551AAC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Forward Deployed Engineer, RELEX  |  Week 6  |  St. Louis, MO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F47BE6-2E95-ABE6-E10C-78A67CDB87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RELEX Store Operations</a:t>
            </a:r>
            <a:br>
              <a:rPr lang="en-US" noProof="0" dirty="0"/>
            </a:br>
            <a:r>
              <a:rPr lang="en-US" noProof="0" dirty="0"/>
              <a:t>Recovery Plan — Northbridge Grocers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A1E52-380D-18CB-BB8D-1AE264D561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Week 6 Steering Committee — Data Integration, SSO, and the Path to Go-Live</a:t>
            </a:r>
          </a:p>
          <a:p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1FC2AC-3D3C-47BC-982F-344D64147A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082" y="3355848"/>
            <a:ext cx="4405404" cy="350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11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3D94-7797-8BA5-6393-291575ABC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Where We Stand at Week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70C46-617C-3160-56D8-DEE25D567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noProof="0" dirty="0"/>
              <a:t>Foundation is solid: kickoff complete, data feed contents agreed, store master data done, 25 tablets provisioned, product catalog issue root-caused</a:t>
            </a:r>
          </a:p>
          <a:p>
            <a:pPr lvl="1"/>
            <a:r>
              <a:rPr lang="en-US" noProof="0" dirty="0"/>
              <a:t>Two decisions that were never actually finalized — how data lands in RELEX, how orders land back in SAP — are closed this week, pending your approval today</a:t>
            </a:r>
          </a:p>
          <a:p>
            <a:pPr lvl="1"/>
            <a:r>
              <a:rPr lang="en-US" noProof="0" dirty="0"/>
              <a:t>SSO has three open items with Northbridge IT Security; a working session is scheduled this week — not yet a blocker, becomes one if it slips past Week 7</a:t>
            </a:r>
          </a:p>
          <a:p>
            <a:pPr lvl="1"/>
            <a:r>
              <a:rPr lang="en-US" noProof="0" dirty="0"/>
              <a:t>No change to pilot scope: 25 stores, Iowa / Missouri, Fresh Produce, Bakery, Dairy, Frozen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4518B-29C5-6757-83D5-24C7DB4342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On track for Week 12 — two decisions closed this week, need your sign-off today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155C2-F1C5-8077-018E-DFBC7E24878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33133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C05990-7490-3B93-D863-0F5ADDB19A5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7376" y="1693496"/>
            <a:ext cx="5303839" cy="4370400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 b="1"/>
              <a:t>Data In — Snowflake Read Access</a:t>
            </a:r>
          </a:p>
          <a:p>
            <a:pPr lvl="1"/>
            <a:r>
              <a:rPr lang="en-US" noProof="0" dirty="0"/>
              <a:t>Read-only access to NB_RETAIL_CORE — covers sales, deliveries, stock movements, and product catalog in one integration</a:t>
            </a:r>
          </a:p>
          <a:p>
            <a:pPr lvl="1"/>
            <a:r>
              <a:rPr lang="en-US" noProof="0" dirty="0"/>
              <a:t>Avoids the 6–8 week new-API approval process; Raj has already offered read-only access</a:t>
            </a:r>
          </a:p>
          <a:p>
            <a:pPr lvl="1"/>
            <a:r>
              <a:rPr lang="en-US" noProof="0" dirty="0"/>
              <a:t>Rejected for pilot: SFTP-per-feed direct from SAP CAR / IS-Retail — six integration points instead of one, no material benefit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FA70C-308B-C59F-51F5-C99FE6796C9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300786" y="1693495"/>
            <a:ext cx="5303839" cy="4370400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 b="1"/>
              <a:t>Orders Out — Existing SFTP Order Channel</a:t>
            </a:r>
          </a:p>
          <a:p>
            <a:pPr lvl="1"/>
            <a:r>
              <a:rPr lang="en-US" noProof="0" dirty="0"/>
              <a:t>Flat-file drop into Z_ORD_INBOUND_PROC — 4-year-old production infrastructure already used for vendor PO confirmations</a:t>
            </a:r>
          </a:p>
          <a:p>
            <a:pPr lvl="1"/>
            <a:r>
              <a:rPr lang="en-US" noProof="0" dirty="0"/>
              <a:t>Rejected for pilot: SAP IDoc (WHSORD03) — needs ~6 weeks basis + 2 weeks ABAP dev Marcus’s team doesn’t have until January</a:t>
            </a:r>
          </a:p>
          <a:p>
            <a:pPr lvl="1"/>
            <a:r>
              <a:rPr lang="en-US" noProof="0" dirty="0"/>
              <a:t>Known limitation, flagged not hidden: orders tagged ORDER_TYPE=REGULAR for pilot; a proper order-type value is a fast-follow ask to Raj’s team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00FDE0-1003-32A6-7F32-EE6837C33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 Integration Plan: Recommendation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055E7-543A-D91B-F4CD-C518F757B3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Both directions reuse infrastructure Northbridge already runs today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61525-EFC6-7257-95B3-CA8718561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3993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3D94-7797-8BA5-6393-291575ABC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7-Week Plan to Go-Live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4518B-29C5-6757-83D5-24C7DB4342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Named owners, weekly milestones, dependencies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155C2-F1C5-8077-018E-DFBC7E24878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17</a:t>
            </a:fld>
            <a:endParaRPr lang="en-US" noProof="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7375" y="1693495"/>
          <a:ext cx="11018520" cy="437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937760"/>
                <a:gridCol w="2743200"/>
                <a:gridCol w="2606040"/>
              </a:tblGrid>
              <a:tr h="48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Week</a:t>
                      </a:r>
                    </a:p>
                  </a:txBody>
                  <a:tcPr anchor="ctr" marL="76200" marR="76200" marT="38100" marB="38100">
                    <a:solidFill>
                      <a:srgbClr val="0A325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anchor="ctr" marL="76200" marR="76200" marT="38100" marB="38100">
                    <a:solidFill>
                      <a:srgbClr val="0A325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anchor="ctr" marL="76200" marR="76200" marT="38100" marB="38100">
                    <a:solidFill>
                      <a:srgbClr val="0A325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Dependency</a:t>
                      </a:r>
                    </a:p>
                  </a:txBody>
                  <a:tcPr anchor="ctr" marL="76200" marR="76200" marT="38100" marB="38100">
                    <a:solidFill>
                      <a:srgbClr val="0A3256"/>
                    </a:solidFill>
                  </a:tcPr>
                </a:tc>
              </a:tr>
              <a:tr h="4856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Snowflake read access granted; SSO working session held (SAML, scoping, mTLS); tablet shared-device model confirmed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Raj / FDE + Lisa + Marcus / Tom + Diana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Lisa back from leave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856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Steering committee sign-off on integration approach; Snowflake schema/freshness validated; mTLS cert request filed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Sarah / RELEX Data Eng / Marcus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This meeting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</a:tr>
              <a:tr h="4856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SSO (SAML) implemented end-to-end; UPC dedup rule built into ingestion pipeline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FDE + RELEX Data Eng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Week 6 sign-off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856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Per-store order file emitter built; ingestion pipeline live in staging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RELEX Eng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Snowflake access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</a:tr>
              <a:tr h="4856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First end-to-end test order: RELEX proposal → SFTP file → SAP acceptance, single pilot store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FDE + Raj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Order emitter built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856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Expand test orders to all 25 stores; tablet app + SSO live for store managers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FDE + Tom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Week 9 test passes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</a:tr>
              <a:tr h="4856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Parallel run — managers review RELEX proposals alongside manual ordering, no cutover yet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Tom + Diana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Week 10 stable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856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Go-Live: RELEX orders flow live to SAP for 25 pilot stores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FDE + Sarah (go/no-go call)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3359"/>
                          </a:solidFill>
                          <a:latin typeface="Arial"/>
                        </a:rPr>
                        <a:t>Week 11 clean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3133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3D94-7797-8BA5-6393-291575ABC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We Need From Northbridge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4518B-29C5-6757-83D5-24C7DB4342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Specific asks, owners, and dates — not open-ended risks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155C2-F1C5-8077-018E-DFBC7E24878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17</a:t>
            </a:fld>
            <a:endParaRPr lang="en-US" noProof="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7375" y="1693495"/>
          <a:ext cx="11018519" cy="437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5120"/>
                <a:gridCol w="2468880"/>
                <a:gridCol w="1874519"/>
              </a:tblGrid>
              <a:tr h="5463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Ask</a:t>
                      </a:r>
                    </a:p>
                  </a:txBody>
                  <a:tcPr anchor="ctr" marL="76200" marR="76200" marT="38100" marB="38100">
                    <a:solidFill>
                      <a:srgbClr val="0A325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From</a:t>
                      </a:r>
                    </a:p>
                  </a:txBody>
                  <a:tcPr anchor="ctr" marL="76200" marR="76200" marT="38100" marB="38100">
                    <a:solidFill>
                      <a:srgbClr val="0A325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By</a:t>
                      </a:r>
                    </a:p>
                  </a:txBody>
                  <a:tcPr anchor="ctr" marL="76200" marR="76200" marT="38100" marB="38100">
                    <a:solidFill>
                      <a:srgbClr val="0A3256"/>
                    </a:solidFill>
                  </a:tcPr>
                </a:tc>
              </a:tr>
              <a:tr h="546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Read-only Snowflake role for RELEX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Raj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Week 5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546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90-min working session to close SSO (SAML, per-store scoping, mTLS)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Lisa + Marcus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Week 5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</a:tr>
              <a:tr h="546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Confirm whether Azure AD can source a store_id claim from Workday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Marcus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Week 5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546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mTLS client certificate request filed (4–6 week lead time — start now)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Lisa's security team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Requested Week 5, needed Week 10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</a:tr>
              <a:tr h="546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Decision: accept ORDER_TYPE = REGULAR tagging for pilot orders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Raj + Marcus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Week 6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546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Confirm tablet shared-device / re-auth model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Tom + Diana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Week 5</a:t>
                      </a:r>
                    </a:p>
                  </a:txBody>
                  <a:tcPr anchor="ctr" marL="76200" marR="76200" marT="38100" marB="38100">
                    <a:solidFill>
                      <a:srgbClr val="E6F2FF"/>
                    </a:solidFill>
                  </a:tcPr>
                </a:tc>
              </a:tr>
              <a:tr h="5463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Sign-off on Snowflake-read + SFTP-order integration approach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Sarah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3359"/>
                          </a:solidFill>
                          <a:latin typeface="Arial"/>
                        </a:rPr>
                        <a:t>Today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3133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E349F3-EF61-0571-6293-D2AB5353A55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noProof="0" dirty="0"/>
              <a:t>Measurable, Pre-Agreed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5E44D-0CA3-0692-AD49-03388A6987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noProof="0" dirty="0"/>
              <a:t>≥95%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DFF54-E3B0-6051-3DEE-A07004F69B2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noProof="0" dirty="0"/>
              <a:t>SAP order acceptance rate across all 25 pilot stores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6FE524-6988-24D4-6543-44DC95F2C42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noProof="0" dirty="0"/>
              <a:t>&lt;2%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E67443-AD7B-C650-A909-1E3C09F7058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noProof="0" dirty="0"/>
              <a:t>Unresolved product master conflicts after dedup, on a fresh extract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40D32D-E4F5-DEE9-F2BF-5D873EBAB20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noProof="0" dirty="0"/>
              <a:t>20 / 25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68619E-C04F-87ED-08E9-68DF4B3EFCE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noProof="0" dirty="0"/>
              <a:t>Store managers signing off tablet workflow as usable in daily operation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0DB67F3-781C-7B98-E4E4-F061C84E219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7375" y="1688217"/>
            <a:ext cx="6913679" cy="4370400"/>
          </a:xfrm>
        </p:spPr>
        <p:txBody>
          <a:bodyPr/>
          <a:lstStyle/>
          <a:p>
            <a:pPr lvl="1"/>
            <a:r>
              <a:rPr lang="en-US" noProof="0" dirty="0"/>
              <a:t>SSO live for all store managers and category managers, with correct per-store access scoping</a:t>
            </a:r>
          </a:p>
          <a:p>
            <a:pPr lvl="1"/>
            <a:r>
              <a:rPr lang="en-US" noProof="0" dirty="0"/>
              <a:t>Zero P1 data-quality incidents during the Week 11 parallel run</a:t>
            </a:r>
          </a:p>
          <a:p>
            <a:pPr lvl="1"/>
            <a:r>
              <a:rPr lang="en-US" noProof="0" dirty="0"/>
              <a:t>Next status checkpoint: Week 8, same format, same audience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82979E3-0116-4F7E-D3D7-3F536F9E1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Go / No-Go Criteria for Week 12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97AACE0-82CC-24B2-2F0A-E3104BFC86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Every criterion is measurable — no “system feels ready” language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BCF4868-6BE9-947C-4E77-E6B1AEA68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87051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RELEX Solutions 2026 template">
  <a:themeElements>
    <a:clrScheme name="RELEX 2024">
      <a:dk1>
        <a:srgbClr val="0A3256"/>
      </a:dk1>
      <a:lt1>
        <a:srgbClr val="FFFFFF"/>
      </a:lt1>
      <a:dk2>
        <a:srgbClr val="E6F2FF"/>
      </a:dk2>
      <a:lt2>
        <a:srgbClr val="CCCCCC"/>
      </a:lt2>
      <a:accent1>
        <a:srgbClr val="87BEEB"/>
      </a:accent1>
      <a:accent2>
        <a:srgbClr val="1779BF"/>
      </a:accent2>
      <a:accent3>
        <a:srgbClr val="E6F2FF"/>
      </a:accent3>
      <a:accent4>
        <a:srgbClr val="E9F7DF"/>
      </a:accent4>
      <a:accent5>
        <a:srgbClr val="FFEBDE"/>
      </a:accent5>
      <a:accent6>
        <a:srgbClr val="FFF3CC"/>
      </a:accent6>
      <a:hlink>
        <a:srgbClr val="1779BE"/>
      </a:hlink>
      <a:folHlink>
        <a:srgbClr val="1779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LEX Solutions_PowerPoint Template" id="{8F2F10D1-A7B0-C54F-B9A1-00976A2DB2EB}" vid="{BBBF4F23-4317-2640-9AD7-0E50A3687F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B2C201D5827841BBC0058C1E6CF5C4" ma:contentTypeVersion="4" ma:contentTypeDescription="Create a new document." ma:contentTypeScope="" ma:versionID="2b49e8fd1a08211a4f808a121d6a808f">
  <xsd:schema xmlns:xsd="http://www.w3.org/2001/XMLSchema" xmlns:xs="http://www.w3.org/2001/XMLSchema" xmlns:p="http://schemas.microsoft.com/office/2006/metadata/properties" xmlns:ns2="613948f9-b531-4aa3-a342-4fd47bb91e22" targetNamespace="http://schemas.microsoft.com/office/2006/metadata/properties" ma:root="true" ma:fieldsID="addff68bfb03c4982899732afd948211" ns2:_="">
    <xsd:import namespace="613948f9-b531-4aa3-a342-4fd47bb91e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3948f9-b531-4aa3-a342-4fd47bb91e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CC2205A-93DA-4C65-A3D5-1DC3C606D1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3948f9-b531-4aa3-a342-4fd47bb91e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82BB33-FAE9-4F3C-B0C2-72554C0A0B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A645EA-D0DE-4402-9DF5-0FB634BBA551}">
  <ds:schemaRefs>
    <ds:schemaRef ds:uri="http://schemas.microsoft.com/office/2006/documentManagement/types"/>
    <ds:schemaRef ds:uri="http://schemas.microsoft.com/office/2006/metadata/properties"/>
    <ds:schemaRef ds:uri="f85b9eff-d476-4c8f-b4ff-c2d1aee18dbe"/>
    <ds:schemaRef ds:uri="http://www.w3.org/XML/1998/namespace"/>
    <ds:schemaRef ds:uri="http://purl.org/dc/terms/"/>
    <ds:schemaRef ds:uri="04f145f8-3fa1-41c0-8abf-e06d91fd401f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584</Words>
  <Application>Microsoft Office PowerPoint</Application>
  <PresentationFormat>Widescreen</PresentationFormat>
  <Paragraphs>220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RELEX Solutions 2026 template</vt:lpstr>
      <vt:lpstr>PowerPoint Presentation</vt:lpstr>
      <vt:lpstr>PowerPoint Presentation</vt:lpstr>
      <vt:lpstr>PowerPoint Presentation</vt:lpstr>
      <vt:lpstr>PowerPoint Presentation</vt:lpstr>
      <vt:lpstr>RELEX Solutions PowerPoint template</vt:lpstr>
      <vt:lpstr>Icons</vt:lpstr>
      <vt:lpstr>Photography</vt:lpstr>
      <vt:lpstr>Brand elements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Header 28pt</vt:lpstr>
      <vt:lpstr>Header 28pt</vt:lpstr>
      <vt:lpstr>Header 28pt</vt:lpstr>
      <vt:lpstr>Header 28pt</vt:lpstr>
      <vt:lpstr>Header 28pt</vt:lpstr>
      <vt:lpstr>Header 28pt</vt:lpstr>
      <vt:lpstr>Header 28pt</vt:lpstr>
      <vt:lpstr>Header 28pt </vt:lpstr>
      <vt:lpstr>Header 28pt</vt:lpstr>
      <vt:lpstr>Header 28pt</vt:lpstr>
      <vt:lpstr>Header 28pt </vt:lpstr>
      <vt:lpstr>Header 28pt</vt:lpstr>
      <vt:lpstr>Header 28pt</vt:lpstr>
      <vt:lpstr>Header 28pt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2026-02-24T14:42:32Z</dcterms:created>
  <dcterms:modified xsi:type="dcterms:W3CDTF">2026-02-24T14:42:38Z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0x010100CFB2C201D5827841BBC0058C1E6CF5C4</vt:lpwstr>
  </property>
  <property fmtid="{D5CDD505-2E9C-101B-9397-08002B2CF9AE}" pid="3" name="Order">
    <vt:r8>7700</vt:r8>
  </property>
  <property fmtid="{D5CDD505-2E9C-101B-9397-08002B2CF9AE}" pid="4" name="_dlc_DocIdItemGuid">
    <vt:lpwstr>ba365200-025f-4696-8665-1dfc96b16929</vt:lpwstr>
  </property>
  <property fmtid="{D5CDD505-2E9C-101B-9397-08002B2CF9AE}" pid="5" name="MediaServiceImageTags">
    <vt:lpwstr/>
  </property>
  <property fmtid="{D5CDD505-2E9C-101B-9397-08002B2CF9AE}" pid="6" name="MSIP_Label_d8cb3a15-cbb3-4dbf-a619-9d0684635dfd_ActionId">
    <vt:lpwstr>871a3e2d-8413-4b25-a5f5-f83385be04af</vt:lpwstr>
  </property>
  <property fmtid="{D5CDD505-2E9C-101B-9397-08002B2CF9AE}" pid="7" name="MSIP_Label_d8cb3a15-cbb3-4dbf-a619-9d0684635dfd_SiteId">
    <vt:lpwstr>5cc03bdc-149c-4153-9632-d4137b9fc517</vt:lpwstr>
  </property>
  <property fmtid="{D5CDD505-2E9C-101B-9397-08002B2CF9AE}" pid="8" name="MSIP_Label_d8cb3a15-cbb3-4dbf-a619-9d0684635dfd_Method">
    <vt:lpwstr>Privileged</vt:lpwstr>
  </property>
  <property fmtid="{D5CDD505-2E9C-101B-9397-08002B2CF9AE}" pid="9" name="MSIP_Label_d8cb3a15-cbb3-4dbf-a619-9d0684635dfd_Enabled">
    <vt:lpwstr>true</vt:lpwstr>
  </property>
  <property fmtid="{D5CDD505-2E9C-101B-9397-08002B2CF9AE}" pid="10" name="MSIP_Label_d8cb3a15-cbb3-4dbf-a619-9d0684635dfd_SetDate">
    <vt:lpwstr>2025-02-06T14:04:01Z</vt:lpwstr>
  </property>
  <property fmtid="{D5CDD505-2E9C-101B-9397-08002B2CF9AE}" pid="11" name="MSIP_Label_d8cb3a15-cbb3-4dbf-a619-9d0684635dfd_Name">
    <vt:lpwstr>Public label</vt:lpwstr>
  </property>
  <property fmtid="{D5CDD505-2E9C-101B-9397-08002B2CF9AE}" pid="12" name="MSIP_Label_d8cb3a15-cbb3-4dbf-a619-9d0684635dfd_ContentBits">
    <vt:lpwstr>0</vt:lpwstr>
  </property>
  <property fmtid="{D5CDD505-2E9C-101B-9397-08002B2CF9AE}" pid="13" name="MSIP_Label_d8cb3a15-cbb3-4dbf-a619-9d0684635dfd_Tag">
    <vt:lpwstr>50, 0, 1, 1</vt:lpwstr>
  </property>
  <property fmtid="{D5CDD505-2E9C-101B-9397-08002B2CF9AE}" pid="14" name="MSIP_Label_984b0e7d-eff1-4aa6-8a8f-f61f59e35622_Enabled">
    <vt:lpwstr>true</vt:lpwstr>
  </property>
  <property fmtid="{D5CDD505-2E9C-101B-9397-08002B2CF9AE}" pid="15" name="MSIP_Label_984b0e7d-eff1-4aa6-8a8f-f61f59e35622_SetDate">
    <vt:lpwstr>2026-01-27T13:01:41Z</vt:lpwstr>
  </property>
  <property fmtid="{D5CDD505-2E9C-101B-9397-08002B2CF9AE}" pid="16" name="MSIP_Label_984b0e7d-eff1-4aa6-8a8f-f61f59e35622_Method">
    <vt:lpwstr>Privileged</vt:lpwstr>
  </property>
  <property fmtid="{D5CDD505-2E9C-101B-9397-08002B2CF9AE}" pid="17" name="MSIP_Label_984b0e7d-eff1-4aa6-8a8f-f61f59e35622_Name">
    <vt:lpwstr>RELEX internal</vt:lpwstr>
  </property>
  <property fmtid="{D5CDD505-2E9C-101B-9397-08002B2CF9AE}" pid="18" name="MSIP_Label_984b0e7d-eff1-4aa6-8a8f-f61f59e35622_SiteId">
    <vt:lpwstr>5cc03bdc-149c-4153-9632-d4137b9fc517</vt:lpwstr>
  </property>
  <property fmtid="{D5CDD505-2E9C-101B-9397-08002B2CF9AE}" pid="19" name="MSIP_Label_984b0e7d-eff1-4aa6-8a8f-f61f59e35622_ActionId">
    <vt:lpwstr>18657a93-4cbd-42d8-ab7b-fb68a1796467</vt:lpwstr>
  </property>
  <property fmtid="{D5CDD505-2E9C-101B-9397-08002B2CF9AE}" pid="20" name="MSIP_Label_984b0e7d-eff1-4aa6-8a8f-f61f59e35622_ContentBits">
    <vt:lpwstr>2</vt:lpwstr>
  </property>
  <property fmtid="{D5CDD505-2E9C-101B-9397-08002B2CF9AE}" pid="21" name="MSIP_Label_984b0e7d-eff1-4aa6-8a8f-f61f59e35622_Tag">
    <vt:lpwstr>50, 0, 1, 1</vt:lpwstr>
  </property>
  <property fmtid="{D5CDD505-2E9C-101B-9397-08002B2CF9AE}" pid="22" name="ClassificationContentMarkingFooterLocations">
    <vt:lpwstr>RELEX Solutions 2026 template:8</vt:lpwstr>
  </property>
  <property fmtid="{D5CDD505-2E9C-101B-9397-08002B2CF9AE}" pid="23" name="ClassificationContentMarkingFooterText">
    <vt:lpwstr>RELEX internal</vt:lpwstr>
  </property>
</Properties>
</file>